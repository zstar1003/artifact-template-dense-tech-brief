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fbc0c4b7e4a25" /><Relationship Type="http://schemas.openxmlformats.org/officeDocument/2006/relationships/extended-properties" Target="/docProps/app.xml" Id="Rbcac5d9d6dbd411e" /><Relationship Type="http://schemas.openxmlformats.org/officeDocument/2006/relationships/officeDocument" Target="/ppt/presentation.xml" Id="R8ae13593e5f249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5e284bc4d4177"/>
  </p:sldMasterIdLst>
  <p:notesMasterIdLst>
    <p:notesMasterId xmlns:r="http://schemas.openxmlformats.org/officeDocument/2006/relationships" r:id="R375325b2dba7493b"/>
  </p:notesMasterIdLst>
  <p:sldIdLst>
    <p:sldId xmlns:r="http://schemas.openxmlformats.org/officeDocument/2006/relationships" id="256" r:id="R4bc33ab687314b88"/>
    <p:sldId xmlns:r="http://schemas.openxmlformats.org/officeDocument/2006/relationships" id="257" r:id="Rab5cec6361754f07"/>
    <p:sldId xmlns:r="http://schemas.openxmlformats.org/officeDocument/2006/relationships" id="258" r:id="R35f914c842e74630"/>
    <p:sldId xmlns:r="http://schemas.openxmlformats.org/officeDocument/2006/relationships" id="259" r:id="Rd136225fec43400f"/>
    <p:sldId xmlns:r="http://schemas.openxmlformats.org/officeDocument/2006/relationships" id="260" r:id="R34df681a43c244ea"/>
    <p:sldId xmlns:r="http://schemas.openxmlformats.org/officeDocument/2006/relationships" id="261" r:id="Rc4a1cabf8bca4d86"/>
    <p:sldId xmlns:r="http://schemas.openxmlformats.org/officeDocument/2006/relationships" id="262" r:id="R97f282195394467f"/>
    <p:sldId xmlns:r="http://schemas.openxmlformats.org/officeDocument/2006/relationships" id="263" r:id="R1b38784469574a8c"/>
    <p:sldId xmlns:r="http://schemas.openxmlformats.org/officeDocument/2006/relationships" id="264" r:id="R63977d84338146e3"/>
    <p:sldId xmlns:r="http://schemas.openxmlformats.org/officeDocument/2006/relationships" id="265" r:id="Rb8dcded40e134980"/>
    <p:sldId xmlns:r="http://schemas.openxmlformats.org/officeDocument/2006/relationships" id="266" r:id="R146e84f1e09f4cc1"/>
    <p:sldId xmlns:r="http://schemas.openxmlformats.org/officeDocument/2006/relationships" id="267" r:id="R2188806daf5f4769"/>
    <p:sldId xmlns:r="http://schemas.openxmlformats.org/officeDocument/2006/relationships" id="268" r:id="Rf6452052861747af"/>
    <p:sldId xmlns:r="http://schemas.openxmlformats.org/officeDocument/2006/relationships" id="269" r:id="Ree97497a564c4112"/>
    <p:sldId xmlns:r="http://schemas.openxmlformats.org/officeDocument/2006/relationships" id="270" r:id="R15959f652aa548ac"/>
    <p:sldId xmlns:r="http://schemas.openxmlformats.org/officeDocument/2006/relationships" id="271" r:id="Rc7d691d01f4344ff"/>
    <p:sldId xmlns:r="http://schemas.openxmlformats.org/officeDocument/2006/relationships" id="272" r:id="R7783452cc9c64d18"/>
    <p:sldId xmlns:r="http://schemas.openxmlformats.org/officeDocument/2006/relationships" id="273" r:id="Rffa7a70d6be94352"/>
    <p:sldId xmlns:r="http://schemas.openxmlformats.org/officeDocument/2006/relationships" id="274" r:id="R5bc8c2f273514907"/>
    <p:sldId xmlns:r="http://schemas.openxmlformats.org/officeDocument/2006/relationships" id="275" r:id="Rd75c9130460f45ce"/>
    <p:sldId xmlns:r="http://schemas.openxmlformats.org/officeDocument/2006/relationships" id="276" r:id="Rf1323b3b82c1477d"/>
    <p:sldId xmlns:r="http://schemas.openxmlformats.org/officeDocument/2006/relationships" id="277" r:id="R9be60a79d29a4416"/>
    <p:sldId xmlns:r="http://schemas.openxmlformats.org/officeDocument/2006/relationships" id="278" r:id="Rd5ba6a8710a449e9"/>
    <p:sldId xmlns:r="http://schemas.openxmlformats.org/officeDocument/2006/relationships" id="279" r:id="Rfb9b3d9efd154136"/>
  </p:sldIdLst>
  <p:sldSz cx="45720000" cy="2857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8a03f718324311" /><Relationship Type="http://schemas.openxmlformats.org/officeDocument/2006/relationships/slideMaster" Target="/ppt/slideMasters/slideMaster1.xml" Id="Rbe55e284bc4d4177" /><Relationship Type="http://schemas.openxmlformats.org/officeDocument/2006/relationships/notesMaster" Target="/ppt/notesMasters/notesMaster1.xml" Id="R375325b2dba7493b" /><Relationship Type="http://schemas.openxmlformats.org/officeDocument/2006/relationships/presProps" Target="/ppt/presProps.xml" Id="Rb262be1e52de446b" /><Relationship Type="http://schemas.openxmlformats.org/officeDocument/2006/relationships/tableStyles" Target="/ppt/tableStyles.xml" Id="R11494a97f7474bd8" /><Relationship Type="http://schemas.openxmlformats.org/officeDocument/2006/relationships/slide" Target="/ppt/slides/slide1.xml" Id="R4bc33ab687314b88" /><Relationship Type="http://schemas.openxmlformats.org/officeDocument/2006/relationships/slide" Target="/ppt/slides/slide2.xml" Id="Rab5cec6361754f07" /><Relationship Type="http://schemas.openxmlformats.org/officeDocument/2006/relationships/slide" Target="/ppt/slides/slide3.xml" Id="R35f914c842e74630" /><Relationship Type="http://schemas.openxmlformats.org/officeDocument/2006/relationships/slide" Target="/ppt/slides/slide4.xml" Id="Rd136225fec43400f" /><Relationship Type="http://schemas.openxmlformats.org/officeDocument/2006/relationships/slide" Target="/ppt/slides/slide5.xml" Id="R34df681a43c244ea" /><Relationship Type="http://schemas.openxmlformats.org/officeDocument/2006/relationships/slide" Target="/ppt/slides/slide6.xml" Id="Rc4a1cabf8bca4d86" /><Relationship Type="http://schemas.openxmlformats.org/officeDocument/2006/relationships/slide" Target="/ppt/slides/slide7.xml" Id="R97f282195394467f" /><Relationship Type="http://schemas.openxmlformats.org/officeDocument/2006/relationships/slide" Target="/ppt/slides/slide8.xml" Id="R1b38784469574a8c" /><Relationship Type="http://schemas.openxmlformats.org/officeDocument/2006/relationships/slide" Target="/ppt/slides/slide9.xml" Id="R63977d84338146e3" /><Relationship Type="http://schemas.openxmlformats.org/officeDocument/2006/relationships/slide" Target="/ppt/slides/slide10.xml" Id="Rb8dcded40e134980" /><Relationship Type="http://schemas.openxmlformats.org/officeDocument/2006/relationships/slide" Target="/ppt/slides/slide11.xml" Id="R146e84f1e09f4cc1" /><Relationship Type="http://schemas.openxmlformats.org/officeDocument/2006/relationships/slide" Target="/ppt/slides/slide12.xml" Id="R2188806daf5f4769" /><Relationship Type="http://schemas.openxmlformats.org/officeDocument/2006/relationships/slide" Target="/ppt/slides/slide13.xml" Id="Rf6452052861747af" /><Relationship Type="http://schemas.openxmlformats.org/officeDocument/2006/relationships/slide" Target="/ppt/slides/slide14.xml" Id="Ree97497a564c4112" /><Relationship Type="http://schemas.openxmlformats.org/officeDocument/2006/relationships/slide" Target="/ppt/slides/slide15.xml" Id="R15959f652aa548ac" /><Relationship Type="http://schemas.openxmlformats.org/officeDocument/2006/relationships/slide" Target="/ppt/slides/slide16.xml" Id="Rc7d691d01f4344ff" /><Relationship Type="http://schemas.openxmlformats.org/officeDocument/2006/relationships/slide" Target="/ppt/slides/slide17.xml" Id="R7783452cc9c64d18" /><Relationship Type="http://schemas.openxmlformats.org/officeDocument/2006/relationships/slide" Target="/ppt/slides/slide18.xml" Id="Rffa7a70d6be94352" /><Relationship Type="http://schemas.openxmlformats.org/officeDocument/2006/relationships/slide" Target="/ppt/slides/slide19.xml" Id="R5bc8c2f273514907" /><Relationship Type="http://schemas.openxmlformats.org/officeDocument/2006/relationships/slide" Target="/ppt/slides/slide20.xml" Id="Rd75c9130460f45ce" /><Relationship Type="http://schemas.openxmlformats.org/officeDocument/2006/relationships/slide" Target="/ppt/slides/slide21.xml" Id="Rf1323b3b82c1477d" /><Relationship Type="http://schemas.openxmlformats.org/officeDocument/2006/relationships/slide" Target="/ppt/slides/slide22.xml" Id="R9be60a79d29a4416" /><Relationship Type="http://schemas.openxmlformats.org/officeDocument/2006/relationships/slide" Target="/ppt/slides/slide23.xml" Id="Rd5ba6a8710a449e9" /><Relationship Type="http://schemas.openxmlformats.org/officeDocument/2006/relationships/slide" Target="/ppt/slides/slide24.xml" Id="Rfb9b3d9efd1541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a5b046fce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8825d5be547a1" /><Relationship Type="http://schemas.openxmlformats.org/officeDocument/2006/relationships/notesMaster" Target="/ppt/notesMasters/notesMaster1.xml" Id="R234751e37417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c5c3190554e8c" /><Relationship Type="http://schemas.openxmlformats.org/officeDocument/2006/relationships/notesMaster" Target="/ppt/notesMasters/notesMaster1.xml" Id="R8d339c79d8f546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178c56237c408c" /><Relationship Type="http://schemas.openxmlformats.org/officeDocument/2006/relationships/notesMaster" Target="/ppt/notesMasters/notesMaster1.xml" Id="R6ac71e5d0e0d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039cabf5844d5e" /><Relationship Type="http://schemas.openxmlformats.org/officeDocument/2006/relationships/notesMaster" Target="/ppt/notesMasters/notesMaster1.xml" Id="R09e66fb33f84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61df2ae914261" /><Relationship Type="http://schemas.openxmlformats.org/officeDocument/2006/relationships/notesMaster" Target="/ppt/notesMasters/notesMaster1.xml" Id="R8f749cab839e41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e58b3e1f6f4c78" /><Relationship Type="http://schemas.openxmlformats.org/officeDocument/2006/relationships/notesMaster" Target="/ppt/notesMasters/notesMaster1.xml" Id="R95480d55b1e744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10a96c089f4194" /><Relationship Type="http://schemas.openxmlformats.org/officeDocument/2006/relationships/notesMaster" Target="/ppt/notesMasters/notesMaster1.xml" Id="Rb0b3fffd53f841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ade0bc2fe4431" /><Relationship Type="http://schemas.openxmlformats.org/officeDocument/2006/relationships/notesMaster" Target="/ppt/notesMasters/notesMaster1.xml" Id="R45b9031b1f5e4b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f9cf0b6f8b4941" /><Relationship Type="http://schemas.openxmlformats.org/officeDocument/2006/relationships/notesMaster" Target="/ppt/notesMasters/notesMaster1.xml" Id="Ref97df1e9ede47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9218a48eb34a18" /><Relationship Type="http://schemas.openxmlformats.org/officeDocument/2006/relationships/notesMaster" Target="/ppt/notesMasters/notesMaster1.xml" Id="R5e866ec393234e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d5b74a79194e95" /><Relationship Type="http://schemas.openxmlformats.org/officeDocument/2006/relationships/notesMaster" Target="/ppt/notesMasters/notesMaster1.xml" Id="Ra06ea77c5566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bca14835394185" /><Relationship Type="http://schemas.openxmlformats.org/officeDocument/2006/relationships/notesMaster" Target="/ppt/notesMasters/notesMaster1.xml" Id="Ra1fda5aae6af4c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929db2614e4193" /><Relationship Type="http://schemas.openxmlformats.org/officeDocument/2006/relationships/notesMaster" Target="/ppt/notesMasters/notesMaster1.xml" Id="Re7dadc2ff4fc49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d729ac4ff94efc" /><Relationship Type="http://schemas.openxmlformats.org/officeDocument/2006/relationships/notesMaster" Target="/ppt/notesMasters/notesMaster1.xml" Id="R037f6df4e5e24b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0268af9f9842c9" /><Relationship Type="http://schemas.openxmlformats.org/officeDocument/2006/relationships/notesMaster" Target="/ppt/notesMasters/notesMaster1.xml" Id="R863d29ab34714a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5ba0de833345b2" /><Relationship Type="http://schemas.openxmlformats.org/officeDocument/2006/relationships/notesMaster" Target="/ppt/notesMasters/notesMaster1.xml" Id="R550746aae26847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5c6d09322c4c49" /><Relationship Type="http://schemas.openxmlformats.org/officeDocument/2006/relationships/notesMaster" Target="/ppt/notesMasters/notesMaster1.xml" Id="R3b95f8ba1d6f4d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b9d3d68b0c4d3b" /><Relationship Type="http://schemas.openxmlformats.org/officeDocument/2006/relationships/notesMaster" Target="/ppt/notesMasters/notesMaster1.xml" Id="R2143c8f8311441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6834bccf694916" /><Relationship Type="http://schemas.openxmlformats.org/officeDocument/2006/relationships/notesMaster" Target="/ppt/notesMasters/notesMaster1.xml" Id="R02d9f3ef9d3a43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c05ec09a5c4347" /><Relationship Type="http://schemas.openxmlformats.org/officeDocument/2006/relationships/notesMaster" Target="/ppt/notesMasters/notesMaster1.xml" Id="R2812d179989041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13b848afb94282" /><Relationship Type="http://schemas.openxmlformats.org/officeDocument/2006/relationships/notesMaster" Target="/ppt/notesMasters/notesMaster1.xml" Id="R6c428fbff30542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356a5e5c054b83" /><Relationship Type="http://schemas.openxmlformats.org/officeDocument/2006/relationships/notesMaster" Target="/ppt/notesMasters/notesMaster1.xml" Id="R8bf287fee0114f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29fc9fed5d47ec" /><Relationship Type="http://schemas.openxmlformats.org/officeDocument/2006/relationships/notesMaster" Target="/ppt/notesMasters/notesMaster1.xml" Id="R3273870e398b4b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d9d173f1c44375" /><Relationship Type="http://schemas.openxmlformats.org/officeDocument/2006/relationships/notesMaster" Target="/ppt/notesMasters/notesMaster1.xml" Id="Ra4ca79864b17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hccl 170ddeec · src/ops/all_reduce/selector/all_reduce_auto_selector.cc:403–594（AICPU 规则入口与所有分支）</a:t>
            </a:r>
          </a:p>
          <a:p xmlns:a="http://schemas.openxmlformats.org/drawingml/2006/main">
            <a:r>
              <a:t>src/common/order_preserved_common.h:63–73（严格保序条件）；src/ops/op_common/selector/auto_selector_base.cc:238–328（组规模关系与额外 CLOS 路径）</a:t>
            </a:r>
          </a:p>
          <a:p xmlns:a="http://schemas.openxmlformats.org/drawingml/2006/main">
            <a:r>
              <a:t>src/ops/op_common/topo_info/topo_host.cc:653–703,1018–1031（Level1Nhr、最高层 UboE、对称标记）；auto_selector_base.h:29（ratio=8/P²）</a:t>
            </a:r>
          </a:p>
          <a:p xmlns:a="http://schemas.openxmlformats.org/drawingml/2006/main">
            <a:r>
              <a:t>docs/zh/user_guide/coll_algo_intro/NHR.md；hcomm/docs/zh/architecture/architecture-brief.md（NHR 与 URMA 术语）</a:t>
            </a:r>
          </a:p>
          <a:p xmlns:a="http://schemas.openxmlformats.org/drawingml/2006/main">
            <a:r>
              <a:t>UBoE 术语：Huawei 作者的 Internet-Draft（工作草案）https://ftp.kaist.ac.kr/ietf/draft-li-uboe-00.html</a:t>
            </a:r>
          </a:p>
          <a:p xmlns:a="http://schemas.openxmlformats.org/drawingml/2006/main">
            <a:r>
              <a:t>对称内存：https://www.hiascend.com/document/detail/zh/CANNCommunityEdition/900beta2/API/hcclapiref/hcclcpp_07_0069.html；实际选择仍以本地源码 supportSymmetricMemory 为准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  <a:p xmlns:a="http://schemas.openxmlformats.org/drawingml/2006/main">
            <a:r>
              <a:t>黄色叶子补共同前缀 AicpuAllReduce。图中的特殊数据指 INT64 / UINT64 / FP64 或 PROD。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</a:t>
            </a:r>
          </a:p>
          <a:p xmlns:a="http://schemas.openxmlformats.org/drawingml/2006/main">
            <a:r>
              <a:t>Selector入口 src/ops/op_common/op_common.cc:159–205；ExecuteSelector规则分发 src/ops/op_common/selector/execute_selector.cc:40–59；新SelectorEngine为可选cost选择。</a:t>
            </a:r>
          </a:p>
          <a:p xmlns:a="http://schemas.openxmlformats.org/drawingml/2006/main">
            <a:r>
              <a:t>真实注册 src/ops/all_reduce/algorithm/executor/ins_v2_all_reduce_sole_executor.cc:394–396；Orchestrate与Loop:156–301。</a:t>
            </a:r>
          </a:p>
          <a:p xmlns:a="http://schemas.openxmlformats.org/drawingml/2006/main">
            <a:r>
              <a:t>设备展开 src/ops/op_common/algorithm/template/aicpu/kernel_launch.cc:276–320。</a:t>
            </a:r>
          </a:p>
          <a:p xmlns:a="http://schemas.openxmlformats.org/drawingml/2006/main">
            <a:r>
              <a:t>模板 src/ops/all_reduce/algorithm/template/aicpu/ins_temp_all_reduce_mesh_1D_two_shot.cc:69–99,127–192,218–465。</a:t>
            </a:r>
          </a:p>
          <a:p xmlns:a="http://schemas.openxmlformats.org/drawingml/2006/main">
            <a:r>
              <a:t>REGISTER_EXEC_V2 src/ops/op_common/algorithm/executor/registry/coll_alg_v2_exec_registry.h:85–96。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src/ops/all_gather/selector/all_gather_auto_selector.cc:303–411</a:t>
            </a:r>
          </a:p>
          <a:p xmlns:a="http://schemas.openxmlformats.org/drawingml/2006/main">
            <a:r>
              <a:t>src/ops/reduce_scatter/selector/reduce_scatter_auto_selector.cc:392–542,654–693；同目录 .h:27</a:t>
            </a:r>
          </a:p>
          <a:p xmlns:a="http://schemas.openxmlformats.org/drawingml/2006/main">
            <a:r>
              <a:t>src/ops/reduce/selector/reduce_auto_selector.cc:268–371</a:t>
            </a:r>
          </a:p>
          <a:p xmlns:a="http://schemas.openxmlformats.org/drawingml/2006/main">
            <a:r>
              <a:t>src/ops/broadcast/selector/broadcast_auto_selector.cc:202–277</a:t>
            </a:r>
          </a:p>
          <a:p xmlns:a="http://schemas.openxmlformats.org/drawingml/2006/main">
            <a:r>
              <a:t>src/ops/scatter/selector/scatter_auto_selector.cc:150–230</a:t>
            </a:r>
          </a:p>
          <a:p xmlns:a="http://schemas.openxmlformats.org/drawingml/2006/main">
            <a:r>
              <a:t>src/ops/all_to_all_v/selector/alltoall_auto_selector.cc:131–182</a:t>
            </a:r>
          </a:p>
          <a:p xmlns:a="http://schemas.openxmlformats.org/drawingml/2006/main">
            <a:r>
              <a:t>src/ops/all_to_all_v/selector/alltoallv_auto_selector.cc:102–151</a:t>
            </a:r>
          </a:p>
          <a:p xmlns:a="http://schemas.openxmlformats.org/drawingml/2006/main">
            <a:r>
              <a:t>src/ops/all_gather_v/selector/all_gather_v_auto_selector.cc:70–92</a:t>
            </a:r>
          </a:p>
          <a:p xmlns:a="http://schemas.openxmlformats.org/drawingml/2006/main">
            <a:r>
              <a:t>src/ops/reduce_scatter_v/selector/reduce_scatter_v_auto_selector.cc:181–200</a:t>
            </a:r>
          </a:p>
          <a:p xmlns:a="http://schemas.openxmlformats.org/drawingml/2006/main">
            <a:r>
              <a:t>src/ops/all_to_all_v/selector/alltoallvc_auto_selector.cc:55–68</a:t>
            </a:r>
          </a:p>
          <a:p xmlns:a="http://schemas.openxmlformats.org/drawingml/2006/main">
            <a:r>
              <a:t>src/ops/send/selector/send_auto_selector.cc:16–27</a:t>
            </a:r>
          </a:p>
          <a:p xmlns:a="http://schemas.openxmlformats.org/drawingml/2006/main">
            <a:r>
              <a:t>src/ops/recv/selector/recv_auto_selector.cc:16–27</a:t>
            </a:r>
          </a:p>
          <a:p xmlns:a="http://schemas.openxmlformats.org/drawingml/2006/main">
            <a:r>
              <a:t>src/ops/batch_send_recv/selector/batch_send_recv_auto_selector.cc:16–28</a:t>
            </a:r>
          </a:p>
          <a:p xmlns:a="http://schemas.openxmlformats.org/drawingml/2006/main">
            <a:r>
              <a:t>src/ops/barrier/selector/barrier_auto_selector.cc:32–44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输入）；P = rank 总数。</a:t>
            </a:r>
          </a:p>
          <a:p xmlns:a="http://schemas.openxmlformats.org/drawingml/2006/main">
            <a:r>
              <a:t>没有归约类型与严格保序分支；多层判断还使用 S×P。</a:t>
            </a:r>
          </a:p>
          <a:p xmlns:a="http://schemas.openxmlformats.org/drawingml/2006/main">
            <a:r>
              <a:t>源码：src/ops/all_gather/selector/all_gather_auto_selector.cc:303–411</a:t>
            </a:r>
          </a:p>
          <a:p xmlns:a="http://schemas.openxmlformats.org/drawingml/2006/main">
            <a:r>
              <a:t>叶子补前缀 AicpuAllGather。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输出块）；P = rank 总数；归一化系数为 (8/P)²。</a:t>
            </a:r>
          </a:p>
          <a:p xmlns:a="http://schemas.openxmlformats.org/drawingml/2006/main">
            <a:r>
              <a:t>保序优先；归一化系数是 64/P²，与 AllReduce 的 8/P² 不同。</a:t>
            </a:r>
          </a:p>
          <a:p xmlns:a="http://schemas.openxmlformats.org/drawingml/2006/main">
            <a:r>
              <a:t>源码：src/ops/reduce_scatter/selector/reduce_scatter_auto_selector.cc:392–542,654–693；同目录 .h:27</a:t>
            </a:r>
          </a:p>
          <a:p xmlns:a="http://schemas.openxmlformats.org/drawingml/2006/main">
            <a:r>
              <a:t>叶子补前缀 AicpuReduceScatter。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输入）；只有 root 得到归约结果。</a:t>
            </a:r>
          </a:p>
          <a:p xmlns:a="http://schemas.openxmlformats.org/drawingml/2006/main">
            <a:r>
              <a:t>没有 AllReduce/ReduceScatter 的严格保序优先判断；单层 Mesh 用 8MiB 分界。</a:t>
            </a:r>
          </a:p>
          <a:p xmlns:a="http://schemas.openxmlformats.org/drawingml/2006/main">
            <a:r>
              <a:t>源码：src/ops/reduce/selector/reduce_auto_selector.cc:268–371</a:t>
            </a:r>
          </a:p>
          <a:p xmlns:a="http://schemas.openxmlformats.org/drawingml/2006/main">
            <a:r>
              <a:t>叶子补前缀 AicpuReduce。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元素字节数（广播消息）；root 向其他 rank 发送相同数据。</a:t>
            </a:r>
          </a:p>
          <a:p xmlns:a="http://schemas.openxmlformats.org/drawingml/2006/main">
            <a:r>
              <a:t>不做归约类型判断；单层 Mesh 直接 TwoShot，混合拓扑再按连通性与数据量分支。</a:t>
            </a:r>
          </a:p>
          <a:p xmlns:a="http://schemas.openxmlformats.org/drawingml/2006/main">
            <a:r>
              <a:t>源码：src/ops/broadcast/selector/broadcast_auto_selector.cc:202–277</a:t>
            </a:r>
          </a:p>
          <a:p xmlns:a="http://schemas.openxmlformats.org/drawingml/2006/main">
            <a:r>
              <a:t>叶子补前缀 AicpuBroadcast。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T = count × 元素字节数 × P（root 总发送量）；P = rank 总数。</a:t>
            </a:r>
          </a:p>
          <a:p xmlns:a="http://schemas.openxmlformats.org/drawingml/2006/main">
            <a:r>
              <a:t>8MiB 比较的是总发送量 T；同为 CLOS，是否 PCIe 混合也会改变单层算法。</a:t>
            </a:r>
          </a:p>
          <a:p xmlns:a="http://schemas.openxmlformats.org/drawingml/2006/main">
            <a:r>
              <a:t>源码：src/ops/scatter/selector/scatter_auto_selector.cc:150–230</a:t>
            </a:r>
          </a:p>
          <a:p xmlns:a="http://schemas.openxmlformats.org/drawingml/2006/main">
            <a:r>
              <a:t>叶子补前缀 AicpuScatter。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c = sendCounts[0]（发给一个目标的元素数）；P = rank 总数。</a:t>
            </a:r>
          </a:p>
          <a:p xmlns:a="http://schemas.openxmlformats.org/drawingml/2006/main">
            <a:r>
              <a:t>150MiB 比较总字节量；512 比较元素个数，不能当作 512 字节。</a:t>
            </a:r>
          </a:p>
          <a:p xmlns:a="http://schemas.openxmlformats.org/drawingml/2006/main">
            <a:r>
              <a:t>源码：src/ops/all_to_all_v/selector/alltoall_auto_selector.cc:131–182</a:t>
            </a:r>
          </a:p>
          <a:p xmlns:a="http://schemas.openxmlformats.org/drawingml/2006/main">
            <a:r>
              <a:t>V：不同目标可使用不同发送/接收计数及偏移。</a:t>
            </a:r>
          </a:p>
          <a:p xmlns:a="http://schemas.openxmlformats.org/drawingml/2006/main">
            <a:r>
              <a:t>多层分支赋值后继续向下判断，UBX 分支可覆盖前面的算法名。</a:t>
            </a:r>
          </a:p>
          <a:p xmlns:a="http://schemas.openxmlformats.org/drawingml/2006/main">
            <a:r>
              <a:t>源码：src/ops/all_to_all_v/selector/alltoallv_auto_selector.cc:102–151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src/ops/all_gather_v/selector/all_gather_v_auto_selector.cc:70–92</a:t>
            </a:r>
          </a:p>
          <a:p xmlns:a="http://schemas.openxmlformats.org/drawingml/2006/main">
            <a:r>
              <a:t>各 rank 的数据量可以不同；此选择器不再按数据量分档。</a:t>
            </a:r>
          </a:p>
          <a:p xmlns:a="http://schemas.openxmlformats.org/drawingml/2006/main">
            <a:r>
              <a:t>src/ops/reduce_scatter_v/selector/reduce_scatter_v_auto_selector.cc:181–200</a:t>
            </a:r>
          </a:p>
          <a:p xmlns:a="http://schemas.openxmlformats.org/drawingml/2006/main">
            <a:r>
              <a:t>先排除 UINT64 / FP64；INT64 不在这个排除条件中。</a:t>
            </a:r>
          </a:p>
          <a:p xmlns:a="http://schemas.openxmlformats.org/drawingml/2006/main">
            <a:r>
              <a:t>src/ops/all_to_all_v/selector/alltoallvc_auto_selector.cc:55–68</a:t>
            </a:r>
          </a:p>
          <a:p xmlns:a="http://schemas.openxmlformats.org/drawingml/2006/main">
            <a:r>
              <a:t>使用全局发送计数矩阵描述不等量交换；此入口直接返回。</a:t>
            </a:r>
          </a:p>
          <a:p xmlns:a="http://schemas.openxmlformats.org/drawingml/2006/main">
            <a:r>
              <a:t>src/ops/send/selector/send_auto_selector.cc:16–27</a:t>
            </a:r>
          </a:p>
          <a:p xmlns:a="http://schemas.openxmlformats.org/drawingml/2006/main">
            <a:r>
              <a:t>点对点发送；此入口直接返回。</a:t>
            </a:r>
          </a:p>
          <a:p xmlns:a="http://schemas.openxmlformats.org/drawingml/2006/main">
            <a:r>
              <a:t>src/ops/recv/selector/recv_auto_selector.cc:16–27</a:t>
            </a:r>
          </a:p>
          <a:p xmlns:a="http://schemas.openxmlformats.org/drawingml/2006/main">
            <a:r>
              <a:t>点对点接收；此入口直接返回。</a:t>
            </a:r>
          </a:p>
          <a:p xmlns:a="http://schemas.openxmlformats.org/drawingml/2006/main">
            <a:r>
              <a:t>src/ops/batch_send_recv/selector/batch_send_recv_auto_selector.cc:16–28</a:t>
            </a:r>
          </a:p>
          <a:p xmlns:a="http://schemas.openxmlformats.org/drawingml/2006/main">
            <a:r>
              <a:t>成批组织发送与接收；此入口直接返回。</a:t>
            </a:r>
          </a:p>
          <a:p xmlns:a="http://schemas.openxmlformats.org/drawingml/2006/main">
            <a:r>
              <a:t>src/ops/barrier/selector/barrier_auto_selector.cc:32–44</a:t>
            </a:r>
          </a:p>
          <a:p xmlns:a="http://schemas.openxmlformats.org/drawingml/2006/main">
            <a:r>
              <a:t>所有 rank 同步；此入口直接返回。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hccl/src/ops/all_reduce/algorithm/executor/ins_v2_all_reduce_sole_executor.cc:411</a:t>
            </a:r>
          </a:p>
          <a:p xmlns:a="http://schemas.openxmlformats.org/drawingml/2006/main">
            <a:r>
              <a:t>HcclCMDType::HCCL_CMD_ALLREDUCE, AicpuAllReduceSoleNHR,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hccl/src/ops/all_gather/algorithm/executor/ins_v2_all_gather_sole_executor.cc:405</a:t>
            </a:r>
          </a:p>
          <a:p xmlns:a="http://schemas.openxmlformats.org/drawingml/2006/main">
            <a:r>
              <a:t>HcclCMDType::HCCL_CMD_ALLGATHER, AicpuAllGatherSoleNHR,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hccl/src/ops/reduce_scatter/algorithm/executor/ins_v2_reduce_scatter_sole_executor.cc:402</a:t>
            </a:r>
          </a:p>
          <a:p xmlns:a="http://schemas.openxmlformats.org/drawingml/2006/main">
            <a:r>
              <a:t>HcclCMDType::HCCL_CMD_REDUCE_SCATTER, AicpuReduceScatterSoleNHR, InsV2ReduceScatterSoleExecutor, TopoMatchOneLevel, InsTempReduceScatterNHR</a:t>
            </a:r>
          </a:p>
          <a:p xmlns:a="http://schemas.openxmlformats.org/drawingml/2006/main">
            <a:r>
              <a:t>hccl/src/ops/reduce/algorithm/executor/reduce_sole_executor.cc:366</a:t>
            </a:r>
          </a:p>
          <a:p xmlns:a="http://schemas.openxmlformats.org/drawingml/2006/main">
            <a:r>
              <a:t>HcclCMDType::HCCL_CMD_REDUCE, AicpuReduceSoleNHR, ReduceSoleExecutor, TopoMatchOneLevel, ReduceNHR</a:t>
            </a:r>
          </a:p>
          <a:p xmlns:a="http://schemas.openxmlformats.org/drawingml/2006/main">
            <a:r>
              <a:t>hccl/src/ops/broadcast/algorithm/executor/ins_v2_broadcast_sole_executor.cc:376</a:t>
            </a:r>
          </a:p>
          <a:p xmlns:a="http://schemas.openxmlformats.org/drawingml/2006/main">
            <a:r>
              <a:t>HcclCMDType::HCCL_CMD_BROADCAST, AicpuBroadcastSoleNHR, InsV2BroadcastSoleExecutor, TopoMatchOneLevel, InsTempBroadcastNHR</a:t>
            </a:r>
          </a:p>
          <a:p xmlns:a="http://schemas.openxmlformats.org/drawingml/2006/main">
            <a:r>
              <a:t>hccl/src/ops/scatter/algorithm/executor/ins_v2_scatter_sole_executor.cc:352</a:t>
            </a:r>
          </a:p>
          <a:p xmlns:a="http://schemas.openxmlformats.org/drawingml/2006/main">
            <a:r>
              <a:t>HcclCMDType::HCCL_CMD_SCATTER, AicpuScatterSoleNHR, InsV2ScatterSoleExecutor, TopoMatchOneLevel, InsTempScatterNHR</a:t>
            </a:r>
          </a:p>
          <a:p xmlns:a="http://schemas.openxmlformats.org/drawingml/2006/main">
            <a:r>
              <a:t>hccl/src/ops/all_reduce/algorithm/executor/ins_v2_all_reduce_parallel_executor.cc:1568</a:t>
            </a:r>
          </a:p>
          <a:p xmlns:a="http://schemas.openxmlformats.org/drawingml/2006/main">
            <a:r>
              <a:t>HcclCMDType::HCCL_CMD_ALLREDUCE, AicpuAllReduceParallelMeshNHR,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hccl/src/ops/all_gather/algorithm/executor/ins_v2_all_gather_parallel_executor.cc:804</a:t>
            </a:r>
          </a:p>
          <a:p xmlns:a="http://schemas.openxmlformats.org/drawingml/2006/main">
            <a:r>
              <a:t>HcclCMDType::HCCL_CMD_ALLGATHER, AicpuAllGatherParallelMeshNHR,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hccl/src/ops/reduce_scatter/algorithm/executor/ins_reduce_scatter_parallel_executor.cc:822</a:t>
            </a:r>
          </a:p>
          <a:p xmlns:a="http://schemas.openxmlformats.org/drawingml/2006/main">
            <a:r>
              <a:t>HcclCMDType::HCCL_CMD_REDUCE_SCATTER, AicpuReduceScatterParallelMeshNHR,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hccl/src/ops/reduce/algorithm/executor/reduce_parallel_executor.cc:1006</a:t>
            </a:r>
          </a:p>
          <a:p xmlns:a="http://schemas.openxmlformats.org/drawingml/2006/main">
            <a:r>
              <a:t>HcclCMDType::HCCL_CMD_REDUCE, AicpuReduceParallelMeshNHR,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hccl/src/ops/broadcast/algorithm/executor/ins_v2_broadcast_parallel_executor.cc:1563</a:t>
            </a:r>
          </a:p>
          <a:p xmlns:a="http://schemas.openxmlformats.org/drawingml/2006/main">
            <a:r>
              <a:t>HcclCMDType::HCCL_CMD_BROADCAST, AicpuBroadcastParallelMeshNHR,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hccl/src/ops/scatter/algorithm/executor/ins_v2_scatter_parallel_executor.cc:829</a:t>
            </a:r>
          </a:p>
          <a:p xmlns:a="http://schemas.openxmlformats.org/drawingml/2006/main">
            <a:r>
              <a:t>HcclCMDType::HCCL_CMD_SCATTER, AicpuScatterParallelMeshNHR, InsV2ScatterParallelExecutor, TopoMatchTwoLevel, InsTempScatterMesh1D, InsTempScatterNHR</a:t>
            </a:r>
          </a:p>
          <a:p xmlns:a="http://schemas.openxmlformats.org/drawingml/2006/main">
            <a:r>
              <a:t>hccl/src/ops/all_reduce/algorithm/executor/ins_v2_all_reduce_concurrent_executor.cc:664</a:t>
            </a:r>
          </a:p>
          <a:p xmlns:a="http://schemas.openxmlformats.org/drawingml/2006/main">
            <a:r>
              <a:t>HcclCMDType::HCCL_CMD_ALLREDUCE, AicpuAllReduceConcurMeshTwoShotNHR, InsV2AllReduceConcurrentExecutor, TopoMatchConcurrentV2, InsTempAllReduceMesh1DTwoShot, InsTempAllReduceNHR</a:t>
            </a:r>
          </a:p>
          <a:p xmlns:a="http://schemas.openxmlformats.org/drawingml/2006/main">
            <a:r>
              <a:t>src/ops/all_reduce/algorithm/executor/ins_v2_all_reduce_parallel_executor.cc:1140–1288</a:t>
            </a:r>
          </a:p>
          <a:p xmlns:a="http://schemas.openxmlformats.org/drawingml/2006/main">
            <a:r>
              <a:t>src/ops/all_reduce/algorithm/executor/ins_v2_all_reduce_concurrent_executor.cc:191–213,470–535</a:t>
            </a:r>
          </a:p>
          <a:p xmlns:a="http://schemas.openxmlformats.org/drawingml/2006/main">
            <a:r>
              <a:t>src/ops/all_reduce/algorithm/template/aicpu/ins_temp_all_reduce_nhr.cc:149–290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hccl/src/ops/all_gather/algorithm/executor/ins_v2_all_gather_sole_executor.cc:383</a:t>
            </a:r>
          </a:p>
          <a:p xmlns:a="http://schemas.openxmlformats.org/drawingml/2006/main">
            <a:r>
              <a:t>HcclCMDType::HCCL_CMD_ALLGATHER, AicpuAllGatherSoleMesh, InsV2AllGatherSoleExecutor, TopoMatchOneLevel, InsTempAllGatherMesh1D</a:t>
            </a:r>
          </a:p>
          <a:p xmlns:a="http://schemas.openxmlformats.org/drawingml/2006/main">
            <a:r>
              <a:t>hccl/src/ops/reduce_scatter/algorithm/executor/ins_v2_reduce_scatter_sole_executor.cc:377</a:t>
            </a:r>
          </a:p>
          <a:p xmlns:a="http://schemas.openxmlformats.org/drawingml/2006/main">
            <a:r>
              <a:t>HcclCMDType::HCCL_CMD_REDUCE_SCATTER, AicpuReduceScatterSoleMesh, InsV2ReduceScatterSoleExecutor, TopoMatchOneLevel, InsTempReduceScatterMesh1D</a:t>
            </a:r>
          </a:p>
          <a:p xmlns:a="http://schemas.openxmlformats.org/drawingml/2006/main">
            <a:r>
              <a:t>hccl/src/ops/reduce/algorithm/executor/reduce_sole_executor.cc:343</a:t>
            </a:r>
          </a:p>
          <a:p xmlns:a="http://schemas.openxmlformats.org/drawingml/2006/main">
            <a:r>
              <a:t>HcclCMDType::HCCL_CMD_REDUCE, AicpuReduceSoleMesh, ReduceSoleExecutor, TopoMatchOneLevel, ReduceMesh1D</a:t>
            </a:r>
          </a:p>
          <a:p xmlns:a="http://schemas.openxmlformats.org/drawingml/2006/main">
            <a:r>
              <a:t>hccl/src/ops/scatter/algorithm/executor/ins_v2_scatter_sole_executor.cc:344</a:t>
            </a:r>
          </a:p>
          <a:p xmlns:a="http://schemas.openxmlformats.org/drawingml/2006/main">
            <a:r>
              <a:t>HcclCMDType::HCCL_CMD_SCATTER, AicpuScatterSoleMesh, InsV2ScatterSoleExecutor, TopoMatchOneLevel, InsTempScatterMesh1D</a:t>
            </a:r>
          </a:p>
          <a:p xmlns:a="http://schemas.openxmlformats.org/drawingml/2006/main">
            <a:r>
              <a:t>hccl/src/ops/all_to_all_v/algorithm/executor/ins_v2_all_to_all_v_sole_executor.cc:562</a:t>
            </a:r>
          </a:p>
          <a:p xmlns:a="http://schemas.openxmlformats.org/drawingml/2006/main">
            <a:r>
              <a:t>HcclCMDType::HCCL_CMD_ALLTOALL, AicpuAllToAllSoleMesh, InsV2AlltoAllVSoleExecutor, TopoMatchOneLevel, InsTempAlltoAllVMesh1D</a:t>
            </a:r>
          </a:p>
          <a:p xmlns:a="http://schemas.openxmlformats.org/drawingml/2006/main">
            <a:r>
              <a:t>hccl/src/ops/all_to_all_v/algorithm/executor/ins_v2_all_to_all_v_sole_executor.cc:578</a:t>
            </a:r>
          </a:p>
          <a:p xmlns:a="http://schemas.openxmlformats.org/drawingml/2006/main">
            <a:r>
              <a:t>HcclCMDType::HCCL_CMD_ALLTOALLV, AicpuAllToAllVSoleMesh, InsV2AlltoAllVSoleExecutor, TopoMatchOneLevel, InsTempAlltoAllVMesh1D</a:t>
            </a:r>
          </a:p>
          <a:p xmlns:a="http://schemas.openxmlformats.org/drawingml/2006/main">
            <a:r>
              <a:t>hccl/src/ops/all_reduce/algorithm/executor/ins_v2_all_reduce_sole_executor.cc:377</a:t>
            </a:r>
          </a:p>
          <a:p xmlns:a="http://schemas.openxmlformats.org/drawingml/2006/main">
            <a:r>
              <a:t>HcclCMDType::HCCL_CMD_ALLREDUCE, AicpuAllReduceSoleMeshOneShot, InsV2AllReduceSoleExecutor, TopoMatchOneLevel, InsTempAllReduceMesh1DOneShot</a:t>
            </a:r>
          </a:p>
          <a:p xmlns:a="http://schemas.openxmlformats.org/drawingml/2006/main">
            <a:r>
              <a:t>hccl/src/ops/all_reduce/algorithm/executor/ins_v2_all_reduce_sole_executor.cc:394</a:t>
            </a:r>
          </a:p>
          <a:p xmlns:a="http://schemas.openxmlformats.org/drawingml/2006/main">
            <a:r>
              <a:t>HcclCMDType::HCCL_CMD_ALLREDUCE, AicpuAllReduceSoleMeshTwoShot, InsV2AllReduceSoleExecutor, TopoMatchOneLevel, InsTempAllReduceMesh1DTwoShot</a:t>
            </a:r>
          </a:p>
          <a:p xmlns:a="http://schemas.openxmlformats.org/drawingml/2006/main">
            <a:r>
              <a:t>hccl/src/ops/reduce/algorithm/executor/reduce_sole_executor.cc:354</a:t>
            </a:r>
          </a:p>
          <a:p xmlns:a="http://schemas.openxmlformats.org/drawingml/2006/main">
            <a:r>
              <a:t>HcclCMDType::HCCL_CMD_REDUCE, AicpuReduceSoleMeshTwoShot, ReduceSoleExecutor, TopoMatchOneLevel, ReduceMesh1DTwoShot</a:t>
            </a:r>
          </a:p>
          <a:p xmlns:a="http://schemas.openxmlformats.org/drawingml/2006/main">
            <a:r>
              <a:t>hccl/src/ops/broadcast/algorithm/executor/ins_v2_broadcast_sole_executor.cc:362</a:t>
            </a:r>
          </a:p>
          <a:p xmlns:a="http://schemas.openxmlformats.org/drawingml/2006/main">
            <a:r>
              <a:t>HcclCMDType::HCCL_CMD_BROADCAST, AicpuBroadcastSoleMeshTwoShot, InsV2BroadcastSoleExecutor, TopoMatchOneLevel, InsTempBroadcastMesh1DTwoShot</a:t>
            </a:r>
          </a:p>
          <a:p xmlns:a="http://schemas.openxmlformats.org/drawingml/2006/main">
            <a:r>
              <a:t>hccl/src/ops/all_reduce/algorithm/executor/ins_v2_all_reduce_sole_executor.cc:431</a:t>
            </a:r>
          </a:p>
          <a:p xmlns:a="http://schemas.openxmlformats.org/drawingml/2006/main">
            <a:r>
              <a:t>HcclCMDType::HCCL_CMD_ALLREDUCE, AicpuAllReduceSoleMeshChunkTwoShot, InsV2AllReduceSoleExecutor, TopoMatchOneLevel, InsTempAllReduceMesh1DTwoShotMeshChunk</a:t>
            </a:r>
          </a:p>
          <a:p xmlns:a="http://schemas.openxmlformats.org/drawingml/2006/main">
            <a:r>
              <a:t>hccl/src/ops/reduce_scatter/algorithm/executor/ins_v2_reduce_scatter_sole_executor.cc:389</a:t>
            </a:r>
          </a:p>
          <a:p xmlns:a="http://schemas.openxmlformats.org/drawingml/2006/main">
            <a:r>
              <a:t>HcclCMDType::HCCL_CMD_REDUCE_SCATTER, AicpuReduceScatterSoleMeshChunk, InsV2ReduceScatterSoleExecutor, TopoMatchOneLevel, InsTempReduceScatterMesh1DMeshChunk</a:t>
            </a:r>
          </a:p>
          <a:p xmlns:a="http://schemas.openxmlformats.org/drawingml/2006/main">
            <a:r>
              <a:t>hccl/src/ops/all_reduce/algorithm/executor/ins_v2_all_reduce_sole_executor.cc:411</a:t>
            </a:r>
          </a:p>
          <a:p xmlns:a="http://schemas.openxmlformats.org/drawingml/2006/main">
            <a:r>
              <a:t>HcclCMDType::HCCL_CMD_ALLREDUCE, AicpuAllReduceSoleNHR,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hccl/src/ops/all_gather/algorithm/executor/ins_v2_all_gather_sole_executor.cc:405</a:t>
            </a:r>
          </a:p>
          <a:p xmlns:a="http://schemas.openxmlformats.org/drawingml/2006/main">
            <a:r>
              <a:t>HcclCMDType::HCCL_CMD_ALLGATHER, AicpuAllGatherSoleNHR,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hccl/src/ops/reduce_scatter/algorithm/executor/ins_v2_reduce_scatter_sole_executor.cc:402</a:t>
            </a:r>
          </a:p>
          <a:p xmlns:a="http://schemas.openxmlformats.org/drawingml/2006/main">
            <a:r>
              <a:t>HcclCMDType::HCCL_CMD_REDUCE_SCATTER, AicpuReduceScatterSoleNHR, InsV2ReduceScatterSoleExecutor, TopoMatchOneLevel, InsTempReduceScatterNHR</a:t>
            </a:r>
          </a:p>
          <a:p xmlns:a="http://schemas.openxmlformats.org/drawingml/2006/main">
            <a:r>
              <a:t>hccl/src/ops/reduce/algorithm/executor/reduce_sole_executor.cc:366</a:t>
            </a:r>
          </a:p>
          <a:p xmlns:a="http://schemas.openxmlformats.org/drawingml/2006/main">
            <a:r>
              <a:t>HcclCMDType::HCCL_CMD_REDUCE, AicpuReduceSoleNHR, ReduceSoleExecutor, TopoMatchOneLevel, ReduceNHR</a:t>
            </a:r>
          </a:p>
          <a:p xmlns:a="http://schemas.openxmlformats.org/drawingml/2006/main">
            <a:r>
              <a:t>hccl/src/ops/broadcast/algorithm/executor/ins_v2_broadcast_sole_executor.cc:376</a:t>
            </a:r>
          </a:p>
          <a:p xmlns:a="http://schemas.openxmlformats.org/drawingml/2006/main">
            <a:r>
              <a:t>HcclCMDType::HCCL_CMD_BROADCAST, AicpuBroadcastSoleNHR, InsV2BroadcastSoleExecutor, TopoMatchOneLevel, InsTempBroadcastNHR</a:t>
            </a:r>
          </a:p>
          <a:p xmlns:a="http://schemas.openxmlformats.org/drawingml/2006/main">
            <a:r>
              <a:t>hccl/src/ops/scatter/algorithm/executor/ins_v2_scatter_sole_executor.cc:352</a:t>
            </a:r>
          </a:p>
          <a:p xmlns:a="http://schemas.openxmlformats.org/drawingml/2006/main">
            <a:r>
              <a:t>HcclCMDType::HCCL_CMD_SCATTER, AicpuScatterSoleNHR, InsV2ScatterSoleExecutor, TopoMatchOneLevel, InsTempScatterNHR</a:t>
            </a:r>
          </a:p>
          <a:p xmlns:a="http://schemas.openxmlformats.org/drawingml/2006/main">
            <a:r>
              <a:t>hccl/src/ops/all_reduce/algorithm/executor/ins_v2_all_reduce_sole_executor.cc:420</a:t>
            </a:r>
          </a:p>
          <a:p xmlns:a="http://schemas.openxmlformats.org/drawingml/2006/main">
            <a:r>
              <a:t>HcclCMDType::HCCL_CMD_ALLREDUCE, AicpuAllReduceSoleNHRMultiLink,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hccl/src/ops/all_gather/algorithm/executor/ins_v2_all_gather_sole_executor.cc:434</a:t>
            </a:r>
          </a:p>
          <a:p xmlns:a="http://schemas.openxmlformats.org/drawingml/2006/main">
            <a:r>
              <a:t>HcclCMDType::HCCL_CMD_ALLGATHER, AicpuAllGatherSoleNHRMultiLink,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hccl/src/ops/reduce_scatter/algorithm/executor/ins_v2_reduce_scatter_sole_executor.cc:432</a:t>
            </a:r>
          </a:p>
          <a:p xmlns:a="http://schemas.openxmlformats.org/drawingml/2006/main">
            <a:r>
              <a:t>HcclCMDType::HCCL_CMD_REDUCE_SCATTER, AicpuReduceScatterSoleNHRMultiLink, InsV2ReduceScatterSoleExecutor, TopoMatchOneLevel, InsTempReduceScatterNHR</a:t>
            </a:r>
          </a:p>
          <a:p xmlns:a="http://schemas.openxmlformats.org/drawingml/2006/main">
            <a:r>
              <a:t>hccl/src/ops/broadcast/algorithm/executor/ins_v2_broadcast_sole_executor.cc:382</a:t>
            </a:r>
          </a:p>
          <a:p xmlns:a="http://schemas.openxmlformats.org/drawingml/2006/main">
            <a:r>
              <a:t>HcclCMDType::HCCL_CMD_BROADCAST, AicpuBroadcastSoleNHRMultiLink, InsV2BroadcastSoleExecutor, TopoMatchOneLevel, InsTempBroadcastNHR</a:t>
            </a:r>
          </a:p>
          <a:p xmlns:a="http://schemas.openxmlformats.org/drawingml/2006/main">
            <a:r>
              <a:t>hccl/src/ops/all_reduce/algorithm/executor/ins_v2_all_reduce_sole_executor.cc:446</a:t>
            </a:r>
          </a:p>
          <a:p xmlns:a="http://schemas.openxmlformats.org/drawingml/2006/main">
            <a:r>
              <a:t>HcclCMDType::HCCL_CMD_ALLREDUCE, AicpuAllReduceSoleNHRAicpuReduce, InsV2AllReduceSoleExecutor, TopoMatchOneLevel, InsTempAllReduceAicpuReduceNHR</a:t>
            </a:r>
          </a:p>
          <a:p xmlns:a="http://schemas.openxmlformats.org/drawingml/2006/main">
            <a:r>
              <a:t>hccl/src/ops/reduce_scatter/algorithm/executor/ins_v2_reduce_scatter_sole_executor.cc:420</a:t>
            </a:r>
          </a:p>
          <a:p xmlns:a="http://schemas.openxmlformats.org/drawingml/2006/main">
            <a:r>
              <a:t>HcclCMDType::HCCL_CMD_REDUCE_SCATTER, AicpuReduceScatterSoleNHRAicpuReduce, InsV2ReduceScatterSoleExecutor, TopoMatchOneLevel, InsTempReduceScatterAicpuReduceNHR</a:t>
            </a:r>
          </a:p>
          <a:p xmlns:a="http://schemas.openxmlformats.org/drawingml/2006/main">
            <a:r>
              <a:t>hccl/src/ops/reduce/algorithm/executor/reduce_sole_executor.cc:378</a:t>
            </a:r>
          </a:p>
          <a:p xmlns:a="http://schemas.openxmlformats.org/drawingml/2006/main">
            <a:r>
              <a:t>HcclCMDType::HCCL_CMD_REDUCE, AicpuReduceSoleNHRAicpuReduce, ReduceSoleExecutor, TopoMatchOneLevel, ReduceAicpuReduceNHR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hccl/src/ops/all_reduce/algorithm/executor/ins_v2_all_reduce_two_shot_sole_executor.cc:391</a:t>
            </a:r>
          </a:p>
          <a:p xmlns:a="http://schemas.openxmlformats.org/drawingml/2006/main">
            <a:r>
              <a:t>HcclCMDType::HCCL_CMD_ALLREDUCE, AicpuAllReduceSoleMeshConcur, InsV2AllReduceTwoShotSoleExecutor, TopoMatchOneLevel, InsTempReduceScatterMesh1DZAxisDetour, InsTempAllGatherMesh1D1DZAxisDetour</a:t>
            </a:r>
          </a:p>
          <a:p xmlns:a="http://schemas.openxmlformats.org/drawingml/2006/main">
            <a:r>
              <a:t>hccl/src/ops/all_gather/algorithm/executor/ins_v2_all_gather_sole_executor.cc:399</a:t>
            </a:r>
          </a:p>
          <a:p xmlns:a="http://schemas.openxmlformats.org/drawingml/2006/main">
            <a:r>
              <a:t>HcclCMDType::HCCL_CMD_ALLGATHER, AicpuAllGatherSoleMeshConcur, InsV2AllGatherSoleExecutor, TopoMatchOneLevel, InsTempAllGatherMesh1D1DZAxisDetour</a:t>
            </a:r>
          </a:p>
          <a:p xmlns:a="http://schemas.openxmlformats.org/drawingml/2006/main">
            <a:r>
              <a:t>hccl/src/ops/reduce_scatter/algorithm/executor/ins_v2_reduce_scatter_sole_executor.cc:438</a:t>
            </a:r>
          </a:p>
          <a:p xmlns:a="http://schemas.openxmlformats.org/drawingml/2006/main">
            <a:r>
              <a:t>HcclCMDType::HCCL_CMD_REDUCE_SCATTER, AicpuReduceScatterSoleMeshConcur, InsV2ReduceScatterSoleExecutor, TopoMatchOneLevel, InsTempReduceScatterMesh1DZAxisDetour</a:t>
            </a:r>
          </a:p>
          <a:p xmlns:a="http://schemas.openxmlformats.org/drawingml/2006/main">
            <a:r>
              <a:t>hccl/src/ops/all_reduce/algorithm/executor/ins_v2_all_reduce_concurrent_executor.cc:664</a:t>
            </a:r>
          </a:p>
          <a:p xmlns:a="http://schemas.openxmlformats.org/drawingml/2006/main">
            <a:r>
              <a:t>HcclCMDType::HCCL_CMD_ALLREDUCE, AicpuAllReduceConcurMeshTwoShotNHR, InsV2AllReduceConcurrentExecutor, TopoMatchConcurrentV2, InsTempAllReduceMesh1DTwoShot, InsTempAllReduceNHR</a:t>
            </a:r>
          </a:p>
          <a:p xmlns:a="http://schemas.openxmlformats.org/drawingml/2006/main">
            <a:r>
              <a:t>hccl/src/ops/all_gather/algorithm/executor/ins_v2_all_gather_concurrent_executor.cc:582</a:t>
            </a:r>
          </a:p>
          <a:p xmlns:a="http://schemas.openxmlformats.org/drawingml/2006/main">
            <a:r>
              <a:t>HcclCMDType::HCCL_CMD_ALLGATHER, AicpuAllGatherConcurMeshNHR, InsV2AllGatherConcurrentExecutor, TopoMatchConcurrentV2, InsTempAllGatherMesh1D, InsTempAllGatherNHR</a:t>
            </a:r>
          </a:p>
          <a:p xmlns:a="http://schemas.openxmlformats.org/drawingml/2006/main">
            <a:r>
              <a:t>hccl/src/ops/reduce_scatter/algorithm/executor/ins_reduce_scatter_concurrent_executor.cc:679</a:t>
            </a:r>
          </a:p>
          <a:p xmlns:a="http://schemas.openxmlformats.org/drawingml/2006/main">
            <a:r>
              <a:t>HcclCMDType::HCCL_CMD_REDUCE_SCATTER, AicpuReduceScatterConcurMeshNHR, InsReduceScatterConcurrentExecutor, TopoMatchConcurrentV2, InsTempReduceScatterMesh1D, InsTempReduceScatterNHR</a:t>
            </a:r>
          </a:p>
          <a:p xmlns:a="http://schemas.openxmlformats.org/drawingml/2006/main">
            <a:r>
              <a:t>hccl/src/ops/reduce/algorithm/executor/ins_v2_reduce_concurrent_executor.cc:428</a:t>
            </a:r>
          </a:p>
          <a:p xmlns:a="http://schemas.openxmlformats.org/drawingml/2006/main">
            <a:r>
              <a:t>HcclCMDType::HCCL_CMD_REDUCE, AicpuReduceConcurMeshNHR, InsV2ReduceConcurrentExecutor, TopoMatchUBX, ReduceMesh1DTwoShot, ReduceNHR</a:t>
            </a:r>
          </a:p>
          <a:p xmlns:a="http://schemas.openxmlformats.org/drawingml/2006/main">
            <a:r>
              <a:t>hccl/src/ops/broadcast/algorithm/executor/ins_v2_broadcast_concurrent_executor.cc:555</a:t>
            </a:r>
          </a:p>
          <a:p xmlns:a="http://schemas.openxmlformats.org/drawingml/2006/main">
            <a:r>
              <a:t>HcclCMDType::HCCL_CMD_BROADCAST, AicpuBroadcastConcurMeshNHR, InsV2BroadcastConcurrentExecutor, TopoMatchConcurrentV2, InsTempBroadcastMesh1DTwoShot, InsTempBroadcastNHR</a:t>
            </a:r>
          </a:p>
          <a:p xmlns:a="http://schemas.openxmlformats.org/drawingml/2006/main">
            <a:r>
              <a:t>hccl/src/ops/scatter/algorithm/executor/ins_v2_scatter_concurrent_executor.cc:580</a:t>
            </a:r>
          </a:p>
          <a:p xmlns:a="http://schemas.openxmlformats.org/drawingml/2006/main">
            <a:r>
              <a:t>HcclCMDType::HCCL_CMD_SCATTER, AicpuScatterConcurMeshNHR, InsV2ScatterConcurrentExecutor, TopoMatchConcurrentV2, InsTempScatterMesh1D, InsTempScatterNHR</a:t>
            </a:r>
          </a:p>
          <a:p xmlns:a="http://schemas.openxmlformats.org/drawingml/2006/main">
            <a:r>
              <a:t>hccl/src/ops/all_reduce/algorithm/executor/ins_v2_all_reduce_parallel_executor.cc:1568</a:t>
            </a:r>
          </a:p>
          <a:p xmlns:a="http://schemas.openxmlformats.org/drawingml/2006/main">
            <a:r>
              <a:t>HcclCMDType::HCCL_CMD_ALLREDUCE, AicpuAllReduceParallelMeshNHR,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hccl/src/ops/all_gather/algorithm/executor/ins_v2_all_gather_parallel_executor.cc:804</a:t>
            </a:r>
          </a:p>
          <a:p xmlns:a="http://schemas.openxmlformats.org/drawingml/2006/main">
            <a:r>
              <a:t>HcclCMDType::HCCL_CMD_ALLGATHER, AicpuAllGatherParallelMeshNHR,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hccl/src/ops/reduce_scatter/algorithm/executor/ins_reduce_scatter_parallel_executor.cc:822</a:t>
            </a:r>
          </a:p>
          <a:p xmlns:a="http://schemas.openxmlformats.org/drawingml/2006/main">
            <a:r>
              <a:t>HcclCMDType::HCCL_CMD_REDUCE_SCATTER, AicpuReduceScatterParallelMeshNHR,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hccl/src/ops/reduce/algorithm/executor/reduce_parallel_executor.cc:1006</a:t>
            </a:r>
          </a:p>
          <a:p xmlns:a="http://schemas.openxmlformats.org/drawingml/2006/main">
            <a:r>
              <a:t>HcclCMDType::HCCL_CMD_REDUCE, AicpuReduceParallelMeshNHR,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hccl/src/ops/broadcast/algorithm/executor/ins_v2_broadcast_parallel_executor.cc:1563</a:t>
            </a:r>
          </a:p>
          <a:p xmlns:a="http://schemas.openxmlformats.org/drawingml/2006/main">
            <a:r>
              <a:t>HcclCMDType::HCCL_CMD_BROADCAST, AicpuBroadcastParallelMeshNHR,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hccl/src/ops/scatter/algorithm/executor/ins_v2_scatter_parallel_executor.cc:829</a:t>
            </a:r>
          </a:p>
          <a:p xmlns:a="http://schemas.openxmlformats.org/drawingml/2006/main">
            <a:r>
              <a:t>HcclCMDType::HCCL_CMD_SCATTER, AicpuScatterParallelMeshNHR, InsV2ScatterParallelExecutor, TopoMatchTwoLevel, InsTempScatterMesh1D, InsTempScatterNHR</a:t>
            </a:r>
          </a:p>
          <a:p xmlns:a="http://schemas.openxmlformats.org/drawingml/2006/main">
            <a:r>
              <a:t>hccl/src/ops/all_gather/algorithm/executor/ins_v2_all_gather_parallel_executor.cc:831</a:t>
            </a:r>
          </a:p>
          <a:p xmlns:a="http://schemas.openxmlformats.org/drawingml/2006/main">
            <a:r>
              <a:t>HcclCMDType::HCCL_CMD_ALLGATHER, AicpuAllGatherParallelNHRNHR, InsV2AllGatherParallelExecutor, TopoMatchTwoLevel, InsTempAllGatherNHR, InsTempAllGatherNHR</a:t>
            </a:r>
          </a:p>
          <a:p xmlns:a="http://schemas.openxmlformats.org/drawingml/2006/main">
            <a:r>
              <a:t>hccl/src/ops/reduce/algorithm/executor/reduce_parallel_executor.cc:1029</a:t>
            </a:r>
          </a:p>
          <a:p xmlns:a="http://schemas.openxmlformats.org/drawingml/2006/main">
            <a:r>
              <a:t>HcclCMDType::HCCL_CMD_REDUCE, AicpuReduceParallelNHRNHR, ReduceParallelExecutor, TopoMatchTwoLevel, InsTempReduceScatterNHR, InsTempReduceScatterNHR, InsTempAllGatherNHR, InsTempAllGatherNHR</a:t>
            </a:r>
          </a:p>
          <a:p xmlns:a="http://schemas.openxmlformats.org/drawingml/2006/main">
            <a:r>
              <a:t>hccl/src/ops/broadcast/algorithm/executor/ins_v2_broadcast_parallel_executor.cc:1576</a:t>
            </a:r>
          </a:p>
          <a:p xmlns:a="http://schemas.openxmlformats.org/drawingml/2006/main">
            <a:r>
              <a:t>HcclCMDType::HCCL_CMD_BROADCAST, AicpuBroadcastParallelNHRNHR, InsBroadcastParallelExecutor, TopoMatchTwoLevel, InsTempScatterNHR, InsTempScatterNHR, InsTempAllGatherNHR, InsTempAllGatherNHR</a:t>
            </a:r>
          </a:p>
          <a:p xmlns:a="http://schemas.openxmlformats.org/drawingml/2006/main">
            <a:r>
              <a:t>hccl/src/ops/all_reduce/algorithm/executor/ins_v2_all_reduce_parallel_executor.cc:1582</a:t>
            </a:r>
          </a:p>
          <a:p xmlns:a="http://schemas.openxmlformats.org/drawingml/2006/main">
            <a:r>
              <a:t>HcclCMDType::HCCL_CMD_ALLREDUCE, AicpuAllReduceParallelMeshNHRMultiJetty,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hccl/src/ops/all_gather/algorithm/executor/ins_v2_all_gather_parallel_executor.cc:817</a:t>
            </a:r>
          </a:p>
          <a:p xmlns:a="http://schemas.openxmlformats.org/drawingml/2006/main">
            <a:r>
              <a:t>HcclCMDType::HCCL_CMD_ALLGATHER, AicpuAllGatherParallelMeshNHRMultiJetty,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hccl/src/ops/reduce_scatter/algorithm/executor/ins_reduce_scatter_parallel_executor.cc:836</a:t>
            </a:r>
          </a:p>
          <a:p xmlns:a="http://schemas.openxmlformats.org/drawingml/2006/main">
            <a:r>
              <a:t>HcclCMDType::HCCL_CMD_REDUCE_SCATTER, AicpuReduceScatterParallelMeshNHRMultiJetty,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hccl/src/ops/reduce/algorithm/executor/reduce_parallel_executor.cc:1020</a:t>
            </a:r>
          </a:p>
          <a:p xmlns:a="http://schemas.openxmlformats.org/drawingml/2006/main">
            <a:r>
              <a:t>HcclCMDType::HCCL_CMD_REDUCE, AicpuReduceParallelMeshNHRMultiJetty,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hccl/src/ops/broadcast/algorithm/executor/ins_v2_broadcast_parallel_executor.cc:1566</a:t>
            </a:r>
          </a:p>
          <a:p xmlns:a="http://schemas.openxmlformats.org/drawingml/2006/main">
            <a:r>
              <a:t>HcclCMDType::HCCL_CMD_BROADCAST, AicpuBroadcastParallelMeshNHRMultiJetty,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hccl/src/ops/scatter/algorithm/executor/ins_v2_scatter_parallel_executor.cc:842</a:t>
            </a:r>
          </a:p>
          <a:p xmlns:a="http://schemas.openxmlformats.org/drawingml/2006/main">
            <a:r>
              <a:t>HcclCMDType::HCCL_CMD_SCATTER, AicpuScatterParallelMeshNHRMultiJetty, InsV2ScatterParallelExecutor, TopoMatchTwoLevel, InsTempScatterMesh1D, InsTempScatterNHR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hccl/src/ops/all_reduce/algorithm/executor/ins_v2_all_reduce_sequence_executor_aicpu.cc:905</a:t>
            </a:r>
          </a:p>
          <a:p xmlns:a="http://schemas.openxmlformats.org/drawingml/2006/main">
            <a:r>
              <a:t>HcclCMDType::HCCL_CMD_ALLREDUCE, AicpuAllReduceSequenceMeshConcurNHR, InsV2AllReduceSequenceExecutorAicpu, TopoMatchTwoLevel, InsTempReduceScatterMesh1DZAxisDetour, InsTempReduceScatterNHR, InsTempAllGatherNHR, InsTempAllGatherMesh1D1DZAxisDetour</a:t>
            </a:r>
          </a:p>
          <a:p xmlns:a="http://schemas.openxmlformats.org/drawingml/2006/main">
            <a:r>
              <a:t>hccl/src/ops/all_gather/algorithm/executor/ins_v2_all_gather_sequence_executor_aicpu.cc:603</a:t>
            </a:r>
          </a:p>
          <a:p xmlns:a="http://schemas.openxmlformats.org/drawingml/2006/main">
            <a:r>
              <a:t>HcclCMDType::HCCL_CMD_ALLGATHER, AicpuAllGatherSequenceMeshConcurNHR, InsV2AllGatherSequenceExecutorAicpu, TopoMatchTwoLevel, InsTempAllGatherMesh1D1DZAxisDetour, InsTempAllGatherNHR</a:t>
            </a:r>
          </a:p>
          <a:p xmlns:a="http://schemas.openxmlformats.org/drawingml/2006/main">
            <a:r>
              <a:t>hccl/src/ops/reduce_scatter/algorithm/executor/ins_v2_reduce_scatter_sequence_executor_aicpu.cc:592</a:t>
            </a:r>
          </a:p>
          <a:p xmlns:a="http://schemas.openxmlformats.org/drawingml/2006/main">
            <a:r>
              <a:t>HcclCMDType::HCCL_CMD_REDUCE_SCATTER, AicpuReduceScatterSequenceMeshConcurNHR, InsV2ReduceScatterSequenceExecutorAicpu, TopoMatchTwoLevel, InsTempReduceScatterMesh1DZAxisDetour, InsTempReduceScatterNHR</a:t>
            </a:r>
          </a:p>
          <a:p xmlns:a="http://schemas.openxmlformats.org/drawingml/2006/main">
            <a:r>
              <a:t>hccl/src/ops/all_reduce/algorithm/executor/ins_v2_all_reduce_sequence_executor_aicpu_3level.cc:900</a:t>
            </a:r>
          </a:p>
          <a:p xmlns:a="http://schemas.openxmlformats.org/drawingml/2006/main">
            <a:r>
              <a:t>HcclCMDType::HCCL_CMD_ALLREDUCE, AicpuAllReduceSequenceMeshConcurNHRNHR, InsV2AllReduceSequenceExecutorAicpu3Level, TopoMatchThreeLevel, InsTempReduceScatterMesh1DZAxisDetour, InsTempReduceScatterNHR, InsTempReduceScatterNHR, InsTempAllGatherNHR, InsTempAllGatherNHR, InsTempAllGatherMesh1D1DZAxisDetour</a:t>
            </a:r>
          </a:p>
          <a:p xmlns:a="http://schemas.openxmlformats.org/drawingml/2006/main">
            <a:r>
              <a:t>hccl/src/ops/all_gather/algorithm/executor/ins_v2_all_gather_sequence_executor_3level.cc:540</a:t>
            </a:r>
          </a:p>
          <a:p xmlns:a="http://schemas.openxmlformats.org/drawingml/2006/main">
            <a:r>
              <a:t>HcclCMDType::HCCL_CMD_ALLGATHER, AicpuAllGatherSequenceMeshConcurNHRNHR, InsV2AllGatherSequenceExecutor3Level, TopoMatchThreeLevel, InsTempAllGatherMesh1D1DZAxisDetour, InsTempAllGatherNHR, InsTempAllGatherNHR</a:t>
            </a:r>
          </a:p>
          <a:p xmlns:a="http://schemas.openxmlformats.org/drawingml/2006/main">
            <a:r>
              <a:t>hccl/src/ops/reduce_scatter/algorithm/executor/ins_v2_reduce_scatter_sequence_executor_3level.cc:576</a:t>
            </a:r>
          </a:p>
          <a:p xmlns:a="http://schemas.openxmlformats.org/drawingml/2006/main">
            <a:r>
              <a:t>HcclCMDType::HCCL_CMD_REDUCE_SCATTER, AicpuReduceScatterSequenceMeshConcurNHRNHR, InsV2ReduceScatterSequenceExecutor3Level, TopoMatchThreeLevel, InsTempReduceScatterMesh1DZAxisDetour, InsTempReduceScatterNHR, InsTempReduceScatterNHR</a:t>
            </a:r>
          </a:p>
          <a:p xmlns:a="http://schemas.openxmlformats.org/drawingml/2006/main">
            <a:r>
              <a:t>hccl/src/ops/reduce/algorithm/executor/reduce_sequence_executor_aicpu_3level.cc:878</a:t>
            </a:r>
          </a:p>
          <a:p xmlns:a="http://schemas.openxmlformats.org/drawingml/2006/main">
            <a:r>
              <a:t>HcclCMDType::HCCL_CMD_REDUCE, AicpuReduceSequenceMeshConcurNHRNHR, ReduceSequenceExecutorAicpu3Level, TopoMatchThreeLevel, InsTempReduceScatterMesh1DZAxisDetour, InsTempReduceScatterNHR, InsTempReduceScatterNHR, InsTempAllGatherNHR, InsTempAllGatherNHR, InsTempAllGatherMesh1D1DZAxisDetour</a:t>
            </a:r>
          </a:p>
          <a:p xmlns:a="http://schemas.openxmlformats.org/drawingml/2006/main">
            <a:r>
              <a:t>hccl/src/ops/broadcast/algorithm/executor/ins_v2_broadcast_sequence_executor_aicpu_3level.cc:877</a:t>
            </a:r>
          </a:p>
          <a:p xmlns:a="http://schemas.openxmlformats.org/drawingml/2006/main">
            <a:r>
              <a:t>HcclCMDType::HCCL_CMD_BROADCAST, AicpuBroadcastSequenceMeshConcurNHRNHR, BroadcastSequenceMesh1dNHRNHRExecutor, TopoMatchThreeLevel, AicpuTempScatterMesh1DZAxisDetour, // Scatter L0 (框内, Z轴绕路) InsTempScatterNHR, // Scatter L1 (框间) InsTempScatterNHR, // Scatter L2 (跨超节点) InsTempAllGatherNHR, // AllGather L2 (跨超节点) InsTempAllGatherNHR, // AllGather L1 (框间) InsTempAllGatherMesh1D1DZAxisDetour</a:t>
            </a:r>
          </a:p>
          <a:p xmlns:a="http://schemas.openxmlformats.org/drawingml/2006/main">
            <a:r>
              <a:t>hccl/src/ops/scatter/algorithm/executor/scatter_sequence_aicpu_executor_3level.cc:636</a:t>
            </a:r>
          </a:p>
          <a:p xmlns:a="http://schemas.openxmlformats.org/drawingml/2006/main">
            <a:r>
              <a:t>HcclCMDType::HCCL_CMD_SCATTER, AicpuScatterSequenceMeshConcurNHRNHR, ScatterSequenceAicpu3LevelExecutor, TopoMatchThreeLevel, AicpuTempScatterMesh1DZAxisDetour, InsTempScatterNHR, InsTempScatterNHR</a:t>
            </a:r>
          </a:p>
          <a:p xmlns:a="http://schemas.openxmlformats.org/drawingml/2006/main">
            <a:r>
              <a:t>hccl/src/ops/all_reduce/algorithm/executor/ins_v2_all_reduce_sequence_executor_aicpu.cc:914</a:t>
            </a:r>
          </a:p>
          <a:p xmlns:a="http://schemas.openxmlformats.org/drawingml/2006/main">
            <a:r>
              <a:t>HcclCMDType::HCCL_CMD_ALLREDUCE, AicpuAllReduceSequenceMeshNHRAicpuReduce, InsV2AllReduceSequenceExecutorAicpu, TopoMatchTwoLevel, InsTempReduceScatterMesh1D, InsTempReduceScatterAicpuReduceNHRPcie, InsTempAllGatherNHR, InsTempAllGatherMesh1D</a:t>
            </a:r>
          </a:p>
          <a:p xmlns:a="http://schemas.openxmlformats.org/drawingml/2006/main">
            <a:r>
              <a:t>hccl/src/ops/reduce_scatter/algorithm/executor/ins_v2_reduce_scatter_sequence_executor_aicpu.cc:604</a:t>
            </a:r>
          </a:p>
          <a:p xmlns:a="http://schemas.openxmlformats.org/drawingml/2006/main">
            <a:r>
              <a:t>HcclCMDType::HCCL_CMD_REDUCE_SCATTER, AicpuReduceScatterSequenceMeshNHRAicpuReduce, InsV2ReduceScatterSequenceExecutorAicpu, TopoMatchTwoLevel, InsTempReduceScatterMesh1D, InsTempReduceScatterAicpuReduceNHRPcie</a:t>
            </a:r>
          </a:p>
          <a:p xmlns:a="http://schemas.openxmlformats.org/drawingml/2006/main">
            <a:r>
              <a:t>hccl/src/ops/all_reduce/algorithm/executor/ins_v2_all_reduce_omnipipe_executor.cc:1303</a:t>
            </a:r>
          </a:p>
          <a:p xmlns:a="http://schemas.openxmlformats.org/drawingml/2006/main">
            <a:r>
              <a:t>HcclCMDType::HCCL_CMD_ALLREDUCE, AicpuAllReducePipeLineMeshNHR, InsV2AllReduceOmniPipeExecutor, TopoMatchTwoLevel, InsTempReduceScatterOmniPipeMesh1D, InsTempReduceScatterOmniPipeNHR, InsTempReduceScatterOmniPipeMesh1dDpu, InsTempAllGatherOmniPipeMesh1D, InsTempAllGatherOmniPipeNHR, InsTempAllGatherOmniPipeNHRDPU</a:t>
            </a:r>
          </a:p>
          <a:p xmlns:a="http://schemas.openxmlformats.org/drawingml/2006/main">
            <a:r>
              <a:t>hccl/src/ops/all_gather/algorithm/executor/ins_v2_all_gather_omnipipe_executor.cc:917</a:t>
            </a:r>
          </a:p>
          <a:p xmlns:a="http://schemas.openxmlformats.org/drawingml/2006/main">
            <a:r>
              <a:t>HcclCMDType::HCCL_CMD_ALLGATHER, AicpuAllGatherPipeLineMeshNHR, InsV2AllGatherOmniPipeExecutor, TopoMatchTwoLevel, InsTempAllGatherOmniPipeMesh1D, InsTempAllGatherOmniPipeNHR, InsTempAllGatherOmniPipeNHRDPU</a:t>
            </a:r>
          </a:p>
          <a:p xmlns:a="http://schemas.openxmlformats.org/drawingml/2006/main">
            <a:r>
              <a:t>hccl/src/ops/reduce_scatter/algorithm/executor/ins_v2_reduce_scatter_omnipipe_executor.cc:818</a:t>
            </a:r>
          </a:p>
          <a:p xmlns:a="http://schemas.openxmlformats.org/drawingml/2006/main">
            <a:r>
              <a:t>HcclCMDType::HCCL_CMD_REDUCE_SCATTER, AicpuReduceScatterPipeLineMeshNHR, InsV2ReduceScatterOmniPipeExecutor, TopoMatchTwoLevel, InsTempReduceScatterOmniPipeMesh1D, InsTempReduceScatterOmniPipeNHR, InsTempReduceScatterOmniPipeMesh1dDpu</a:t>
            </a:r>
          </a:p>
          <a:p xmlns:a="http://schemas.openxmlformats.org/drawingml/2006/main">
            <a:r>
              <a:t>hccl/src/ops/all_reduce/algorithm/executor/ins_v2_all_reduce_omnipipe_executor.cc:1319</a:t>
            </a:r>
          </a:p>
          <a:p xmlns:a="http://schemas.openxmlformats.org/drawingml/2006/main">
            <a:r>
              <a:t>HcclCMDType::HCCL_CMD_ALLREDUCE, AicpuAllReducePipeLineMeshNHRNHR, InsV2AllReduceOmniPipeExecutor, TopoMatchThreeLevel, InsTempReduceScatterOmniPipeMesh1D, InsTempReduceScatterOmniPipeNHR, InsTempReduceScatterOmniPipeMesh1D, InsTempAllGatherOmniPipeMesh1D, InsTempAllGatherOmniPipeNHR, InsTempAllGatherOmniPipeNHR</a:t>
            </a:r>
          </a:p>
          <a:p xmlns:a="http://schemas.openxmlformats.org/drawingml/2006/main">
            <a:r>
              <a:t>hccl/src/ops/all_gather/algorithm/executor/ins_v2_all_gather_omnipipe_executor.cc:932</a:t>
            </a:r>
          </a:p>
          <a:p xmlns:a="http://schemas.openxmlformats.org/drawingml/2006/main">
            <a:r>
              <a:t>HcclCMDType::HCCL_CMD_ALLGATHER, AicpuAllGatherPipeLineMeshNHRNHR, InsV2AllGatherOmniPipeExecutor, TopoMatchThreeLevel, InsTempAllGatherOmniPipeMesh1D, InsTempAllGatherOmniPipeNHR, InsTempAllGatherOmniPipeNHR</a:t>
            </a:r>
          </a:p>
          <a:p xmlns:a="http://schemas.openxmlformats.org/drawingml/2006/main">
            <a:r>
              <a:t>hccl/src/ops/reduce_scatter/algorithm/executor/ins_v2_reduce_scatter_omnipipe_executor.cc:832</a:t>
            </a:r>
          </a:p>
          <a:p xmlns:a="http://schemas.openxmlformats.org/drawingml/2006/main">
            <a:r>
              <a:t>HcclCMDType::HCCL_CMD_REDUCE_SCATTER, AicpuReduceScatterPipeLineMeshNHRMesh, InsV2ReduceScatterOmniPipeExecutor, TopoMatchThreeLevel, InsTempReduceScatterOmniPipeMesh1D, InsTempReduceScatterOmniPipeNHR, InsTempReduceScatterOmniPipeMesh1D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hccl/src/ops/all_reduce/algorithm/executor/ins_v2_all_reduce_order_preserved_executor.cc:508</a:t>
            </a:r>
          </a:p>
          <a:p xmlns:a="http://schemas.openxmlformats.org/drawingml/2006/main">
            <a:r>
              <a:t>HcclCMDType::HCCL_CMD_ALLREDUCE, AicpuAllReduceStrictOrderedMesh, InsV2AllReduceOrderPreservedExecutor, TopoMatchOneLevel, InsTempReduceScatterOrderPreservedLevel1, InsTempAllGatherMesh1D</a:t>
            </a:r>
          </a:p>
          <a:p xmlns:a="http://schemas.openxmlformats.org/drawingml/2006/main">
            <a:r>
              <a:t>hccl/src/ops/reduce_scatter/algorithm/executor/ins_v2_reduce_scatter_order_preserved_executor.cc:278</a:t>
            </a:r>
          </a:p>
          <a:p xmlns:a="http://schemas.openxmlformats.org/drawingml/2006/main">
            <a:r>
              <a:t>HcclCMDType::HCCL_CMD_REDUCE_SCATTER, AicpuReduceScatterStrictOrderedMesh, InsV2ReduceScatterOrderPreservedExecutor, TopoMatchOneLevel, InsTempReduceScatterOrderPreservedLevel1</a:t>
            </a:r>
          </a:p>
          <a:p xmlns:a="http://schemas.openxmlformats.org/drawingml/2006/main">
            <a:r>
              <a:t>hccl/src/ops/all_reduce/algorithm/executor/ins_v2_all_reduce_order_preserved_executor.cc:518</a:t>
            </a:r>
          </a:p>
          <a:p xmlns:a="http://schemas.openxmlformats.org/drawingml/2006/main">
            <a:r>
              <a:t>HcclCMDType::HCCL_CMD_ALLREDUCE, AicpuAllReduceStrictOrderedGroupMesh, InsV2AllReduceOrderPreservedExecutor, TopoMatchOneLevel, InsTempReduceScatterOrderPreservedGroup, InsTempAllGatherNHR</a:t>
            </a:r>
          </a:p>
          <a:p xmlns:a="http://schemas.openxmlformats.org/drawingml/2006/main">
            <a:r>
              <a:t>hccl/src/ops/reduce_scatter/algorithm/executor/ins_v2_reduce_scatter_order_preserved_executor.cc:291</a:t>
            </a:r>
          </a:p>
          <a:p xmlns:a="http://schemas.openxmlformats.org/drawingml/2006/main">
            <a:r>
              <a:t>HcclCMDType::HCCL_CMD_REDUCE_SCATTER, AicpuReduceScatterStrictOrderedGroupMesh, InsV2ReduceScatterOrderPreservedExecutor, TopoMatchOneLevel, InsTempReduceScatterOrderPreservedGroup</a:t>
            </a:r>
          </a:p>
          <a:p xmlns:a="http://schemas.openxmlformats.org/drawingml/2006/main">
            <a:r>
              <a:t>hccl/src/ops/all_to_all_v/algorithm/executor/ins_v2_all_to_all_v_sole_executor.cc:573</a:t>
            </a:r>
          </a:p>
          <a:p xmlns:a="http://schemas.openxmlformats.org/drawingml/2006/main">
            <a:r>
              <a:t>HcclCMDType::HCCL_CMD_ALLTOALL, AicpuAllToAllSoleMeshSingleChannel, InsV2AlltoAllVSoleExecutor, TopoMatchOneLevel, InsTempAlltoAllVMesh1D</a:t>
            </a:r>
          </a:p>
          <a:p xmlns:a="http://schemas.openxmlformats.org/drawingml/2006/main">
            <a:r>
              <a:t>hccl/src/ops/all_to_all_v/algorithm/executor/ins_v2_all_to_all_concurrent_executor.cc:746</a:t>
            </a:r>
          </a:p>
          <a:p xmlns:a="http://schemas.openxmlformats.org/drawingml/2006/main">
            <a:r>
              <a:t>HcclCMDType::HCCL_CMD_ALLTOALL, AicpuAllToAllSoleMeshConcurrent, InsV2AllToAllConcurrentExecutor, TopoMatchConcurrentV2, InsTempAlltoAllVMesh1D, InsTempAlltoAllVMesh1D</a:t>
            </a:r>
          </a:p>
          <a:p xmlns:a="http://schemas.openxmlformats.org/drawingml/2006/main">
            <a:r>
              <a:t>hccl/src/ops/all_to_all_v/algorithm/executor/ins_v2_all_to_all_concurrent_executor.cc:757</a:t>
            </a:r>
          </a:p>
          <a:p xmlns:a="http://schemas.openxmlformats.org/drawingml/2006/main">
            <a:r>
              <a:t>HcclCMDType::HCCL_CMD_ALLTOALLV, AicpuAllToAllVSoleMeshConcurrent, InsV2AllToAllConcurrentExecutor, TopoMatchConcurrentV2, InsTempAlltoAllVMesh1D, InsTempAlltoAllVMesh1D</a:t>
            </a:r>
          </a:p>
          <a:p xmlns:a="http://schemas.openxmlformats.org/drawingml/2006/main">
            <a:r>
              <a:t>hccl/src/ops/all_to_all_v/algorithm/executor/ins_v2_all_to_all_v_sole_executor.cc:590</a:t>
            </a:r>
          </a:p>
          <a:p xmlns:a="http://schemas.openxmlformats.org/drawingml/2006/main">
            <a:r>
              <a:t>HcclCMDType::HCCL_CMD_ALLTOALL, AicpuAllToAllSoleMeshMultiJetty, InsV2AlltoAllVSoleExecutor, TopoMatchOneLevel, InsTempUBXAllToAllVMesh1D</a:t>
            </a:r>
          </a:p>
          <a:p xmlns:a="http://schemas.openxmlformats.org/drawingml/2006/main">
            <a:r>
              <a:t>hccl/src/ops/all_to_all_v/algorithm/executor/ins_v2_all_to_all_v_sole_executor.cc:595</a:t>
            </a:r>
          </a:p>
          <a:p xmlns:a="http://schemas.openxmlformats.org/drawingml/2006/main">
            <a:r>
              <a:t>HcclCMDType::HCCL_CMD_ALLTOALLV, AicpuAllToAllVSoleMeshMultiJetty, InsV2AlltoAllVSoleExecutor, TopoMatchOneLevel, InsTempUBXAllToAllVMesh1D</a:t>
            </a:r>
          </a:p>
          <a:p xmlns:a="http://schemas.openxmlformats.org/drawingml/2006/main">
            <a:r>
              <a:t>hccl/src/ops/all_gather_v/algorithm/executor/ins_v2_all_gather_v_sole_executor.cc:275</a:t>
            </a:r>
          </a:p>
          <a:p xmlns:a="http://schemas.openxmlformats.org/drawingml/2006/main">
            <a:r>
              <a:t>HcclCMDType::HCCL_CMD_ALLGATHER_V, AicpuAllGatherVSoleMesh, InsV2AllGatherVSoleExecutor, TopoMatchOneLevel, InsTempAllGatherVMesh1D</a:t>
            </a:r>
          </a:p>
          <a:p xmlns:a="http://schemas.openxmlformats.org/drawingml/2006/main">
            <a:r>
              <a:t>hccl/src/ops/reduce_scatter_v/algorithm/executor/ins_v2_reduce_scatter_v_sole_executor.cc:264</a:t>
            </a:r>
          </a:p>
          <a:p xmlns:a="http://schemas.openxmlformats.org/drawingml/2006/main">
            <a:r>
              <a:t>HcclCMDType::HCCL_CMD_REDUCE_SCATTER_V, AicpuReduceScatterVSoleMesh, InsV2ReduceScatterVSoleExecutor, TopoMatchOneLevel, InsTempReduceScatterVMesh1D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hccl/src/ops/all_to_all_v/algorithm/executor/ins_v2_all_to_all_v_sole_executor.cc:601</a:t>
            </a:r>
          </a:p>
          <a:p xmlns:a="http://schemas.openxmlformats.org/drawingml/2006/main">
            <a:r>
              <a:t>HcclCMDType::HCCL_CMD_ALLTOALLVC, AicpuAllToAllVCSoleMesh, InsV2AlltoAllVSoleExecutor, TopoMatchOneLevel, InsTempAlltoAllVMesh1D</a:t>
            </a:r>
          </a:p>
          <a:p xmlns:a="http://schemas.openxmlformats.org/drawingml/2006/main">
            <a:r>
              <a:t>hccl/src/ops/send/algorithm/executor/ins_send_executor.cc:299</a:t>
            </a:r>
          </a:p>
          <a:p xmlns:a="http://schemas.openxmlformats.org/drawingml/2006/main">
            <a:r>
              <a:t>HcclCMDType::HCCL_CMD_SEND, AicpuSendSoleMesh, InsSendExecutor</a:t>
            </a:r>
          </a:p>
          <a:p xmlns:a="http://schemas.openxmlformats.org/drawingml/2006/main">
            <a:r>
              <a:t>hccl/src/ops/recv/algorithm/executor/ins_recv_executor.cc:303</a:t>
            </a:r>
          </a:p>
          <a:p xmlns:a="http://schemas.openxmlformats.org/drawingml/2006/main">
            <a:r>
              <a:t>HcclCMDType::HCCL_CMD_RECEIVE, AicpuRecvSoleMesh, InsRecvExecutor</a:t>
            </a:r>
          </a:p>
          <a:p xmlns:a="http://schemas.openxmlformats.org/drawingml/2006/main">
            <a:r>
              <a:t>hccl/src/ops/batch_send_recv/algorithm/executor/ins_v2_batch_send_recv_executor.cc:467</a:t>
            </a:r>
          </a:p>
          <a:p xmlns:a="http://schemas.openxmlformats.org/drawingml/2006/main">
            <a:r>
              <a:t>HcclCMDType::HCCL_CMD_BATCH_SEND_RECV, AicpuBatchSendRecvSoleMesh, InsV2BatchSendRecvExecutor</a:t>
            </a:r>
          </a:p>
          <a:p xmlns:a="http://schemas.openxmlformats.org/drawingml/2006/main">
            <a:r>
              <a:t>hccl/src/ops/barrier/algorithm/executor/ins_v2_barrier_sole_executor.cc:112</a:t>
            </a:r>
          </a:p>
          <a:p xmlns:a="http://schemas.openxmlformats.org/drawingml/2006/main">
            <a:r>
              <a:t>HcclCMDType::HCCL_CMD_BARRIER, AicpuBarrierSoleNHR, InsV2BarrierSoleExecutor, TopoMatchOneLevel, InsTempBarrierNhrAicpu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src/ops/op_common/selector/auto_selector_base.cc:20–70,375–406</a:t>
            </a:r>
          </a:p>
          <a:p xmlns:a="http://schemas.openxmlformats.org/drawingml/2006/main">
            <a:r>
              <a:t>src/ops/op_common/selector/execute_selector.cc:22–59</a:t>
            </a:r>
          </a:p>
          <a:p xmlns:a="http://schemas.openxmlformats.org/drawingml/2006/main">
            <a:r>
              <a:t>src/ops/op_common/op_common.cc:159–205</a:t>
            </a:r>
          </a:p>
          <a:p xmlns:a="http://schemas.openxmlformats.org/drawingml/2006/main">
            <a:r>
              <a:t>src/ops/all_reduce/all_reduce.cc:234–254</a:t>
            </a:r>
          </a:p>
          <a:p xmlns:a="http://schemas.openxmlformats.org/drawingml/2006/main">
            <a:r>
              <a:t>src/ops/*/selector/*_auto_selector.cc 的 REGISTER_SELECTOR_BY_OPTYPE：本图15个算子各注册 AutoSelector，priority=18。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  <a:p xmlns:a="http://schemas.openxmlformats.org/drawingml/2006/main">
            <a:r>
              <a:t>src/ops/op_common/selector/auto_selector_base.{h,cc}；src/common/order_preserved_common.h；docs/zh/user_guide/coll_algo_intro/NHR.md；include/hccl.h。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src/ops/all_reduce/selector/all_reduce_auto_selector.cc:403–594；阈值:21–29；auto_selector_base.h:29。</a:t>
            </a:r>
          </a:p>
          <a:p xmlns:a="http://schemas.openxmlformats.org/drawingml/2006/main">
            <a:r>
              <a:t>src/ops/all_gather/selector/all_gather_auto_selector.cc:303–411；src/ops/reduce_scatter/selector/reduce_scatter_auto_selector.cc:392–542。</a:t>
            </a:r>
          </a:p>
          <a:p xmlns:a="http://schemas.openxmlformats.org/drawingml/2006/main">
            <a:r>
              <a:t>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src/ops/all_reduce/selector/all_reduce_auto_selector.cc:403–594；阈值:21–29；auto_selector_base.h:29。</a:t>
            </a:r>
          </a:p>
          <a:p xmlns:a="http://schemas.openxmlformats.org/drawingml/2006/main">
            <a:r>
              <a:t>src/ops/op_common/topo_info/topo_host.cc:653–703,1018–1031。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src/ops/all_reduce/selector/all_reduce_auto_selector.cc:403–594；阈值:21–29；auto_selector_base.h:29。</a:t>
            </a:r>
          </a:p>
          <a:p xmlns:a="http://schemas.openxmlformats.org/drawingml/2006/main">
            <a:r>
              <a:t>表格由源条件逐格计算。OneShot: S≤8MiB；Chunk: S&gt;8MiB且S×8/P²&gt;32MiB；否则TwoShot。数据为规则推导，不是性能采样。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src/ops/all_reduce/selector/all_reduce_auto_selector.cc:403–594；阈值:21–29；auto_selector_base.h:29。</a:t>
            </a:r>
          </a:p>
          <a:p xmlns:a="http://schemas.openxmlformats.org/drawingml/2006/main">
            <a:r>
              <a:t>src/ops/all_gather/selector/all_gather_auto_selector.cc:303–411；src/ops/reduce_scatter/selector/reduce_scatter_auto_selector.cc:392–542。</a:t>
            </a:r>
          </a:p>
          <a:p xmlns:a="http://schemas.openxmlformats.org/drawingml/2006/main">
            <a:r>
              <a:t>src/ops/all_to_all_v/selector/alltoall_auto_selector.cc:131–182；alltoallv_auto_selector.cc:102–151；src/ops/batch_send_recv/selector/batch_send_recv_auto_selector.cc:16–28。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本仓算法机制文档：docs/zh/user_guide/coll_algo_intro/NHR.md、Mesh.md、Pipeline.md。</a:t>
            </a:r>
          </a:p>
          <a:p xmlns:a="http://schemas.openxmlformats.org/drawingml/2006/main">
            <a:r>
              <a:t>NHR耗时式来自文档，n在本页写S。流水K块公式是两独立串行阶段的理想模型推导，非本仓某个KernelRun的精确计时。</a:t>
            </a:r>
          </a:p>
          <a:p xmlns:a="http://schemas.openxmlformats.org/drawingml/2006/main">
            <a:r>
              <a:t>HBM下界与Q/t是流量守恒模型，必须先按实际模板统计访问量。</a:t>
            </a:r>
          </a:p>
          <a:p xmlns:a="http://schemas.openxmlformats.org/drawingml/2006/main">
            <a:r>
              <a:t>hccl/src/ops/all_reduce/algorithm/executor/ins_v2_all_reduce_sole_executor.cc:377</a:t>
            </a:r>
          </a:p>
          <a:p xmlns:a="http://schemas.openxmlformats.org/drawingml/2006/main">
            <a:r>
              <a:t>HcclCMDType::HCCL_CMD_ALLREDUCE, AicpuAllReduceSoleMeshOneShot, InsV2AllReduceSoleExecutor, TopoMatchOneLevel, InsTempAllReduceMesh1DOneShot</a:t>
            </a:r>
          </a:p>
          <a:p xmlns:a="http://schemas.openxmlformats.org/drawingml/2006/main">
            <a:r>
              <a:t>hccl/src/ops/all_reduce/algorithm/executor/ins_v2_all_reduce_sole_executor.cc:394</a:t>
            </a:r>
          </a:p>
          <a:p xmlns:a="http://schemas.openxmlformats.org/drawingml/2006/main">
            <a:r>
              <a:t>HcclCMDType::HCCL_CMD_ALLREDUCE, AicpuAllReduceSoleMeshTwoShot, InsV2AllReduceSoleExecutor, TopoMatchOneLevel, InsTempAllReduceMesh1DTwoShot</a:t>
            </a:r>
          </a:p>
          <a:p xmlns:a="http://schemas.openxmlformats.org/drawingml/2006/main">
            <a:r>
              <a:t>hccl/src/ops/reduce/algorithm/executor/reduce_sole_executor.cc:354</a:t>
            </a:r>
          </a:p>
          <a:p xmlns:a="http://schemas.openxmlformats.org/drawingml/2006/main">
            <a:r>
              <a:t>HcclCMDType::HCCL_CMD_REDUCE, AicpuReduceSoleMeshTwoShot, ReduceSoleExecutor, TopoMatchOneLevel, ReduceMesh1DTwoShot</a:t>
            </a:r>
          </a:p>
          <a:p xmlns:a="http://schemas.openxmlformats.org/drawingml/2006/main">
            <a:r>
              <a:t>hccl/src/ops/broadcast/algorithm/executor/ins_v2_broadcast_sole_executor.cc:362</a:t>
            </a:r>
          </a:p>
          <a:p xmlns:a="http://schemas.openxmlformats.org/drawingml/2006/main">
            <a:r>
              <a:t>HcclCMDType::HCCL_CMD_BROADCAST, AicpuBroadcastSoleMeshTwoShot, InsV2BroadcastSoleExecutor, TopoMatchOneLevel, InsTempBroadcastMesh1DTwoShot</a:t>
            </a:r>
          </a:p>
          <a:p xmlns:a="http://schemas.openxmlformats.org/drawingml/2006/main">
            <a:r>
              <a:t>hccl/src/ops/all_reduce/algorithm/executor/ins_v2_all_reduce_sole_executor.cc:446</a:t>
            </a:r>
          </a:p>
          <a:p xmlns:a="http://schemas.openxmlformats.org/drawingml/2006/main">
            <a:r>
              <a:t>HcclCMDType::HCCL_CMD_ALLREDUCE, AicpuAllReduceSoleNHRAicpuReduce, InsV2AllReduceSoleExecutor, TopoMatchOneLevel, InsTempAllReduceAicpuReduceNHR</a:t>
            </a:r>
          </a:p>
          <a:p xmlns:a="http://schemas.openxmlformats.org/drawingml/2006/main">
            <a:r>
              <a:t>hccl/src/ops/reduce_scatter/algorithm/executor/ins_v2_reduce_scatter_sole_executor.cc:420</a:t>
            </a:r>
          </a:p>
          <a:p xmlns:a="http://schemas.openxmlformats.org/drawingml/2006/main">
            <a:r>
              <a:t>HcclCMDType::HCCL_CMD_REDUCE_SCATTER, AicpuReduceScatterSoleNHRAicpuReduce, InsV2ReduceScatterSoleExecutor, TopoMatchOneLevel, InsTempReduceScatterAicpuReduceNHR</a:t>
            </a:r>
          </a:p>
          <a:p xmlns:a="http://schemas.openxmlformats.org/drawingml/2006/main">
            <a:r>
              <a:t>hccl/src/ops/reduce/algorithm/executor/reduce_sole_executor.cc:378</a:t>
            </a:r>
          </a:p>
          <a:p xmlns:a="http://schemas.openxmlformats.org/drawingml/2006/main">
            <a:r>
              <a:t>HcclCMDType::HCCL_CMD_REDUCE, AicpuReduceSoleNHRAicpuReduce, ReduceSoleExecutor, TopoMatchOneLevel, ReduceAicpuReduceNHR</a:t>
            </a:r>
          </a:p>
          <a:p xmlns:a="http://schemas.openxmlformats.org/drawingml/2006/main">
            <a:r>
              <a:t>hccl/src/ops/all_reduce/algorithm/executor/ins_v2_all_reduce_omnipipe_executor.cc:1303</a:t>
            </a:r>
          </a:p>
          <a:p xmlns:a="http://schemas.openxmlformats.org/drawingml/2006/main">
            <a:r>
              <a:t>HcclCMDType::HCCL_CMD_ALLREDUCE, AicpuAllReducePipeLineMeshNHR, InsV2AllReduceOmniPipeExecutor, TopoMatchTwoLevel, InsTempReduceScatterOmniPipeMesh1D, InsTempReduceScatterOmniPipeNHR, InsTempReduceScatterOmniPipeMesh1dDpu, InsTempAllGatherOmniPipeMesh1D, InsTempAllGatherOmniPipeNHR, InsTempAllGatherOmniPipeNHRDPU</a:t>
            </a:r>
          </a:p>
          <a:p xmlns:a="http://schemas.openxmlformats.org/drawingml/2006/main">
            <a:r>
              <a:t>hccl/src/ops/all_gather/algorithm/executor/ins_v2_all_gather_omnipipe_executor.cc:917</a:t>
            </a:r>
          </a:p>
          <a:p xmlns:a="http://schemas.openxmlformats.org/drawingml/2006/main">
            <a:r>
              <a:t>HcclCMDType::HCCL_CMD_ALLGATHER, AicpuAllGatherPipeLineMeshNHR, InsV2AllGatherOmniPipeExecutor, TopoMatchTwoLevel, InsTempAllGatherOmniPipeMesh1D, InsTempAllGatherOmniPipeNHR, InsTempAllGatherOmniPipeNHRDPU</a:t>
            </a:r>
          </a:p>
          <a:p xmlns:a="http://schemas.openxmlformats.org/drawingml/2006/main">
            <a:r>
              <a:t>hccl/src/ops/reduce_scatter/algorithm/executor/ins_v2_reduce_scatter_omnipipe_executor.cc:818</a:t>
            </a:r>
          </a:p>
          <a:p xmlns:a="http://schemas.openxmlformats.org/drawingml/2006/main">
            <a:r>
              <a:t>HcclCMDType::HCCL_CMD_REDUCE_SCATTER, AicpuReduceScatterPipeLineMeshNHR, InsV2ReduceScatterOmniPipeExecutor, TopoMatchTwoLevel, InsTempReduceScatterOmniPipeMesh1D, InsTempReduceScatterOmniPipeNHR, InsTempReduceScatterOmniPipeMesh1dDpu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170ddeec。普通 AICPU AutoSelector 静态规则分析，保持前18页范围。规则推导不等于实测性能排名。</a:t>
            </a:r>
          </a:p>
          <a:p xmlns:a="http://schemas.openxmlformats.org/drawingml/2006/main">
            <a:r>
              <a:t>src/ops/all_reduce/selector/all_reduce_auto_selector.cc:403–594；阈值:21–29；auto_selector_base.h:29。</a:t>
            </a:r>
          </a:p>
          <a:p xmlns:a="http://schemas.openxmlformats.org/drawingml/2006/main">
            <a:r>
              <a:t>src/ops/all_gather/selector/all_gather_auto_selector.cc:303–411；src/ops/reduce_scatter/selector/reduce_scatter_auto_selector.cc:392–542。</a:t>
            </a:r>
          </a:p>
          <a:p xmlns:a="http://schemas.openxmlformats.org/drawingml/2006/main">
            <a:r>
              <a:t>性能结论为机制推断，验证方案为建议；未计算统计相关系数、胜率或加速比。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c5bdef79b4d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71b1b986d84f60" /><Relationship Type="http://schemas.openxmlformats.org/officeDocument/2006/relationships/slideLayout" Target="/ppt/slideLayouts/slideLayout1.xml" Id="R4b5b39a8cf11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b39a8cf11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98c56ce9a4bc6" /><Relationship Type="http://schemas.openxmlformats.org/officeDocument/2006/relationships/notesSlide" Target="/ppt/notesSlides/notesSlide1.xml" Id="Rd930fc7f27a34f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bbd9dea3642e3" /><Relationship Type="http://schemas.openxmlformats.org/officeDocument/2006/relationships/notesSlide" Target="/ppt/notesSlides/notesSlide2.xml" Id="Rdf2918bb11c5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afa193283450e" /><Relationship Type="http://schemas.openxmlformats.org/officeDocument/2006/relationships/notesSlide" Target="/ppt/notesSlides/notesSlide3.xml" Id="R0407180e9ddf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915e0f0d04559" /><Relationship Type="http://schemas.openxmlformats.org/officeDocument/2006/relationships/notesSlide" Target="/ppt/notesSlides/notesSlide4.xml" Id="Rbcf5ef62c05b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81205a7e49cf" /><Relationship Type="http://schemas.openxmlformats.org/officeDocument/2006/relationships/notesSlide" Target="/ppt/notesSlides/notesSlide5.xml" Id="R3530427435b245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e6991b5144c6c" /><Relationship Type="http://schemas.openxmlformats.org/officeDocument/2006/relationships/notesSlide" Target="/ppt/notesSlides/notesSlide6.xml" Id="R69fb99f9f12044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364e7adc84a3d" /><Relationship Type="http://schemas.openxmlformats.org/officeDocument/2006/relationships/notesSlide" Target="/ppt/notesSlides/notesSlide7.xml" Id="Rdc4c5cdc00d54d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6eb2bc5294835" /><Relationship Type="http://schemas.openxmlformats.org/officeDocument/2006/relationships/notesSlide" Target="/ppt/notesSlides/notesSlide8.xml" Id="Radf500a8ca1645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e8d2ac7644678" /><Relationship Type="http://schemas.openxmlformats.org/officeDocument/2006/relationships/notesSlide" Target="/ppt/notesSlides/notesSlide9.xml" Id="R8ce9cbb7063d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9e83d364409e" /><Relationship Type="http://schemas.openxmlformats.org/officeDocument/2006/relationships/notesSlide" Target="/ppt/notesSlides/notesSlide10.xml" Id="Rea0c201bced940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5b1075d8543b3" /><Relationship Type="http://schemas.openxmlformats.org/officeDocument/2006/relationships/notesSlide" Target="/ppt/notesSlides/notesSlide11.xml" Id="Rdcc195ff844c4d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dd0fe49f0412d" /><Relationship Type="http://schemas.openxmlformats.org/officeDocument/2006/relationships/notesSlide" Target="/ppt/notesSlides/notesSlide12.xml" Id="R8b78175fe13946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41fe7af09427c" /><Relationship Type="http://schemas.openxmlformats.org/officeDocument/2006/relationships/notesSlide" Target="/ppt/notesSlides/notesSlide13.xml" Id="R71ae5280fec544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8b642e7da4fd4" /><Relationship Type="http://schemas.openxmlformats.org/officeDocument/2006/relationships/notesSlide" Target="/ppt/notesSlides/notesSlide14.xml" Id="R455652081ebf47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ca8e3cdfe4649" /><Relationship Type="http://schemas.openxmlformats.org/officeDocument/2006/relationships/notesSlide" Target="/ppt/notesSlides/notesSlide15.xml" Id="R6fa7cc5150f542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1d48154cc45f3" /><Relationship Type="http://schemas.openxmlformats.org/officeDocument/2006/relationships/notesSlide" Target="/ppt/notesSlides/notesSlide16.xml" Id="Ra507e9a7058148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d39b2fe1e4cf4" /><Relationship Type="http://schemas.openxmlformats.org/officeDocument/2006/relationships/notesSlide" Target="/ppt/notesSlides/notesSlide17.xml" Id="R858a9893d7cd4e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ffa3b91d54e84" /><Relationship Type="http://schemas.openxmlformats.org/officeDocument/2006/relationships/notesSlide" Target="/ppt/notesSlides/notesSlide18.xml" Id="Ra801c637f0c442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3a40b17cc4e72" /><Relationship Type="http://schemas.openxmlformats.org/officeDocument/2006/relationships/notesSlide" Target="/ppt/notesSlides/notesSlide19.xml" Id="Re3ad707d3a7b43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36c24c00d499f" /><Relationship Type="http://schemas.openxmlformats.org/officeDocument/2006/relationships/notesSlide" Target="/ppt/notesSlides/notesSlide20.xml" Id="R4f8806f17b854f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c789356644757" /><Relationship Type="http://schemas.openxmlformats.org/officeDocument/2006/relationships/notesSlide" Target="/ppt/notesSlides/notesSlide21.xml" Id="R10914638ad064b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63c0ce1064220" /><Relationship Type="http://schemas.openxmlformats.org/officeDocument/2006/relationships/notesSlide" Target="/ppt/notesSlides/notesSlide22.xml" Id="R1e51dbcacb1842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abcd3050d4080" /><Relationship Type="http://schemas.openxmlformats.org/officeDocument/2006/relationships/notesSlide" Target="/ppt/notesSlides/notesSlide23.xml" Id="Ra76ed761b5ec4f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ff773bce74d0b" /><Relationship Type="http://schemas.openxmlformats.org/officeDocument/2006/relationships/notesSlide" Target="/ppt/notesSlides/notesSlide24.xml" Id="R2b77d521b9bc4f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4" name="">
            <a:extLst xmlns:a="http://schemas.openxmlformats.org/drawingml/2006/main">
              <a:ext uri="{FF2B5EF4-FFF2-40B4-BE49-F238E27FC236}">
                <a16:creationId xmlns:a16="http://schemas.microsoft.com/office/drawing/2014/main" id="{166B768F-043F-4D0F-ADC9-68F8621E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842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B47AF-1946-46B9-B61E-2AF9D04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796" y="50780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6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6168891" y="4870735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399AD-14C5-4C71-A560-B157B84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796" y="50780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A09D-CAEA-4708-B20D-CAD3DC49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32" y="5317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9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801027" y="5078127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20318-F3CD-415C-A9E6-2BBF714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32" y="5317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7F73-F8FA-4E85-B511-C8C1ADD3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92" y="55297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2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5474287" y="5317389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19CB1-38E6-45A8-A243-77BCDB79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92" y="55297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53EE9-8A76-4373-BB98-03A02121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698" y="5585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5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5387793" y="5529807"/>
            <a:ext cx="86399" cy="5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F40E1-D91D-4693-BE61-20897483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81C04-2043-4E4D-B98B-F05EE4B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292468" y="487078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9D461-68E9-4380-8ABA-CAA7969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1E22D-A0AD-41B0-8325-8F37E7E0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92468" y="5060591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6FABC-667C-4B7F-9D66-05AE566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A0B23-5002-4D4D-9D99-AEDE543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4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292468" y="5276932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D8624-EBE3-49DA-8533-F52003E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E88CA-B401-42CA-9CA6-D39872C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5891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92468" y="5474905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36ED6-967D-4019-9920-F98F345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05" y="30796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5A2A5-5038-4D53-A455-779E53D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673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0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8082720" y="3079765"/>
            <a:ext cx="151232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1AA3F-3318-4C4B-9A7E-F986AE9A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673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FFC88-14CD-4AB3-96EF-760449F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88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3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909336" y="3278365"/>
            <a:ext cx="173385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052BA-11C1-4371-871A-F535734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88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3F279-E2A5-4E2D-9907-81AD8D07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882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6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7752929" y="3506167"/>
            <a:ext cx="156406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DEB918-E62A-47C6-9EEB-B852F77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882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C3676-2583-4D8B-95D5-7BF7635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950" y="37977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9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7686997" y="3711519"/>
            <a:ext cx="65932" cy="86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A10B6F-254F-4CE6-8539-45F7176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94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E01AE-6454-4BAF-9775-5D65429F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048" y="68690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2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8875143" y="6661752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46D67A-E2F2-4F8F-BEB5-2AFDB2B2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048" y="68690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D26EC3-23F5-4CE7-A7A4-128C4B2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183" y="7108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5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8507278" y="686914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EAFCE9-7CFB-44C0-9228-4173012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183" y="7108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BE2519-0D72-42E8-A7D4-A74E552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443" y="73207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8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8180538" y="7108407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E9011A-AC57-495E-86A0-60C51331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443" y="73207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C2AF7-3DC2-4EFF-95FF-538DAC1B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949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1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8094044" y="7320823"/>
            <a:ext cx="86399" cy="5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8E36A2-93A7-48BF-B870-214B46C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868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3354BF-FB5F-4ABB-ADA0-7E1BB38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82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4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3276917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D229AD-948F-46C5-BE4B-5936A2BC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82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372352-99B3-48E3-BABB-EC5FC738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5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7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2909052" y="1403321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13460A-7541-45C8-AE9C-DA50CEA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5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067C84-6AF2-4424-92DE-14CC0B6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1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0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2582312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0FCCB9-9B10-4E50-9DFC-41FAE7E1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1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6409CC-0EB7-476D-8F1E-963217A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723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3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2495818" y="14484893"/>
            <a:ext cx="86399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D07671-7F20-4AD5-A538-550BFF0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0AE983-3E77-4EB2-842D-0211032B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6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4400495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BDEEF3-CA95-4DC8-A894-D5BEBB21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B4D6DE-163A-4413-90B3-151F1096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9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4400495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6095D5-2722-4753-90E4-84CC3BF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DA4CC4-3158-44A0-9ACD-BE1D7940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2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4400495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DF07BA-9293-4853-8426-6AE5EA6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1538DF-00E1-4788-8B42-DA4BCBE9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4400495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66A4C3-4264-4736-98ED-4F0ED90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653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19C41D-553A-4A92-933E-057644E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91" y="12233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8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5159439" y="12034851"/>
            <a:ext cx="145262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04FACC-54D8-45B6-83B7-85DD3567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91" y="12233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948070-EE6C-4768-A93F-901CCCEC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904" y="124611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1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4992952" y="12233451"/>
            <a:ext cx="166487" cy="2277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68063E-D341-4A49-8F0E-E4621918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904" y="124611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9C4301-24E7-4612-8C1F-CA400B66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01" y="126665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4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4842649" y="12461254"/>
            <a:ext cx="150303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F483C4-3315-49A8-8A5A-9BD4BB7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01" y="126665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795050-AAED-41F0-A942-56B2D124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322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7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flipH="1">
            <a:off x="4779370" y="12666605"/>
            <a:ext cx="63279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2B4424-4B29-48DA-831A-18590AA4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9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3C5000-E0DF-4158-AADA-0D18D21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940" y="158136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0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 flipH="1">
            <a:off x="9394988" y="15616885"/>
            <a:ext cx="114352" cy="196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385568-F348-42B2-9282-9C27B349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940" y="158136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E5363B-9D2A-494C-932F-50FD0C07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138" y="160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3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H="1">
            <a:off x="9264186" y="15813759"/>
            <a:ext cx="130802" cy="225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FA2585-1045-41DC-9832-2253AF67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138" y="160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C90018E-6E8A-4110-A0CE-8034C8D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673" y="16243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6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 flipH="1">
            <a:off x="9145721" y="16039206"/>
            <a:ext cx="118465" cy="2038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9EF598-86D8-4DBB-B690-7D3B7987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673" y="16243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8EB2011-768D-492A-B1F3-BBE0742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211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9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 flipH="1">
            <a:off x="9092259" y="16243145"/>
            <a:ext cx="53462" cy="92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7627B1-B4BF-4965-805F-5FD6E7B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616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483580-D435-4312-AF6C-E1715C4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850" y="17611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2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10724945" y="17407855"/>
            <a:ext cx="216671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C3C07E-5834-449E-964A-A39FD378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850" y="17611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59DDA5-DB34-4A5A-BC2F-0DA6E87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451" y="17846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5" name=""/>
          <p:cNvCxnSpPr>
            <a:stCxn xmlns:a="http://schemas.openxmlformats.org/drawingml/2006/main" id="100" idx="1"/>
            <a:endCxn xmlns:a="http://schemas.openxmlformats.org/drawingml/2006/main" id="101" idx="3"/>
          </p:cNvCxnSpPr>
          <p:nvPr/>
        </p:nvCxnSpPr>
        <p:spPr>
          <a:xfrm xmlns:a="http://schemas.openxmlformats.org/drawingml/2006/main" flipH="1">
            <a:off x="10475546" y="17611794"/>
            <a:ext cx="249304" cy="2347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9C37FF-44E3-435F-A161-5E2B1201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451" y="17846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B6CFA92-F237-4914-B5F8-3B2E286F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450" y="1805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8" name=""/>
          <p:cNvCxnSpPr>
            <a:stCxn xmlns:a="http://schemas.openxmlformats.org/drawingml/2006/main" id="103" idx="1"/>
            <a:endCxn xmlns:a="http://schemas.openxmlformats.org/drawingml/2006/main" id="104" idx="3"/>
          </p:cNvCxnSpPr>
          <p:nvPr/>
        </p:nvCxnSpPr>
        <p:spPr>
          <a:xfrm xmlns:a="http://schemas.openxmlformats.org/drawingml/2006/main" flipH="1">
            <a:off x="10252545" y="17846504"/>
            <a:ext cx="222906" cy="209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D2FDCC-8D08-4A48-A27B-9F728B2B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450" y="1805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E587E0-E2D9-4312-8B8A-14CFDFCA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028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1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10178123" y="18056094"/>
            <a:ext cx="74327" cy="70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C4742E-7524-45AE-8F3E-F86EBCE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64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6F05B5A-A1BE-4546-A344-5A66C81F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602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4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8503697" y="22780907"/>
            <a:ext cx="318950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6088FE-788A-4E78-8648-030F278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602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C4C65C-BFB0-478D-A60D-30021202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3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7" name=""/>
          <p:cNvCxnSpPr>
            <a:stCxn xmlns:a="http://schemas.openxmlformats.org/drawingml/2006/main" id="112" idx="1"/>
            <a:endCxn xmlns:a="http://schemas.openxmlformats.org/drawingml/2006/main" id="113" idx="3"/>
          </p:cNvCxnSpPr>
          <p:nvPr/>
        </p:nvCxnSpPr>
        <p:spPr>
          <a:xfrm xmlns:a="http://schemas.openxmlformats.org/drawingml/2006/main" flipH="1">
            <a:off x="8135832" y="22988300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8EF51E-0322-48A7-A71A-2F6B029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3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85E3BA-75F5-4D7E-B1B9-BD57061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9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0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7809092" y="23227562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CADF7C7-3EA0-46DD-B8EA-CBA7D93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9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0DAFB3-E69C-4B24-BA1F-E6DBBACC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503" y="2349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3" name=""/>
          <p:cNvCxnSpPr>
            <a:stCxn xmlns:a="http://schemas.openxmlformats.org/drawingml/2006/main" id="118" idx="1"/>
            <a:endCxn xmlns:a="http://schemas.openxmlformats.org/drawingml/2006/main" id="119" idx="3"/>
          </p:cNvCxnSpPr>
          <p:nvPr/>
        </p:nvCxnSpPr>
        <p:spPr>
          <a:xfrm xmlns:a="http://schemas.openxmlformats.org/drawingml/2006/main" flipH="1">
            <a:off x="7722598" y="23439979"/>
            <a:ext cx="86399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9BCB51F-831D-4344-925E-36BE1C0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82CD7E7-485F-4C7E-B03E-018C360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6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9627275" y="22780954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F49EE62-5E46-435F-86A9-2BB54E8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E1E6C3E-EA40-41B7-90C7-E0205DA5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9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9627275" y="22970763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4070B4-53C3-498E-8FCA-833E3F54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818962-9A68-4594-827B-88114D32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2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9627275" y="23187104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91B0437-56BC-4FF0-A9F9-DB2D9C40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5DA1471-5036-4772-8E2B-F8D83C6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4992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5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9627275" y="23385077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8A2D537-9899-4794-8E7E-F430289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28D6501-E8BE-4F9A-BDA3-3C7EF1F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17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8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9627275" y="20989937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C7210E2-B9AD-4625-89FE-EC50900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17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8E74460-1695-4BB1-8C9B-31BA596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395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1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9627275" y="21179746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53CB114-97E1-46E4-A3A4-59EABB25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395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546AB05-5E34-4CFF-AF28-60AB1244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593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4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9627275" y="21396087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000DB76-E1A5-4073-B1EB-39D957B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593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6A16461-B496-4585-890B-00380ED8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7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9627275" y="21594060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29682A7-5C47-4535-9CD4-816D0497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029" y="2636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75C137E-0462-4D15-8C49-447A080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38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0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 flipH="1">
            <a:off x="9828386" y="26362989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1C7DE2B-6CEF-43EC-8EC0-6CE3BE8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38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D598369-A395-42E1-AEFC-08249D83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28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3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 flipH="1">
            <a:off x="9653276" y="26561589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EBE9B4-18E5-4631-BA61-4E658322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28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5956A93-9162-4864-B728-03CD0B59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231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6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 flipH="1">
            <a:off x="9495279" y="26789391"/>
            <a:ext cx="157997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47467F1-255F-4883-A0F8-7D7CD99B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231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0F6D9E1-B53D-49B5-AC65-0580267C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635" y="27081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9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 flipH="1">
            <a:off x="9428683" y="26994743"/>
            <a:ext cx="66596" cy="86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E2F044F-48A8-4BEB-9AFA-C930D18B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741" y="2636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C1CA9F3-35AD-4C5C-960D-85146B5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432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2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10785789" y="26362989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BFE6E90-827B-4B93-A57C-AA216AE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432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86579BD-E2F9-4DFC-89C5-3CAF664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542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5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938480" y="26561589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2EBDE59-4190-4813-9175-8E1833A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542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38E419E-2406-4F88-B4FF-2895E68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540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8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11113590" y="26789391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C301676-57D3-4429-971C-BA42AE8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540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3215792-2757-4678-8232-918F0A5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135" y="27081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1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1271588" y="26994743"/>
            <a:ext cx="66595" cy="86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8D4CCFB-6EDB-49BC-859C-2E4BC8E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624" y="245718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4B0F8A4-837D-47D9-93FA-57292C61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766" y="24774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4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11528861" y="24571924"/>
            <a:ext cx="224763" cy="20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E253C09-E216-4926-97E9-E55DC829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766" y="24774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60BFE56-08A7-414F-A010-413EB0E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948" y="250083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7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11270043" y="24774921"/>
            <a:ext cx="258723" cy="233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F9A3A50-5375-485D-B385-ECEDA421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948" y="250083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0DA965F-EF6A-491C-A2E9-48189DE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324" y="25217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0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11038419" y="25008375"/>
            <a:ext cx="231529" cy="2089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BF4BD2C-E35F-467B-8709-25423C0D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324" y="25217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23CB14D-5DBD-4176-B99F-C742CD9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984" y="25287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3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10961079" y="25217337"/>
            <a:ext cx="77245" cy="698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5C4E8A6-AD11-490F-A2CC-24D22F7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336" y="245718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CAC3A3F-CE3D-4502-8754-14A4479C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380" y="24765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6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12558384" y="24571971"/>
            <a:ext cx="83044" cy="1931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FC9FA9F-174B-4E4C-8BF8-77DAC9B2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380" y="24765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5995BCE-C42C-438A-91AA-252E8E0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32" y="24986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9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2641428" y="24765234"/>
            <a:ext cx="94852" cy="2207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010B79C-4987-459D-B2A8-536ABC2A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32" y="24986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8AA6724-6F14-4BB5-A753-8A0DE694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726" y="25187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2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2736280" y="24986128"/>
            <a:ext cx="86494" cy="2010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05DE118-88E7-4078-B027-89E05BA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726" y="25187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6ED4106-5D8F-479C-A756-FA47CC9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7034" y="25290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5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2822774" y="25187241"/>
            <a:ext cx="44308" cy="103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292F5F5-D06A-47A6-BA59-E888F14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808090D-556C-404A-85A4-4F9C126D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8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2333526" y="22780954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C9CEFF9-6E03-4DEA-856A-6D95E07C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8A963B7-4970-4D93-88EF-C74427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1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2333526" y="22970763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EDE24C6-ED93-4A3F-A128-1793511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F638745-BD61-436E-A98E-64F77F8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4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2333526" y="23187104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FE91E8E-CA1D-4669-8822-CC1E626A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8CCB076-472C-4585-9BE4-A22E7FC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4992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7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2333526" y="23385077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DB74885-DA8E-4207-8F12-143B06A9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05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7B55A20-49D6-47EE-9A72-BC5CA30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0" name=""/>
          <p:cNvCxnSpPr>
            <a:stCxn xmlns:a="http://schemas.openxmlformats.org/drawingml/2006/main" id="205" idx="3"/>
            <a:endCxn xmlns:a="http://schemas.openxmlformats.org/drawingml/2006/main" id="206" idx="1"/>
          </p:cNvCxnSpPr>
          <p:nvPr/>
        </p:nvCxnSpPr>
        <p:spPr>
          <a:xfrm xmlns:a="http://schemas.openxmlformats.org/drawingml/2006/main">
            <a:off x="13138152" y="22780907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C90B3AD-B602-4E98-A831-2D980385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0DFFD18-CC84-41E8-8354-288B9D03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3" name=""/>
          <p:cNvCxnSpPr>
            <a:stCxn xmlns:a="http://schemas.openxmlformats.org/drawingml/2006/main" id="208" idx="3"/>
            <a:endCxn xmlns:a="http://schemas.openxmlformats.org/drawingml/2006/main" id="209" idx="1"/>
          </p:cNvCxnSpPr>
          <p:nvPr/>
        </p:nvCxnSpPr>
        <p:spPr>
          <a:xfrm xmlns:a="http://schemas.openxmlformats.org/drawingml/2006/main">
            <a:off x="13457198" y="22988300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7CD0B5E-7AC1-4D72-BAC3-CA7BAB22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8D45997-FDB3-47CA-B0F7-51DAEA3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6" name=""/>
          <p:cNvCxnSpPr>
            <a:stCxn xmlns:a="http://schemas.openxmlformats.org/drawingml/2006/main" id="211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13825062" y="23227562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58A2BA8-DE19-46DF-89B2-1C801419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0B4E163-6732-4DC3-B2F0-6B7D7ED3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67" y="2349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9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14151802" y="23439979"/>
            <a:ext cx="86665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201EA03-5CC1-441F-BC83-8922D91F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806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77FAD64-6B27-482C-9550-DC03187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852" y="21197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2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10431901" y="20989890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EBDC606-A9E9-4CE2-A4B6-A97388B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852" y="21197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34CF684-1A2C-4C12-8E07-175589A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16" y="21436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5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10750947" y="21197282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8E1E89A-1590-4FB1-8FB3-A8EA5132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16" y="21436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6D4EC2C-37B9-4C22-9222-9CFB9DA8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56" y="21648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8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11118811" y="21436545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7B12FE3-1FA1-4B55-A01E-89789EF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56" y="21648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C7F800D-1F79-44EC-8304-CA2625C7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950" y="21705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1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11445551" y="21648962"/>
            <a:ext cx="86399" cy="5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1657A19-D99A-48B2-AE99-4A72350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89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61ED12F-DA54-4C26-A3DE-B598258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5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4" name=""/>
          <p:cNvCxnSpPr>
            <a:stCxn xmlns:a="http://schemas.openxmlformats.org/drawingml/2006/main" id="229" idx="1"/>
            <a:endCxn xmlns:a="http://schemas.openxmlformats.org/drawingml/2006/main" id="230" idx="3"/>
          </p:cNvCxnSpPr>
          <p:nvPr/>
        </p:nvCxnSpPr>
        <p:spPr>
          <a:xfrm xmlns:a="http://schemas.openxmlformats.org/drawingml/2006/main" flipH="1">
            <a:off x="11209948" y="19198873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49EF831-6B5D-4092-BC94-886B619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5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6176B7F-291A-4788-BD5A-53942FD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989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7" name=""/>
          <p:cNvCxnSpPr>
            <a:stCxn xmlns:a="http://schemas.openxmlformats.org/drawingml/2006/main" id="232" idx="1"/>
            <a:endCxn xmlns:a="http://schemas.openxmlformats.org/drawingml/2006/main" id="233" idx="3"/>
          </p:cNvCxnSpPr>
          <p:nvPr/>
        </p:nvCxnSpPr>
        <p:spPr>
          <a:xfrm xmlns:a="http://schemas.openxmlformats.org/drawingml/2006/main" flipH="1">
            <a:off x="10842084" y="19406265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AAF214F-E8CB-44FA-9F33-6939F63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989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FCC7389-8597-4EE5-8957-AF307CA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248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0" name=""/>
          <p:cNvCxnSpPr>
            <a:stCxn xmlns:a="http://schemas.openxmlformats.org/drawingml/2006/main" id="235" idx="1"/>
            <a:endCxn xmlns:a="http://schemas.openxmlformats.org/drawingml/2006/main" id="236" idx="3"/>
          </p:cNvCxnSpPr>
          <p:nvPr/>
        </p:nvCxnSpPr>
        <p:spPr>
          <a:xfrm xmlns:a="http://schemas.openxmlformats.org/drawingml/2006/main" flipH="1">
            <a:off x="10515343" y="19645528"/>
            <a:ext cx="326646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230D453-AE49-43AD-B6EC-5C677B91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248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45587DB-7FA2-47C4-B899-38905AD1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755" y="199141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3" name=""/>
          <p:cNvCxnSpPr>
            <a:stCxn xmlns:a="http://schemas.openxmlformats.org/drawingml/2006/main" id="238" idx="1"/>
            <a:endCxn xmlns:a="http://schemas.openxmlformats.org/drawingml/2006/main" id="239" idx="3"/>
          </p:cNvCxnSpPr>
          <p:nvPr/>
        </p:nvCxnSpPr>
        <p:spPr>
          <a:xfrm xmlns:a="http://schemas.openxmlformats.org/drawingml/2006/main" flipH="1">
            <a:off x="10428850" y="19857944"/>
            <a:ext cx="86398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0E35706-8135-43D4-9C4E-12263767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9AB6599-EDE5-4FB3-B26D-B0FDFFAD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3886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6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12333526" y="19198920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14A4362-9D57-49AF-8177-17CEC4B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3886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9C4F3C1-79CD-4871-ABE7-0F10A03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604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9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12333526" y="19388729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01C9703-96B3-48C8-825C-F0691FA2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604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CFAAAE2-00B6-41E2-AC9A-25AB149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8029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2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2333526" y="19605070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CCAA956-3CBD-48FC-B6FA-E973224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8029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E273125-0BDB-4B1C-B0C3-EB32885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5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12333526" y="19803043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4516A18-B0FB-4547-B307-24082E0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057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335AB00-02BE-4597-973D-D4D161E1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8" name=""/>
          <p:cNvCxnSpPr>
            <a:stCxn xmlns:a="http://schemas.openxmlformats.org/drawingml/2006/main" id="253" idx="3"/>
            <a:endCxn xmlns:a="http://schemas.openxmlformats.org/drawingml/2006/main" id="254" idx="1"/>
          </p:cNvCxnSpPr>
          <p:nvPr/>
        </p:nvCxnSpPr>
        <p:spPr>
          <a:xfrm xmlns:a="http://schemas.openxmlformats.org/drawingml/2006/main">
            <a:off x="13138152" y="19198873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9F525C6-7A91-4ABA-97A4-7130CE4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C736FF0-5EE0-40C7-BBE0-D76D9546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1" name=""/>
          <p:cNvCxnSpPr>
            <a:stCxn xmlns:a="http://schemas.openxmlformats.org/drawingml/2006/main" id="256" idx="3"/>
            <a:endCxn xmlns:a="http://schemas.openxmlformats.org/drawingml/2006/main" id="257" idx="1"/>
          </p:cNvCxnSpPr>
          <p:nvPr/>
        </p:nvCxnSpPr>
        <p:spPr>
          <a:xfrm xmlns:a="http://schemas.openxmlformats.org/drawingml/2006/main">
            <a:off x="13457198" y="19406265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F0AFD2B-E8FD-482E-AFE7-6F3FBD94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4F4D4FE-3144-49E2-A069-92FF60D5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4" name=""/>
          <p:cNvCxnSpPr>
            <a:stCxn xmlns:a="http://schemas.openxmlformats.org/drawingml/2006/main" id="259" idx="3"/>
            <a:endCxn xmlns:a="http://schemas.openxmlformats.org/drawingml/2006/main" id="260" idx="1"/>
          </p:cNvCxnSpPr>
          <p:nvPr/>
        </p:nvCxnSpPr>
        <p:spPr>
          <a:xfrm xmlns:a="http://schemas.openxmlformats.org/drawingml/2006/main">
            <a:off x="13825062" y="19645528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A605097-D3E0-4220-911C-1C4EA58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D559046-DA13-457D-9001-69CC491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67" y="199141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7" name=""/>
          <p:cNvCxnSpPr>
            <a:stCxn xmlns:a="http://schemas.openxmlformats.org/drawingml/2006/main" id="262" idx="3"/>
            <a:endCxn xmlns:a="http://schemas.openxmlformats.org/drawingml/2006/main" id="263" idx="1"/>
          </p:cNvCxnSpPr>
          <p:nvPr/>
        </p:nvCxnSpPr>
        <p:spPr>
          <a:xfrm xmlns:a="http://schemas.openxmlformats.org/drawingml/2006/main">
            <a:off x="14151802" y="19857944"/>
            <a:ext cx="86665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891F4FB-FD02-48DA-9A9B-EB0A45C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195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81AF492-DEE5-4EF4-8A61-4084FAD2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91" y="1760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0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11746243" y="17407902"/>
            <a:ext cx="92596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FE7EBFC-3A45-4F77-891B-AE2A807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91" y="1760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A0A9E12-6F29-4BB4-B22F-A9735A8E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786" y="1782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3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1838839" y="17603049"/>
            <a:ext cx="105995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E5983E0-F711-499E-8B9E-0C9EF91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786" y="1782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5028634-16E1-4FB9-9FA2-BFEEFC27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097" y="180285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6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1944834" y="17826141"/>
            <a:ext cx="96311" cy="202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FD1AD2D-D951-4C27-B38C-DEE4014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097" y="180285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3F549DD-8C9D-41B4-A759-54BBF44A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395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9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2041145" y="18028667"/>
            <a:ext cx="46298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8CC8D70-D859-4B6D-AF5A-892F711A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87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35198A7-E5AD-4949-983A-A54A848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422" y="15819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2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10313920" y="15616885"/>
            <a:ext cx="193550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C288D38-2D8E-49D3-A59C-F63B2FE9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422" y="15819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BBB507D-B92C-4EFB-A41F-40D9B0D2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891" y="16051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5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10507470" y="15819097"/>
            <a:ext cx="222469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FC8BF5B-3311-4B68-BEC7-BBB507E5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891" y="16051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FE9719B-7758-492E-AC12-32ECACAC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278" y="162595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8" name=""/>
          <p:cNvCxnSpPr>
            <a:stCxn xmlns:a="http://schemas.openxmlformats.org/drawingml/2006/main" id="283" idx="2"/>
            <a:endCxn xmlns:a="http://schemas.openxmlformats.org/drawingml/2006/main" id="284" idx="0"/>
          </p:cNvCxnSpPr>
          <p:nvPr/>
        </p:nvCxnSpPr>
        <p:spPr>
          <a:xfrm xmlns:a="http://schemas.openxmlformats.org/drawingml/2006/main">
            <a:off x="10729939" y="16051452"/>
            <a:ext cx="199387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98CCFB5-D408-44C2-B83B-BE4DD28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278" y="162595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3F29A780-B28A-4490-BE40-A491905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578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1" name=""/>
          <p:cNvCxnSpPr>
            <a:stCxn xmlns:a="http://schemas.openxmlformats.org/drawingml/2006/main" id="286" idx="2"/>
            <a:endCxn xmlns:a="http://schemas.openxmlformats.org/drawingml/2006/main" id="287" idx="0"/>
          </p:cNvCxnSpPr>
          <p:nvPr/>
        </p:nvCxnSpPr>
        <p:spPr>
          <a:xfrm xmlns:a="http://schemas.openxmlformats.org/drawingml/2006/main">
            <a:off x="10929326" y="16259629"/>
            <a:ext cx="72300" cy="755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A918C8-B287-4335-84D6-E22F4BD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864" y="12035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2604419-2BD0-407E-AA8F-A9D21D3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458" y="127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4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5879911" y="12035165"/>
            <a:ext cx="250594" cy="6804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90236D7-31B1-47DC-893E-B194F701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458" y="127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E0B17CF9-277E-4DEE-B454-C530CB44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3" y="1381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7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6130506" y="12715745"/>
            <a:ext cx="405805" cy="1102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BB0185A-188F-4853-9D71-D6FFD3BC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3" y="1381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93BE71F-9A4D-490C-882E-B39AFB7F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79" y="142955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0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6536358" y="13818285"/>
            <a:ext cx="928521" cy="4772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DB3CFB6-1FFC-4477-B7E5-B4B35E1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79" y="142955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F1590D9-F5B6-492E-B4DC-1D30872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780" y="14476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3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7464974" y="14295555"/>
            <a:ext cx="714806" cy="1805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246CE07-FD13-4D25-98EF-DF3697A9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780" y="14476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E776912-CECD-43AD-9C98-9F737A1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79" y="14550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6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8179875" y="14476101"/>
            <a:ext cx="269204" cy="745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37A8EAC-5017-4A20-9F6D-F21923E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79" y="14550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9019475-C945-4D41-911D-D62FCAB8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461" y="1457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9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8449174" y="14550674"/>
            <a:ext cx="95287" cy="28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E7AFDD5-AC14-4B14-BB63-0A9B152D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915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ECD5DBE-780F-4EA5-881C-94CB679A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6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2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7269964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2DB5E50-D83D-4E61-AB41-B8D58E0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6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7285097-81AF-410A-A1AC-6F79D6D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05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5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6902100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CE3B8B4-0285-4BC1-8210-9975ED7C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05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B3C34AB-6F9E-4F00-8E4E-A500CAB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65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8" name=""/>
          <p:cNvCxnSpPr>
            <a:stCxn xmlns:a="http://schemas.openxmlformats.org/drawingml/2006/main" id="313" idx="1"/>
            <a:endCxn xmlns:a="http://schemas.openxmlformats.org/drawingml/2006/main" id="314" idx="3"/>
          </p:cNvCxnSpPr>
          <p:nvPr/>
        </p:nvCxnSpPr>
        <p:spPr>
          <a:xfrm xmlns:a="http://schemas.openxmlformats.org/drawingml/2006/main" flipH="1">
            <a:off x="6575360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17579536-A7E8-4443-991E-B19E0A8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65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D34A5FA-1D94-4B5B-A2E7-2E6BDE3B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771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1" name=""/>
          <p:cNvCxnSpPr>
            <a:stCxn xmlns:a="http://schemas.openxmlformats.org/drawingml/2006/main" id="316" idx="1"/>
            <a:endCxn xmlns:a="http://schemas.openxmlformats.org/drawingml/2006/main" id="317" idx="3"/>
          </p:cNvCxnSpPr>
          <p:nvPr/>
        </p:nvCxnSpPr>
        <p:spPr>
          <a:xfrm xmlns:a="http://schemas.openxmlformats.org/drawingml/2006/main" flipH="1">
            <a:off x="6488866" y="10902858"/>
            <a:ext cx="86399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B528AD2-3A9F-474E-9A5D-72364D5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545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B52F879-B20B-4D06-9CAE-1D25E8F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652" y="14020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4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7640700" y="13825868"/>
            <a:ext cx="99893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727C7C7-6CE8-4973-8CB5-2CB7A6AA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652" y="14020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3A896F8-1E97-473E-98C1-2E11AC1D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167" y="1424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7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7526215" y="14021015"/>
            <a:ext cx="114485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A832BD0E-600B-4B89-A37C-84523A0B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167" y="1424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DDCF78B-A3CC-4E4A-AC95-2892A2F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95" y="144465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0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 flipH="1">
            <a:off x="7422343" y="14244107"/>
            <a:ext cx="103872" cy="202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965BAE5-A738-43F6-BDF5-2D931537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95" y="144465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9723E0D-B435-4F20-ACEF-E4214F5B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282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3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 flipH="1">
            <a:off x="7372330" y="14446633"/>
            <a:ext cx="50013" cy="975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BB42C27-972C-4394-BE51-16DA7AA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25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748E12B-879D-4054-AA33-4637696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195" y="14029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6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8545352" y="13825821"/>
            <a:ext cx="208843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4474A9F-B26E-4399-9558-5D5FEBD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195" y="14029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102C91A-FC3A-4610-A821-09401419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839" y="142644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9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8754290" y="14029760"/>
            <a:ext cx="240549" cy="2347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FFBF8D1-55D0-4BDB-A07C-455AD3D8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839" y="142644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99BD26B-AB07-4777-BCB0-E4F2F87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80" y="1447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2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8994934" y="14264469"/>
            <a:ext cx="214946" cy="209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4AFFBC92-3053-4F08-B5EB-2E9001F8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80" y="1447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463F966-F541-4CFE-8F42-4C4D798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49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5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9209975" y="14474060"/>
            <a:ext cx="71674" cy="701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71E3142-02D1-446B-BB8E-5C1519E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142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A01257E-FBE2-4C56-A79C-453E016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620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8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 flipH="1">
            <a:off x="8237668" y="12034851"/>
            <a:ext cx="41522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660D301F-EDE4-49CA-BC3F-F42C7E64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620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7F2E631-9883-4EA0-AD05-36AD08D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93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1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 flipH="1">
            <a:off x="8190441" y="12224660"/>
            <a:ext cx="47227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77ADAA2-8E40-4707-B155-AF5AEEC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93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3ECFBAB-3E4E-47C4-9582-50D1DC6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13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4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 flipH="1">
            <a:off x="8147060" y="12441001"/>
            <a:ext cx="4338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B55A433-6FCF-4EBF-B8ED-272376F9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13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776C27E-5637-47B2-AF24-24DB1FD2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073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7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 flipH="1">
            <a:off x="8122121" y="12638974"/>
            <a:ext cx="2494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1366EA3-EDA2-40C3-834A-93862CDF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636" y="120320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7E46E01-2A41-40D0-8BF8-03C544C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5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0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8798684" y="12032182"/>
            <a:ext cx="265319" cy="3407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ED11C2C-462D-4278-993E-8211BD6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5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146F831-CAA3-48A5-9D19-8C2A376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08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3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9064003" y="12373021"/>
            <a:ext cx="297953" cy="3826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F36B1F0-8ABA-4D24-AF16-FA8905A2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08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C9FE61B-4970-42D8-BC5B-A289120A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5" y="137450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6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9361956" y="12755779"/>
            <a:ext cx="193417" cy="9892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8D6303BF-4A7B-4278-8F2F-23E8E05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5" y="137450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C9C6905-88B3-468D-A900-E1604F53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913" y="144278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9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>
            <a:off x="9555373" y="13745172"/>
            <a:ext cx="133588" cy="6826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98207E7-5D98-44DC-A052-0EBC5604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913" y="144278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DCCB5E3-D3EE-4AB7-B9B6-4CDF505E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537" y="145388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2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>
            <a:off x="9688961" y="14427950"/>
            <a:ext cx="21624" cy="110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E42C099-32F0-4A29-A1CE-9D9C4E3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22F393E8-369D-48B9-8356-3239125B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5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8393542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12FA255-F994-46A9-98C7-B2D59861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4C969B3-4BB3-4121-828C-145BDB4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8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8393542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67BC363-A423-4E0C-B5C0-D7FF666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9FA804B-55D1-4AC9-9CBB-892F9B30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1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>
            <a:off x="8393542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3E6BB514-3102-4DC3-940A-2CF123F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5A48D9A-E069-4734-A203-8390140D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4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>
            <a:off x="8393542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E21F957-8639-4FC6-A7EC-1C60893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364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EE1CE2C-4E5E-4BB8-BD27-5F1D510A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101" y="86549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7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 flipH="1">
            <a:off x="9337149" y="8452816"/>
            <a:ext cx="184263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5CD3C84-40F0-4623-BA20-EA5F3E2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101" y="86549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9F968CB-981B-4F6A-A117-F75AE23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111" y="8887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0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 flipH="1">
            <a:off x="9125159" y="8655028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79FD6CB-0D6E-4E2B-8C04-5B219555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111" y="8887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A0F571EC-1F88-4B91-8ED9-2FD5273C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143" y="9095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3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 flipH="1">
            <a:off x="8935191" y="8887383"/>
            <a:ext cx="189968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39BCBD2C-A662-4133-9447-4092E80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143" y="9095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51E376AB-5BA7-4C38-B57F-3875DF75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160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6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 flipH="1">
            <a:off x="8866208" y="9095560"/>
            <a:ext cx="68983" cy="762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65E8F20-37BB-46D1-85D6-F286CE8D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D15FFCA-1005-4581-B7BB-58049B30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971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9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>
            <a:off x="9998721" y="8452816"/>
            <a:ext cx="0" cy="5186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9CD7C8E-7AFD-4D07-9894-4DB432B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971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8E93CF67-3429-4111-BCCD-94B2605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9689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2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9998721" y="8971533"/>
            <a:ext cx="0" cy="7176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895BFD4-79E2-4954-B35E-54C9959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9689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2093EFF0-86CC-4A6D-A77B-8716077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13302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5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9998721" y="9689322"/>
            <a:ext cx="0" cy="36133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279A870D-0E28-443B-8171-A84C6BE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13302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F15500C-3DC8-4AAE-8207-C8E6B120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139" y="1392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8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 flipH="1">
            <a:off x="9933187" y="13302755"/>
            <a:ext cx="65534" cy="620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CA7CE24-FD41-45C8-BD25-90ED56F8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139" y="1392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B65E9FB7-FFFC-4BA6-860D-08C3350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943" y="14427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1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 flipH="1">
            <a:off x="9879991" y="13923049"/>
            <a:ext cx="53196" cy="5040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90ADF84-F5F7-4F1A-9CCA-DD2369A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943" y="14427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240B9048-F18A-4CB3-A30B-AE8F797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136" y="14539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4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9868184" y="14427165"/>
            <a:ext cx="11807" cy="1120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2887829-71FC-421E-BB9B-57CA2D8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796626E-BBE5-4623-BE0B-F5D98CC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7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9998721" y="6661799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EB6CF8B-3A35-46CD-85B8-468686FB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8805914F-6E83-44F9-8DFB-CF0DE7D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0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9998721" y="6851608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2494687-F992-4D9C-91CD-BA0BD31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5B4602E9-476D-4ED7-AE56-4B39D85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3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9998721" y="7067949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51D5623-67E1-4714-8EE6-E3435A1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A739263-4F60-4B98-A754-668A96AC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380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6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9998721" y="7265922"/>
            <a:ext cx="0" cy="114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C7989EC1-DB18-4F21-B5AA-673504F3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991E556F-1C82-4CE2-A525-D48F4B3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9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>
            <a:off x="9998721" y="487078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5362116-D5FB-4299-9C37-7CCF5DCE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10B3B15-261B-49CB-A75A-C57BAA54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2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>
            <a:off x="9998721" y="5060591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28DBB094-1661-4301-9CB2-618702A1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16F19E4-4EEA-443D-8272-4E86687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5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>
            <a:off x="9998721" y="5276932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3C6B08B-B8B3-404B-918E-0A482399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BBD5944-6A0E-48B1-A5C8-A6E5E571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5891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8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9998721" y="5474905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E5D9FFF-BE48-4B81-B361-156B810D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460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5CB8AB1-5055-4006-B1C2-13B09F3A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14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1" name=""/>
          <p:cNvCxnSpPr>
            <a:stCxn xmlns:a="http://schemas.openxmlformats.org/drawingml/2006/main" id="436" idx="1"/>
            <a:endCxn xmlns:a="http://schemas.openxmlformats.org/drawingml/2006/main" id="437" idx="3"/>
          </p:cNvCxnSpPr>
          <p:nvPr/>
        </p:nvCxnSpPr>
        <p:spPr>
          <a:xfrm xmlns:a="http://schemas.openxmlformats.org/drawingml/2006/main" flipH="1">
            <a:off x="13133509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0CE9484-1FDF-4058-950E-8F15947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14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B94CF06-A31E-43B2-AA94-2585E47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550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4" name=""/>
          <p:cNvCxnSpPr>
            <a:stCxn xmlns:a="http://schemas.openxmlformats.org/drawingml/2006/main" id="439" idx="1"/>
            <a:endCxn xmlns:a="http://schemas.openxmlformats.org/drawingml/2006/main" id="440" idx="3"/>
          </p:cNvCxnSpPr>
          <p:nvPr/>
        </p:nvCxnSpPr>
        <p:spPr>
          <a:xfrm xmlns:a="http://schemas.openxmlformats.org/drawingml/2006/main" flipH="1">
            <a:off x="12765645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BCA27707-CAB4-4D65-91AA-C0767138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550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44D0ACFA-1B5C-434C-B91C-37356BC6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810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7" name=""/>
          <p:cNvCxnSpPr>
            <a:stCxn xmlns:a="http://schemas.openxmlformats.org/drawingml/2006/main" id="442" idx="1"/>
            <a:endCxn xmlns:a="http://schemas.openxmlformats.org/drawingml/2006/main" id="443" idx="3"/>
          </p:cNvCxnSpPr>
          <p:nvPr/>
        </p:nvCxnSpPr>
        <p:spPr>
          <a:xfrm xmlns:a="http://schemas.openxmlformats.org/drawingml/2006/main" flipH="1">
            <a:off x="12438905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C3463A1-E814-4122-9192-8F20BAA9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810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BC30166-E0B4-4DA4-A328-892832E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316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0" name=""/>
          <p:cNvCxnSpPr>
            <a:stCxn xmlns:a="http://schemas.openxmlformats.org/drawingml/2006/main" id="445" idx="1"/>
            <a:endCxn xmlns:a="http://schemas.openxmlformats.org/drawingml/2006/main" id="446" idx="3"/>
          </p:cNvCxnSpPr>
          <p:nvPr/>
        </p:nvCxnSpPr>
        <p:spPr>
          <a:xfrm xmlns:a="http://schemas.openxmlformats.org/drawingml/2006/main" flipH="1">
            <a:off x="12352411" y="10902858"/>
            <a:ext cx="86399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2B35340-3B1F-4794-BAD4-8F4170F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BDAA571-30D3-4E91-84EE-1BDF4AD7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3" name=""/>
          <p:cNvCxnSpPr>
            <a:stCxn xmlns:a="http://schemas.openxmlformats.org/drawingml/2006/main" id="448" idx="2"/>
            <a:endCxn xmlns:a="http://schemas.openxmlformats.org/drawingml/2006/main" id="449" idx="0"/>
          </p:cNvCxnSpPr>
          <p:nvPr/>
        </p:nvCxnSpPr>
        <p:spPr>
          <a:xfrm xmlns:a="http://schemas.openxmlformats.org/drawingml/2006/main">
            <a:off x="14257087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C593952C-62F7-4FCC-A4ED-87826615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D578F773-5A09-41C9-84DE-76708F8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6" name=""/>
          <p:cNvCxnSpPr>
            <a:stCxn xmlns:a="http://schemas.openxmlformats.org/drawingml/2006/main" id="451" idx="2"/>
            <a:endCxn xmlns:a="http://schemas.openxmlformats.org/drawingml/2006/main" id="452" idx="0"/>
          </p:cNvCxnSpPr>
          <p:nvPr/>
        </p:nvCxnSpPr>
        <p:spPr>
          <a:xfrm xmlns:a="http://schemas.openxmlformats.org/drawingml/2006/main">
            <a:off x="14257087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DAEF211C-641F-4847-9834-54009C04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8A2C452-1D19-405F-B468-F89849A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9" name=""/>
          <p:cNvCxnSpPr>
            <a:stCxn xmlns:a="http://schemas.openxmlformats.org/drawingml/2006/main" id="454" idx="2"/>
            <a:endCxn xmlns:a="http://schemas.openxmlformats.org/drawingml/2006/main" id="455" idx="0"/>
          </p:cNvCxnSpPr>
          <p:nvPr/>
        </p:nvCxnSpPr>
        <p:spPr>
          <a:xfrm xmlns:a="http://schemas.openxmlformats.org/drawingml/2006/main">
            <a:off x="14257087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A3A4376-E09B-4469-BE33-A14ECE8B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8012520-AC12-413B-9ABD-6EC8B897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2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14257087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3D7536FD-1A44-4F2A-9282-949429BC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8711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1B880303-DD2B-455F-9222-308B8693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665" y="8660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5" name=""/>
          <p:cNvCxnSpPr>
            <a:stCxn xmlns:a="http://schemas.openxmlformats.org/drawingml/2006/main" id="460" idx="1"/>
            <a:endCxn xmlns:a="http://schemas.openxmlformats.org/drawingml/2006/main" id="461" idx="3"/>
          </p:cNvCxnSpPr>
          <p:nvPr/>
        </p:nvCxnSpPr>
        <p:spPr>
          <a:xfrm xmlns:a="http://schemas.openxmlformats.org/drawingml/2006/main" flipH="1">
            <a:off x="15839760" y="8452769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E8964CE6-76AF-4F6E-A6C9-DB2B71ED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665" y="8660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0834335-C459-417B-BF40-37E39B76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801" y="8899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8" name=""/>
          <p:cNvCxnSpPr>
            <a:stCxn xmlns:a="http://schemas.openxmlformats.org/drawingml/2006/main" id="463" idx="1"/>
            <a:endCxn xmlns:a="http://schemas.openxmlformats.org/drawingml/2006/main" id="464" idx="3"/>
          </p:cNvCxnSpPr>
          <p:nvPr/>
        </p:nvCxnSpPr>
        <p:spPr>
          <a:xfrm xmlns:a="http://schemas.openxmlformats.org/drawingml/2006/main" flipH="1">
            <a:off x="15471896" y="8660162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C3F2406-5A85-4181-8D78-ED908C0C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801" y="8899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D1D152F-C24C-43BF-9436-85C6C1F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061" y="911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1" name=""/>
          <p:cNvCxnSpPr>
            <a:stCxn xmlns:a="http://schemas.openxmlformats.org/drawingml/2006/main" id="466" idx="1"/>
            <a:endCxn xmlns:a="http://schemas.openxmlformats.org/drawingml/2006/main" id="467" idx="3"/>
          </p:cNvCxnSpPr>
          <p:nvPr/>
        </p:nvCxnSpPr>
        <p:spPr>
          <a:xfrm xmlns:a="http://schemas.openxmlformats.org/drawingml/2006/main" flipH="1">
            <a:off x="15145156" y="8899425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053334D-AAC1-42BE-9C46-16D56BAA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061" y="911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A20F2B9-0239-47DF-BB30-335FC49D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302" y="9168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4" name=""/>
          <p:cNvCxnSpPr>
            <a:stCxn xmlns:a="http://schemas.openxmlformats.org/drawingml/2006/main" id="469" idx="1"/>
            <a:endCxn xmlns:a="http://schemas.openxmlformats.org/drawingml/2006/main" id="470" idx="3"/>
          </p:cNvCxnSpPr>
          <p:nvPr/>
        </p:nvCxnSpPr>
        <p:spPr>
          <a:xfrm xmlns:a="http://schemas.openxmlformats.org/drawingml/2006/main" flipH="1">
            <a:off x="15058397" y="9111841"/>
            <a:ext cx="86664" cy="568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9DEE30B-C303-41D9-BBD7-912341DE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709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D56D5143-E563-42FD-BE2C-E0B6892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601" y="140226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7" name=""/>
          <p:cNvCxnSpPr>
            <a:stCxn xmlns:a="http://schemas.openxmlformats.org/drawingml/2006/main" id="472" idx="2"/>
            <a:endCxn xmlns:a="http://schemas.openxmlformats.org/drawingml/2006/main" id="473" idx="0"/>
          </p:cNvCxnSpPr>
          <p:nvPr/>
        </p:nvCxnSpPr>
        <p:spPr>
          <a:xfrm xmlns:a="http://schemas.openxmlformats.org/drawingml/2006/main" flipH="1">
            <a:off x="14907649" y="13825868"/>
            <a:ext cx="123108" cy="196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7639367-4757-46D9-B09F-99813487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601" y="140226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987D85F8-8E26-43BB-A76C-A1F40D49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584" y="14248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0" name=""/>
          <p:cNvCxnSpPr>
            <a:stCxn xmlns:a="http://schemas.openxmlformats.org/drawingml/2006/main" id="475" idx="2"/>
            <a:endCxn xmlns:a="http://schemas.openxmlformats.org/drawingml/2006/main" id="476" idx="0"/>
          </p:cNvCxnSpPr>
          <p:nvPr/>
        </p:nvCxnSpPr>
        <p:spPr>
          <a:xfrm xmlns:a="http://schemas.openxmlformats.org/drawingml/2006/main" flipH="1">
            <a:off x="14766632" y="14022742"/>
            <a:ext cx="141017" cy="225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A5716A0E-DF0A-4E3B-A98A-666D932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584" y="14248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4CD594B-40FE-4A61-A1C9-F520E2B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33" y="14452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3" name=""/>
          <p:cNvCxnSpPr>
            <a:stCxn xmlns:a="http://schemas.openxmlformats.org/drawingml/2006/main" id="478" idx="2"/>
            <a:endCxn xmlns:a="http://schemas.openxmlformats.org/drawingml/2006/main" id="479" idx="0"/>
          </p:cNvCxnSpPr>
          <p:nvPr/>
        </p:nvCxnSpPr>
        <p:spPr>
          <a:xfrm xmlns:a="http://schemas.openxmlformats.org/drawingml/2006/main" flipH="1">
            <a:off x="14638881" y="14248189"/>
            <a:ext cx="127751" cy="2038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830EFCD5-A6D5-40EE-917A-4DFF6D2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33" y="14452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8534D679-F434-4A91-9B7D-CE4E34BA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728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6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 flipH="1">
            <a:off x="14580776" y="14452127"/>
            <a:ext cx="58105" cy="92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2D4FA2C-0590-4EA2-8C62-575B77B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3524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7BE67A4E-23F7-4EDB-90DB-341FADF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6361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9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 flipH="1">
            <a:off x="16936409" y="15616885"/>
            <a:ext cx="716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11BBFC30-9963-42D9-83ED-91E5F8D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6361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6D6EC66-7507-48D3-BC9E-FEBFEAAD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268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2" name=""/>
          <p:cNvCxnSpPr>
            <a:stCxn xmlns:a="http://schemas.openxmlformats.org/drawingml/2006/main" id="487" idx="2"/>
            <a:endCxn xmlns:a="http://schemas.openxmlformats.org/drawingml/2006/main" id="488" idx="0"/>
          </p:cNvCxnSpPr>
          <p:nvPr/>
        </p:nvCxnSpPr>
        <p:spPr>
          <a:xfrm xmlns:a="http://schemas.openxmlformats.org/drawingml/2006/main" flipH="1">
            <a:off x="16928316" y="15806694"/>
            <a:ext cx="8093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2B6C668-ECE4-40E0-827C-F8C8D90B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268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15741B1-2E6B-467D-A2C4-0E558C9B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839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5" name=""/>
          <p:cNvCxnSpPr>
            <a:stCxn xmlns:a="http://schemas.openxmlformats.org/drawingml/2006/main" id="490" idx="2"/>
            <a:endCxn xmlns:a="http://schemas.openxmlformats.org/drawingml/2006/main" id="491" idx="0"/>
          </p:cNvCxnSpPr>
          <p:nvPr/>
        </p:nvCxnSpPr>
        <p:spPr>
          <a:xfrm xmlns:a="http://schemas.openxmlformats.org/drawingml/2006/main" flipH="1">
            <a:off x="16920887" y="16023035"/>
            <a:ext cx="7429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FE3D6B00-B229-46B6-B4DF-23651C7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839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771746E-6B37-4651-B20B-3170155C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860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8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 flipH="1">
            <a:off x="16916908" y="16221008"/>
            <a:ext cx="3979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C25774DF-5488-43C9-8363-220AFD2C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253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5506499-C213-48F3-AB94-B520A9D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131" y="211937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1" name=""/>
          <p:cNvCxnSpPr>
            <a:stCxn xmlns:a="http://schemas.openxmlformats.org/drawingml/2006/main" id="496" idx="1"/>
            <a:endCxn xmlns:a="http://schemas.openxmlformats.org/drawingml/2006/main" id="497" idx="3"/>
          </p:cNvCxnSpPr>
          <p:nvPr/>
        </p:nvCxnSpPr>
        <p:spPr>
          <a:xfrm xmlns:a="http://schemas.openxmlformats.org/drawingml/2006/main" flipH="1">
            <a:off x="17467226" y="20989890"/>
            <a:ext cx="212027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CA4ED401-A4E6-4B76-895B-1EC1B45A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131" y="211937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E1E08EAF-72B6-4119-862B-3B78FB6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038" y="21428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4" name=""/>
          <p:cNvCxnSpPr>
            <a:stCxn xmlns:a="http://schemas.openxmlformats.org/drawingml/2006/main" id="499" idx="1"/>
            <a:endCxn xmlns:a="http://schemas.openxmlformats.org/drawingml/2006/main" id="500" idx="3"/>
          </p:cNvCxnSpPr>
          <p:nvPr/>
        </p:nvCxnSpPr>
        <p:spPr>
          <a:xfrm xmlns:a="http://schemas.openxmlformats.org/drawingml/2006/main" flipH="1">
            <a:off x="17223133" y="21193829"/>
            <a:ext cx="243998" cy="2347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B6BE5B16-6E6D-4B26-A7E9-FF5F0A30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038" y="21428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BD4C76A-211C-4F49-92E5-76198E2E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13" y="2163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7" name=""/>
          <p:cNvCxnSpPr>
            <a:stCxn xmlns:a="http://schemas.openxmlformats.org/drawingml/2006/main" id="502" idx="1"/>
            <a:endCxn xmlns:a="http://schemas.openxmlformats.org/drawingml/2006/main" id="503" idx="3"/>
          </p:cNvCxnSpPr>
          <p:nvPr/>
        </p:nvCxnSpPr>
        <p:spPr>
          <a:xfrm xmlns:a="http://schemas.openxmlformats.org/drawingml/2006/main" flipH="1">
            <a:off x="17004908" y="21428538"/>
            <a:ext cx="218130" cy="209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B9362092-FB3F-4549-A4AB-3926D285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13" y="2163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F72F347-C6D1-46B4-83F4-22D2E88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1452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0" name=""/>
          <p:cNvCxnSpPr>
            <a:stCxn xmlns:a="http://schemas.openxmlformats.org/drawingml/2006/main" id="505" idx="1"/>
            <a:endCxn xmlns:a="http://schemas.openxmlformats.org/drawingml/2006/main" id="506" idx="3"/>
          </p:cNvCxnSpPr>
          <p:nvPr/>
        </p:nvCxnSpPr>
        <p:spPr>
          <a:xfrm xmlns:a="http://schemas.openxmlformats.org/drawingml/2006/main" flipH="1">
            <a:off x="16931547" y="21638129"/>
            <a:ext cx="73266" cy="701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266DC925-272B-46BC-93EC-A1983D7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832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6B3DBCCE-12D6-4B01-A954-473F07FA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939" y="211849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3" name="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>
            <a:off x="18483880" y="20989937"/>
            <a:ext cx="97107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94722CD-2DE3-4465-A2F5-377EA91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939" y="211849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14D048E-D6F5-43A0-B8AA-43DB3FCB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975" y="2140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6" name=""/>
          <p:cNvCxnSpPr>
            <a:stCxn xmlns:a="http://schemas.openxmlformats.org/drawingml/2006/main" id="51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>
            <a:off x="18580987" y="21185084"/>
            <a:ext cx="111036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34D636CD-0D9F-4FDC-BAE3-CEB6CCAA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975" y="2140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43D38158-6215-41AD-A0D3-EDB6289D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796" y="21610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9" name=""/>
          <p:cNvCxnSpPr>
            <a:stCxn xmlns:a="http://schemas.openxmlformats.org/drawingml/2006/main" id="514" idx="2"/>
            <a:endCxn xmlns:a="http://schemas.openxmlformats.org/drawingml/2006/main" id="515" idx="0"/>
          </p:cNvCxnSpPr>
          <p:nvPr/>
        </p:nvCxnSpPr>
        <p:spPr>
          <a:xfrm xmlns:a="http://schemas.openxmlformats.org/drawingml/2006/main">
            <a:off x="18692023" y="21408176"/>
            <a:ext cx="100821" cy="2024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B3B8B0C-2E08-4567-9129-902A364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796" y="21610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C412880-86B4-4A79-9F69-D2A48E5F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1747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2" name=""/>
          <p:cNvCxnSpPr>
            <a:stCxn xmlns:a="http://schemas.openxmlformats.org/drawingml/2006/main" id="517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>
            <a:off x="18792844" y="21610701"/>
            <a:ext cx="48951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D53388F-C8B1-4F70-8657-C65D60E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2670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EA427199-D662-486C-AC49-3CE729F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430" y="19393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5" name=""/>
          <p:cNvCxnSpPr>
            <a:stCxn xmlns:a="http://schemas.openxmlformats.org/drawingml/2006/main" id="520" idx="2"/>
            <a:endCxn xmlns:a="http://schemas.openxmlformats.org/drawingml/2006/main" id="521" idx="0"/>
          </p:cNvCxnSpPr>
          <p:nvPr/>
        </p:nvCxnSpPr>
        <p:spPr>
          <a:xfrm xmlns:a="http://schemas.openxmlformats.org/drawingml/2006/main" flipH="1">
            <a:off x="18812478" y="19198920"/>
            <a:ext cx="110240" cy="1950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31B56B7F-6B6C-4A1E-9224-E473F199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430" y="19393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23DDD1CC-F3FF-4B87-ADBF-4211F54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6271" y="196170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8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 flipH="1">
            <a:off x="18686319" y="19394066"/>
            <a:ext cx="126159" cy="2229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127AF272-CE12-40E8-8A4C-E6A38D8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6271" y="196170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1116919-127E-49D1-AF89-14F2C638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1653" y="198195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1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 flipH="1">
            <a:off x="18571701" y="19617159"/>
            <a:ext cx="114618" cy="2024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EBE5F28-5425-4F84-976F-1A29ABCE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1653" y="198195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DC59BABD-4839-4939-AC4C-BF5D9656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732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4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 flipH="1">
            <a:off x="18516780" y="19819684"/>
            <a:ext cx="54921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42B04191-0906-4F72-AB15-3DB53D0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24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65AC3D9-4FC0-4BC6-BCE4-833D0B64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850" y="194010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7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>
            <a:off x="19727297" y="19198920"/>
            <a:ext cx="196601" cy="202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352E59E-625F-4566-BBB0-C799813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850" y="194010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E66721D-5D9C-476F-9CD5-D394A65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769" y="19633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0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>
            <a:off x="19923898" y="19401131"/>
            <a:ext cx="225919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5285752-C14F-4248-B3CA-7E0B5CC0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769" y="19633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064E43C-1A5B-47F9-92AC-94027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472" y="19841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3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>
            <a:off x="20149817" y="19633486"/>
            <a:ext cx="202703" cy="20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6BEF543-1DF7-4E85-996D-AB8E8E8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472" y="19841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79CD641-ED3A-483B-8C37-73877C7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700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6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>
            <a:off x="20352520" y="19841664"/>
            <a:ext cx="73228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9A615A1-15A4-41EA-B00B-8CCD13D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886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89DEF76-8B7E-4C99-A532-80066AB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37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9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 flipH="1">
            <a:off x="19447385" y="17407902"/>
            <a:ext cx="4152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C147EB1-CBBA-4023-9DC0-5244A8C4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37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60F3F06-E1F4-4027-BAB4-5205B48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0111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2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 flipH="1">
            <a:off x="19400159" y="17597711"/>
            <a:ext cx="47226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EC6F483-430D-438A-B303-0214A68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0111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688B1D3-120A-4AFC-A9B8-0A7A9CB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6731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5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 flipH="1">
            <a:off x="19356779" y="17814053"/>
            <a:ext cx="4338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4D73DE37-C5E8-46F1-99F7-38C7B49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6731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5B525DC-F50D-46B2-AC0D-93054665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260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8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 flipH="1">
            <a:off x="19331308" y="18012025"/>
            <a:ext cx="25471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996835C-7B79-46AA-9720-9FB1DA60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343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FC2BF7A-E29C-4DB7-8A8E-1DAC5700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27" y="176134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1" name=""/>
          <p:cNvCxnSpPr>
            <a:stCxn xmlns:a="http://schemas.openxmlformats.org/drawingml/2006/main" id="556" idx="3"/>
            <a:endCxn xmlns:a="http://schemas.openxmlformats.org/drawingml/2006/main" id="557" idx="1"/>
          </p:cNvCxnSpPr>
          <p:nvPr/>
        </p:nvCxnSpPr>
        <p:spPr>
          <a:xfrm xmlns:a="http://schemas.openxmlformats.org/drawingml/2006/main">
            <a:off x="20293534" y="17407855"/>
            <a:ext cx="271193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4D3BD1B-2B2A-4F4A-9C05-62D253C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27" y="176134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84EC055-F7B3-4ED5-8A39-C695705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273" y="178503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4" name=""/>
          <p:cNvCxnSpPr>
            <a:stCxn xmlns:a="http://schemas.openxmlformats.org/drawingml/2006/main" id="559" idx="3"/>
            <a:endCxn xmlns:a="http://schemas.openxmlformats.org/drawingml/2006/main" id="560" idx="1"/>
          </p:cNvCxnSpPr>
          <p:nvPr/>
        </p:nvCxnSpPr>
        <p:spPr>
          <a:xfrm xmlns:a="http://schemas.openxmlformats.org/drawingml/2006/main">
            <a:off x="20564822" y="17613521"/>
            <a:ext cx="312451" cy="2369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7E16116-CA74-4FCB-944A-5EAF7A0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273" y="178503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9D079B5-DEA1-47BC-9A89-D7C4003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725" y="1806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7" name=""/>
          <p:cNvCxnSpPr>
            <a:stCxn xmlns:a="http://schemas.openxmlformats.org/drawingml/2006/main" id="562" idx="3"/>
            <a:endCxn xmlns:a="http://schemas.openxmlformats.org/drawingml/2006/main" id="563" idx="1"/>
          </p:cNvCxnSpPr>
          <p:nvPr/>
        </p:nvCxnSpPr>
        <p:spPr>
          <a:xfrm xmlns:a="http://schemas.openxmlformats.org/drawingml/2006/main">
            <a:off x="20877368" y="17850429"/>
            <a:ext cx="278357" cy="211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C31C71D-99AF-4251-AA46-B1CB54D0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725" y="1806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302098C-5ADA-4D2D-8F82-E53B2ED0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576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0" name=""/>
          <p:cNvCxnSpPr>
            <a:stCxn xmlns:a="http://schemas.openxmlformats.org/drawingml/2006/main" id="565" idx="3"/>
            <a:endCxn xmlns:a="http://schemas.openxmlformats.org/drawingml/2006/main" id="566" idx="1"/>
          </p:cNvCxnSpPr>
          <p:nvPr/>
        </p:nvCxnSpPr>
        <p:spPr>
          <a:xfrm xmlns:a="http://schemas.openxmlformats.org/drawingml/2006/main">
            <a:off x="21155820" y="18061432"/>
            <a:ext cx="81756" cy="61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AE7C0564-5103-4DC1-ABA8-FC0AFD59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236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0D62A1A-A544-4302-890F-B4C4B846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322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3" name=""/>
          <p:cNvCxnSpPr>
            <a:stCxn xmlns:a="http://schemas.openxmlformats.org/drawingml/2006/main" id="568" idx="3"/>
            <a:endCxn xmlns:a="http://schemas.openxmlformats.org/drawingml/2006/main" id="569" idx="1"/>
          </p:cNvCxnSpPr>
          <p:nvPr/>
        </p:nvCxnSpPr>
        <p:spPr>
          <a:xfrm xmlns:a="http://schemas.openxmlformats.org/drawingml/2006/main">
            <a:off x="17748331" y="15616838"/>
            <a:ext cx="31099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E412273-BF67-4CA7-99C4-01F5F11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322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E00FC4C-B006-42E6-B95F-50DAAC7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8166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6" name=""/>
          <p:cNvCxnSpPr>
            <a:stCxn xmlns:a="http://schemas.openxmlformats.org/drawingml/2006/main" id="571" idx="3"/>
            <a:endCxn xmlns:a="http://schemas.openxmlformats.org/drawingml/2006/main" id="572" idx="1"/>
          </p:cNvCxnSpPr>
          <p:nvPr/>
        </p:nvCxnSpPr>
        <p:spPr>
          <a:xfrm xmlns:a="http://schemas.openxmlformats.org/drawingml/2006/main">
            <a:off x="18059417" y="15824231"/>
            <a:ext cx="35874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9C64EF7-CDB0-4DC8-9CED-1D282E1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8166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4CD6FE1-38D7-40C9-8C90-83591E4F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946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9" name=""/>
          <p:cNvCxnSpPr>
            <a:stCxn xmlns:a="http://schemas.openxmlformats.org/drawingml/2006/main" id="574" idx="3"/>
            <a:endCxn xmlns:a="http://schemas.openxmlformats.org/drawingml/2006/main" id="575" idx="1"/>
          </p:cNvCxnSpPr>
          <p:nvPr/>
        </p:nvCxnSpPr>
        <p:spPr>
          <a:xfrm xmlns:a="http://schemas.openxmlformats.org/drawingml/2006/main">
            <a:off x="18418261" y="16063494"/>
            <a:ext cx="31868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F4D4238-1FCB-4B70-9C25-08E4403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946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85E2E1A-9147-48CC-AE4B-BA467AB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848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2" name=""/>
          <p:cNvCxnSpPr>
            <a:stCxn xmlns:a="http://schemas.openxmlformats.org/drawingml/2006/main" id="577" idx="3"/>
            <a:endCxn xmlns:a="http://schemas.openxmlformats.org/drawingml/2006/main" id="578" idx="1"/>
          </p:cNvCxnSpPr>
          <p:nvPr/>
        </p:nvCxnSpPr>
        <p:spPr>
          <a:xfrm xmlns:a="http://schemas.openxmlformats.org/drawingml/2006/main">
            <a:off x="18737041" y="16275910"/>
            <a:ext cx="84807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4F74F8D2-DA44-4700-868C-EE63F74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5420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42D3CB8-0430-4429-97FC-B7CABF3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684" y="140279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5" name=""/>
          <p:cNvCxnSpPr>
            <a:stCxn xmlns:a="http://schemas.openxmlformats.org/drawingml/2006/main" id="580" idx="2"/>
            <a:endCxn xmlns:a="http://schemas.openxmlformats.org/drawingml/2006/main" id="581" idx="0"/>
          </p:cNvCxnSpPr>
          <p:nvPr/>
        </p:nvCxnSpPr>
        <p:spPr>
          <a:xfrm xmlns:a="http://schemas.openxmlformats.org/drawingml/2006/main">
            <a:off x="15835468" y="13825868"/>
            <a:ext cx="184264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BDCA1E0-3CFA-4FC6-8E0A-3D1D27C3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684" y="140279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6611E51B-D7BE-4417-B8AB-E66F7A4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74" y="1426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8" name=""/>
          <p:cNvCxnSpPr>
            <a:stCxn xmlns:a="http://schemas.openxmlformats.org/drawingml/2006/main" id="583" idx="2"/>
            <a:endCxn xmlns:a="http://schemas.openxmlformats.org/drawingml/2006/main" id="584" idx="0"/>
          </p:cNvCxnSpPr>
          <p:nvPr/>
        </p:nvCxnSpPr>
        <p:spPr>
          <a:xfrm xmlns:a="http://schemas.openxmlformats.org/drawingml/2006/main">
            <a:off x="16019732" y="14028080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CF84000-4A30-42AD-A8BA-5224E20A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74" y="1426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F0428B26-CB32-4FC3-A86F-FD83E8E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642" y="144685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1" name=""/>
          <p:cNvCxnSpPr>
            <a:stCxn xmlns:a="http://schemas.openxmlformats.org/drawingml/2006/main" id="586" idx="2"/>
            <a:endCxn xmlns:a="http://schemas.openxmlformats.org/drawingml/2006/main" id="587" idx="0"/>
          </p:cNvCxnSpPr>
          <p:nvPr/>
        </p:nvCxnSpPr>
        <p:spPr>
          <a:xfrm xmlns:a="http://schemas.openxmlformats.org/drawingml/2006/main">
            <a:off x="16231722" y="14260435"/>
            <a:ext cx="189968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507CE794-1B94-4CD8-BDB4-C2373F8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642" y="144685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C1EE977-A19C-48C5-BB51-FEBA6B7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1023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4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>
            <a:off x="16421690" y="14468612"/>
            <a:ext cx="69381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BA769801-E461-45AB-9AA4-45F8148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5982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DB2408CC-F269-4E56-A1D2-2D321B8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1718" y="122369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7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 flipH="1">
            <a:off x="16301766" y="12034851"/>
            <a:ext cx="184264" cy="202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BBD5ED20-C789-4096-9EB6-35551F0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1718" y="122369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84BC7218-707D-48B3-8EC8-423D375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9728" y="124693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0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 flipH="1">
            <a:off x="16089776" y="12237062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4E9460EB-7EE3-4912-ADC4-27B02C60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9728" y="124693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5C442C05-B66C-43FE-AE5B-7681226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60" y="1267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3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 flipH="1">
            <a:off x="15899808" y="12469417"/>
            <a:ext cx="189968" cy="20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E4870E0E-6F9C-45FB-81F9-7F4D49AE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60" y="1267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C228ACC9-CA79-41B7-BD7B-7D4C32E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379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6" name=""/>
          <p:cNvCxnSpPr>
            <a:stCxn xmlns:a="http://schemas.openxmlformats.org/drawingml/2006/main" id="601" idx="2"/>
            <a:endCxn xmlns:a="http://schemas.openxmlformats.org/drawingml/2006/main" id="602" idx="0"/>
          </p:cNvCxnSpPr>
          <p:nvPr/>
        </p:nvCxnSpPr>
        <p:spPr>
          <a:xfrm xmlns:a="http://schemas.openxmlformats.org/drawingml/2006/main" flipH="1">
            <a:off x="15830427" y="12677595"/>
            <a:ext cx="69381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D400A565-BD89-431C-8F3F-CE192945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0280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82093308-8CFA-4D87-ABE6-05519428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66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9" name=""/>
          <p:cNvCxnSpPr>
            <a:stCxn xmlns:a="http://schemas.openxmlformats.org/drawingml/2006/main" id="604" idx="2"/>
            <a:endCxn xmlns:a="http://schemas.openxmlformats.org/drawingml/2006/main" id="605" idx="0"/>
          </p:cNvCxnSpPr>
          <p:nvPr/>
        </p:nvCxnSpPr>
        <p:spPr>
          <a:xfrm xmlns:a="http://schemas.openxmlformats.org/drawingml/2006/main">
            <a:off x="16963338" y="12028100"/>
            <a:ext cx="0" cy="6343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A8E09A1A-9BE7-4E8F-825A-0275E92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66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805EC972-859B-466E-9BEB-F476840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37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2" name=""/>
          <p:cNvCxnSpPr>
            <a:stCxn xmlns:a="http://schemas.openxmlformats.org/drawingml/2006/main" id="607" idx="2"/>
            <a:endCxn xmlns:a="http://schemas.openxmlformats.org/drawingml/2006/main" id="608" idx="0"/>
          </p:cNvCxnSpPr>
          <p:nvPr/>
        </p:nvCxnSpPr>
        <p:spPr>
          <a:xfrm xmlns:a="http://schemas.openxmlformats.org/drawingml/2006/main">
            <a:off x="16963338" y="12662523"/>
            <a:ext cx="0" cy="10765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849A7DC6-D146-4C61-86BE-6E78C28D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37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8D2E43C9-05A6-4270-B60B-1C35EA1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4247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5" name=""/>
          <p:cNvCxnSpPr>
            <a:stCxn xmlns:a="http://schemas.openxmlformats.org/drawingml/2006/main" id="610" idx="2"/>
            <a:endCxn xmlns:a="http://schemas.openxmlformats.org/drawingml/2006/main" id="611" idx="0"/>
          </p:cNvCxnSpPr>
          <p:nvPr/>
        </p:nvCxnSpPr>
        <p:spPr>
          <a:xfrm xmlns:a="http://schemas.openxmlformats.org/drawingml/2006/main">
            <a:off x="16963338" y="13739206"/>
            <a:ext cx="0" cy="6855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D69B3071-3AAC-4403-824D-2616CC0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4247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AE0A405E-90B4-4B35-8F49-91FC9C4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5396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8" name=""/>
          <p:cNvCxnSpPr>
            <a:stCxn xmlns:a="http://schemas.openxmlformats.org/drawingml/2006/main" id="613" idx="2"/>
            <a:endCxn xmlns:a="http://schemas.openxmlformats.org/drawingml/2006/main" id="614" idx="0"/>
          </p:cNvCxnSpPr>
          <p:nvPr/>
        </p:nvCxnSpPr>
        <p:spPr>
          <a:xfrm xmlns:a="http://schemas.openxmlformats.org/drawingml/2006/main">
            <a:off x="16963338" y="14424810"/>
            <a:ext cx="0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517FC6C0-F6D3-44FB-A79C-62D2CED7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AB34B535-83AC-41DE-AA78-ABDC003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1" name=""/>
          <p:cNvCxnSpPr>
            <a:stCxn xmlns:a="http://schemas.openxmlformats.org/drawingml/2006/main" id="616" idx="2"/>
            <a:endCxn xmlns:a="http://schemas.openxmlformats.org/drawingml/2006/main" id="617" idx="0"/>
          </p:cNvCxnSpPr>
          <p:nvPr/>
        </p:nvCxnSpPr>
        <p:spPr>
          <a:xfrm xmlns:a="http://schemas.openxmlformats.org/drawingml/2006/main">
            <a:off x="16963338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BFD9393F-8050-47B8-8E8C-0447ED1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8622E8D4-36E5-4D97-9D57-B691B62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4" name=""/>
          <p:cNvCxnSpPr>
            <a:stCxn xmlns:a="http://schemas.openxmlformats.org/drawingml/2006/main" id="619" idx="2"/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16963338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6891F2DD-87D9-477F-9540-18B3254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561F4047-ADE5-4EDC-B104-A5A6AD1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7" name=""/>
          <p:cNvCxnSpPr>
            <a:stCxn xmlns:a="http://schemas.openxmlformats.org/drawingml/2006/main" id="622" idx="2"/>
            <a:endCxn xmlns:a="http://schemas.openxmlformats.org/drawingml/2006/main" id="623" idx="0"/>
          </p:cNvCxnSpPr>
          <p:nvPr/>
        </p:nvCxnSpPr>
        <p:spPr>
          <a:xfrm xmlns:a="http://schemas.openxmlformats.org/drawingml/2006/main">
            <a:off x="16963338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E3DEF78C-249A-43B0-B777-A99E8147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99608FB6-C822-4935-91D2-B61378D9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0" name=""/>
          <p:cNvCxnSpPr>
            <a:stCxn xmlns:a="http://schemas.openxmlformats.org/drawingml/2006/main" id="625" idx="2"/>
            <a:endCxn xmlns:a="http://schemas.openxmlformats.org/drawingml/2006/main" id="626" idx="0"/>
          </p:cNvCxnSpPr>
          <p:nvPr/>
        </p:nvCxnSpPr>
        <p:spPr>
          <a:xfrm xmlns:a="http://schemas.openxmlformats.org/drawingml/2006/main">
            <a:off x="16963338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C4E2AECD-78CC-4F1C-974F-FE0C5C9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348" y="10241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4D59E8FE-D58D-4CC2-BB1A-F2D8D212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131" y="105819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3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17529443" y="10241118"/>
            <a:ext cx="370688" cy="3408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0310F2FC-0727-41AC-98E3-1749CF25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131" y="105819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6DEDF0BC-43E4-42E6-BA34-A1C7078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09646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6" name=""/>
          <p:cNvCxnSpPr>
            <a:stCxn xmlns:a="http://schemas.openxmlformats.org/drawingml/2006/main" id="631" idx="3"/>
            <a:endCxn xmlns:a="http://schemas.openxmlformats.org/drawingml/2006/main" id="632" idx="1"/>
          </p:cNvCxnSpPr>
          <p:nvPr/>
        </p:nvCxnSpPr>
        <p:spPr>
          <a:xfrm xmlns:a="http://schemas.openxmlformats.org/drawingml/2006/main">
            <a:off x="17900226" y="10581957"/>
            <a:ext cx="416190" cy="3827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0D5E1680-AFC4-45FE-AF4E-D29A5872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09646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2C28DBB-8A24-432A-A4EF-3F4E63AA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20272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9" name=""/>
          <p:cNvCxnSpPr>
            <a:stCxn xmlns:a="http://schemas.openxmlformats.org/drawingml/2006/main" id="634" idx="2"/>
            <a:endCxn xmlns:a="http://schemas.openxmlformats.org/drawingml/2006/main" id="635" idx="0"/>
          </p:cNvCxnSpPr>
          <p:nvPr/>
        </p:nvCxnSpPr>
        <p:spPr>
          <a:xfrm xmlns:a="http://schemas.openxmlformats.org/drawingml/2006/main">
            <a:off x="18316464" y="10964762"/>
            <a:ext cx="0" cy="10624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ED5749EA-0F18-40C8-91A3-A1A44AE3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20272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E4E764C6-82E0-4234-B6BA-F45B6E5C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271" y="13552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2" name=""/>
          <p:cNvCxnSpPr>
            <a:stCxn xmlns:a="http://schemas.openxmlformats.org/drawingml/2006/main" id="637" idx="2"/>
            <a:endCxn xmlns:a="http://schemas.openxmlformats.org/drawingml/2006/main" id="638" idx="0"/>
          </p:cNvCxnSpPr>
          <p:nvPr/>
        </p:nvCxnSpPr>
        <p:spPr>
          <a:xfrm xmlns:a="http://schemas.openxmlformats.org/drawingml/2006/main" flipH="1">
            <a:off x="17636319" y="12027315"/>
            <a:ext cx="680145" cy="15255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DF4E8E46-AA0C-4CBF-B586-768201D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271" y="13552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83D4E9C4-C717-4E12-BA98-841B554B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83" y="1444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5" name=""/>
          <p:cNvCxnSpPr>
            <a:stCxn xmlns:a="http://schemas.openxmlformats.org/drawingml/2006/main" id="640" idx="2"/>
            <a:endCxn xmlns:a="http://schemas.openxmlformats.org/drawingml/2006/main" id="641" idx="0"/>
          </p:cNvCxnSpPr>
          <p:nvPr/>
        </p:nvCxnSpPr>
        <p:spPr>
          <a:xfrm xmlns:a="http://schemas.openxmlformats.org/drawingml/2006/main" flipH="1">
            <a:off x="17240331" y="13553008"/>
            <a:ext cx="395988" cy="88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AB37EA5A-C0BE-4B98-AEC9-703F185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83" y="1444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FB5D7F7-0139-4F5B-A509-749E99E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44" y="1454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8" name=""/>
          <p:cNvCxnSpPr>
            <a:stCxn xmlns:a="http://schemas.openxmlformats.org/drawingml/2006/main" id="643" idx="2"/>
            <a:endCxn xmlns:a="http://schemas.openxmlformats.org/drawingml/2006/main" id="644" idx="0"/>
          </p:cNvCxnSpPr>
          <p:nvPr/>
        </p:nvCxnSpPr>
        <p:spPr>
          <a:xfrm xmlns:a="http://schemas.openxmlformats.org/drawingml/2006/main" flipH="1">
            <a:off x="17195492" y="14440981"/>
            <a:ext cx="44839" cy="995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B27BA5F4-D5AC-48EB-9E5A-EBC4805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77783982-0EE9-4C3A-B0B6-5DAF1FF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1" name=""/>
          <p:cNvCxnSpPr>
            <a:stCxn xmlns:a="http://schemas.openxmlformats.org/drawingml/2006/main" id="646" idx="2"/>
            <a:endCxn xmlns:a="http://schemas.openxmlformats.org/drawingml/2006/main" id="647" idx="0"/>
          </p:cNvCxnSpPr>
          <p:nvPr/>
        </p:nvCxnSpPr>
        <p:spPr>
          <a:xfrm xmlns:a="http://schemas.openxmlformats.org/drawingml/2006/main">
            <a:off x="16963338" y="8452816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CF97696D-067D-47A4-8A06-3438710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86D528D2-4BCF-443C-BA5E-1F311B4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4" name=""/>
          <p:cNvCxnSpPr>
            <a:stCxn xmlns:a="http://schemas.openxmlformats.org/drawingml/2006/main" id="649" idx="2"/>
            <a:endCxn xmlns:a="http://schemas.openxmlformats.org/drawingml/2006/main" id="650" idx="0"/>
          </p:cNvCxnSpPr>
          <p:nvPr/>
        </p:nvCxnSpPr>
        <p:spPr>
          <a:xfrm xmlns:a="http://schemas.openxmlformats.org/drawingml/2006/main">
            <a:off x="16963338" y="8642625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0D607A4F-8A71-4F68-9A46-F2152C18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E0250CD1-4A97-4AEE-9EAB-87DA7BC5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7" name=""/>
          <p:cNvCxnSpPr>
            <a:stCxn xmlns:a="http://schemas.openxmlformats.org/drawingml/2006/main" id="652" idx="2"/>
            <a:endCxn xmlns:a="http://schemas.openxmlformats.org/drawingml/2006/main" id="653" idx="0"/>
          </p:cNvCxnSpPr>
          <p:nvPr/>
        </p:nvCxnSpPr>
        <p:spPr>
          <a:xfrm xmlns:a="http://schemas.openxmlformats.org/drawingml/2006/main">
            <a:off x="16963338" y="8858967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98CDE7D9-A217-42B7-A16A-0057F7D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705D39D-552F-42FC-9268-611721C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0" name=""/>
          <p:cNvCxnSpPr>
            <a:stCxn xmlns:a="http://schemas.openxmlformats.org/drawingml/2006/main" id="655" idx="2"/>
            <a:endCxn xmlns:a="http://schemas.openxmlformats.org/drawingml/2006/main" id="656" idx="0"/>
          </p:cNvCxnSpPr>
          <p:nvPr/>
        </p:nvCxnSpPr>
        <p:spPr>
          <a:xfrm xmlns:a="http://schemas.openxmlformats.org/drawingml/2006/main">
            <a:off x="16963338" y="9056939"/>
            <a:ext cx="0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19754746-9275-40B0-9822-D8A7CF6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5190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D41249EA-246D-42F0-AB9B-57932F3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7856" y="6870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3" name=""/>
          <p:cNvCxnSpPr>
            <a:stCxn xmlns:a="http://schemas.openxmlformats.org/drawingml/2006/main" id="658" idx="1"/>
            <a:endCxn xmlns:a="http://schemas.openxmlformats.org/drawingml/2006/main" id="659" idx="3"/>
          </p:cNvCxnSpPr>
          <p:nvPr/>
        </p:nvCxnSpPr>
        <p:spPr>
          <a:xfrm xmlns:a="http://schemas.openxmlformats.org/drawingml/2006/main" flipH="1">
            <a:off x="18767951" y="6661752"/>
            <a:ext cx="367239" cy="2092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87BAFE4-670E-4596-9FC4-3035B041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7856" y="6870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A13BD113-0C15-4A6F-AC5D-D8A2B57D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3611" y="71124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6" name=""/>
          <p:cNvCxnSpPr>
            <a:stCxn xmlns:a="http://schemas.openxmlformats.org/drawingml/2006/main" id="661" idx="1"/>
            <a:endCxn xmlns:a="http://schemas.openxmlformats.org/drawingml/2006/main" id="662" idx="3"/>
          </p:cNvCxnSpPr>
          <p:nvPr/>
        </p:nvCxnSpPr>
        <p:spPr>
          <a:xfrm xmlns:a="http://schemas.openxmlformats.org/drawingml/2006/main" flipH="1">
            <a:off x="18343706" y="6871029"/>
            <a:ext cx="424150" cy="2414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DC387686-6C8B-4ABC-BF90-0F14024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3611" y="71124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8BDE2D6-5D26-4E4E-9C6E-8F49E2D3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8053" y="7326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9" name=""/>
          <p:cNvCxnSpPr>
            <a:stCxn xmlns:a="http://schemas.openxmlformats.org/drawingml/2006/main" id="664" idx="1"/>
            <a:endCxn xmlns:a="http://schemas.openxmlformats.org/drawingml/2006/main" id="665" idx="3"/>
          </p:cNvCxnSpPr>
          <p:nvPr/>
        </p:nvCxnSpPr>
        <p:spPr>
          <a:xfrm xmlns:a="http://schemas.openxmlformats.org/drawingml/2006/main" flipH="1">
            <a:off x="17968148" y="7112488"/>
            <a:ext cx="375463" cy="2138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FADBA8EF-A850-42DC-9EF0-287C300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8053" y="7326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5EF43825-84BE-4593-A288-55EB696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640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2" name=""/>
          <p:cNvCxnSpPr>
            <a:stCxn xmlns:a="http://schemas.openxmlformats.org/drawingml/2006/main" id="667" idx="1"/>
            <a:endCxn xmlns:a="http://schemas.openxmlformats.org/drawingml/2006/main" id="668" idx="3"/>
          </p:cNvCxnSpPr>
          <p:nvPr/>
        </p:nvCxnSpPr>
        <p:spPr>
          <a:xfrm xmlns:a="http://schemas.openxmlformats.org/drawingml/2006/main" flipH="1">
            <a:off x="17878735" y="7326318"/>
            <a:ext cx="89318" cy="51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99099457-2159-4981-BFA3-D9D25B1A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902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9ECA227A-E831-46F8-97B3-64A8056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79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5" name=""/>
          <p:cNvCxnSpPr>
            <a:stCxn xmlns:a="http://schemas.openxmlformats.org/drawingml/2006/main" id="670" idx="2"/>
            <a:endCxn xmlns:a="http://schemas.openxmlformats.org/drawingml/2006/main" id="671" idx="0"/>
          </p:cNvCxnSpPr>
          <p:nvPr/>
        </p:nvCxnSpPr>
        <p:spPr>
          <a:xfrm xmlns:a="http://schemas.openxmlformats.org/drawingml/2006/main" flipH="1">
            <a:off x="19898427" y="8452816"/>
            <a:ext cx="4152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BACF1D38-2D0C-4C51-9BDC-F013538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79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928F5B91-3ABA-4E5C-BB33-6437DA1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153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8" name=""/>
          <p:cNvCxnSpPr>
            <a:stCxn xmlns:a="http://schemas.openxmlformats.org/drawingml/2006/main" id="673" idx="2"/>
            <a:endCxn xmlns:a="http://schemas.openxmlformats.org/drawingml/2006/main" id="674" idx="0"/>
          </p:cNvCxnSpPr>
          <p:nvPr/>
        </p:nvCxnSpPr>
        <p:spPr>
          <a:xfrm xmlns:a="http://schemas.openxmlformats.org/drawingml/2006/main" flipH="1">
            <a:off x="19851201" y="8642625"/>
            <a:ext cx="47226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3293FA42-6085-4CAC-9B19-A0091958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153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A7DF83D3-31A1-456F-828D-24FCAF9F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773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1" name=""/>
          <p:cNvCxnSpPr>
            <a:stCxn xmlns:a="http://schemas.openxmlformats.org/drawingml/2006/main" id="676" idx="2"/>
            <a:endCxn xmlns:a="http://schemas.openxmlformats.org/drawingml/2006/main" id="677" idx="0"/>
          </p:cNvCxnSpPr>
          <p:nvPr/>
        </p:nvCxnSpPr>
        <p:spPr>
          <a:xfrm xmlns:a="http://schemas.openxmlformats.org/drawingml/2006/main" flipH="1">
            <a:off x="19807821" y="8858967"/>
            <a:ext cx="4338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63D32CBA-A4D5-45B5-B40F-561528E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773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7E2F4757-C696-48E7-A317-CDDD462F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302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4" name=""/>
          <p:cNvCxnSpPr>
            <a:stCxn xmlns:a="http://schemas.openxmlformats.org/drawingml/2006/main" id="679" idx="2"/>
            <a:endCxn xmlns:a="http://schemas.openxmlformats.org/drawingml/2006/main" id="680" idx="0"/>
          </p:cNvCxnSpPr>
          <p:nvPr/>
        </p:nvCxnSpPr>
        <p:spPr>
          <a:xfrm xmlns:a="http://schemas.openxmlformats.org/drawingml/2006/main" flipH="1">
            <a:off x="19782350" y="9056939"/>
            <a:ext cx="25471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F7B653CC-E226-4EA6-885C-3A5428AC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4481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1BF6A5B2-8221-44BB-9D62-BFA7A043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69" y="86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7" name=""/>
          <p:cNvCxnSpPr>
            <a:stCxn xmlns:a="http://schemas.openxmlformats.org/drawingml/2006/main" id="682" idx="3"/>
            <a:endCxn xmlns:a="http://schemas.openxmlformats.org/drawingml/2006/main" id="683" idx="1"/>
          </p:cNvCxnSpPr>
          <p:nvPr/>
        </p:nvCxnSpPr>
        <p:spPr>
          <a:xfrm xmlns:a="http://schemas.openxmlformats.org/drawingml/2006/main">
            <a:off x="20744576" y="8452769"/>
            <a:ext cx="271193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F778D4E3-B9B5-41FD-AF3C-B367DCE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69" y="86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3764BB90-E0ED-470C-AB08-1A7368A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315" y="8895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0" name=""/>
          <p:cNvCxnSpPr>
            <a:stCxn xmlns:a="http://schemas.openxmlformats.org/drawingml/2006/main" id="685" idx="3"/>
            <a:endCxn xmlns:a="http://schemas.openxmlformats.org/drawingml/2006/main" id="686" idx="1"/>
          </p:cNvCxnSpPr>
          <p:nvPr/>
        </p:nvCxnSpPr>
        <p:spPr>
          <a:xfrm xmlns:a="http://schemas.openxmlformats.org/drawingml/2006/main">
            <a:off x="21015864" y="8658435"/>
            <a:ext cx="312451" cy="2369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6BF7BBD4-BF30-4C25-8863-9C27F4F5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315" y="8895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AA39B46F-C195-4DFA-8328-29E735E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6767" y="9106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3" name=""/>
          <p:cNvCxnSpPr>
            <a:stCxn xmlns:a="http://schemas.openxmlformats.org/drawingml/2006/main" id="688" idx="3"/>
            <a:endCxn xmlns:a="http://schemas.openxmlformats.org/drawingml/2006/main" id="689" idx="1"/>
          </p:cNvCxnSpPr>
          <p:nvPr/>
        </p:nvCxnSpPr>
        <p:spPr>
          <a:xfrm xmlns:a="http://schemas.openxmlformats.org/drawingml/2006/main">
            <a:off x="21328410" y="8895343"/>
            <a:ext cx="278357" cy="211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3D96B5FB-1192-486B-917A-EFA5FEA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6767" y="9106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09CEE14B-F62D-421A-9B58-88D0FEB6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8618" y="9168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6" name=""/>
          <p:cNvCxnSpPr>
            <a:stCxn xmlns:a="http://schemas.openxmlformats.org/drawingml/2006/main" id="691" idx="3"/>
            <a:endCxn xmlns:a="http://schemas.openxmlformats.org/drawingml/2006/main" id="692" idx="1"/>
          </p:cNvCxnSpPr>
          <p:nvPr/>
        </p:nvCxnSpPr>
        <p:spPr>
          <a:xfrm xmlns:a="http://schemas.openxmlformats.org/drawingml/2006/main">
            <a:off x="21606862" y="9106346"/>
            <a:ext cx="81756" cy="623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89A16DD8-AAA6-44C2-9CC6-055A8F7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BE93EAD1-8E0D-40D2-B5BF-95E0DC8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9" name=""/>
          <p:cNvCxnSpPr>
            <a:stCxn xmlns:a="http://schemas.openxmlformats.org/drawingml/2006/main" id="694" idx="2"/>
            <a:endCxn xmlns:a="http://schemas.openxmlformats.org/drawingml/2006/main" id="695" idx="0"/>
          </p:cNvCxnSpPr>
          <p:nvPr/>
        </p:nvCxnSpPr>
        <p:spPr>
          <a:xfrm xmlns:a="http://schemas.openxmlformats.org/drawingml/2006/main">
            <a:off x="20054302" y="6661799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1F1D62B8-06A3-4019-A128-C35E1E00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4172FA98-E09E-4FE9-9CD9-01C9D3B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2" name=""/>
          <p:cNvCxnSpPr>
            <a:stCxn xmlns:a="http://schemas.openxmlformats.org/drawingml/2006/main" id="697" idx="2"/>
            <a:endCxn xmlns:a="http://schemas.openxmlformats.org/drawingml/2006/main" id="698" idx="0"/>
          </p:cNvCxnSpPr>
          <p:nvPr/>
        </p:nvCxnSpPr>
        <p:spPr>
          <a:xfrm xmlns:a="http://schemas.openxmlformats.org/drawingml/2006/main">
            <a:off x="20054302" y="6851608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04CD6DCD-343B-463B-9AA6-86B127B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704C7718-9453-4FAC-9238-37E6068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5" name=""/>
          <p:cNvCxnSpPr>
            <a:stCxn xmlns:a="http://schemas.openxmlformats.org/drawingml/2006/main" id="700" idx="2"/>
            <a:endCxn xmlns:a="http://schemas.openxmlformats.org/drawingml/2006/main" id="701" idx="0"/>
          </p:cNvCxnSpPr>
          <p:nvPr/>
        </p:nvCxnSpPr>
        <p:spPr>
          <a:xfrm xmlns:a="http://schemas.openxmlformats.org/drawingml/2006/main">
            <a:off x="20054302" y="7067949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6D535AA9-F24D-4267-B192-54AEBF7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2F14E4E0-3F3B-4D3D-ADA2-492A8F2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380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8" name=""/>
          <p:cNvCxnSpPr>
            <a:stCxn xmlns:a="http://schemas.openxmlformats.org/drawingml/2006/main" id="703" idx="2"/>
            <a:endCxn xmlns:a="http://schemas.openxmlformats.org/drawingml/2006/main" id="704" idx="0"/>
          </p:cNvCxnSpPr>
          <p:nvPr/>
        </p:nvCxnSpPr>
        <p:spPr>
          <a:xfrm xmlns:a="http://schemas.openxmlformats.org/drawingml/2006/main">
            <a:off x="20054302" y="7265922"/>
            <a:ext cx="0" cy="114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C4FA012E-5D47-4787-986F-467AF13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21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9C3ABA56-E532-4D7D-96DE-825E567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168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1" name=""/>
          <p:cNvCxnSpPr>
            <a:stCxn xmlns:a="http://schemas.openxmlformats.org/drawingml/2006/main" id="706" idx="1"/>
            <a:endCxn xmlns:a="http://schemas.openxmlformats.org/drawingml/2006/main" id="707" idx="3"/>
          </p:cNvCxnSpPr>
          <p:nvPr/>
        </p:nvCxnSpPr>
        <p:spPr>
          <a:xfrm xmlns:a="http://schemas.openxmlformats.org/drawingml/2006/main" flipH="1">
            <a:off x="21252263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F22EABA6-EFD1-4BA1-AA06-23F7DDB2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168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0DC15000-E623-467D-96A2-2F7B4C5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430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4" name=""/>
          <p:cNvCxnSpPr>
            <a:stCxn xmlns:a="http://schemas.openxmlformats.org/drawingml/2006/main" id="709" idx="1"/>
            <a:endCxn xmlns:a="http://schemas.openxmlformats.org/drawingml/2006/main" id="710" idx="3"/>
          </p:cNvCxnSpPr>
          <p:nvPr/>
        </p:nvCxnSpPr>
        <p:spPr>
          <a:xfrm xmlns:a="http://schemas.openxmlformats.org/drawingml/2006/main" flipH="1">
            <a:off x="20884399" y="14033214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F3F854F9-5B00-4067-A2D7-7D49F3BD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430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30BF4143-ACC7-48CD-9994-46A57261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56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7" name=""/>
          <p:cNvCxnSpPr>
            <a:stCxn xmlns:a="http://schemas.openxmlformats.org/drawingml/2006/main" id="712" idx="1"/>
            <a:endCxn xmlns:a="http://schemas.openxmlformats.org/drawingml/2006/main" id="713" idx="3"/>
          </p:cNvCxnSpPr>
          <p:nvPr/>
        </p:nvCxnSpPr>
        <p:spPr>
          <a:xfrm xmlns:a="http://schemas.openxmlformats.org/drawingml/2006/main" flipH="1">
            <a:off x="20557659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D4295BB5-B1AB-486C-99A4-B5D374BD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56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916D4926-3606-4ABD-90A4-57D9045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0805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0" name=""/>
          <p:cNvCxnSpPr>
            <a:stCxn xmlns:a="http://schemas.openxmlformats.org/drawingml/2006/main" id="715" idx="1"/>
            <a:endCxn xmlns:a="http://schemas.openxmlformats.org/drawingml/2006/main" id="716" idx="3"/>
          </p:cNvCxnSpPr>
          <p:nvPr/>
        </p:nvCxnSpPr>
        <p:spPr>
          <a:xfrm xmlns:a="http://schemas.openxmlformats.org/drawingml/2006/main" flipH="1">
            <a:off x="20470900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52E6723C-361C-49F0-96A8-E7D4CFA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EE4875A2-31E1-4AAA-8608-FC5760D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3" name=""/>
          <p:cNvCxnSpPr>
            <a:stCxn xmlns:a="http://schemas.openxmlformats.org/drawingml/2006/main" id="718" idx="2"/>
            <a:endCxn xmlns:a="http://schemas.openxmlformats.org/drawingml/2006/main" id="719" idx="0"/>
          </p:cNvCxnSpPr>
          <p:nvPr/>
        </p:nvCxnSpPr>
        <p:spPr>
          <a:xfrm xmlns:a="http://schemas.openxmlformats.org/drawingml/2006/main">
            <a:off x="22375841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6F83E266-EA06-49D1-9AC7-96C496B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694FF600-6DCC-431D-90F5-FA50C338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6" name=""/>
          <p:cNvCxnSpPr>
            <a:stCxn xmlns:a="http://schemas.openxmlformats.org/drawingml/2006/main" id="721" idx="2"/>
            <a:endCxn xmlns:a="http://schemas.openxmlformats.org/drawingml/2006/main" id="722" idx="0"/>
          </p:cNvCxnSpPr>
          <p:nvPr/>
        </p:nvCxnSpPr>
        <p:spPr>
          <a:xfrm xmlns:a="http://schemas.openxmlformats.org/drawingml/2006/main">
            <a:off x="22375841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97BF620C-BB70-4597-8F57-194408B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A90ACD6F-1E45-45DF-BDD6-30E1EA32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9" name=""/>
          <p:cNvCxnSpPr>
            <a:stCxn xmlns:a="http://schemas.openxmlformats.org/drawingml/2006/main" id="724" idx="2"/>
            <a:endCxn xmlns:a="http://schemas.openxmlformats.org/drawingml/2006/main" id="725" idx="0"/>
          </p:cNvCxnSpPr>
          <p:nvPr/>
        </p:nvCxnSpPr>
        <p:spPr>
          <a:xfrm xmlns:a="http://schemas.openxmlformats.org/drawingml/2006/main">
            <a:off x="22375841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2F86DE1B-6089-4A9F-A05E-FE2DF5CA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0866BD21-5605-4CBE-9076-1B95AA8F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2" name=""/>
          <p:cNvCxnSpPr>
            <a:stCxn xmlns:a="http://schemas.openxmlformats.org/drawingml/2006/main" id="727" idx="2"/>
            <a:endCxn xmlns:a="http://schemas.openxmlformats.org/drawingml/2006/main" id="728" idx="0"/>
          </p:cNvCxnSpPr>
          <p:nvPr/>
        </p:nvCxnSpPr>
        <p:spPr>
          <a:xfrm xmlns:a="http://schemas.openxmlformats.org/drawingml/2006/main">
            <a:off x="22375841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04156389-22DB-42D1-ADE4-56B6929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466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4BF11883-909E-4AFB-88B4-94C74465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420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5" name=""/>
          <p:cNvCxnSpPr>
            <a:stCxn xmlns:a="http://schemas.openxmlformats.org/drawingml/2006/main" id="730" idx="1"/>
            <a:endCxn xmlns:a="http://schemas.openxmlformats.org/drawingml/2006/main" id="731" idx="3"/>
          </p:cNvCxnSpPr>
          <p:nvPr/>
        </p:nvCxnSpPr>
        <p:spPr>
          <a:xfrm xmlns:a="http://schemas.openxmlformats.org/drawingml/2006/main" flipH="1">
            <a:off x="23958515" y="12034804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751B8A41-AC70-40BE-B78A-6A7B1361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420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F19B5C92-4D48-4CEB-8DC7-96EDC70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555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8" name=""/>
          <p:cNvCxnSpPr>
            <a:stCxn xmlns:a="http://schemas.openxmlformats.org/drawingml/2006/main" id="733" idx="1"/>
            <a:endCxn xmlns:a="http://schemas.openxmlformats.org/drawingml/2006/main" id="734" idx="3"/>
          </p:cNvCxnSpPr>
          <p:nvPr/>
        </p:nvCxnSpPr>
        <p:spPr>
          <a:xfrm xmlns:a="http://schemas.openxmlformats.org/drawingml/2006/main" flipH="1">
            <a:off x="23590650" y="12242196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2E81AA6E-F09E-46A6-ABD6-F312E58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555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2F7DDCDC-C2BE-48F7-9F8D-7F970D1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815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1" name=""/>
          <p:cNvCxnSpPr>
            <a:stCxn xmlns:a="http://schemas.openxmlformats.org/drawingml/2006/main" id="736" idx="1"/>
            <a:endCxn xmlns:a="http://schemas.openxmlformats.org/drawingml/2006/main" id="737" idx="3"/>
          </p:cNvCxnSpPr>
          <p:nvPr/>
        </p:nvCxnSpPr>
        <p:spPr>
          <a:xfrm xmlns:a="http://schemas.openxmlformats.org/drawingml/2006/main" flipH="1">
            <a:off x="23263910" y="12481459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3161DBB7-0553-4900-8C3A-3087811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815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9B28C9B5-F9B0-45B0-B15A-483595D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056" y="12750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4" name=""/>
          <p:cNvCxnSpPr>
            <a:stCxn xmlns:a="http://schemas.openxmlformats.org/drawingml/2006/main" id="739" idx="1"/>
            <a:endCxn xmlns:a="http://schemas.openxmlformats.org/drawingml/2006/main" id="740" idx="3"/>
          </p:cNvCxnSpPr>
          <p:nvPr/>
        </p:nvCxnSpPr>
        <p:spPr>
          <a:xfrm xmlns:a="http://schemas.openxmlformats.org/drawingml/2006/main" flipH="1">
            <a:off x="23177151" y="12693875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9FA67C3D-3406-40B4-86CA-7BF39480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0B6E755D-24A6-45B7-B1FE-330659A0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7" name=""/>
          <p:cNvCxnSpPr>
            <a:stCxn xmlns:a="http://schemas.openxmlformats.org/drawingml/2006/main" id="742" idx="2"/>
            <a:endCxn xmlns:a="http://schemas.openxmlformats.org/drawingml/2006/main" id="743" idx="0"/>
          </p:cNvCxnSpPr>
          <p:nvPr/>
        </p:nvCxnSpPr>
        <p:spPr>
          <a:xfrm xmlns:a="http://schemas.openxmlformats.org/drawingml/2006/main">
            <a:off x="25082093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25BECE33-E7BB-4242-98F0-4F5388A7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8A97F556-E08B-4BEF-849B-05993AF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0" name=""/>
          <p:cNvCxnSpPr>
            <a:stCxn xmlns:a="http://schemas.openxmlformats.org/drawingml/2006/main" id="745" idx="2"/>
            <a:endCxn xmlns:a="http://schemas.openxmlformats.org/drawingml/2006/main" id="746" idx="0"/>
          </p:cNvCxnSpPr>
          <p:nvPr/>
        </p:nvCxnSpPr>
        <p:spPr>
          <a:xfrm xmlns:a="http://schemas.openxmlformats.org/drawingml/2006/main">
            <a:off x="25082093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4393849A-7851-4C09-BE3A-AFC5E9F4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2F032536-2E0E-47E1-AEB8-22CCD9C0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3" name=""/>
          <p:cNvCxnSpPr>
            <a:stCxn xmlns:a="http://schemas.openxmlformats.org/drawingml/2006/main" id="748" idx="2"/>
            <a:endCxn xmlns:a="http://schemas.openxmlformats.org/drawingml/2006/main" id="749" idx="0"/>
          </p:cNvCxnSpPr>
          <p:nvPr/>
        </p:nvCxnSpPr>
        <p:spPr>
          <a:xfrm xmlns:a="http://schemas.openxmlformats.org/drawingml/2006/main">
            <a:off x="25082093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8AC346A0-2A22-4A91-87EE-E0B05D3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25F1797A-965F-4DE2-B257-202486B6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6" name=""/>
          <p:cNvCxnSpPr>
            <a:stCxn xmlns:a="http://schemas.openxmlformats.org/drawingml/2006/main" id="751" idx="2"/>
            <a:endCxn xmlns:a="http://schemas.openxmlformats.org/drawingml/2006/main" id="752" idx="0"/>
          </p:cNvCxnSpPr>
          <p:nvPr/>
        </p:nvCxnSpPr>
        <p:spPr>
          <a:xfrm xmlns:a="http://schemas.openxmlformats.org/drawingml/2006/main">
            <a:off x="25082093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97976455-04C9-42D2-AC01-2B7781C8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5940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913B8AC9-0FC1-4ECF-B4F7-4EFA37D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249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9" name=""/>
          <p:cNvCxnSpPr>
            <a:stCxn xmlns:a="http://schemas.openxmlformats.org/drawingml/2006/main" id="754" idx="2"/>
            <a:endCxn xmlns:a="http://schemas.openxmlformats.org/drawingml/2006/main" id="755" idx="0"/>
          </p:cNvCxnSpPr>
          <p:nvPr/>
        </p:nvCxnSpPr>
        <p:spPr>
          <a:xfrm xmlns:a="http://schemas.openxmlformats.org/drawingml/2006/main" flipH="1">
            <a:off x="27233297" y="15616885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EC879838-175B-4202-81C2-648137B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249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266BC914-DD2F-4050-B627-C95CD54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8139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2" name=""/>
          <p:cNvCxnSpPr>
            <a:stCxn xmlns:a="http://schemas.openxmlformats.org/drawingml/2006/main" id="757" idx="2"/>
            <a:endCxn xmlns:a="http://schemas.openxmlformats.org/drawingml/2006/main" id="758" idx="0"/>
          </p:cNvCxnSpPr>
          <p:nvPr/>
        </p:nvCxnSpPr>
        <p:spPr>
          <a:xfrm xmlns:a="http://schemas.openxmlformats.org/drawingml/2006/main" flipH="1">
            <a:off x="27058187" y="15815486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FE2433AC-F027-4AAC-BA10-B179A61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8139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34F39991-20B2-4E38-8F3A-3D29CE6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14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5" name=""/>
          <p:cNvCxnSpPr>
            <a:stCxn xmlns:a="http://schemas.openxmlformats.org/drawingml/2006/main" id="760" idx="2"/>
            <a:endCxn xmlns:a="http://schemas.openxmlformats.org/drawingml/2006/main" id="761" idx="0"/>
          </p:cNvCxnSpPr>
          <p:nvPr/>
        </p:nvCxnSpPr>
        <p:spPr>
          <a:xfrm xmlns:a="http://schemas.openxmlformats.org/drawingml/2006/main" flipH="1">
            <a:off x="26900189" y="16043288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001388C7-F881-45C1-86C1-C3D5BC1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14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D6E2A106-ACDB-4F9F-8C47-CE3C41BA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149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8" name=""/>
          <p:cNvCxnSpPr>
            <a:stCxn xmlns:a="http://schemas.openxmlformats.org/drawingml/2006/main" id="763" idx="2"/>
            <a:endCxn xmlns:a="http://schemas.openxmlformats.org/drawingml/2006/main" id="764" idx="0"/>
          </p:cNvCxnSpPr>
          <p:nvPr/>
        </p:nvCxnSpPr>
        <p:spPr>
          <a:xfrm xmlns:a="http://schemas.openxmlformats.org/drawingml/2006/main" flipH="1">
            <a:off x="26833197" y="16248640"/>
            <a:ext cx="66992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06DBCD8D-9652-4D9D-8287-FB563611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065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EBEBE91A-3450-496B-944D-104630C9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343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1" name=""/>
          <p:cNvCxnSpPr>
            <a:stCxn xmlns:a="http://schemas.openxmlformats.org/drawingml/2006/main" id="766" idx="2"/>
            <a:endCxn xmlns:a="http://schemas.openxmlformats.org/drawingml/2006/main" id="767" idx="0"/>
          </p:cNvCxnSpPr>
          <p:nvPr/>
        </p:nvCxnSpPr>
        <p:spPr>
          <a:xfrm xmlns:a="http://schemas.openxmlformats.org/drawingml/2006/main">
            <a:off x="28190700" y="15616885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C2C08042-F0B0-4F03-BD62-36CE565C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343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8F297C5F-A3D4-4B42-9CB2-7C42356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453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4" name=""/>
          <p:cNvCxnSpPr>
            <a:stCxn xmlns:a="http://schemas.openxmlformats.org/drawingml/2006/main" id="769" idx="2"/>
            <a:endCxn xmlns:a="http://schemas.openxmlformats.org/drawingml/2006/main" id="770" idx="0"/>
          </p:cNvCxnSpPr>
          <p:nvPr/>
        </p:nvCxnSpPr>
        <p:spPr>
          <a:xfrm xmlns:a="http://schemas.openxmlformats.org/drawingml/2006/main">
            <a:off x="28343391" y="15815486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386D8F00-00DA-4ABB-A1B0-C39F638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453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80A1A2EA-8681-45CB-8F4A-27528FE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645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7" name=""/>
          <p:cNvCxnSpPr>
            <a:stCxn xmlns:a="http://schemas.openxmlformats.org/drawingml/2006/main" id="772" idx="2"/>
            <a:endCxn xmlns:a="http://schemas.openxmlformats.org/drawingml/2006/main" id="773" idx="0"/>
          </p:cNvCxnSpPr>
          <p:nvPr/>
        </p:nvCxnSpPr>
        <p:spPr>
          <a:xfrm xmlns:a="http://schemas.openxmlformats.org/drawingml/2006/main">
            <a:off x="28518501" y="16043288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A598D1BE-C2B2-4D03-ADC6-6E15A64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645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D0CC46D2-0992-4AD2-BC37-9B3D1AC8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3444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0" name=""/>
          <p:cNvCxnSpPr>
            <a:stCxn xmlns:a="http://schemas.openxmlformats.org/drawingml/2006/main" id="775" idx="2"/>
            <a:endCxn xmlns:a="http://schemas.openxmlformats.org/drawingml/2006/main" id="776" idx="0"/>
          </p:cNvCxnSpPr>
          <p:nvPr/>
        </p:nvCxnSpPr>
        <p:spPr>
          <a:xfrm xmlns:a="http://schemas.openxmlformats.org/drawingml/2006/main">
            <a:off x="28676499" y="16248640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7E4A010D-8F0A-40C1-912B-7001D50C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662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1ED0C94B-D720-4EC7-AF77-4BC278F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3" name=""/>
          <p:cNvCxnSpPr>
            <a:stCxn xmlns:a="http://schemas.openxmlformats.org/drawingml/2006/main" id="778" idx="3"/>
            <a:endCxn xmlns:a="http://schemas.openxmlformats.org/drawingml/2006/main" id="779" idx="1"/>
          </p:cNvCxnSpPr>
          <p:nvPr/>
        </p:nvCxnSpPr>
        <p:spPr>
          <a:xfrm xmlns:a="http://schemas.openxmlformats.org/drawingml/2006/main">
            <a:off x="25886719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6BF83B4A-4172-420A-8BBA-6C472A1A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D2BA622C-BAF6-4DA2-AED9-3570092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6" name=""/>
          <p:cNvCxnSpPr>
            <a:stCxn xmlns:a="http://schemas.openxmlformats.org/drawingml/2006/main" id="781" idx="3"/>
            <a:endCxn xmlns:a="http://schemas.openxmlformats.org/drawingml/2006/main" id="782" idx="1"/>
          </p:cNvCxnSpPr>
          <p:nvPr/>
        </p:nvCxnSpPr>
        <p:spPr>
          <a:xfrm xmlns:a="http://schemas.openxmlformats.org/drawingml/2006/main">
            <a:off x="26205765" y="14033214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3B64666A-56E0-40F5-9FF7-4DF19F45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13FCAFFB-81D8-4B87-B18D-A9599D3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9" name=""/>
          <p:cNvCxnSpPr>
            <a:stCxn xmlns:a="http://schemas.openxmlformats.org/drawingml/2006/main" id="784" idx="3"/>
            <a:endCxn xmlns:a="http://schemas.openxmlformats.org/drawingml/2006/main" id="785" idx="1"/>
          </p:cNvCxnSpPr>
          <p:nvPr/>
        </p:nvCxnSpPr>
        <p:spPr>
          <a:xfrm xmlns:a="http://schemas.openxmlformats.org/drawingml/2006/main">
            <a:off x="26573629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B51C5ED6-7E5E-4325-9060-7E6ED9C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B89AE5F4-7D9C-4BAB-AED4-A530BDE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033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2" name=""/>
          <p:cNvCxnSpPr>
            <a:stCxn xmlns:a="http://schemas.openxmlformats.org/drawingml/2006/main" id="787" idx="3"/>
            <a:endCxn xmlns:a="http://schemas.openxmlformats.org/drawingml/2006/main" id="788" idx="1"/>
          </p:cNvCxnSpPr>
          <p:nvPr/>
        </p:nvCxnSpPr>
        <p:spPr>
          <a:xfrm xmlns:a="http://schemas.openxmlformats.org/drawingml/2006/main">
            <a:off x="26900369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4FD1BECB-19B8-419E-91B6-2629F46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53F27341-3BEE-4CF0-9698-472379D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5" name=""/>
          <p:cNvCxnSpPr>
            <a:stCxn xmlns:a="http://schemas.openxmlformats.org/drawingml/2006/main" id="790" idx="2"/>
            <a:endCxn xmlns:a="http://schemas.openxmlformats.org/drawingml/2006/main" id="791" idx="0"/>
          </p:cNvCxnSpPr>
          <p:nvPr/>
        </p:nvCxnSpPr>
        <p:spPr>
          <a:xfrm xmlns:a="http://schemas.openxmlformats.org/drawingml/2006/main">
            <a:off x="25082093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6F22FD4F-587A-4B49-9698-2CF1394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DD4351A3-0416-40FD-B644-6F46472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8" name=""/>
          <p:cNvCxnSpPr>
            <a:stCxn xmlns:a="http://schemas.openxmlformats.org/drawingml/2006/main" id="793" idx="2"/>
            <a:endCxn xmlns:a="http://schemas.openxmlformats.org/drawingml/2006/main" id="794" idx="0"/>
          </p:cNvCxnSpPr>
          <p:nvPr/>
        </p:nvCxnSpPr>
        <p:spPr>
          <a:xfrm xmlns:a="http://schemas.openxmlformats.org/drawingml/2006/main">
            <a:off x="25082093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745782A7-D0B6-44E4-BF54-E5297F91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B350B35A-FFA6-48F7-8017-70FBECDF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1" name=""/>
          <p:cNvCxnSpPr>
            <a:stCxn xmlns:a="http://schemas.openxmlformats.org/drawingml/2006/main" id="796" idx="2"/>
            <a:endCxn xmlns:a="http://schemas.openxmlformats.org/drawingml/2006/main" id="797" idx="0"/>
          </p:cNvCxnSpPr>
          <p:nvPr/>
        </p:nvCxnSpPr>
        <p:spPr>
          <a:xfrm xmlns:a="http://schemas.openxmlformats.org/drawingml/2006/main">
            <a:off x="25082093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42CA883C-1247-4744-82EE-7EAC5FCC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6C32DD6B-F3EA-4DFF-A350-176E8C3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4" name=""/>
          <p:cNvCxnSpPr>
            <a:stCxn xmlns:a="http://schemas.openxmlformats.org/drawingml/2006/main" id="799" idx="2"/>
            <a:endCxn xmlns:a="http://schemas.openxmlformats.org/drawingml/2006/main" id="800" idx="0"/>
          </p:cNvCxnSpPr>
          <p:nvPr/>
        </p:nvCxnSpPr>
        <p:spPr>
          <a:xfrm xmlns:a="http://schemas.openxmlformats.org/drawingml/2006/main">
            <a:off x="25082093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6CA5B5CE-F5FE-4CBB-8061-F3E7AD3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316C51FB-7B00-4460-A6EE-E9CAEB8C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7" name=""/>
          <p:cNvCxnSpPr>
            <a:stCxn xmlns:a="http://schemas.openxmlformats.org/drawingml/2006/main" id="802" idx="2"/>
            <a:endCxn xmlns:a="http://schemas.openxmlformats.org/drawingml/2006/main" id="803" idx="0"/>
          </p:cNvCxnSpPr>
          <p:nvPr/>
        </p:nvCxnSpPr>
        <p:spPr>
          <a:xfrm xmlns:a="http://schemas.openxmlformats.org/drawingml/2006/main">
            <a:off x="25082093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BB09183F-3109-4834-908D-913E5365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FFA0FB3E-9DD4-45BB-9057-13C03AA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0" name=""/>
          <p:cNvCxnSpPr>
            <a:stCxn xmlns:a="http://schemas.openxmlformats.org/drawingml/2006/main" id="805" idx="2"/>
            <a:endCxn xmlns:a="http://schemas.openxmlformats.org/drawingml/2006/main" id="806" idx="0"/>
          </p:cNvCxnSpPr>
          <p:nvPr/>
        </p:nvCxnSpPr>
        <p:spPr>
          <a:xfrm xmlns:a="http://schemas.openxmlformats.org/drawingml/2006/main">
            <a:off x="25082093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83E3F9F5-4361-40E8-A703-2AEB81AE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19D6247E-5DEB-4FEA-AC26-01FF67A2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3" name=""/>
          <p:cNvCxnSpPr>
            <a:stCxn xmlns:a="http://schemas.openxmlformats.org/drawingml/2006/main" id="808" idx="2"/>
            <a:endCxn xmlns:a="http://schemas.openxmlformats.org/drawingml/2006/main" id="809" idx="0"/>
          </p:cNvCxnSpPr>
          <p:nvPr/>
        </p:nvCxnSpPr>
        <p:spPr>
          <a:xfrm xmlns:a="http://schemas.openxmlformats.org/drawingml/2006/main">
            <a:off x="25082093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7663CBDC-CDDF-484C-BE27-2F99742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A8532298-5C48-46C7-90E7-3DEF17D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6" name=""/>
          <p:cNvCxnSpPr>
            <a:stCxn xmlns:a="http://schemas.openxmlformats.org/drawingml/2006/main" id="811" idx="2"/>
            <a:endCxn xmlns:a="http://schemas.openxmlformats.org/drawingml/2006/main" id="812" idx="0"/>
          </p:cNvCxnSpPr>
          <p:nvPr/>
        </p:nvCxnSpPr>
        <p:spPr>
          <a:xfrm xmlns:a="http://schemas.openxmlformats.org/drawingml/2006/main">
            <a:off x="25082093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1A51348E-DD4D-4DF0-A423-4008E990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17313C56-F38B-4373-9963-667AC93F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9" name=""/>
          <p:cNvCxnSpPr>
            <a:stCxn xmlns:a="http://schemas.openxmlformats.org/drawingml/2006/main" id="814" idx="2"/>
            <a:endCxn xmlns:a="http://schemas.openxmlformats.org/drawingml/2006/main" id="815" idx="0"/>
          </p:cNvCxnSpPr>
          <p:nvPr/>
        </p:nvCxnSpPr>
        <p:spPr>
          <a:xfrm xmlns:a="http://schemas.openxmlformats.org/drawingml/2006/main">
            <a:off x="27788344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3ECB1C45-188E-4A3A-9B54-AFA3F78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E1BDBEC7-16B3-4B2A-A727-E500B44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2" name=""/>
          <p:cNvCxnSpPr>
            <a:stCxn xmlns:a="http://schemas.openxmlformats.org/drawingml/2006/main" id="817" idx="2"/>
            <a:endCxn xmlns:a="http://schemas.openxmlformats.org/drawingml/2006/main" id="818" idx="0"/>
          </p:cNvCxnSpPr>
          <p:nvPr/>
        </p:nvCxnSpPr>
        <p:spPr>
          <a:xfrm xmlns:a="http://schemas.openxmlformats.org/drawingml/2006/main">
            <a:off x="27788344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98406FB2-0D97-42A9-BD60-82EDBBA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593929EA-6A8A-4151-9518-12AF7147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5" name=""/>
          <p:cNvCxnSpPr>
            <a:stCxn xmlns:a="http://schemas.openxmlformats.org/drawingml/2006/main" id="820" idx="2"/>
            <a:endCxn xmlns:a="http://schemas.openxmlformats.org/drawingml/2006/main" id="821" idx="0"/>
          </p:cNvCxnSpPr>
          <p:nvPr/>
        </p:nvCxnSpPr>
        <p:spPr>
          <a:xfrm xmlns:a="http://schemas.openxmlformats.org/drawingml/2006/main">
            <a:off x="27788344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AB4E0B63-099B-4609-A94C-E2D2D70E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6A2D3685-1390-402B-8F04-33DF62A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8" name=""/>
          <p:cNvCxnSpPr>
            <a:stCxn xmlns:a="http://schemas.openxmlformats.org/drawingml/2006/main" id="823" idx="2"/>
            <a:endCxn xmlns:a="http://schemas.openxmlformats.org/drawingml/2006/main" id="824" idx="0"/>
          </p:cNvCxnSpPr>
          <p:nvPr/>
        </p:nvCxnSpPr>
        <p:spPr>
          <a:xfrm xmlns:a="http://schemas.openxmlformats.org/drawingml/2006/main">
            <a:off x="27788344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79919899-4BB3-4CD0-AEB9-4716ECD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1613C80E-B3C0-4B74-B6B2-F285CA6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1" name=""/>
          <p:cNvCxnSpPr>
            <a:stCxn xmlns:a="http://schemas.openxmlformats.org/drawingml/2006/main" id="826" idx="2"/>
            <a:endCxn xmlns:a="http://schemas.openxmlformats.org/drawingml/2006/main" id="827" idx="0"/>
          </p:cNvCxnSpPr>
          <p:nvPr/>
        </p:nvCxnSpPr>
        <p:spPr>
          <a:xfrm xmlns:a="http://schemas.openxmlformats.org/drawingml/2006/main">
            <a:off x="30494595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CD4F5CB8-D69A-4CB5-BEE8-CE6F407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6326BA8C-F2BE-4500-A70D-D7F0C9F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4" name=""/>
          <p:cNvCxnSpPr>
            <a:stCxn xmlns:a="http://schemas.openxmlformats.org/drawingml/2006/main" id="829" idx="2"/>
            <a:endCxn xmlns:a="http://schemas.openxmlformats.org/drawingml/2006/main" id="830" idx="0"/>
          </p:cNvCxnSpPr>
          <p:nvPr/>
        </p:nvCxnSpPr>
        <p:spPr>
          <a:xfrm xmlns:a="http://schemas.openxmlformats.org/drawingml/2006/main">
            <a:off x="30494595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EB5C71C1-4575-4391-B7A2-34840EB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92A38355-411C-4927-A9B5-869F5C6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7" name=""/>
          <p:cNvCxnSpPr>
            <a:stCxn xmlns:a="http://schemas.openxmlformats.org/drawingml/2006/main" id="832" idx="2"/>
            <a:endCxn xmlns:a="http://schemas.openxmlformats.org/drawingml/2006/main" id="833" idx="0"/>
          </p:cNvCxnSpPr>
          <p:nvPr/>
        </p:nvCxnSpPr>
        <p:spPr>
          <a:xfrm xmlns:a="http://schemas.openxmlformats.org/drawingml/2006/main">
            <a:off x="30494595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99765EBD-1CF6-477A-A3A7-35D925C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D7AD57F4-E15D-4F33-8656-B086302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0" name=""/>
          <p:cNvCxnSpPr>
            <a:stCxn xmlns:a="http://schemas.openxmlformats.org/drawingml/2006/main" id="835" idx="2"/>
            <a:endCxn xmlns:a="http://schemas.openxmlformats.org/drawingml/2006/main" id="836" idx="0"/>
          </p:cNvCxnSpPr>
          <p:nvPr/>
        </p:nvCxnSpPr>
        <p:spPr>
          <a:xfrm xmlns:a="http://schemas.openxmlformats.org/drawingml/2006/main">
            <a:off x="30494595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19473C1D-6DDC-4B1E-9997-50E8EA4D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2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586509B3-F924-4106-8E87-96100CE4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7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3" name=""/>
          <p:cNvCxnSpPr>
            <a:stCxn xmlns:a="http://schemas.openxmlformats.org/drawingml/2006/main" id="838" idx="3"/>
            <a:endCxn xmlns:a="http://schemas.openxmlformats.org/drawingml/2006/main" id="839" idx="1"/>
          </p:cNvCxnSpPr>
          <p:nvPr/>
        </p:nvCxnSpPr>
        <p:spPr>
          <a:xfrm xmlns:a="http://schemas.openxmlformats.org/drawingml/2006/main">
            <a:off x="31299222" y="13825821"/>
            <a:ext cx="318950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B91EE2D6-3B3C-423A-AAF1-C904A958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7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602DB83A-85B4-4247-A05F-0C4B1005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603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6" name=""/>
          <p:cNvCxnSpPr>
            <a:stCxn xmlns:a="http://schemas.openxmlformats.org/drawingml/2006/main" id="841" idx="3"/>
            <a:endCxn xmlns:a="http://schemas.openxmlformats.org/drawingml/2006/main" id="842" idx="1"/>
          </p:cNvCxnSpPr>
          <p:nvPr/>
        </p:nvCxnSpPr>
        <p:spPr>
          <a:xfrm xmlns:a="http://schemas.openxmlformats.org/drawingml/2006/main">
            <a:off x="31618267" y="1403321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BFA248A0-FC68-4AA1-98D8-E26159A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603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303E7CD7-9454-451B-90CF-9BD2D0E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77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9" name=""/>
          <p:cNvCxnSpPr>
            <a:stCxn xmlns:a="http://schemas.openxmlformats.org/drawingml/2006/main" id="844" idx="3"/>
            <a:endCxn xmlns:a="http://schemas.openxmlformats.org/drawingml/2006/main" id="845" idx="1"/>
          </p:cNvCxnSpPr>
          <p:nvPr/>
        </p:nvCxnSpPr>
        <p:spPr>
          <a:xfrm xmlns:a="http://schemas.openxmlformats.org/drawingml/2006/main">
            <a:off x="31986132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3D1F4AA8-6E1F-47FD-8B4C-572B315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77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F6FCAE23-9069-41D0-80AD-392DEF0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9536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2" name=""/>
          <p:cNvCxnSpPr>
            <a:stCxn xmlns:a="http://schemas.openxmlformats.org/drawingml/2006/main" id="847" idx="3"/>
            <a:endCxn xmlns:a="http://schemas.openxmlformats.org/drawingml/2006/main" id="848" idx="1"/>
          </p:cNvCxnSpPr>
          <p:nvPr/>
        </p:nvCxnSpPr>
        <p:spPr>
          <a:xfrm xmlns:a="http://schemas.openxmlformats.org/drawingml/2006/main">
            <a:off x="32312872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1D1F1C67-836D-411D-8494-95B6678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875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A25E5714-6A6F-4D4C-B859-1667AC7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1921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5" name=""/>
          <p:cNvCxnSpPr>
            <a:stCxn xmlns:a="http://schemas.openxmlformats.org/drawingml/2006/main" id="850" idx="3"/>
            <a:endCxn xmlns:a="http://schemas.openxmlformats.org/drawingml/2006/main" id="851" idx="1"/>
          </p:cNvCxnSpPr>
          <p:nvPr/>
        </p:nvCxnSpPr>
        <p:spPr>
          <a:xfrm xmlns:a="http://schemas.openxmlformats.org/drawingml/2006/main">
            <a:off x="28592970" y="12034804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3C7B7966-B802-4C47-A7AF-2470040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1921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B80D30EC-5722-4CDC-8AF4-FDE83B3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786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8" name=""/>
          <p:cNvCxnSpPr>
            <a:stCxn xmlns:a="http://schemas.openxmlformats.org/drawingml/2006/main" id="853" idx="3"/>
            <a:endCxn xmlns:a="http://schemas.openxmlformats.org/drawingml/2006/main" id="854" idx="1"/>
          </p:cNvCxnSpPr>
          <p:nvPr/>
        </p:nvCxnSpPr>
        <p:spPr>
          <a:xfrm xmlns:a="http://schemas.openxmlformats.org/drawingml/2006/main">
            <a:off x="28912016" y="12242196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B21CF596-84A7-4338-BE90-704F1C4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786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31D98576-7637-4D33-AB54-B9514E1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6526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1" name=""/>
          <p:cNvCxnSpPr>
            <a:stCxn xmlns:a="http://schemas.openxmlformats.org/drawingml/2006/main" id="856" idx="3"/>
            <a:endCxn xmlns:a="http://schemas.openxmlformats.org/drawingml/2006/main" id="857" idx="1"/>
          </p:cNvCxnSpPr>
          <p:nvPr/>
        </p:nvCxnSpPr>
        <p:spPr>
          <a:xfrm xmlns:a="http://schemas.openxmlformats.org/drawingml/2006/main">
            <a:off x="29279881" y="12481459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8B461218-78EC-40AE-BF7C-ED477A2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6526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1BF3FE37-8202-4376-87B1-F0AE4DE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3285" y="12750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4" name=""/>
          <p:cNvCxnSpPr>
            <a:stCxn xmlns:a="http://schemas.openxmlformats.org/drawingml/2006/main" id="859" idx="3"/>
            <a:endCxn xmlns:a="http://schemas.openxmlformats.org/drawingml/2006/main" id="860" idx="1"/>
          </p:cNvCxnSpPr>
          <p:nvPr/>
        </p:nvCxnSpPr>
        <p:spPr>
          <a:xfrm xmlns:a="http://schemas.openxmlformats.org/drawingml/2006/main">
            <a:off x="29606621" y="12693875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CF1E9365-A0FD-4BC9-A158-987EF2D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662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36B25D82-5EF4-492E-AC26-CE60463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7" name=""/>
          <p:cNvCxnSpPr>
            <a:stCxn xmlns:a="http://schemas.openxmlformats.org/drawingml/2006/main" id="862" idx="3"/>
            <a:endCxn xmlns:a="http://schemas.openxmlformats.org/drawingml/2006/main" id="863" idx="1"/>
          </p:cNvCxnSpPr>
          <p:nvPr/>
        </p:nvCxnSpPr>
        <p:spPr>
          <a:xfrm xmlns:a="http://schemas.openxmlformats.org/drawingml/2006/main">
            <a:off x="25886719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72D9DA1E-B3CF-4F53-8A0B-8B6AD11B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04313170-2AF7-48E8-B8A9-07790036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0" name=""/>
          <p:cNvCxnSpPr>
            <a:stCxn xmlns:a="http://schemas.openxmlformats.org/drawingml/2006/main" id="865" idx="3"/>
            <a:endCxn xmlns:a="http://schemas.openxmlformats.org/drawingml/2006/main" id="866" idx="1"/>
          </p:cNvCxnSpPr>
          <p:nvPr/>
        </p:nvCxnSpPr>
        <p:spPr>
          <a:xfrm xmlns:a="http://schemas.openxmlformats.org/drawingml/2006/main">
            <a:off x="26205765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81ABFAAC-C21B-4CC1-8CDF-0944F888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0CD262B0-EAE7-4834-9AC6-E77539D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3" name=""/>
          <p:cNvCxnSpPr>
            <a:stCxn xmlns:a="http://schemas.openxmlformats.org/drawingml/2006/main" id="868" idx="3"/>
            <a:endCxn xmlns:a="http://schemas.openxmlformats.org/drawingml/2006/main" id="869" idx="1"/>
          </p:cNvCxnSpPr>
          <p:nvPr/>
        </p:nvCxnSpPr>
        <p:spPr>
          <a:xfrm xmlns:a="http://schemas.openxmlformats.org/drawingml/2006/main">
            <a:off x="26573629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E190A0BF-D488-40DF-9EF4-019AE92E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626E7B05-4BB8-4EFA-AD54-C76D2A7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033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6" name=""/>
          <p:cNvCxnSpPr>
            <a:stCxn xmlns:a="http://schemas.openxmlformats.org/drawingml/2006/main" id="871" idx="3"/>
            <a:endCxn xmlns:a="http://schemas.openxmlformats.org/drawingml/2006/main" id="872" idx="1"/>
          </p:cNvCxnSpPr>
          <p:nvPr/>
        </p:nvCxnSpPr>
        <p:spPr>
          <a:xfrm xmlns:a="http://schemas.openxmlformats.org/drawingml/2006/main">
            <a:off x="26900369" y="10902858"/>
            <a:ext cx="86664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92E89BAB-E54B-4F14-9F7D-52FA3A8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033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68C5E72D-075D-4FC6-BA7F-099F8E7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327" y="8653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9" name=""/>
          <p:cNvCxnSpPr>
            <a:stCxn xmlns:a="http://schemas.openxmlformats.org/drawingml/2006/main" id="874" idx="2"/>
            <a:endCxn xmlns:a="http://schemas.openxmlformats.org/drawingml/2006/main" id="875" idx="0"/>
          </p:cNvCxnSpPr>
          <p:nvPr/>
        </p:nvCxnSpPr>
        <p:spPr>
          <a:xfrm xmlns:a="http://schemas.openxmlformats.org/drawingml/2006/main">
            <a:off x="23982081" y="8452816"/>
            <a:ext cx="178294" cy="2002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DF27AF47-30A7-4C73-889B-76D0F2BF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327" y="8653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B224AA4B-A35B-4282-941C-6BF4E918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888" y="8883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2" name=""/>
          <p:cNvCxnSpPr>
            <a:stCxn xmlns:a="http://schemas.openxmlformats.org/drawingml/2006/main" id="877" idx="2"/>
            <a:endCxn xmlns:a="http://schemas.openxmlformats.org/drawingml/2006/main" id="878" idx="0"/>
          </p:cNvCxnSpPr>
          <p:nvPr/>
        </p:nvCxnSpPr>
        <p:spPr>
          <a:xfrm xmlns:a="http://schemas.openxmlformats.org/drawingml/2006/main">
            <a:off x="24160375" y="8653144"/>
            <a:ext cx="204561" cy="230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E20BE16C-098A-45E9-A9A2-1E3A0D2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888" y="8883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30F510FA-E8C3-4D0A-8BD6-695DC19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019" y="9090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5" name=""/>
          <p:cNvCxnSpPr>
            <a:stCxn xmlns:a="http://schemas.openxmlformats.org/drawingml/2006/main" id="880" idx="2"/>
            <a:endCxn xmlns:a="http://schemas.openxmlformats.org/drawingml/2006/main" id="881" idx="0"/>
          </p:cNvCxnSpPr>
          <p:nvPr/>
        </p:nvCxnSpPr>
        <p:spPr>
          <a:xfrm xmlns:a="http://schemas.openxmlformats.org/drawingml/2006/main">
            <a:off x="24364936" y="8883301"/>
            <a:ext cx="184131" cy="206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3D1BB758-6DB2-4593-80A4-7BA3327E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019" y="9090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48FB1869-EAB8-4087-8EAB-533E843E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1717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8" name=""/>
          <p:cNvCxnSpPr>
            <a:stCxn xmlns:a="http://schemas.openxmlformats.org/drawingml/2006/main" id="883" idx="2"/>
            <a:endCxn xmlns:a="http://schemas.openxmlformats.org/drawingml/2006/main" id="884" idx="0"/>
          </p:cNvCxnSpPr>
          <p:nvPr/>
        </p:nvCxnSpPr>
        <p:spPr>
          <a:xfrm xmlns:a="http://schemas.openxmlformats.org/drawingml/2006/main">
            <a:off x="24549067" y="9090223"/>
            <a:ext cx="72698" cy="81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4BD3EE62-D4E6-45EB-9AE6-F8B9F91C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622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76EBD20D-A823-4B2E-89AC-5E63446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174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1" name=""/>
          <p:cNvCxnSpPr>
            <a:stCxn xmlns:a="http://schemas.openxmlformats.org/drawingml/2006/main" id="886" idx="1"/>
            <a:endCxn xmlns:a="http://schemas.openxmlformats.org/drawingml/2006/main" id="887" idx="3"/>
          </p:cNvCxnSpPr>
          <p:nvPr/>
        </p:nvCxnSpPr>
        <p:spPr>
          <a:xfrm xmlns:a="http://schemas.openxmlformats.org/drawingml/2006/main" flipH="1">
            <a:off x="32077269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764516F4-FC9F-4FE6-9695-EE117C6B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174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68293878-52F5-4E79-93E1-85F40BF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9309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4" name=""/>
          <p:cNvCxnSpPr>
            <a:stCxn xmlns:a="http://schemas.openxmlformats.org/drawingml/2006/main" id="889" idx="1"/>
            <a:endCxn xmlns:a="http://schemas.openxmlformats.org/drawingml/2006/main" id="890" idx="3"/>
          </p:cNvCxnSpPr>
          <p:nvPr/>
        </p:nvCxnSpPr>
        <p:spPr>
          <a:xfrm xmlns:a="http://schemas.openxmlformats.org/drawingml/2006/main" flipH="1">
            <a:off x="31709404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5F3A4E22-1CC4-40FA-8D54-F3A5F38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9309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1525D105-B163-442C-B33D-AA5103D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569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7" name=""/>
          <p:cNvCxnSpPr>
            <a:stCxn xmlns:a="http://schemas.openxmlformats.org/drawingml/2006/main" id="892" idx="1"/>
            <a:endCxn xmlns:a="http://schemas.openxmlformats.org/drawingml/2006/main" id="893" idx="3"/>
          </p:cNvCxnSpPr>
          <p:nvPr/>
        </p:nvCxnSpPr>
        <p:spPr>
          <a:xfrm xmlns:a="http://schemas.openxmlformats.org/drawingml/2006/main" flipH="1">
            <a:off x="31382664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E52223EB-5626-4536-8F25-0D0F7E4F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569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6A1AD5D9-3927-4B6E-A679-48BAEED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810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0" name=""/>
          <p:cNvCxnSpPr>
            <a:stCxn xmlns:a="http://schemas.openxmlformats.org/drawingml/2006/main" id="895" idx="1"/>
            <a:endCxn xmlns:a="http://schemas.openxmlformats.org/drawingml/2006/main" id="896" idx="3"/>
          </p:cNvCxnSpPr>
          <p:nvPr/>
        </p:nvCxnSpPr>
        <p:spPr>
          <a:xfrm xmlns:a="http://schemas.openxmlformats.org/drawingml/2006/main" flipH="1">
            <a:off x="31295905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1071E621-A367-4E7A-BBBF-C1DE5E8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50FDE902-7E0B-45C0-90EA-3E793CD5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3" name=""/>
          <p:cNvCxnSpPr>
            <a:stCxn xmlns:a="http://schemas.openxmlformats.org/drawingml/2006/main" id="898" idx="2"/>
            <a:endCxn xmlns:a="http://schemas.openxmlformats.org/drawingml/2006/main" id="899" idx="0"/>
          </p:cNvCxnSpPr>
          <p:nvPr/>
        </p:nvCxnSpPr>
        <p:spPr>
          <a:xfrm xmlns:a="http://schemas.openxmlformats.org/drawingml/2006/main">
            <a:off x="33200847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E074A2CD-CA86-4581-AB18-26EA93D1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1D9AB971-F8E1-4908-9D60-C7AD9F27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6" name=""/>
          <p:cNvCxnSpPr>
            <a:stCxn xmlns:a="http://schemas.openxmlformats.org/drawingml/2006/main" id="901" idx="2"/>
            <a:endCxn xmlns:a="http://schemas.openxmlformats.org/drawingml/2006/main" id="902" idx="0"/>
          </p:cNvCxnSpPr>
          <p:nvPr/>
        </p:nvCxnSpPr>
        <p:spPr>
          <a:xfrm xmlns:a="http://schemas.openxmlformats.org/drawingml/2006/main">
            <a:off x="33200847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B91D99A6-07DC-44CF-B452-8950FC3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FAD881E4-8FED-418D-BA66-746846CE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9" name=""/>
          <p:cNvCxnSpPr>
            <a:stCxn xmlns:a="http://schemas.openxmlformats.org/drawingml/2006/main" id="904" idx="2"/>
            <a:endCxn xmlns:a="http://schemas.openxmlformats.org/drawingml/2006/main" id="905" idx="0"/>
          </p:cNvCxnSpPr>
          <p:nvPr/>
        </p:nvCxnSpPr>
        <p:spPr>
          <a:xfrm xmlns:a="http://schemas.openxmlformats.org/drawingml/2006/main">
            <a:off x="33200847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B168C27A-9BFB-4C14-B01C-CD9C9C2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537F9A14-D585-42FA-811B-4C397E7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2" name=""/>
          <p:cNvCxnSpPr>
            <a:stCxn xmlns:a="http://schemas.openxmlformats.org/drawingml/2006/main" id="907" idx="2"/>
            <a:endCxn xmlns:a="http://schemas.openxmlformats.org/drawingml/2006/main" id="908" idx="0"/>
          </p:cNvCxnSpPr>
          <p:nvPr/>
        </p:nvCxnSpPr>
        <p:spPr>
          <a:xfrm xmlns:a="http://schemas.openxmlformats.org/drawingml/2006/main">
            <a:off x="33200847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91C36597-F49E-4142-BA64-D8216DF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471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0E46C05E-EF22-47BD-888C-7755D25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3425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5" name=""/>
          <p:cNvCxnSpPr>
            <a:stCxn xmlns:a="http://schemas.openxmlformats.org/drawingml/2006/main" id="910" idx="1"/>
            <a:endCxn xmlns:a="http://schemas.openxmlformats.org/drawingml/2006/main" id="911" idx="3"/>
          </p:cNvCxnSpPr>
          <p:nvPr/>
        </p:nvCxnSpPr>
        <p:spPr>
          <a:xfrm xmlns:a="http://schemas.openxmlformats.org/drawingml/2006/main" flipH="1">
            <a:off x="34783520" y="15616838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C17FF14E-B936-4A6F-A1B7-ACA1927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3425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6D0CA7C7-EE6A-4E41-B975-B8D9173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556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8" name=""/>
          <p:cNvCxnSpPr>
            <a:stCxn xmlns:a="http://schemas.openxmlformats.org/drawingml/2006/main" id="913" idx="1"/>
            <a:endCxn xmlns:a="http://schemas.openxmlformats.org/drawingml/2006/main" id="914" idx="3"/>
          </p:cNvCxnSpPr>
          <p:nvPr/>
        </p:nvCxnSpPr>
        <p:spPr>
          <a:xfrm xmlns:a="http://schemas.openxmlformats.org/drawingml/2006/main" flipH="1">
            <a:off x="34415656" y="15824231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AF3731CF-95A5-404D-928F-0A4A51B8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556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444BC66E-F79A-4648-8163-384D46D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882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1" name=""/>
          <p:cNvCxnSpPr>
            <a:stCxn xmlns:a="http://schemas.openxmlformats.org/drawingml/2006/main" id="916" idx="1"/>
            <a:endCxn xmlns:a="http://schemas.openxmlformats.org/drawingml/2006/main" id="917" idx="3"/>
          </p:cNvCxnSpPr>
          <p:nvPr/>
        </p:nvCxnSpPr>
        <p:spPr>
          <a:xfrm xmlns:a="http://schemas.openxmlformats.org/drawingml/2006/main" flipH="1">
            <a:off x="34088916" y="16063494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AFC73F37-E9FA-484B-9A36-05B33BD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882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84D22187-22CD-45ED-B86E-412F62E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2062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4" name=""/>
          <p:cNvCxnSpPr>
            <a:stCxn xmlns:a="http://schemas.openxmlformats.org/drawingml/2006/main" id="919" idx="1"/>
            <a:endCxn xmlns:a="http://schemas.openxmlformats.org/drawingml/2006/main" id="920" idx="3"/>
          </p:cNvCxnSpPr>
          <p:nvPr/>
        </p:nvCxnSpPr>
        <p:spPr>
          <a:xfrm xmlns:a="http://schemas.openxmlformats.org/drawingml/2006/main" flipH="1">
            <a:off x="34002157" y="16275910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5C09F5FD-AD5C-49F0-B89B-16769F23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58243A78-4286-4DE8-958A-5C6E25C5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7" name=""/>
          <p:cNvCxnSpPr>
            <a:stCxn xmlns:a="http://schemas.openxmlformats.org/drawingml/2006/main" id="922" idx="2"/>
            <a:endCxn xmlns:a="http://schemas.openxmlformats.org/drawingml/2006/main" id="923" idx="0"/>
          </p:cNvCxnSpPr>
          <p:nvPr/>
        </p:nvCxnSpPr>
        <p:spPr>
          <a:xfrm xmlns:a="http://schemas.openxmlformats.org/drawingml/2006/main">
            <a:off x="35907098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91BCD5FC-5AB4-47CE-92BB-CA262BE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8CE90E59-9C59-4C2F-8665-B9E26CAE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0" name=""/>
          <p:cNvCxnSpPr>
            <a:stCxn xmlns:a="http://schemas.openxmlformats.org/drawingml/2006/main" id="925" idx="2"/>
            <a:endCxn xmlns:a="http://schemas.openxmlformats.org/drawingml/2006/main" id="926" idx="0"/>
          </p:cNvCxnSpPr>
          <p:nvPr/>
        </p:nvCxnSpPr>
        <p:spPr>
          <a:xfrm xmlns:a="http://schemas.openxmlformats.org/drawingml/2006/main">
            <a:off x="35907098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9E6B1A35-09CD-469A-86BF-0D84A8DB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9A2B9268-23B5-47D8-BB8A-340B19F1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3" name=""/>
          <p:cNvCxnSpPr>
            <a:stCxn xmlns:a="http://schemas.openxmlformats.org/drawingml/2006/main" id="928" idx="2"/>
            <a:endCxn xmlns:a="http://schemas.openxmlformats.org/drawingml/2006/main" id="929" idx="0"/>
          </p:cNvCxnSpPr>
          <p:nvPr/>
        </p:nvCxnSpPr>
        <p:spPr>
          <a:xfrm xmlns:a="http://schemas.openxmlformats.org/drawingml/2006/main">
            <a:off x="35907098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14939D88-9EC5-4E0D-B29A-633D0D8E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85D2709F-AFD6-4D96-B74D-66D3B0C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6" name=""/>
          <p:cNvCxnSpPr>
            <a:stCxn xmlns:a="http://schemas.openxmlformats.org/drawingml/2006/main" id="931" idx="2"/>
            <a:endCxn xmlns:a="http://schemas.openxmlformats.org/drawingml/2006/main" id="932" idx="0"/>
          </p:cNvCxnSpPr>
          <p:nvPr/>
        </p:nvCxnSpPr>
        <p:spPr>
          <a:xfrm xmlns:a="http://schemas.openxmlformats.org/drawingml/2006/main">
            <a:off x="35907098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F9406634-6ACF-4000-8672-F5A1676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162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C8692CD9-307C-40FE-BE19-8E612BB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0675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9" name=""/>
          <p:cNvCxnSpPr>
            <a:stCxn xmlns:a="http://schemas.openxmlformats.org/drawingml/2006/main" id="934" idx="3"/>
            <a:endCxn xmlns:a="http://schemas.openxmlformats.org/drawingml/2006/main" id="935" idx="1"/>
          </p:cNvCxnSpPr>
          <p:nvPr/>
        </p:nvCxnSpPr>
        <p:spPr>
          <a:xfrm xmlns:a="http://schemas.openxmlformats.org/drawingml/2006/main">
            <a:off x="36711724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D71798E5-893B-4A56-90FA-5B8FA58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0675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9CB7CD77-1722-4F96-90B4-2948624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540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2" name=""/>
          <p:cNvCxnSpPr>
            <a:stCxn xmlns:a="http://schemas.openxmlformats.org/drawingml/2006/main" id="937" idx="3"/>
            <a:endCxn xmlns:a="http://schemas.openxmlformats.org/drawingml/2006/main" id="938" idx="1"/>
          </p:cNvCxnSpPr>
          <p:nvPr/>
        </p:nvCxnSpPr>
        <p:spPr>
          <a:xfrm xmlns:a="http://schemas.openxmlformats.org/drawingml/2006/main">
            <a:off x="37030770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E06CC25C-AABD-48D3-AC15-722FE32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540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C3AADC94-9976-41E2-BC6A-6D3F216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280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5" name=""/>
          <p:cNvCxnSpPr>
            <a:stCxn xmlns:a="http://schemas.openxmlformats.org/drawingml/2006/main" id="940" idx="3"/>
            <a:endCxn xmlns:a="http://schemas.openxmlformats.org/drawingml/2006/main" id="941" idx="1"/>
          </p:cNvCxnSpPr>
          <p:nvPr/>
        </p:nvCxnSpPr>
        <p:spPr>
          <a:xfrm xmlns:a="http://schemas.openxmlformats.org/drawingml/2006/main">
            <a:off x="37398635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901096F6-0743-4C81-A1D7-1F79688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280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F9DF5D60-6615-4239-AFEB-19C8B3D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039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8" name=""/>
          <p:cNvCxnSpPr>
            <a:stCxn xmlns:a="http://schemas.openxmlformats.org/drawingml/2006/main" id="943" idx="3"/>
            <a:endCxn xmlns:a="http://schemas.openxmlformats.org/drawingml/2006/main" id="944" idx="1"/>
          </p:cNvCxnSpPr>
          <p:nvPr/>
        </p:nvCxnSpPr>
        <p:spPr>
          <a:xfrm xmlns:a="http://schemas.openxmlformats.org/drawingml/2006/main">
            <a:off x="37725375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3EFB6DB2-212D-45D7-880E-0F71991B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FCB1D15F-2680-4211-B036-AE35319D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1" name=""/>
          <p:cNvCxnSpPr>
            <a:stCxn xmlns:a="http://schemas.openxmlformats.org/drawingml/2006/main" id="946" idx="2"/>
            <a:endCxn xmlns:a="http://schemas.openxmlformats.org/drawingml/2006/main" id="947" idx="0"/>
          </p:cNvCxnSpPr>
          <p:nvPr/>
        </p:nvCxnSpPr>
        <p:spPr>
          <a:xfrm xmlns:a="http://schemas.openxmlformats.org/drawingml/2006/main">
            <a:off x="35907098" y="15616885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76346F97-8306-444F-AC6B-477EC03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760D9812-B171-42D1-837F-BED8EC39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4" name=""/>
          <p:cNvCxnSpPr>
            <a:stCxn xmlns:a="http://schemas.openxmlformats.org/drawingml/2006/main" id="949" idx="2"/>
            <a:endCxn xmlns:a="http://schemas.openxmlformats.org/drawingml/2006/main" id="950" idx="0"/>
          </p:cNvCxnSpPr>
          <p:nvPr/>
        </p:nvCxnSpPr>
        <p:spPr>
          <a:xfrm xmlns:a="http://schemas.openxmlformats.org/drawingml/2006/main">
            <a:off x="35907098" y="15806694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9BEF7643-99D2-43FC-8762-9B3573A4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DEFC92FC-7FB4-4C16-A25A-F4B41836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7" name=""/>
          <p:cNvCxnSpPr>
            <a:stCxn xmlns:a="http://schemas.openxmlformats.org/drawingml/2006/main" id="952" idx="2"/>
            <a:endCxn xmlns:a="http://schemas.openxmlformats.org/drawingml/2006/main" id="953" idx="0"/>
          </p:cNvCxnSpPr>
          <p:nvPr/>
        </p:nvCxnSpPr>
        <p:spPr>
          <a:xfrm xmlns:a="http://schemas.openxmlformats.org/drawingml/2006/main">
            <a:off x="35907098" y="16023035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4DFD001B-21CF-48BD-82D3-C1B12ED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58BBAD02-8C8F-490B-88E5-697C999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0" name=""/>
          <p:cNvCxnSpPr>
            <a:stCxn xmlns:a="http://schemas.openxmlformats.org/drawingml/2006/main" id="955" idx="2"/>
            <a:endCxn xmlns:a="http://schemas.openxmlformats.org/drawingml/2006/main" id="956" idx="0"/>
          </p:cNvCxnSpPr>
          <p:nvPr/>
        </p:nvCxnSpPr>
        <p:spPr>
          <a:xfrm xmlns:a="http://schemas.openxmlformats.org/drawingml/2006/main">
            <a:off x="35907098" y="16221008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836F91D3-FBEF-4D1A-9A37-0613C63E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982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D27F12D8-85EA-40DA-BDE2-C4DA0B2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276" y="14017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3" name=""/>
          <p:cNvCxnSpPr>
            <a:stCxn xmlns:a="http://schemas.openxmlformats.org/drawingml/2006/main" id="958" idx="2"/>
            <a:endCxn xmlns:a="http://schemas.openxmlformats.org/drawingml/2006/main" id="959" idx="0"/>
          </p:cNvCxnSpPr>
          <p:nvPr/>
        </p:nvCxnSpPr>
        <p:spPr>
          <a:xfrm xmlns:a="http://schemas.openxmlformats.org/drawingml/2006/main" flipH="1">
            <a:off x="36151324" y="13825868"/>
            <a:ext cx="44706" cy="1914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73A2A5A3-35A1-40AE-A0DC-A729959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276" y="14017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A35071BB-F0F1-4420-8EF9-95E7CAF6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202" y="14235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6" name=""/>
          <p:cNvCxnSpPr>
            <a:stCxn xmlns:a="http://schemas.openxmlformats.org/drawingml/2006/main" id="961" idx="2"/>
            <a:endCxn xmlns:a="http://schemas.openxmlformats.org/drawingml/2006/main" id="962" idx="0"/>
          </p:cNvCxnSpPr>
          <p:nvPr/>
        </p:nvCxnSpPr>
        <p:spPr>
          <a:xfrm xmlns:a="http://schemas.openxmlformats.org/drawingml/2006/main" flipH="1">
            <a:off x="36100250" y="14017404"/>
            <a:ext cx="51074" cy="218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890DBB6A-85D9-4837-A7D8-9735BBD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202" y="14235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15A2CEFE-C5F9-48D0-93A4-5AC3F27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506" y="14435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9" name=""/>
          <p:cNvCxnSpPr>
            <a:stCxn xmlns:a="http://schemas.openxmlformats.org/drawingml/2006/main" id="964" idx="2"/>
            <a:endCxn xmlns:a="http://schemas.openxmlformats.org/drawingml/2006/main" id="965" idx="0"/>
          </p:cNvCxnSpPr>
          <p:nvPr/>
        </p:nvCxnSpPr>
        <p:spPr>
          <a:xfrm xmlns:a="http://schemas.openxmlformats.org/drawingml/2006/main" flipH="1">
            <a:off x="36053554" y="14235943"/>
            <a:ext cx="46696" cy="1996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EB875898-01BE-4B04-8B00-7F60CB8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506" y="14435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F725D3CF-04F7-4F6A-A624-D26967C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770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2" name=""/>
          <p:cNvCxnSpPr>
            <a:stCxn xmlns:a="http://schemas.openxmlformats.org/drawingml/2006/main" id="967" idx="2"/>
            <a:endCxn xmlns:a="http://schemas.openxmlformats.org/drawingml/2006/main" id="968" idx="0"/>
          </p:cNvCxnSpPr>
          <p:nvPr/>
        </p:nvCxnSpPr>
        <p:spPr>
          <a:xfrm xmlns:a="http://schemas.openxmlformats.org/drawingml/2006/main" flipH="1">
            <a:off x="36027818" y="14435643"/>
            <a:ext cx="25736" cy="1085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C288D232-298A-47F9-98AA-129CA54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1839AE14-B187-49EC-BF0C-6D1E698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5" name=""/>
          <p:cNvCxnSpPr>
            <a:stCxn xmlns:a="http://schemas.openxmlformats.org/drawingml/2006/main" id="970" idx="2"/>
            <a:endCxn xmlns:a="http://schemas.openxmlformats.org/drawingml/2006/main" id="971" idx="0"/>
          </p:cNvCxnSpPr>
          <p:nvPr/>
        </p:nvCxnSpPr>
        <p:spPr>
          <a:xfrm xmlns:a="http://schemas.openxmlformats.org/drawingml/2006/main">
            <a:off x="38613350" y="15616885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39853A50-4DB8-4845-BC70-89718F32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8CD94FC0-3177-4F9A-9DE3-CBE4ADC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8" name=""/>
          <p:cNvCxnSpPr>
            <a:stCxn xmlns:a="http://schemas.openxmlformats.org/drawingml/2006/main" id="973" idx="2"/>
            <a:endCxn xmlns:a="http://schemas.openxmlformats.org/drawingml/2006/main" id="974" idx="0"/>
          </p:cNvCxnSpPr>
          <p:nvPr/>
        </p:nvCxnSpPr>
        <p:spPr>
          <a:xfrm xmlns:a="http://schemas.openxmlformats.org/drawingml/2006/main">
            <a:off x="38613350" y="15806694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2892EC7D-081A-4454-A311-FBDA6AE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74323C78-49B6-4C1B-AB28-2D2CB42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1" name=""/>
          <p:cNvCxnSpPr>
            <a:stCxn xmlns:a="http://schemas.openxmlformats.org/drawingml/2006/main" id="976" idx="2"/>
            <a:endCxn xmlns:a="http://schemas.openxmlformats.org/drawingml/2006/main" id="977" idx="0"/>
          </p:cNvCxnSpPr>
          <p:nvPr/>
        </p:nvCxnSpPr>
        <p:spPr>
          <a:xfrm xmlns:a="http://schemas.openxmlformats.org/drawingml/2006/main">
            <a:off x="38613350" y="16023035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CC0167D5-A5D5-4B0E-BCBE-9DAC0928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FB40D8B2-F87C-4876-9392-3378852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4" name=""/>
          <p:cNvCxnSpPr>
            <a:stCxn xmlns:a="http://schemas.openxmlformats.org/drawingml/2006/main" id="979" idx="2"/>
            <a:endCxn xmlns:a="http://schemas.openxmlformats.org/drawingml/2006/main" id="980" idx="0"/>
          </p:cNvCxnSpPr>
          <p:nvPr/>
        </p:nvCxnSpPr>
        <p:spPr>
          <a:xfrm xmlns:a="http://schemas.openxmlformats.org/drawingml/2006/main">
            <a:off x="38613350" y="16221008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C032CB4F-0C0C-44D3-AFAD-580B54C1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4071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3508D67A-585D-4FF0-83BB-A18246D9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1381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7" name=""/>
          <p:cNvCxnSpPr>
            <a:stCxn xmlns:a="http://schemas.openxmlformats.org/drawingml/2006/main" id="982" idx="2"/>
            <a:endCxn xmlns:a="http://schemas.openxmlformats.org/drawingml/2006/main" id="983" idx="0"/>
          </p:cNvCxnSpPr>
          <p:nvPr/>
        </p:nvCxnSpPr>
        <p:spPr>
          <a:xfrm xmlns:a="http://schemas.openxmlformats.org/drawingml/2006/main" flipH="1">
            <a:off x="39411429" y="20989937"/>
            <a:ext cx="152690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968D1AC3-629E-49BF-B52B-BA0CB718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1381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57085A3B-8502-41A9-89B8-371C662F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70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0" name=""/>
          <p:cNvCxnSpPr>
            <a:stCxn xmlns:a="http://schemas.openxmlformats.org/drawingml/2006/main" id="985" idx="2"/>
            <a:endCxn xmlns:a="http://schemas.openxmlformats.org/drawingml/2006/main" id="986" idx="0"/>
          </p:cNvCxnSpPr>
          <p:nvPr/>
        </p:nvCxnSpPr>
        <p:spPr>
          <a:xfrm xmlns:a="http://schemas.openxmlformats.org/drawingml/2006/main" flipH="1">
            <a:off x="39236318" y="21188538"/>
            <a:ext cx="175111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81232BBF-52BE-4360-B7FA-BD8096FA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70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9FB89AC5-E355-4697-876D-41780E3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273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3" name=""/>
          <p:cNvCxnSpPr>
            <a:stCxn xmlns:a="http://schemas.openxmlformats.org/drawingml/2006/main" id="988" idx="2"/>
            <a:endCxn xmlns:a="http://schemas.openxmlformats.org/drawingml/2006/main" id="989" idx="0"/>
          </p:cNvCxnSpPr>
          <p:nvPr/>
        </p:nvCxnSpPr>
        <p:spPr>
          <a:xfrm xmlns:a="http://schemas.openxmlformats.org/drawingml/2006/main" flipH="1">
            <a:off x="39078321" y="21416340"/>
            <a:ext cx="157997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739E7D79-DD0D-47B9-8270-152CF95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273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C7F1F764-C1B3-4E4C-A600-F4B1FC0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280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6" name=""/>
          <p:cNvCxnSpPr>
            <a:stCxn xmlns:a="http://schemas.openxmlformats.org/drawingml/2006/main" id="991" idx="2"/>
            <a:endCxn xmlns:a="http://schemas.openxmlformats.org/drawingml/2006/main" id="992" idx="0"/>
          </p:cNvCxnSpPr>
          <p:nvPr/>
        </p:nvCxnSpPr>
        <p:spPr>
          <a:xfrm xmlns:a="http://schemas.openxmlformats.org/drawingml/2006/main" flipH="1">
            <a:off x="39011328" y="21621691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E93130D8-B9DF-44B2-B7E7-81AE7ACF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8783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8AD7977A-51B1-4FFC-8856-4D22051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1474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9" name=""/>
          <p:cNvCxnSpPr>
            <a:stCxn xmlns:a="http://schemas.openxmlformats.org/drawingml/2006/main" id="994" idx="2"/>
            <a:endCxn xmlns:a="http://schemas.openxmlformats.org/drawingml/2006/main" id="995" idx="0"/>
          </p:cNvCxnSpPr>
          <p:nvPr/>
        </p:nvCxnSpPr>
        <p:spPr>
          <a:xfrm xmlns:a="http://schemas.openxmlformats.org/drawingml/2006/main">
            <a:off x="40368831" y="20989937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F5573B94-F2EB-4D44-8782-80BB1C9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1474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D5BA5A93-9359-408D-A560-5863EA9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85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2" name=""/>
          <p:cNvCxnSpPr>
            <a:stCxn xmlns:a="http://schemas.openxmlformats.org/drawingml/2006/main" id="997" idx="2"/>
            <a:endCxn xmlns:a="http://schemas.openxmlformats.org/drawingml/2006/main" id="998" idx="0"/>
          </p:cNvCxnSpPr>
          <p:nvPr/>
        </p:nvCxnSpPr>
        <p:spPr>
          <a:xfrm xmlns:a="http://schemas.openxmlformats.org/drawingml/2006/main">
            <a:off x="40521521" y="21188538"/>
            <a:ext cx="175111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909E74E4-A1B8-448E-8760-B5E0C915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85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3F6E7EDC-A4C1-4C19-99F4-4F91523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4582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5" name=""/>
          <p:cNvCxnSpPr>
            <a:stCxn xmlns:a="http://schemas.openxmlformats.org/drawingml/2006/main" id="1000" idx="2"/>
            <a:endCxn xmlns:a="http://schemas.openxmlformats.org/drawingml/2006/main" id="1001" idx="0"/>
          </p:cNvCxnSpPr>
          <p:nvPr/>
        </p:nvCxnSpPr>
        <p:spPr>
          <a:xfrm xmlns:a="http://schemas.openxmlformats.org/drawingml/2006/main">
            <a:off x="40696633" y="21416340"/>
            <a:ext cx="157997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3FA3739F-03D0-48A9-A744-3B61226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4582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278DFD25-B9F7-49F9-8105-E5DEAF77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1575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8" name=""/>
          <p:cNvCxnSpPr>
            <a:stCxn xmlns:a="http://schemas.openxmlformats.org/drawingml/2006/main" id="1003" idx="2"/>
            <a:endCxn xmlns:a="http://schemas.openxmlformats.org/drawingml/2006/main" id="1004" idx="0"/>
          </p:cNvCxnSpPr>
          <p:nvPr/>
        </p:nvCxnSpPr>
        <p:spPr>
          <a:xfrm xmlns:a="http://schemas.openxmlformats.org/drawingml/2006/main">
            <a:off x="40854630" y="21621691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5607D1F4-0945-4DD3-BB29-55F733A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197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2DEC08D4-3273-4A74-819F-580E33CB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4506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1" name=""/>
          <p:cNvCxnSpPr>
            <a:stCxn xmlns:a="http://schemas.openxmlformats.org/drawingml/2006/main" id="1006" idx="2"/>
            <a:endCxn xmlns:a="http://schemas.openxmlformats.org/drawingml/2006/main" id="1007" idx="0"/>
          </p:cNvCxnSpPr>
          <p:nvPr/>
        </p:nvCxnSpPr>
        <p:spPr>
          <a:xfrm xmlns:a="http://schemas.openxmlformats.org/drawingml/2006/main" flipH="1">
            <a:off x="40764554" y="19198920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0DAF2915-6D9B-46CC-96C4-6C5E5C8E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4506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4FB15415-8809-40C3-8F61-B0E6C95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396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4" name=""/>
          <p:cNvCxnSpPr>
            <a:stCxn xmlns:a="http://schemas.openxmlformats.org/drawingml/2006/main" id="1009" idx="2"/>
            <a:endCxn xmlns:a="http://schemas.openxmlformats.org/drawingml/2006/main" id="1010" idx="0"/>
          </p:cNvCxnSpPr>
          <p:nvPr/>
        </p:nvCxnSpPr>
        <p:spPr>
          <a:xfrm xmlns:a="http://schemas.openxmlformats.org/drawingml/2006/main" flipH="1">
            <a:off x="40589444" y="19397520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5D748106-3BB6-423D-9433-1386D50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396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203C14CD-A2A1-4F11-95BF-FD49E32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399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7" name=""/>
          <p:cNvCxnSpPr>
            <a:stCxn xmlns:a="http://schemas.openxmlformats.org/drawingml/2006/main" id="1012" idx="2"/>
            <a:endCxn xmlns:a="http://schemas.openxmlformats.org/drawingml/2006/main" id="1013" idx="0"/>
          </p:cNvCxnSpPr>
          <p:nvPr/>
        </p:nvCxnSpPr>
        <p:spPr>
          <a:xfrm xmlns:a="http://schemas.openxmlformats.org/drawingml/2006/main" flipH="1">
            <a:off x="40431447" y="19625322"/>
            <a:ext cx="157997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8BC59431-2DA2-44F6-BE1C-D0A25537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399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62C40B32-19B5-4349-B97C-F9D3FB53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4406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0" name=""/>
          <p:cNvCxnSpPr>
            <a:stCxn xmlns:a="http://schemas.openxmlformats.org/drawingml/2006/main" id="1015" idx="2"/>
            <a:endCxn xmlns:a="http://schemas.openxmlformats.org/drawingml/2006/main" id="1016" idx="0"/>
          </p:cNvCxnSpPr>
          <p:nvPr/>
        </p:nvCxnSpPr>
        <p:spPr>
          <a:xfrm xmlns:a="http://schemas.openxmlformats.org/drawingml/2006/main" flipH="1">
            <a:off x="40364453" y="19830674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101CE561-7DCB-4ED5-BA27-E17EFEF4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190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2E4D50CC-DF9B-4E49-B160-7EB5FA3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4600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3" name=""/>
          <p:cNvCxnSpPr>
            <a:stCxn xmlns:a="http://schemas.openxmlformats.org/drawingml/2006/main" id="1018" idx="2"/>
            <a:endCxn xmlns:a="http://schemas.openxmlformats.org/drawingml/2006/main" id="1019" idx="0"/>
          </p:cNvCxnSpPr>
          <p:nvPr/>
        </p:nvCxnSpPr>
        <p:spPr>
          <a:xfrm xmlns:a="http://schemas.openxmlformats.org/drawingml/2006/main">
            <a:off x="41721957" y="19198920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DBD1B507-49A3-455C-B5FE-6BF54EE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4600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722F05FB-719F-4FB5-A502-6791B27D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9710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6" name=""/>
          <p:cNvCxnSpPr>
            <a:stCxn xmlns:a="http://schemas.openxmlformats.org/drawingml/2006/main" id="1021" idx="2"/>
            <a:endCxn xmlns:a="http://schemas.openxmlformats.org/drawingml/2006/main" id="1022" idx="0"/>
          </p:cNvCxnSpPr>
          <p:nvPr/>
        </p:nvCxnSpPr>
        <p:spPr>
          <a:xfrm xmlns:a="http://schemas.openxmlformats.org/drawingml/2006/main">
            <a:off x="41874647" y="19397520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504543E7-4E14-4ACF-AA47-AEF5BE6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9710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D877BF9A-A335-46C2-8A1D-5F056941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708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9" name=""/>
          <p:cNvCxnSpPr>
            <a:stCxn xmlns:a="http://schemas.openxmlformats.org/drawingml/2006/main" id="1024" idx="2"/>
            <a:endCxn xmlns:a="http://schemas.openxmlformats.org/drawingml/2006/main" id="1025" idx="0"/>
          </p:cNvCxnSpPr>
          <p:nvPr/>
        </p:nvCxnSpPr>
        <p:spPr>
          <a:xfrm xmlns:a="http://schemas.openxmlformats.org/drawingml/2006/main">
            <a:off x="42049758" y="19625322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92B7848A-CF81-46AC-9299-1B6A723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708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90CB6500-8232-48E2-9830-BEA811CA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701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2" name=""/>
          <p:cNvCxnSpPr>
            <a:stCxn xmlns:a="http://schemas.openxmlformats.org/drawingml/2006/main" id="1027" idx="2"/>
            <a:endCxn xmlns:a="http://schemas.openxmlformats.org/drawingml/2006/main" id="1028" idx="0"/>
          </p:cNvCxnSpPr>
          <p:nvPr/>
        </p:nvCxnSpPr>
        <p:spPr>
          <a:xfrm xmlns:a="http://schemas.openxmlformats.org/drawingml/2006/main">
            <a:off x="42207756" y="19830674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EFD8C083-B9AE-4CBD-B9FF-0CEC22AC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38D9F522-E7A8-416F-80CB-02B1426D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5" name=""/>
          <p:cNvCxnSpPr>
            <a:stCxn xmlns:a="http://schemas.openxmlformats.org/drawingml/2006/main" id="1030" idx="2"/>
            <a:endCxn xmlns:a="http://schemas.openxmlformats.org/drawingml/2006/main" id="1031" idx="0"/>
          </p:cNvCxnSpPr>
          <p:nvPr/>
        </p:nvCxnSpPr>
        <p:spPr>
          <a:xfrm xmlns:a="http://schemas.openxmlformats.org/drawingml/2006/main">
            <a:off x="41319601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F8A6723E-22C1-417F-8CA1-038233B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D66A4137-8ABE-4D8C-AA37-C3F2F9E7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8" name=""/>
          <p:cNvCxnSpPr>
            <a:stCxn xmlns:a="http://schemas.openxmlformats.org/drawingml/2006/main" id="1033" idx="2"/>
            <a:endCxn xmlns:a="http://schemas.openxmlformats.org/drawingml/2006/main" id="1034" idx="0"/>
          </p:cNvCxnSpPr>
          <p:nvPr/>
        </p:nvCxnSpPr>
        <p:spPr>
          <a:xfrm xmlns:a="http://schemas.openxmlformats.org/drawingml/2006/main">
            <a:off x="41319601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7646791B-56E1-4D2D-B993-A35CC19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6EE792BC-43A9-4E78-A751-3ED9DDD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1" name=""/>
          <p:cNvCxnSpPr>
            <a:stCxn xmlns:a="http://schemas.openxmlformats.org/drawingml/2006/main" id="1036" idx="2"/>
            <a:endCxn xmlns:a="http://schemas.openxmlformats.org/drawingml/2006/main" id="1037" idx="0"/>
          </p:cNvCxnSpPr>
          <p:nvPr/>
        </p:nvCxnSpPr>
        <p:spPr>
          <a:xfrm xmlns:a="http://schemas.openxmlformats.org/drawingml/2006/main">
            <a:off x="41319601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E0E54309-F7A9-4CB8-AEC2-D722C1A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0DC7D29A-F3A0-4B91-B53E-FA64785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4" name=""/>
          <p:cNvCxnSpPr>
            <a:stCxn xmlns:a="http://schemas.openxmlformats.org/drawingml/2006/main" id="1039" idx="2"/>
            <a:endCxn xmlns:a="http://schemas.openxmlformats.org/drawingml/2006/main" id="1040" idx="0"/>
          </p:cNvCxnSpPr>
          <p:nvPr/>
        </p:nvCxnSpPr>
        <p:spPr>
          <a:xfrm xmlns:a="http://schemas.openxmlformats.org/drawingml/2006/main">
            <a:off x="41319601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D1BA4F05-AAF5-414C-8D6D-78A6D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132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848502BC-F15E-4859-9620-40FEFAD5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178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7" name=""/>
          <p:cNvCxnSpPr>
            <a:stCxn xmlns:a="http://schemas.openxmlformats.org/drawingml/2006/main" id="1042" idx="3"/>
            <a:endCxn xmlns:a="http://schemas.openxmlformats.org/drawingml/2006/main" id="1043" idx="1"/>
          </p:cNvCxnSpPr>
          <p:nvPr/>
        </p:nvCxnSpPr>
        <p:spPr>
          <a:xfrm xmlns:a="http://schemas.openxmlformats.org/drawingml/2006/main">
            <a:off x="42124227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BA6AE483-A0DB-4763-99DF-B74DBBE2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178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3DA0A9B7-0747-4EC5-A161-88583D2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1043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0" name=""/>
          <p:cNvCxnSpPr>
            <a:stCxn xmlns:a="http://schemas.openxmlformats.org/drawingml/2006/main" id="1045" idx="3"/>
            <a:endCxn xmlns:a="http://schemas.openxmlformats.org/drawingml/2006/main" id="1046" idx="1"/>
          </p:cNvCxnSpPr>
          <p:nvPr/>
        </p:nvCxnSpPr>
        <p:spPr>
          <a:xfrm xmlns:a="http://schemas.openxmlformats.org/drawingml/2006/main">
            <a:off x="42443273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D4BF7177-CD60-4405-8C8E-A64DB24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1043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70B610DF-3328-4E4E-B81D-115448E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7783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3" name=""/>
          <p:cNvCxnSpPr>
            <a:stCxn xmlns:a="http://schemas.openxmlformats.org/drawingml/2006/main" id="1048" idx="3"/>
            <a:endCxn xmlns:a="http://schemas.openxmlformats.org/drawingml/2006/main" id="1049" idx="1"/>
          </p:cNvCxnSpPr>
          <p:nvPr/>
        </p:nvCxnSpPr>
        <p:spPr>
          <a:xfrm xmlns:a="http://schemas.openxmlformats.org/drawingml/2006/main">
            <a:off x="42811138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8F44B20E-3AB1-4B06-8647-AF4D4DA6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7783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D4E8FFDF-E339-4388-BA2F-B2C17718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542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6" name=""/>
          <p:cNvCxnSpPr>
            <a:stCxn xmlns:a="http://schemas.openxmlformats.org/drawingml/2006/main" id="1051" idx="3"/>
            <a:endCxn xmlns:a="http://schemas.openxmlformats.org/drawingml/2006/main" id="1052" idx="1"/>
          </p:cNvCxnSpPr>
          <p:nvPr/>
        </p:nvCxnSpPr>
        <p:spPr>
          <a:xfrm xmlns:a="http://schemas.openxmlformats.org/drawingml/2006/main">
            <a:off x="43137878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D9B15B99-2A59-4982-8235-93CF389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7881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2C7EB139-E2BF-4F6B-9421-AA3609E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6927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9" name=""/>
          <p:cNvCxnSpPr>
            <a:stCxn xmlns:a="http://schemas.openxmlformats.org/drawingml/2006/main" id="1054" idx="3"/>
            <a:endCxn xmlns:a="http://schemas.openxmlformats.org/drawingml/2006/main" id="1055" idx="1"/>
          </p:cNvCxnSpPr>
          <p:nvPr/>
        </p:nvCxnSpPr>
        <p:spPr>
          <a:xfrm xmlns:a="http://schemas.openxmlformats.org/drawingml/2006/main">
            <a:off x="39417976" y="15616838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AEAB73DD-11D9-4384-BEDE-B1A9288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6927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1158B6D8-630A-46C8-B6D4-F9645F1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79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2" name=""/>
          <p:cNvCxnSpPr>
            <a:stCxn xmlns:a="http://schemas.openxmlformats.org/drawingml/2006/main" id="1057" idx="3"/>
            <a:endCxn xmlns:a="http://schemas.openxmlformats.org/drawingml/2006/main" id="1058" idx="1"/>
          </p:cNvCxnSpPr>
          <p:nvPr/>
        </p:nvCxnSpPr>
        <p:spPr>
          <a:xfrm xmlns:a="http://schemas.openxmlformats.org/drawingml/2006/main">
            <a:off x="39737022" y="15824231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29673D90-4E9F-48A2-87C4-CEF940B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79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AD7CE4D7-F9A7-43B4-A98F-96C7E6C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53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5" name=""/>
          <p:cNvCxnSpPr>
            <a:stCxn xmlns:a="http://schemas.openxmlformats.org/drawingml/2006/main" id="1060" idx="3"/>
            <a:endCxn xmlns:a="http://schemas.openxmlformats.org/drawingml/2006/main" id="1061" idx="1"/>
          </p:cNvCxnSpPr>
          <p:nvPr/>
        </p:nvCxnSpPr>
        <p:spPr>
          <a:xfrm xmlns:a="http://schemas.openxmlformats.org/drawingml/2006/main">
            <a:off x="40104886" y="16063494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F2A0E17E-B456-479D-BC26-AE2C321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53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86644168-D0BF-4CC2-B549-5161990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290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8" name=""/>
          <p:cNvCxnSpPr>
            <a:stCxn xmlns:a="http://schemas.openxmlformats.org/drawingml/2006/main" id="1063" idx="3"/>
            <a:endCxn xmlns:a="http://schemas.openxmlformats.org/drawingml/2006/main" id="1064" idx="1"/>
          </p:cNvCxnSpPr>
          <p:nvPr/>
        </p:nvCxnSpPr>
        <p:spPr>
          <a:xfrm xmlns:a="http://schemas.openxmlformats.org/drawingml/2006/main">
            <a:off x="40431626" y="16275910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67080B76-E4AC-4524-989D-D5796059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69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1DFFDE70-8E75-4243-A5AB-3A863E7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799" y="140314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1" name=""/>
          <p:cNvCxnSpPr>
            <a:stCxn xmlns:a="http://schemas.openxmlformats.org/drawingml/2006/main" id="1066" idx="3"/>
            <a:endCxn xmlns:a="http://schemas.openxmlformats.org/drawingml/2006/main" id="1067" idx="1"/>
          </p:cNvCxnSpPr>
          <p:nvPr/>
        </p:nvCxnSpPr>
        <p:spPr>
          <a:xfrm xmlns:a="http://schemas.openxmlformats.org/drawingml/2006/main">
            <a:off x="37000789" y="13825821"/>
            <a:ext cx="268010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56140EF1-623D-4883-A22A-C7C3332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799" y="140314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40BDC3E3-76CC-4D15-AA80-127A8C5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763" y="142683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4" name=""/>
          <p:cNvCxnSpPr>
            <a:stCxn xmlns:a="http://schemas.openxmlformats.org/drawingml/2006/main" id="1069" idx="3"/>
            <a:endCxn xmlns:a="http://schemas.openxmlformats.org/drawingml/2006/main" id="1070" idx="1"/>
          </p:cNvCxnSpPr>
          <p:nvPr/>
        </p:nvCxnSpPr>
        <p:spPr>
          <a:xfrm xmlns:a="http://schemas.openxmlformats.org/drawingml/2006/main">
            <a:off x="37268894" y="14031487"/>
            <a:ext cx="308869" cy="2369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6693B5E9-34D0-464E-819B-6912EB92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763" y="142683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62B037EE-582E-49B4-9DDA-7187BAD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163" y="14479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7" name=""/>
          <p:cNvCxnSpPr>
            <a:stCxn xmlns:a="http://schemas.openxmlformats.org/drawingml/2006/main" id="1072" idx="3"/>
            <a:endCxn xmlns:a="http://schemas.openxmlformats.org/drawingml/2006/main" id="1073" idx="1"/>
          </p:cNvCxnSpPr>
          <p:nvPr/>
        </p:nvCxnSpPr>
        <p:spPr>
          <a:xfrm xmlns:a="http://schemas.openxmlformats.org/drawingml/2006/main">
            <a:off x="37577858" y="14268394"/>
            <a:ext cx="275305" cy="2110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A66F9E51-A033-4B6B-AC30-EE295B7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163" y="14479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8ED106F8-69DA-4744-8ABB-C99D5E48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4086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0" name=""/>
          <p:cNvCxnSpPr>
            <a:stCxn xmlns:a="http://schemas.openxmlformats.org/drawingml/2006/main" id="1075" idx="3"/>
            <a:endCxn xmlns:a="http://schemas.openxmlformats.org/drawingml/2006/main" id="1076" idx="1"/>
          </p:cNvCxnSpPr>
          <p:nvPr/>
        </p:nvCxnSpPr>
        <p:spPr>
          <a:xfrm xmlns:a="http://schemas.openxmlformats.org/drawingml/2006/main">
            <a:off x="37853258" y="14479398"/>
            <a:ext cx="80828" cy="61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8F5FCD0C-B875-45E4-9D85-01212E8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7A8389BA-6A13-46A7-B906-D5B6F02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3" name=""/>
          <p:cNvCxnSpPr>
            <a:stCxn xmlns:a="http://schemas.openxmlformats.org/drawingml/2006/main" id="1078" idx="2"/>
            <a:endCxn xmlns:a="http://schemas.openxmlformats.org/drawingml/2006/main" id="1079" idx="0"/>
          </p:cNvCxnSpPr>
          <p:nvPr/>
        </p:nvCxnSpPr>
        <p:spPr>
          <a:xfrm xmlns:a="http://schemas.openxmlformats.org/drawingml/2006/main">
            <a:off x="36318342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5624CBD8-2B2B-4E6C-B4C2-AD87EF2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F1B4DC07-0783-414A-9FEF-CACBA7C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6" name=""/>
          <p:cNvCxnSpPr>
            <a:stCxn xmlns:a="http://schemas.openxmlformats.org/drawingml/2006/main" id="1081" idx="2"/>
            <a:endCxn xmlns:a="http://schemas.openxmlformats.org/drawingml/2006/main" id="1082" idx="0"/>
          </p:cNvCxnSpPr>
          <p:nvPr/>
        </p:nvCxnSpPr>
        <p:spPr>
          <a:xfrm xmlns:a="http://schemas.openxmlformats.org/drawingml/2006/main">
            <a:off x="36318342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81F7CD0E-06D7-42FA-897F-67A50AF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75262D21-2648-4371-8C99-3133012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9" name=""/>
          <p:cNvCxnSpPr>
            <a:stCxn xmlns:a="http://schemas.openxmlformats.org/drawingml/2006/main" id="1084" idx="2"/>
            <a:endCxn xmlns:a="http://schemas.openxmlformats.org/drawingml/2006/main" id="1085" idx="0"/>
          </p:cNvCxnSpPr>
          <p:nvPr/>
        </p:nvCxnSpPr>
        <p:spPr>
          <a:xfrm xmlns:a="http://schemas.openxmlformats.org/drawingml/2006/main">
            <a:off x="36318342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2A960503-22B5-4F44-97C4-6AD50078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FFA9EC6E-8227-4A92-99D0-9A3994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2" name=""/>
          <p:cNvCxnSpPr>
            <a:stCxn xmlns:a="http://schemas.openxmlformats.org/drawingml/2006/main" id="1087" idx="2"/>
            <a:endCxn xmlns:a="http://schemas.openxmlformats.org/drawingml/2006/main" id="1088" idx="0"/>
          </p:cNvCxnSpPr>
          <p:nvPr/>
        </p:nvCxnSpPr>
        <p:spPr>
          <a:xfrm xmlns:a="http://schemas.openxmlformats.org/drawingml/2006/main">
            <a:off x="36318342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3F488FEA-A719-4C6C-B6D0-253F5F68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4352" y="120320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1F0BD335-4EFA-4F3A-B7F1-F80D4425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513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5" name=""/>
          <p:cNvCxnSpPr>
            <a:stCxn xmlns:a="http://schemas.openxmlformats.org/drawingml/2006/main" id="1090" idx="3"/>
            <a:endCxn xmlns:a="http://schemas.openxmlformats.org/drawingml/2006/main" id="1091" idx="1"/>
          </p:cNvCxnSpPr>
          <p:nvPr/>
        </p:nvCxnSpPr>
        <p:spPr>
          <a:xfrm xmlns:a="http://schemas.openxmlformats.org/drawingml/2006/main">
            <a:off x="36884447" y="12032135"/>
            <a:ext cx="370688" cy="3408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4D04BA98-100A-4A19-A108-8EA152D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513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F9ED2EE2-C3E4-4CEA-841F-FF0C345D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420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8" name=""/>
          <p:cNvCxnSpPr>
            <a:stCxn xmlns:a="http://schemas.openxmlformats.org/drawingml/2006/main" id="1093" idx="3"/>
            <a:endCxn xmlns:a="http://schemas.openxmlformats.org/drawingml/2006/main" id="1094" idx="1"/>
          </p:cNvCxnSpPr>
          <p:nvPr/>
        </p:nvCxnSpPr>
        <p:spPr>
          <a:xfrm xmlns:a="http://schemas.openxmlformats.org/drawingml/2006/main">
            <a:off x="37255230" y="12372974"/>
            <a:ext cx="416190" cy="3827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92366700-644C-4D21-AEAA-188078ED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420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3134B190-25AE-473C-B837-C7254AC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817" y="13753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1" name=""/>
          <p:cNvCxnSpPr>
            <a:stCxn xmlns:a="http://schemas.openxmlformats.org/drawingml/2006/main" id="1096" idx="2"/>
            <a:endCxn xmlns:a="http://schemas.openxmlformats.org/drawingml/2006/main" id="1097" idx="0"/>
          </p:cNvCxnSpPr>
          <p:nvPr/>
        </p:nvCxnSpPr>
        <p:spPr>
          <a:xfrm xmlns:a="http://schemas.openxmlformats.org/drawingml/2006/main">
            <a:off x="37671468" y="12755779"/>
            <a:ext cx="407397" cy="9974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9" name="">
            <a:extLst xmlns:a="http://schemas.openxmlformats.org/drawingml/2006/main">
              <a:ext uri="{FF2B5EF4-FFF2-40B4-BE49-F238E27FC236}">
                <a16:creationId xmlns:a16="http://schemas.microsoft.com/office/drawing/2014/main" id="{C0626FAC-1407-4A95-BA2E-6E24A7E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817" y="13753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0" name="">
            <a:extLst xmlns:a="http://schemas.openxmlformats.org/drawingml/2006/main">
              <a:ext uri="{FF2B5EF4-FFF2-40B4-BE49-F238E27FC236}">
                <a16:creationId xmlns:a16="http://schemas.microsoft.com/office/drawing/2014/main" id="{0E4BEA87-BB47-42CA-83C5-F3570576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667" y="14436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4" name=""/>
          <p:cNvCxnSpPr>
            <a:stCxn xmlns:a="http://schemas.openxmlformats.org/drawingml/2006/main" id="1099" idx="2"/>
            <a:endCxn xmlns:a="http://schemas.openxmlformats.org/drawingml/2006/main" id="1100" idx="0"/>
          </p:cNvCxnSpPr>
          <p:nvPr/>
        </p:nvCxnSpPr>
        <p:spPr>
          <a:xfrm xmlns:a="http://schemas.openxmlformats.org/drawingml/2006/main">
            <a:off x="38078865" y="13753336"/>
            <a:ext cx="278850" cy="68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02" name="">
            <a:extLst xmlns:a="http://schemas.openxmlformats.org/drawingml/2006/main">
              <a:ext uri="{FF2B5EF4-FFF2-40B4-BE49-F238E27FC236}">
                <a16:creationId xmlns:a16="http://schemas.microsoft.com/office/drawing/2014/main" id="{4647539D-9844-4C55-B054-075EF89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667" y="14436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3" name="">
            <a:extLst xmlns:a="http://schemas.openxmlformats.org/drawingml/2006/main">
              <a:ext uri="{FF2B5EF4-FFF2-40B4-BE49-F238E27FC236}">
                <a16:creationId xmlns:a16="http://schemas.microsoft.com/office/drawing/2014/main" id="{CD709D48-1B5B-446E-A52F-F09F776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9720" y="145388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7" name=""/>
          <p:cNvCxnSpPr>
            <a:stCxn xmlns:a="http://schemas.openxmlformats.org/drawingml/2006/main" id="1102" idx="2"/>
            <a:endCxn xmlns:a="http://schemas.openxmlformats.org/drawingml/2006/main" id="1103" idx="0"/>
          </p:cNvCxnSpPr>
          <p:nvPr/>
        </p:nvCxnSpPr>
        <p:spPr>
          <a:xfrm xmlns:a="http://schemas.openxmlformats.org/drawingml/2006/main">
            <a:off x="38357715" y="14436428"/>
            <a:ext cx="42053" cy="1024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05" name="">
            <a:extLst xmlns:a="http://schemas.openxmlformats.org/drawingml/2006/main">
              <a:ext uri="{FF2B5EF4-FFF2-40B4-BE49-F238E27FC236}">
                <a16:creationId xmlns:a16="http://schemas.microsoft.com/office/drawing/2014/main" id="{97B38FB5-ADB7-493D-AC5D-C3CEF0B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6" name="">
            <a:extLst xmlns:a="http://schemas.openxmlformats.org/drawingml/2006/main">
              <a:ext uri="{FF2B5EF4-FFF2-40B4-BE49-F238E27FC236}">
                <a16:creationId xmlns:a16="http://schemas.microsoft.com/office/drawing/2014/main" id="{2DD205F7-9023-4E17-86D3-3F72EE78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0" name=""/>
          <p:cNvCxnSpPr>
            <a:stCxn xmlns:a="http://schemas.openxmlformats.org/drawingml/2006/main" id="1105" idx="2"/>
            <a:endCxn xmlns:a="http://schemas.openxmlformats.org/drawingml/2006/main" id="1106" idx="0"/>
          </p:cNvCxnSpPr>
          <p:nvPr/>
        </p:nvCxnSpPr>
        <p:spPr>
          <a:xfrm xmlns:a="http://schemas.openxmlformats.org/drawingml/2006/main">
            <a:off x="36318342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8E3F5058-155E-4D17-BF2D-D63A2B4E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D43CB8C5-EB7B-4EA9-8ACE-078AC04E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3" name=""/>
          <p:cNvCxnSpPr>
            <a:stCxn xmlns:a="http://schemas.openxmlformats.org/drawingml/2006/main" id="1108" idx="2"/>
            <a:endCxn xmlns:a="http://schemas.openxmlformats.org/drawingml/2006/main" id="1109" idx="0"/>
          </p:cNvCxnSpPr>
          <p:nvPr/>
        </p:nvCxnSpPr>
        <p:spPr>
          <a:xfrm xmlns:a="http://schemas.openxmlformats.org/drawingml/2006/main">
            <a:off x="36318342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A0706625-114C-45A1-901E-EF3A0CC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A37839B5-DE26-401F-9F65-B76B6F70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6" name=""/>
          <p:cNvCxnSpPr>
            <a:stCxn xmlns:a="http://schemas.openxmlformats.org/drawingml/2006/main" id="1111" idx="2"/>
            <a:endCxn xmlns:a="http://schemas.openxmlformats.org/drawingml/2006/main" id="1112" idx="0"/>
          </p:cNvCxnSpPr>
          <p:nvPr/>
        </p:nvCxnSpPr>
        <p:spPr>
          <a:xfrm xmlns:a="http://schemas.openxmlformats.org/drawingml/2006/main">
            <a:off x="36318342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14" name="">
            <a:extLst xmlns:a="http://schemas.openxmlformats.org/drawingml/2006/main">
              <a:ext uri="{FF2B5EF4-FFF2-40B4-BE49-F238E27FC236}">
                <a16:creationId xmlns:a16="http://schemas.microsoft.com/office/drawing/2014/main" id="{50FFC90E-6870-4D6F-9EB4-99F46746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5" name="">
            <a:extLst xmlns:a="http://schemas.openxmlformats.org/drawingml/2006/main">
              <a:ext uri="{FF2B5EF4-FFF2-40B4-BE49-F238E27FC236}">
                <a16:creationId xmlns:a16="http://schemas.microsoft.com/office/drawing/2014/main" id="{98705110-67FA-4291-8433-FCF294F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9" name=""/>
          <p:cNvCxnSpPr>
            <a:stCxn xmlns:a="http://schemas.openxmlformats.org/drawingml/2006/main" id="1114" idx="2"/>
            <a:endCxn xmlns:a="http://schemas.openxmlformats.org/drawingml/2006/main" id="1115" idx="0"/>
          </p:cNvCxnSpPr>
          <p:nvPr/>
        </p:nvCxnSpPr>
        <p:spPr>
          <a:xfrm xmlns:a="http://schemas.openxmlformats.org/drawingml/2006/main">
            <a:off x="36318342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17" name="">
            <a:extLst xmlns:a="http://schemas.openxmlformats.org/drawingml/2006/main">
              <a:ext uri="{FF2B5EF4-FFF2-40B4-BE49-F238E27FC236}">
                <a16:creationId xmlns:a16="http://schemas.microsoft.com/office/drawing/2014/main" id="{AF06F5E3-4609-49D3-A84D-667C34C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87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8" name="">
            <a:extLst xmlns:a="http://schemas.openxmlformats.org/drawingml/2006/main">
              <a:ext uri="{FF2B5EF4-FFF2-40B4-BE49-F238E27FC236}">
                <a16:creationId xmlns:a16="http://schemas.microsoft.com/office/drawing/2014/main" id="{37521F18-6F89-4AD5-AC49-090C1ADB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191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2" name=""/>
          <p:cNvCxnSpPr>
            <a:stCxn xmlns:a="http://schemas.openxmlformats.org/drawingml/2006/main" id="1117" idx="3"/>
            <a:endCxn xmlns:a="http://schemas.openxmlformats.org/drawingml/2006/main" id="1118" idx="1"/>
          </p:cNvCxnSpPr>
          <p:nvPr/>
        </p:nvCxnSpPr>
        <p:spPr>
          <a:xfrm xmlns:a="http://schemas.openxmlformats.org/drawingml/2006/main">
            <a:off x="37122969" y="10243787"/>
            <a:ext cx="318950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F138D643-AACB-4A77-A2DA-096B233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191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1" name="">
            <a:extLst xmlns:a="http://schemas.openxmlformats.org/drawingml/2006/main">
              <a:ext uri="{FF2B5EF4-FFF2-40B4-BE49-F238E27FC236}">
                <a16:creationId xmlns:a16="http://schemas.microsoft.com/office/drawing/2014/main" id="{3E96282E-8365-493A-8173-BA8825C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8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5" name=""/>
          <p:cNvCxnSpPr>
            <a:stCxn xmlns:a="http://schemas.openxmlformats.org/drawingml/2006/main" id="1120" idx="3"/>
            <a:endCxn xmlns:a="http://schemas.openxmlformats.org/drawingml/2006/main" id="1121" idx="1"/>
          </p:cNvCxnSpPr>
          <p:nvPr/>
        </p:nvCxnSpPr>
        <p:spPr>
          <a:xfrm xmlns:a="http://schemas.openxmlformats.org/drawingml/2006/main">
            <a:off x="37442014" y="10451179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D62AC907-2245-4925-BB5F-B3FB35A8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8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5B87326E-1507-4130-8B83-95D17D1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652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8" name=""/>
          <p:cNvCxnSpPr>
            <a:stCxn xmlns:a="http://schemas.openxmlformats.org/drawingml/2006/main" id="1123" idx="3"/>
            <a:endCxn xmlns:a="http://schemas.openxmlformats.org/drawingml/2006/main" id="1124" idx="1"/>
          </p:cNvCxnSpPr>
          <p:nvPr/>
        </p:nvCxnSpPr>
        <p:spPr>
          <a:xfrm xmlns:a="http://schemas.openxmlformats.org/drawingml/2006/main">
            <a:off x="37809879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270552E2-C448-4F3D-B531-64407E4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652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BB9310E6-9B09-4991-8761-84CAE39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283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1" name=""/>
          <p:cNvCxnSpPr>
            <a:stCxn xmlns:a="http://schemas.openxmlformats.org/drawingml/2006/main" id="1126" idx="3"/>
            <a:endCxn xmlns:a="http://schemas.openxmlformats.org/drawingml/2006/main" id="1127" idx="1"/>
          </p:cNvCxnSpPr>
          <p:nvPr/>
        </p:nvCxnSpPr>
        <p:spPr>
          <a:xfrm xmlns:a="http://schemas.openxmlformats.org/drawingml/2006/main">
            <a:off x="38136619" y="10902858"/>
            <a:ext cx="86664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9" name="">
            <a:extLst xmlns:a="http://schemas.openxmlformats.org/drawingml/2006/main">
              <a:ext uri="{FF2B5EF4-FFF2-40B4-BE49-F238E27FC236}">
                <a16:creationId xmlns:a16="http://schemas.microsoft.com/office/drawing/2014/main" id="{5379F36A-8739-44AA-BB1A-CA3E4576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153" y="8413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0" name="">
            <a:extLst xmlns:a="http://schemas.openxmlformats.org/drawingml/2006/main">
              <a:ext uri="{FF2B5EF4-FFF2-40B4-BE49-F238E27FC236}">
                <a16:creationId xmlns:a16="http://schemas.microsoft.com/office/drawing/2014/main" id="{99D6B4EC-589B-41A8-A824-A4968354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8349" y="8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4" name=""/>
          <p:cNvCxnSpPr>
            <a:stCxn xmlns:a="http://schemas.openxmlformats.org/drawingml/2006/main" id="1129" idx="3"/>
            <a:endCxn xmlns:a="http://schemas.openxmlformats.org/drawingml/2006/main" id="1130" idx="1"/>
          </p:cNvCxnSpPr>
          <p:nvPr/>
        </p:nvCxnSpPr>
        <p:spPr>
          <a:xfrm xmlns:a="http://schemas.openxmlformats.org/drawingml/2006/main">
            <a:off x="24785248" y="8413049"/>
            <a:ext cx="53101" cy="20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2" name="">
            <a:extLst xmlns:a="http://schemas.openxmlformats.org/drawingml/2006/main">
              <a:ext uri="{FF2B5EF4-FFF2-40B4-BE49-F238E27FC236}">
                <a16:creationId xmlns:a16="http://schemas.microsoft.com/office/drawing/2014/main" id="{AC987058-0478-494C-8E84-A5B81CD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8349" y="8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3" name="">
            <a:extLst xmlns:a="http://schemas.openxmlformats.org/drawingml/2006/main">
              <a:ext uri="{FF2B5EF4-FFF2-40B4-BE49-F238E27FC236}">
                <a16:creationId xmlns:a16="http://schemas.microsoft.com/office/drawing/2014/main" id="{26D8DCA8-5B84-4667-B1A8-32DA0B7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90" y="8445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7" name=""/>
          <p:cNvCxnSpPr>
            <a:stCxn xmlns:a="http://schemas.openxmlformats.org/drawingml/2006/main" id="1132" idx="3"/>
            <a:endCxn xmlns:a="http://schemas.openxmlformats.org/drawingml/2006/main" id="1133" idx="1"/>
          </p:cNvCxnSpPr>
          <p:nvPr/>
        </p:nvCxnSpPr>
        <p:spPr>
          <a:xfrm xmlns:a="http://schemas.openxmlformats.org/drawingml/2006/main">
            <a:off x="24838444" y="8433302"/>
            <a:ext cx="31346" cy="119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5" name="">
            <a:extLst xmlns:a="http://schemas.openxmlformats.org/drawingml/2006/main">
              <a:ext uri="{FF2B5EF4-FFF2-40B4-BE49-F238E27FC236}">
                <a16:creationId xmlns:a16="http://schemas.microsoft.com/office/drawing/2014/main" id="{6415A79D-C5CF-4B46-8B26-3529B595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90" y="8445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6" name="">
            <a:extLst xmlns:a="http://schemas.openxmlformats.org/drawingml/2006/main">
              <a:ext uri="{FF2B5EF4-FFF2-40B4-BE49-F238E27FC236}">
                <a16:creationId xmlns:a16="http://schemas.microsoft.com/office/drawing/2014/main" id="{003D10C7-D92A-4369-A517-38051069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799" y="92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0" name=""/>
          <p:cNvCxnSpPr>
            <a:stCxn xmlns:a="http://schemas.openxmlformats.org/drawingml/2006/main" id="1135" idx="3"/>
            <a:endCxn xmlns:a="http://schemas.openxmlformats.org/drawingml/2006/main" id="1136" idx="1"/>
          </p:cNvCxnSpPr>
          <p:nvPr/>
        </p:nvCxnSpPr>
        <p:spPr>
          <a:xfrm xmlns:a="http://schemas.openxmlformats.org/drawingml/2006/main">
            <a:off x="24869885" y="8445233"/>
            <a:ext cx="7044914" cy="7655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8" name="">
            <a:extLst xmlns:a="http://schemas.openxmlformats.org/drawingml/2006/main">
              <a:ext uri="{FF2B5EF4-FFF2-40B4-BE49-F238E27FC236}">
                <a16:creationId xmlns:a16="http://schemas.microsoft.com/office/drawing/2014/main" id="{CF3EAC20-8B79-473A-8FF4-842281B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799" y="92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9" name="">
            <a:extLst xmlns:a="http://schemas.openxmlformats.org/drawingml/2006/main">
              <a:ext uri="{FF2B5EF4-FFF2-40B4-BE49-F238E27FC236}">
                <a16:creationId xmlns:a16="http://schemas.microsoft.com/office/drawing/2014/main" id="{08C61F81-09A8-4AF0-B1D8-9DC554A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1903" y="9540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3" name=""/>
          <p:cNvCxnSpPr>
            <a:stCxn xmlns:a="http://schemas.openxmlformats.org/drawingml/2006/main" id="1138" idx="3"/>
            <a:endCxn xmlns:a="http://schemas.openxmlformats.org/drawingml/2006/main" id="1139" idx="1"/>
          </p:cNvCxnSpPr>
          <p:nvPr/>
        </p:nvCxnSpPr>
        <p:spPr>
          <a:xfrm xmlns:a="http://schemas.openxmlformats.org/drawingml/2006/main">
            <a:off x="31914894" y="9210749"/>
            <a:ext cx="3037009" cy="3300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1" name="">
            <a:extLst xmlns:a="http://schemas.openxmlformats.org/drawingml/2006/main">
              <a:ext uri="{FF2B5EF4-FFF2-40B4-BE49-F238E27FC236}">
                <a16:creationId xmlns:a16="http://schemas.microsoft.com/office/drawing/2014/main" id="{D0BC337F-6500-48DC-8DB0-9BEC36E8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1903" y="9540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E406146A-CC31-460E-8AA8-D3DACA2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744" y="95516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6" name=""/>
          <p:cNvCxnSpPr>
            <a:stCxn xmlns:a="http://schemas.openxmlformats.org/drawingml/2006/main" id="1141" idx="3"/>
            <a:endCxn xmlns:a="http://schemas.openxmlformats.org/drawingml/2006/main" id="1142" idx="1"/>
          </p:cNvCxnSpPr>
          <p:nvPr/>
        </p:nvCxnSpPr>
        <p:spPr>
          <a:xfrm xmlns:a="http://schemas.openxmlformats.org/drawingml/2006/main">
            <a:off x="34951998" y="9540756"/>
            <a:ext cx="96746" cy="109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264376D3-10EB-457E-8EE5-A441525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691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50B45DDF-12F9-4919-9C6C-A3F6015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8782" y="6872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9" name=""/>
          <p:cNvCxnSpPr>
            <a:stCxn xmlns:a="http://schemas.openxmlformats.org/drawingml/2006/main" id="1144" idx="3"/>
            <a:endCxn xmlns:a="http://schemas.openxmlformats.org/drawingml/2006/main" id="1145" idx="1"/>
          </p:cNvCxnSpPr>
          <p:nvPr/>
        </p:nvCxnSpPr>
        <p:spPr>
          <a:xfrm xmlns:a="http://schemas.openxmlformats.org/drawingml/2006/main">
            <a:off x="21083786" y="6661752"/>
            <a:ext cx="414996" cy="2110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7BDCA745-0A1A-4C63-9B9C-CAE48DF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8782" y="6872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7AE765D2-2B1A-4BC5-83A8-31D70C1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478" y="71165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2" name=""/>
          <p:cNvCxnSpPr>
            <a:stCxn xmlns:a="http://schemas.openxmlformats.org/drawingml/2006/main" id="1147" idx="3"/>
            <a:endCxn xmlns:a="http://schemas.openxmlformats.org/drawingml/2006/main" id="1148" idx="1"/>
          </p:cNvCxnSpPr>
          <p:nvPr/>
        </p:nvCxnSpPr>
        <p:spPr>
          <a:xfrm xmlns:a="http://schemas.openxmlformats.org/drawingml/2006/main">
            <a:off x="21498877" y="6872756"/>
            <a:ext cx="479601" cy="2438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D80E13F1-C53F-48AF-924A-42FE504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478" y="71165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45C7617F-C7BF-42D2-A163-84FB2507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1794" y="7331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5" name=""/>
          <p:cNvCxnSpPr>
            <a:stCxn xmlns:a="http://schemas.openxmlformats.org/drawingml/2006/main" id="1150" idx="3"/>
            <a:endCxn xmlns:a="http://schemas.openxmlformats.org/drawingml/2006/main" id="1151" idx="1"/>
          </p:cNvCxnSpPr>
          <p:nvPr/>
        </p:nvCxnSpPr>
        <p:spPr>
          <a:xfrm xmlns:a="http://schemas.openxmlformats.org/drawingml/2006/main">
            <a:off x="21978573" y="7116570"/>
            <a:ext cx="423221" cy="2150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3" name="">
            <a:extLst xmlns:a="http://schemas.openxmlformats.org/drawingml/2006/main">
              <a:ext uri="{FF2B5EF4-FFF2-40B4-BE49-F238E27FC236}">
                <a16:creationId xmlns:a16="http://schemas.microsoft.com/office/drawing/2014/main" id="{B4ED3629-448F-441F-9DAF-12CB3B3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1794" y="7331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4" name="">
            <a:extLst xmlns:a="http://schemas.openxmlformats.org/drawingml/2006/main">
              <a:ext uri="{FF2B5EF4-FFF2-40B4-BE49-F238E27FC236}">
                <a16:creationId xmlns:a16="http://schemas.microsoft.com/office/drawing/2014/main" id="{9524D3C1-621F-4B04-8F1E-BE89573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1207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8" name=""/>
          <p:cNvCxnSpPr>
            <a:stCxn xmlns:a="http://schemas.openxmlformats.org/drawingml/2006/main" id="1153" idx="3"/>
            <a:endCxn xmlns:a="http://schemas.openxmlformats.org/drawingml/2006/main" id="1154" idx="1"/>
          </p:cNvCxnSpPr>
          <p:nvPr/>
        </p:nvCxnSpPr>
        <p:spPr>
          <a:xfrm xmlns:a="http://schemas.openxmlformats.org/drawingml/2006/main">
            <a:off x="22401889" y="7331657"/>
            <a:ext cx="89318" cy="456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56" name="">
            <a:extLst xmlns:a="http://schemas.openxmlformats.org/drawingml/2006/main">
              <a:ext uri="{FF2B5EF4-FFF2-40B4-BE49-F238E27FC236}">
                <a16:creationId xmlns:a16="http://schemas.microsoft.com/office/drawing/2014/main" id="{5D5D5019-651B-433B-A411-25CFDF07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5794" y="6467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7" name="">
            <a:extLst xmlns:a="http://schemas.openxmlformats.org/drawingml/2006/main">
              <a:ext uri="{FF2B5EF4-FFF2-40B4-BE49-F238E27FC236}">
                <a16:creationId xmlns:a16="http://schemas.microsoft.com/office/drawing/2014/main" id="{9A74BE88-94B6-4BE0-8E7A-6D4EC4AD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978" y="6796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1" name=""/>
          <p:cNvCxnSpPr>
            <a:stCxn xmlns:a="http://schemas.openxmlformats.org/drawingml/2006/main" id="1156" idx="3"/>
            <a:endCxn xmlns:a="http://schemas.openxmlformats.org/drawingml/2006/main" id="1157" idx="1"/>
          </p:cNvCxnSpPr>
          <p:nvPr/>
        </p:nvCxnSpPr>
        <p:spPr>
          <a:xfrm xmlns:a="http://schemas.openxmlformats.org/drawingml/2006/main">
            <a:off x="21325889" y="6467075"/>
            <a:ext cx="1276089" cy="3296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9" name="">
            <a:extLst xmlns:a="http://schemas.openxmlformats.org/drawingml/2006/main">
              <a:ext uri="{FF2B5EF4-FFF2-40B4-BE49-F238E27FC236}">
                <a16:creationId xmlns:a16="http://schemas.microsoft.com/office/drawing/2014/main" id="{742E3187-CF08-42B9-AF1D-5E432759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978" y="6796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0" name="">
            <a:extLst xmlns:a="http://schemas.openxmlformats.org/drawingml/2006/main">
              <a:ext uri="{FF2B5EF4-FFF2-40B4-BE49-F238E27FC236}">
                <a16:creationId xmlns:a16="http://schemas.microsoft.com/office/drawing/2014/main" id="{F9FEEDE9-3021-43BF-9C72-E21D5102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820" y="72692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4" name=""/>
          <p:cNvCxnSpPr>
            <a:stCxn xmlns:a="http://schemas.openxmlformats.org/drawingml/2006/main" id="1159" idx="3"/>
            <a:endCxn xmlns:a="http://schemas.openxmlformats.org/drawingml/2006/main" id="1160" idx="1"/>
          </p:cNvCxnSpPr>
          <p:nvPr/>
        </p:nvCxnSpPr>
        <p:spPr>
          <a:xfrm xmlns:a="http://schemas.openxmlformats.org/drawingml/2006/main">
            <a:off x="22602073" y="6796769"/>
            <a:ext cx="1828747" cy="4725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62" name="">
            <a:extLst xmlns:a="http://schemas.openxmlformats.org/drawingml/2006/main">
              <a:ext uri="{FF2B5EF4-FFF2-40B4-BE49-F238E27FC236}">
                <a16:creationId xmlns:a16="http://schemas.microsoft.com/office/drawing/2014/main" id="{9677275D-F776-4DA7-B14B-2D12286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820" y="72692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3" name="">
            <a:extLst xmlns:a="http://schemas.openxmlformats.org/drawingml/2006/main">
              <a:ext uri="{FF2B5EF4-FFF2-40B4-BE49-F238E27FC236}">
                <a16:creationId xmlns:a16="http://schemas.microsoft.com/office/drawing/2014/main" id="{814997AF-6D0B-431B-8CAA-2E2294E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3024" y="7388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7" name=""/>
          <p:cNvCxnSpPr>
            <a:stCxn xmlns:a="http://schemas.openxmlformats.org/drawingml/2006/main" id="1162" idx="3"/>
            <a:endCxn xmlns:a="http://schemas.openxmlformats.org/drawingml/2006/main" id="1163" idx="1"/>
          </p:cNvCxnSpPr>
          <p:nvPr/>
        </p:nvCxnSpPr>
        <p:spPr>
          <a:xfrm xmlns:a="http://schemas.openxmlformats.org/drawingml/2006/main">
            <a:off x="24430915" y="7269329"/>
            <a:ext cx="432109" cy="119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65" name="">
            <a:extLst xmlns:a="http://schemas.openxmlformats.org/drawingml/2006/main">
              <a:ext uri="{FF2B5EF4-FFF2-40B4-BE49-F238E27FC236}">
                <a16:creationId xmlns:a16="http://schemas.microsoft.com/office/drawing/2014/main" id="{902ADC72-A75D-46F5-8ABC-45E77A2E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3024" y="7388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6" name="">
            <a:extLst xmlns:a="http://schemas.openxmlformats.org/drawingml/2006/main">
              <a:ext uri="{FF2B5EF4-FFF2-40B4-BE49-F238E27FC236}">
                <a16:creationId xmlns:a16="http://schemas.microsoft.com/office/drawing/2014/main" id="{F19CAE0F-A941-47D9-9EE8-2E914BD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4692" y="74149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0" name=""/>
          <p:cNvCxnSpPr>
            <a:stCxn xmlns:a="http://schemas.openxmlformats.org/drawingml/2006/main" id="1165" idx="3"/>
            <a:endCxn xmlns:a="http://schemas.openxmlformats.org/drawingml/2006/main" id="1166" idx="1"/>
          </p:cNvCxnSpPr>
          <p:nvPr/>
        </p:nvCxnSpPr>
        <p:spPr>
          <a:xfrm xmlns:a="http://schemas.openxmlformats.org/drawingml/2006/main">
            <a:off x="24863119" y="7388332"/>
            <a:ext cx="91573" cy="266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68" name="">
            <a:extLst xmlns:a="http://schemas.openxmlformats.org/drawingml/2006/main">
              <a:ext uri="{FF2B5EF4-FFF2-40B4-BE49-F238E27FC236}">
                <a16:creationId xmlns:a16="http://schemas.microsoft.com/office/drawing/2014/main" id="{FE374C3F-4C38-45DA-8112-9B8611AD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162" y="4569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63AFF049-B0B2-49B3-9EC9-27D88FA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181" y="49019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3" name=""/>
          <p:cNvCxnSpPr>
            <a:stCxn xmlns:a="http://schemas.openxmlformats.org/drawingml/2006/main" id="1168" idx="3"/>
            <a:endCxn xmlns:a="http://schemas.openxmlformats.org/drawingml/2006/main" id="1169" idx="1"/>
          </p:cNvCxnSpPr>
          <p:nvPr/>
        </p:nvCxnSpPr>
        <p:spPr>
          <a:xfrm xmlns:a="http://schemas.openxmlformats.org/drawingml/2006/main">
            <a:off x="11267257" y="4569615"/>
            <a:ext cx="1898924" cy="3323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1" name="">
            <a:extLst xmlns:a="http://schemas.openxmlformats.org/drawingml/2006/main">
              <a:ext uri="{FF2B5EF4-FFF2-40B4-BE49-F238E27FC236}">
                <a16:creationId xmlns:a16="http://schemas.microsoft.com/office/drawing/2014/main" id="{5A81C6B0-D25B-449C-AB9F-24C3F38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181" y="49019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2" name="">
            <a:extLst xmlns:a="http://schemas.openxmlformats.org/drawingml/2006/main">
              <a:ext uri="{FF2B5EF4-FFF2-40B4-BE49-F238E27FC236}">
                <a16:creationId xmlns:a16="http://schemas.microsoft.com/office/drawing/2014/main" id="{73DD131F-D1DF-47DE-9379-0CDA378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4" y="5526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6" name=""/>
          <p:cNvCxnSpPr>
            <a:stCxn xmlns:a="http://schemas.openxmlformats.org/drawingml/2006/main" id="1171" idx="3"/>
            <a:endCxn xmlns:a="http://schemas.openxmlformats.org/drawingml/2006/main" id="1172" idx="1"/>
          </p:cNvCxnSpPr>
          <p:nvPr/>
        </p:nvCxnSpPr>
        <p:spPr>
          <a:xfrm xmlns:a="http://schemas.openxmlformats.org/drawingml/2006/main">
            <a:off x="13166276" y="4901977"/>
            <a:ext cx="3567248" cy="6242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4" name="">
            <a:extLst xmlns:a="http://schemas.openxmlformats.org/drawingml/2006/main">
              <a:ext uri="{FF2B5EF4-FFF2-40B4-BE49-F238E27FC236}">
                <a16:creationId xmlns:a16="http://schemas.microsoft.com/office/drawing/2014/main" id="{E007A684-FD58-4E15-A7F0-4522FF1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4" y="5526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5" name="">
            <a:extLst xmlns:a="http://schemas.openxmlformats.org/drawingml/2006/main">
              <a:ext uri="{FF2B5EF4-FFF2-40B4-BE49-F238E27FC236}">
                <a16:creationId xmlns:a16="http://schemas.microsoft.com/office/drawing/2014/main" id="{C0F1068D-76C9-440B-8B7E-56C4E5DB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995" y="5868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9" name=""/>
          <p:cNvCxnSpPr>
            <a:stCxn xmlns:a="http://schemas.openxmlformats.org/drawingml/2006/main" id="1174" idx="3"/>
            <a:endCxn xmlns:a="http://schemas.openxmlformats.org/drawingml/2006/main" id="1175" idx="1"/>
          </p:cNvCxnSpPr>
          <p:nvPr/>
        </p:nvCxnSpPr>
        <p:spPr>
          <a:xfrm xmlns:a="http://schemas.openxmlformats.org/drawingml/2006/main">
            <a:off x="16733619" y="5526195"/>
            <a:ext cx="1954376" cy="341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7" name="">
            <a:extLst xmlns:a="http://schemas.openxmlformats.org/drawingml/2006/main">
              <a:ext uri="{FF2B5EF4-FFF2-40B4-BE49-F238E27FC236}">
                <a16:creationId xmlns:a16="http://schemas.microsoft.com/office/drawing/2014/main" id="{7941A75D-A847-4DB5-B543-F36162B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995" y="5868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8" name="">
            <a:extLst xmlns:a="http://schemas.openxmlformats.org/drawingml/2006/main">
              <a:ext uri="{FF2B5EF4-FFF2-40B4-BE49-F238E27FC236}">
                <a16:creationId xmlns:a16="http://schemas.microsoft.com/office/drawing/2014/main" id="{540B6602-31A5-4698-9608-3989FB6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030" y="588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2" name=""/>
          <p:cNvCxnSpPr>
            <a:stCxn xmlns:a="http://schemas.openxmlformats.org/drawingml/2006/main" id="1177" idx="3"/>
            <a:endCxn xmlns:a="http://schemas.openxmlformats.org/drawingml/2006/main" id="1178" idx="1"/>
          </p:cNvCxnSpPr>
          <p:nvPr/>
        </p:nvCxnSpPr>
        <p:spPr>
          <a:xfrm xmlns:a="http://schemas.openxmlformats.org/drawingml/2006/main">
            <a:off x="18688090" y="5868134"/>
            <a:ext cx="97940" cy="17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80" name="">
            <a:extLst xmlns:a="http://schemas.openxmlformats.org/drawingml/2006/main">
              <a:ext uri="{FF2B5EF4-FFF2-40B4-BE49-F238E27FC236}">
                <a16:creationId xmlns:a16="http://schemas.microsoft.com/office/drawing/2014/main" id="{75BB2942-90BD-4151-BCCC-1F531616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484" y="30796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1" name="">
            <a:extLst xmlns:a="http://schemas.openxmlformats.org/drawingml/2006/main">
              <a:ext uri="{FF2B5EF4-FFF2-40B4-BE49-F238E27FC236}">
                <a16:creationId xmlns:a16="http://schemas.microsoft.com/office/drawing/2014/main" id="{8E993EB9-4ADE-4CB2-BDDC-86D5F474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767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5" name=""/>
          <p:cNvCxnSpPr>
            <a:stCxn xmlns:a="http://schemas.openxmlformats.org/drawingml/2006/main" id="1180" idx="2"/>
            <a:endCxn xmlns:a="http://schemas.openxmlformats.org/drawingml/2006/main" id="1181" idx="0"/>
          </p:cNvCxnSpPr>
          <p:nvPr/>
        </p:nvCxnSpPr>
        <p:spPr>
          <a:xfrm xmlns:a="http://schemas.openxmlformats.org/drawingml/2006/main">
            <a:off x="9038532" y="3079765"/>
            <a:ext cx="154283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3" name="">
            <a:extLst xmlns:a="http://schemas.openxmlformats.org/drawingml/2006/main">
              <a:ext uri="{FF2B5EF4-FFF2-40B4-BE49-F238E27FC236}">
                <a16:creationId xmlns:a16="http://schemas.microsoft.com/office/drawing/2014/main" id="{5C144F92-6071-440D-A9E7-7EA0DF87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767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4" name="">
            <a:extLst xmlns:a="http://schemas.openxmlformats.org/drawingml/2006/main">
              <a:ext uri="{FF2B5EF4-FFF2-40B4-BE49-F238E27FC236}">
                <a16:creationId xmlns:a16="http://schemas.microsoft.com/office/drawing/2014/main" id="{1DF8CEE0-EB0B-4296-9FD1-D204C31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602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8" name=""/>
          <p:cNvCxnSpPr>
            <a:stCxn xmlns:a="http://schemas.openxmlformats.org/drawingml/2006/main" id="1183" idx="2"/>
            <a:endCxn xmlns:a="http://schemas.openxmlformats.org/drawingml/2006/main" id="1184" idx="0"/>
          </p:cNvCxnSpPr>
          <p:nvPr/>
        </p:nvCxnSpPr>
        <p:spPr>
          <a:xfrm xmlns:a="http://schemas.openxmlformats.org/drawingml/2006/main">
            <a:off x="9192815" y="3278365"/>
            <a:ext cx="176835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6" name="">
            <a:extLst xmlns:a="http://schemas.openxmlformats.org/drawingml/2006/main">
              <a:ext uri="{FF2B5EF4-FFF2-40B4-BE49-F238E27FC236}">
                <a16:creationId xmlns:a16="http://schemas.microsoft.com/office/drawing/2014/main" id="{0CB27A31-AEF9-4594-8151-18F9BF6D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602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7" name="">
            <a:extLst xmlns:a="http://schemas.openxmlformats.org/drawingml/2006/main">
              <a:ext uri="{FF2B5EF4-FFF2-40B4-BE49-F238E27FC236}">
                <a16:creationId xmlns:a16="http://schemas.microsoft.com/office/drawing/2014/main" id="{5FDF56D1-1307-4E19-934B-518FFF8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91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1" name=""/>
          <p:cNvCxnSpPr>
            <a:stCxn xmlns:a="http://schemas.openxmlformats.org/drawingml/2006/main" id="1186" idx="2"/>
            <a:endCxn xmlns:a="http://schemas.openxmlformats.org/drawingml/2006/main" id="1187" idx="0"/>
          </p:cNvCxnSpPr>
          <p:nvPr/>
        </p:nvCxnSpPr>
        <p:spPr>
          <a:xfrm xmlns:a="http://schemas.openxmlformats.org/drawingml/2006/main">
            <a:off x="9369650" y="3506167"/>
            <a:ext cx="159589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9" name="">
            <a:extLst xmlns:a="http://schemas.openxmlformats.org/drawingml/2006/main">
              <a:ext uri="{FF2B5EF4-FFF2-40B4-BE49-F238E27FC236}">
                <a16:creationId xmlns:a16="http://schemas.microsoft.com/office/drawing/2014/main" id="{5932D13C-CF9D-4535-8865-1E8BA40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91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0" name="">
            <a:extLst xmlns:a="http://schemas.openxmlformats.org/drawingml/2006/main">
              <a:ext uri="{FF2B5EF4-FFF2-40B4-BE49-F238E27FC236}">
                <a16:creationId xmlns:a16="http://schemas.microsoft.com/office/drawing/2014/main" id="{73655B5B-60BF-4F8E-B7DE-0869A7E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317" y="37977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4" name=""/>
          <p:cNvCxnSpPr>
            <a:stCxn xmlns:a="http://schemas.openxmlformats.org/drawingml/2006/main" id="1189" idx="2"/>
            <a:endCxn xmlns:a="http://schemas.openxmlformats.org/drawingml/2006/main" id="1190" idx="0"/>
          </p:cNvCxnSpPr>
          <p:nvPr/>
        </p:nvCxnSpPr>
        <p:spPr>
          <a:xfrm xmlns:a="http://schemas.openxmlformats.org/drawingml/2006/main">
            <a:off x="9529239" y="3711519"/>
            <a:ext cx="67126" cy="86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92" name="">
            <a:extLst xmlns:a="http://schemas.openxmlformats.org/drawingml/2006/main">
              <a:ext uri="{FF2B5EF4-FFF2-40B4-BE49-F238E27FC236}">
                <a16:creationId xmlns:a16="http://schemas.microsoft.com/office/drawing/2014/main" id="{D60B0ACC-31B8-41A1-9130-E9675C48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496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3" name="">
            <a:extLst xmlns:a="http://schemas.openxmlformats.org/drawingml/2006/main">
              <a:ext uri="{FF2B5EF4-FFF2-40B4-BE49-F238E27FC236}">
                <a16:creationId xmlns:a16="http://schemas.microsoft.com/office/drawing/2014/main" id="{385E59A7-ED2F-4641-B2ED-EAAF5189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621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7" name=""/>
          <p:cNvCxnSpPr>
            <a:stCxn xmlns:a="http://schemas.openxmlformats.org/drawingml/2006/main" id="1192" idx="2"/>
            <a:endCxn xmlns:a="http://schemas.openxmlformats.org/drawingml/2006/main" id="1193" idx="0"/>
          </p:cNvCxnSpPr>
          <p:nvPr/>
        </p:nvCxnSpPr>
        <p:spPr>
          <a:xfrm xmlns:a="http://schemas.openxmlformats.org/drawingml/2006/main">
            <a:off x="8632329" y="1496140"/>
            <a:ext cx="0" cy="1251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95" name="">
            <a:extLst xmlns:a="http://schemas.openxmlformats.org/drawingml/2006/main">
              <a:ext uri="{FF2B5EF4-FFF2-40B4-BE49-F238E27FC236}">
                <a16:creationId xmlns:a16="http://schemas.microsoft.com/office/drawing/2014/main" id="{0A38864D-62E6-4633-8F08-571A40A3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621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6" name="">
            <a:extLst xmlns:a="http://schemas.openxmlformats.org/drawingml/2006/main">
              <a:ext uri="{FF2B5EF4-FFF2-40B4-BE49-F238E27FC236}">
                <a16:creationId xmlns:a16="http://schemas.microsoft.com/office/drawing/2014/main" id="{BC9FA7E5-656A-4105-A790-9B7549A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756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0" name=""/>
          <p:cNvCxnSpPr>
            <a:stCxn xmlns:a="http://schemas.openxmlformats.org/drawingml/2006/main" id="1195" idx="2"/>
            <a:endCxn xmlns:a="http://schemas.openxmlformats.org/drawingml/2006/main" id="1196" idx="0"/>
          </p:cNvCxnSpPr>
          <p:nvPr/>
        </p:nvCxnSpPr>
        <p:spPr>
          <a:xfrm xmlns:a="http://schemas.openxmlformats.org/drawingml/2006/main">
            <a:off x="8632329" y="1621423"/>
            <a:ext cx="0" cy="1350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98" name="">
            <a:extLst xmlns:a="http://schemas.openxmlformats.org/drawingml/2006/main">
              <a:ext uri="{FF2B5EF4-FFF2-40B4-BE49-F238E27FC236}">
                <a16:creationId xmlns:a16="http://schemas.microsoft.com/office/drawing/2014/main" id="{2776E46F-788E-4396-A308-216F694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756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9" name="">
            <a:extLst xmlns:a="http://schemas.openxmlformats.org/drawingml/2006/main">
              <a:ext uri="{FF2B5EF4-FFF2-40B4-BE49-F238E27FC236}">
                <a16:creationId xmlns:a16="http://schemas.microsoft.com/office/drawing/2014/main" id="{6B790DA9-4CBA-4C6C-B2BD-ECF950C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8863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3" name=""/>
          <p:cNvCxnSpPr>
            <a:stCxn xmlns:a="http://schemas.openxmlformats.org/drawingml/2006/main" id="1198" idx="2"/>
            <a:endCxn xmlns:a="http://schemas.openxmlformats.org/drawingml/2006/main" id="1199" idx="0"/>
          </p:cNvCxnSpPr>
          <p:nvPr/>
        </p:nvCxnSpPr>
        <p:spPr>
          <a:xfrm xmlns:a="http://schemas.openxmlformats.org/drawingml/2006/main">
            <a:off x="8632329" y="1756597"/>
            <a:ext cx="0" cy="129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01" name="">
            <a:extLst xmlns:a="http://schemas.openxmlformats.org/drawingml/2006/main">
              <a:ext uri="{FF2B5EF4-FFF2-40B4-BE49-F238E27FC236}">
                <a16:creationId xmlns:a16="http://schemas.microsoft.com/office/drawing/2014/main" id="{4A5A9A75-F6B9-4BB1-A73F-DCC84D7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8863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2" name="">
            <a:extLst xmlns:a="http://schemas.openxmlformats.org/drawingml/2006/main">
              <a:ext uri="{FF2B5EF4-FFF2-40B4-BE49-F238E27FC236}">
                <a16:creationId xmlns:a16="http://schemas.microsoft.com/office/drawing/2014/main" id="{364F542E-7689-404A-A31F-2292EE6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2003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6" name=""/>
          <p:cNvCxnSpPr>
            <a:stCxn xmlns:a="http://schemas.openxmlformats.org/drawingml/2006/main" id="1201" idx="2"/>
            <a:endCxn xmlns:a="http://schemas.openxmlformats.org/drawingml/2006/main" id="1202" idx="0"/>
          </p:cNvCxnSpPr>
          <p:nvPr/>
        </p:nvCxnSpPr>
        <p:spPr>
          <a:xfrm xmlns:a="http://schemas.openxmlformats.org/drawingml/2006/main">
            <a:off x="8632329" y="1886433"/>
            <a:ext cx="0" cy="1168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47E1273F-4611-488F-A27B-7095C49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45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49F8FF73-846A-4423-AF11-C3E6475E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45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73AA4224-5D67-4C57-8C40-17E4A97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294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6589CEAE-5A52-4031-9556-EBA81D8C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294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08" name="">
            <a:extLst xmlns:a="http://schemas.openxmlformats.org/drawingml/2006/main">
              <a:ext uri="{FF2B5EF4-FFF2-40B4-BE49-F238E27FC236}">
                <a16:creationId xmlns:a16="http://schemas.microsoft.com/office/drawing/2014/main" id="{3012509A-09AF-49E1-BDA5-668037D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83" y="329075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19D5CDB4-8CD4-447A-AFB4-2C115479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83" y="329075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0" name="">
            <a:extLst xmlns:a="http://schemas.openxmlformats.org/drawingml/2006/main">
              <a:ext uri="{FF2B5EF4-FFF2-40B4-BE49-F238E27FC236}">
                <a16:creationId xmlns:a16="http://schemas.microsoft.com/office/drawing/2014/main" id="{87571E77-6105-4044-90E9-4711896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397" y="68718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8688848B-EAB5-4F88-87F5-A59D1DCA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397" y="68718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DC7F4438-3F2F-4DBD-946E-A4BC7707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171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F64B96F7-E135-41F1-88B5-E0BE09C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171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F99F4BFD-6E53-4D5B-94B9-325920E3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19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6C7DBBF5-867E-4DA6-90E0-4724233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19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760CEE94-AA17-4A9A-AB34-02C1637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93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7" name="">
            <a:extLst xmlns:a="http://schemas.openxmlformats.org/drawingml/2006/main">
              <a:ext uri="{FF2B5EF4-FFF2-40B4-BE49-F238E27FC236}">
                <a16:creationId xmlns:a16="http://schemas.microsoft.com/office/drawing/2014/main" id="{6D3C67CE-51B0-48F7-A469-6FCA8425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93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21635253-BC1F-481D-ADA5-E81D79E2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240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9" name="">
            <a:extLst xmlns:a="http://schemas.openxmlformats.org/drawingml/2006/main">
              <a:ext uri="{FF2B5EF4-FFF2-40B4-BE49-F238E27FC236}">
                <a16:creationId xmlns:a16="http://schemas.microsoft.com/office/drawing/2014/main" id="{0ADE1C27-A460-4ED0-8DBC-036AF33C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240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A6911276-824C-4D33-BB92-89B42D2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312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1" name="">
            <a:extLst xmlns:a="http://schemas.openxmlformats.org/drawingml/2006/main">
              <a:ext uri="{FF2B5EF4-FFF2-40B4-BE49-F238E27FC236}">
                <a16:creationId xmlns:a16="http://schemas.microsoft.com/office/drawing/2014/main" id="{960A09E5-C454-475D-93BB-901E9647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312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2" name="">
            <a:extLst xmlns:a="http://schemas.openxmlformats.org/drawingml/2006/main">
              <a:ext uri="{FF2B5EF4-FFF2-40B4-BE49-F238E27FC236}">
                <a16:creationId xmlns:a16="http://schemas.microsoft.com/office/drawing/2014/main" id="{5F20BB0B-1D03-44D9-B5AB-6F797599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50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3" name="">
            <a:extLst xmlns:a="http://schemas.openxmlformats.org/drawingml/2006/main">
              <a:ext uri="{FF2B5EF4-FFF2-40B4-BE49-F238E27FC236}">
                <a16:creationId xmlns:a16="http://schemas.microsoft.com/office/drawing/2014/main" id="{DAAEB2F8-DE71-4CF2-8107-B11EF3C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50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4" name="">
            <a:extLst xmlns:a="http://schemas.openxmlformats.org/drawingml/2006/main">
              <a:ext uri="{FF2B5EF4-FFF2-40B4-BE49-F238E27FC236}">
                <a16:creationId xmlns:a16="http://schemas.microsoft.com/office/drawing/2014/main" id="{BA2D9FC8-261C-443D-8BC8-A5B4B35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5" name="">
            <a:extLst xmlns:a="http://schemas.openxmlformats.org/drawingml/2006/main">
              <a:ext uri="{FF2B5EF4-FFF2-40B4-BE49-F238E27FC236}">
                <a16:creationId xmlns:a16="http://schemas.microsoft.com/office/drawing/2014/main" id="{47C6D092-2ED3-4B4F-9C04-2B42B2E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26" name="">
            <a:extLst xmlns:a="http://schemas.openxmlformats.org/drawingml/2006/main">
              <a:ext uri="{FF2B5EF4-FFF2-40B4-BE49-F238E27FC236}">
                <a16:creationId xmlns:a16="http://schemas.microsoft.com/office/drawing/2014/main" id="{7CF42C53-6682-40F3-869F-C7F09D94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7" name="">
            <a:extLst xmlns:a="http://schemas.openxmlformats.org/drawingml/2006/main">
              <a:ext uri="{FF2B5EF4-FFF2-40B4-BE49-F238E27FC236}">
                <a16:creationId xmlns:a16="http://schemas.microsoft.com/office/drawing/2014/main" id="{24D3A8E0-5147-4C62-B078-ED59A628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8" name="">
            <a:extLst xmlns:a="http://schemas.openxmlformats.org/drawingml/2006/main">
              <a:ext uri="{FF2B5EF4-FFF2-40B4-BE49-F238E27FC236}">
                <a16:creationId xmlns:a16="http://schemas.microsoft.com/office/drawing/2014/main" id="{A838283D-0FA0-4BCA-9073-3163B2A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750" y="2657366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9" name="">
            <a:extLst xmlns:a="http://schemas.openxmlformats.org/drawingml/2006/main">
              <a:ext uri="{FF2B5EF4-FFF2-40B4-BE49-F238E27FC236}">
                <a16:creationId xmlns:a16="http://schemas.microsoft.com/office/drawing/2014/main" id="{7AC6D62C-2657-4A5D-86BF-147DFB45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750" y="2657366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0" name="">
            <a:extLst xmlns:a="http://schemas.openxmlformats.org/drawingml/2006/main">
              <a:ext uri="{FF2B5EF4-FFF2-40B4-BE49-F238E27FC236}">
                <a16:creationId xmlns:a16="http://schemas.microsoft.com/office/drawing/2014/main" id="{B6ADD551-D31B-4093-803B-B9699D5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875" y="2657366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1" name="">
            <a:extLst xmlns:a="http://schemas.openxmlformats.org/drawingml/2006/main">
              <a:ext uri="{FF2B5EF4-FFF2-40B4-BE49-F238E27FC236}">
                <a16:creationId xmlns:a16="http://schemas.microsoft.com/office/drawing/2014/main" id="{F2D2CD70-C2A8-423E-A6A5-13DB0EA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875" y="2657366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32" name="">
            <a:extLst xmlns:a="http://schemas.openxmlformats.org/drawingml/2006/main">
              <a:ext uri="{FF2B5EF4-FFF2-40B4-BE49-F238E27FC236}">
                <a16:creationId xmlns:a16="http://schemas.microsoft.com/office/drawing/2014/main" id="{A07C8E6B-E9AE-478D-AF9A-5A3EBE9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4" y="247826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3" name="">
            <a:extLst xmlns:a="http://schemas.openxmlformats.org/drawingml/2006/main">
              <a:ext uri="{FF2B5EF4-FFF2-40B4-BE49-F238E27FC236}">
                <a16:creationId xmlns:a16="http://schemas.microsoft.com/office/drawing/2014/main" id="{B38857C7-6124-4642-A66C-C0C37B38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4" y="247826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4" name="">
            <a:extLst xmlns:a="http://schemas.openxmlformats.org/drawingml/2006/main">
              <a:ext uri="{FF2B5EF4-FFF2-40B4-BE49-F238E27FC236}">
                <a16:creationId xmlns:a16="http://schemas.microsoft.com/office/drawing/2014/main" id="{8A591A0E-C752-4BFB-890D-7119386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667" y="247826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5" name="">
            <a:extLst xmlns:a="http://schemas.openxmlformats.org/drawingml/2006/main">
              <a:ext uri="{FF2B5EF4-FFF2-40B4-BE49-F238E27FC236}">
                <a16:creationId xmlns:a16="http://schemas.microsoft.com/office/drawing/2014/main" id="{A1C94192-1F83-4C83-92C4-BE08A07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667" y="247826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36" name="">
            <a:extLst xmlns:a="http://schemas.openxmlformats.org/drawingml/2006/main">
              <a:ext uri="{FF2B5EF4-FFF2-40B4-BE49-F238E27FC236}">
                <a16:creationId xmlns:a16="http://schemas.microsoft.com/office/drawing/2014/main" id="{056200C5-F526-48AE-8E9F-5238077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350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7" name="">
            <a:extLst xmlns:a="http://schemas.openxmlformats.org/drawingml/2006/main">
              <a:ext uri="{FF2B5EF4-FFF2-40B4-BE49-F238E27FC236}">
                <a16:creationId xmlns:a16="http://schemas.microsoft.com/office/drawing/2014/main" id="{3E6CAA14-AFC5-47EA-9F39-2154C406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350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8" name="">
            <a:extLst xmlns:a="http://schemas.openxmlformats.org/drawingml/2006/main">
              <a:ext uri="{FF2B5EF4-FFF2-40B4-BE49-F238E27FC236}">
                <a16:creationId xmlns:a16="http://schemas.microsoft.com/office/drawing/2014/main" id="{242928C2-9335-43AA-9418-D722BBD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321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9" name="">
            <a:extLst xmlns:a="http://schemas.openxmlformats.org/drawingml/2006/main">
              <a:ext uri="{FF2B5EF4-FFF2-40B4-BE49-F238E27FC236}">
                <a16:creationId xmlns:a16="http://schemas.microsoft.com/office/drawing/2014/main" id="{7F576FD9-6E42-4909-A7F9-0D79C33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321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40" name="">
            <a:extLst xmlns:a="http://schemas.openxmlformats.org/drawingml/2006/main">
              <a:ext uri="{FF2B5EF4-FFF2-40B4-BE49-F238E27FC236}">
                <a16:creationId xmlns:a16="http://schemas.microsoft.com/office/drawing/2014/main" id="{A7BBB82E-1AB9-4618-A83F-191FEB3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02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1" name="">
            <a:extLst xmlns:a="http://schemas.openxmlformats.org/drawingml/2006/main">
              <a:ext uri="{FF2B5EF4-FFF2-40B4-BE49-F238E27FC236}">
                <a16:creationId xmlns:a16="http://schemas.microsoft.com/office/drawing/2014/main" id="{BA8356E1-09BB-4CEE-99A7-904C3DC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02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42" name="">
            <a:extLst xmlns:a="http://schemas.openxmlformats.org/drawingml/2006/main">
              <a:ext uri="{FF2B5EF4-FFF2-40B4-BE49-F238E27FC236}">
                <a16:creationId xmlns:a16="http://schemas.microsoft.com/office/drawing/2014/main" id="{8BFE79D2-5FA8-48AD-A2B1-F0821BC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23" y="19409596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3" name="">
            <a:extLst xmlns:a="http://schemas.openxmlformats.org/drawingml/2006/main">
              <a:ext uri="{FF2B5EF4-FFF2-40B4-BE49-F238E27FC236}">
                <a16:creationId xmlns:a16="http://schemas.microsoft.com/office/drawing/2014/main" id="{5EE50318-C48A-4EDC-8BAF-7F1E83C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23" y="19409596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244" name="">
            <a:extLst xmlns:a="http://schemas.openxmlformats.org/drawingml/2006/main">
              <a:ext uri="{FF2B5EF4-FFF2-40B4-BE49-F238E27FC236}">
                <a16:creationId xmlns:a16="http://schemas.microsoft.com/office/drawing/2014/main" id="{FFA92FC8-F273-4086-9688-D0A3C71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803" y="19409596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5" name="">
            <a:extLst xmlns:a="http://schemas.openxmlformats.org/drawingml/2006/main">
              <a:ext uri="{FF2B5EF4-FFF2-40B4-BE49-F238E27FC236}">
                <a16:creationId xmlns:a16="http://schemas.microsoft.com/office/drawing/2014/main" id="{193723A0-CF67-4513-8754-4ED9F3CC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803" y="19409596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246" name="">
            <a:extLst xmlns:a="http://schemas.openxmlformats.org/drawingml/2006/main">
              <a:ext uri="{FF2B5EF4-FFF2-40B4-BE49-F238E27FC236}">
                <a16:creationId xmlns:a16="http://schemas.microsoft.com/office/drawing/2014/main" id="{3AE6FB77-81B1-460B-8719-C2AEA89F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587" y="19409596"/>
            <a:ext cx="424510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7" name="">
            <a:extLst xmlns:a="http://schemas.openxmlformats.org/drawingml/2006/main">
              <a:ext uri="{FF2B5EF4-FFF2-40B4-BE49-F238E27FC236}">
                <a16:creationId xmlns:a16="http://schemas.microsoft.com/office/drawing/2014/main" id="{ED5086A6-5F05-4ADF-8629-5A98C35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587" y="19409596"/>
            <a:ext cx="424510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248" name="">
            <a:extLst xmlns:a="http://schemas.openxmlformats.org/drawingml/2006/main">
              <a:ext uri="{FF2B5EF4-FFF2-40B4-BE49-F238E27FC236}">
                <a16:creationId xmlns:a16="http://schemas.microsoft.com/office/drawing/2014/main" id="{FA2CD190-D623-4BA4-90CA-CC67D91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8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9" name="">
            <a:extLst xmlns:a="http://schemas.openxmlformats.org/drawingml/2006/main">
              <a:ext uri="{FF2B5EF4-FFF2-40B4-BE49-F238E27FC236}">
                <a16:creationId xmlns:a16="http://schemas.microsoft.com/office/drawing/2014/main" id="{DFBDE67D-D88F-4550-A14D-0AF1840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8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0" name="">
            <a:extLst xmlns:a="http://schemas.openxmlformats.org/drawingml/2006/main">
              <a:ext uri="{FF2B5EF4-FFF2-40B4-BE49-F238E27FC236}">
                <a16:creationId xmlns:a16="http://schemas.microsoft.com/office/drawing/2014/main" id="{8EE7B1A9-045E-4FA9-843E-DA75D9F7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30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1" name="">
            <a:extLst xmlns:a="http://schemas.openxmlformats.org/drawingml/2006/main">
              <a:ext uri="{FF2B5EF4-FFF2-40B4-BE49-F238E27FC236}">
                <a16:creationId xmlns:a16="http://schemas.microsoft.com/office/drawing/2014/main" id="{F05D6E39-5D58-455D-84C6-BA0F33CA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30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2" name="">
            <a:extLst xmlns:a="http://schemas.openxmlformats.org/drawingml/2006/main">
              <a:ext uri="{FF2B5EF4-FFF2-40B4-BE49-F238E27FC236}">
                <a16:creationId xmlns:a16="http://schemas.microsoft.com/office/drawing/2014/main" id="{606053CE-9DE0-4D78-9079-310552E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35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3" name="">
            <a:extLst xmlns:a="http://schemas.openxmlformats.org/drawingml/2006/main">
              <a:ext uri="{FF2B5EF4-FFF2-40B4-BE49-F238E27FC236}">
                <a16:creationId xmlns:a16="http://schemas.microsoft.com/office/drawing/2014/main" id="{26304E05-362B-477E-8640-A2B70C9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35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4" name="">
            <a:extLst xmlns:a="http://schemas.openxmlformats.org/drawingml/2006/main">
              <a:ext uri="{FF2B5EF4-FFF2-40B4-BE49-F238E27FC236}">
                <a16:creationId xmlns:a16="http://schemas.microsoft.com/office/drawing/2014/main" id="{C18B0A93-805D-4026-9FE6-2AD9EC8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18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5" name="">
            <a:extLst xmlns:a="http://schemas.openxmlformats.org/drawingml/2006/main">
              <a:ext uri="{FF2B5EF4-FFF2-40B4-BE49-F238E27FC236}">
                <a16:creationId xmlns:a16="http://schemas.microsoft.com/office/drawing/2014/main" id="{2EA8416B-6D71-45A0-BF80-A27F384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18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56" name="">
            <a:extLst xmlns:a="http://schemas.openxmlformats.org/drawingml/2006/main">
              <a:ext uri="{FF2B5EF4-FFF2-40B4-BE49-F238E27FC236}">
                <a16:creationId xmlns:a16="http://schemas.microsoft.com/office/drawing/2014/main" id="{34CCFEAE-1DC3-45A1-ADEE-DD455DAD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05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7" name="">
            <a:extLst xmlns:a="http://schemas.openxmlformats.org/drawingml/2006/main">
              <a:ext uri="{FF2B5EF4-FFF2-40B4-BE49-F238E27FC236}">
                <a16:creationId xmlns:a16="http://schemas.microsoft.com/office/drawing/2014/main" id="{3A2481EF-5B64-4E6A-9786-28B6B586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05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58" name="">
            <a:extLst xmlns:a="http://schemas.openxmlformats.org/drawingml/2006/main">
              <a:ext uri="{FF2B5EF4-FFF2-40B4-BE49-F238E27FC236}">
                <a16:creationId xmlns:a16="http://schemas.microsoft.com/office/drawing/2014/main" id="{668E06EB-5535-4EAF-A273-FB6C75B3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723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9" name="">
            <a:extLst xmlns:a="http://schemas.openxmlformats.org/drawingml/2006/main">
              <a:ext uri="{FF2B5EF4-FFF2-40B4-BE49-F238E27FC236}">
                <a16:creationId xmlns:a16="http://schemas.microsoft.com/office/drawing/2014/main" id="{8BE2A757-E929-4CC9-A39D-1E30FFDA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723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0" name="">
            <a:extLst xmlns:a="http://schemas.openxmlformats.org/drawingml/2006/main">
              <a:ext uri="{FF2B5EF4-FFF2-40B4-BE49-F238E27FC236}">
                <a16:creationId xmlns:a16="http://schemas.microsoft.com/office/drawing/2014/main" id="{84D82E19-7643-4D2E-82B1-E948744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093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1" name="">
            <a:extLst xmlns:a="http://schemas.openxmlformats.org/drawingml/2006/main">
              <a:ext uri="{FF2B5EF4-FFF2-40B4-BE49-F238E27FC236}">
                <a16:creationId xmlns:a16="http://schemas.microsoft.com/office/drawing/2014/main" id="{74C1B97F-FE00-44F1-8096-0313FFEA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093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62" name="">
            <a:extLst xmlns:a="http://schemas.openxmlformats.org/drawingml/2006/main">
              <a:ext uri="{FF2B5EF4-FFF2-40B4-BE49-F238E27FC236}">
                <a16:creationId xmlns:a16="http://schemas.microsoft.com/office/drawing/2014/main" id="{FCFCD690-420D-4546-A9C6-E4DEEFA7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749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3" name="">
            <a:extLst xmlns:a="http://schemas.openxmlformats.org/drawingml/2006/main">
              <a:ext uri="{FF2B5EF4-FFF2-40B4-BE49-F238E27FC236}">
                <a16:creationId xmlns:a16="http://schemas.microsoft.com/office/drawing/2014/main" id="{2987304A-4F8D-4C69-8598-0528008E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749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4" name="">
            <a:extLst xmlns:a="http://schemas.openxmlformats.org/drawingml/2006/main">
              <a:ext uri="{FF2B5EF4-FFF2-40B4-BE49-F238E27FC236}">
                <a16:creationId xmlns:a16="http://schemas.microsoft.com/office/drawing/2014/main" id="{0F40D063-F063-40CA-885C-1153FB7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36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5" name="">
            <a:extLst xmlns:a="http://schemas.openxmlformats.org/drawingml/2006/main">
              <a:ext uri="{FF2B5EF4-FFF2-40B4-BE49-F238E27FC236}">
                <a16:creationId xmlns:a16="http://schemas.microsoft.com/office/drawing/2014/main" id="{9CB7C11F-C3AD-4ABC-8283-4858AAD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36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6" name="">
            <a:extLst xmlns:a="http://schemas.openxmlformats.org/drawingml/2006/main">
              <a:ext uri="{FF2B5EF4-FFF2-40B4-BE49-F238E27FC236}">
                <a16:creationId xmlns:a16="http://schemas.microsoft.com/office/drawing/2014/main" id="{5EB62290-8D3D-4D2A-8863-3DCAED2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001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7" name="">
            <a:extLst xmlns:a="http://schemas.openxmlformats.org/drawingml/2006/main">
              <a:ext uri="{FF2B5EF4-FFF2-40B4-BE49-F238E27FC236}">
                <a16:creationId xmlns:a16="http://schemas.microsoft.com/office/drawing/2014/main" id="{595F1CD2-4146-43A7-9B1D-BD544664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001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68" name="">
            <a:extLst xmlns:a="http://schemas.openxmlformats.org/drawingml/2006/main">
              <a:ext uri="{FF2B5EF4-FFF2-40B4-BE49-F238E27FC236}">
                <a16:creationId xmlns:a16="http://schemas.microsoft.com/office/drawing/2014/main" id="{FF38568C-6DDF-4F6E-B568-E0220666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1134939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9" name="">
            <a:extLst xmlns:a="http://schemas.openxmlformats.org/drawingml/2006/main">
              <a:ext uri="{FF2B5EF4-FFF2-40B4-BE49-F238E27FC236}">
                <a16:creationId xmlns:a16="http://schemas.microsoft.com/office/drawing/2014/main" id="{5CF65A72-6B55-403A-A408-8099EEE6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1134939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0" name="">
            <a:extLst xmlns:a="http://schemas.openxmlformats.org/drawingml/2006/main">
              <a:ext uri="{FF2B5EF4-FFF2-40B4-BE49-F238E27FC236}">
                <a16:creationId xmlns:a16="http://schemas.microsoft.com/office/drawing/2014/main" id="{9A58C31A-6E93-49D2-A3B7-85F1B88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68718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1" name="">
            <a:extLst xmlns:a="http://schemas.openxmlformats.org/drawingml/2006/main">
              <a:ext uri="{FF2B5EF4-FFF2-40B4-BE49-F238E27FC236}">
                <a16:creationId xmlns:a16="http://schemas.microsoft.com/office/drawing/2014/main" id="{99987EC9-FE38-476B-BF68-6C5AE2F8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68718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2" name="">
            <a:extLst xmlns:a="http://schemas.openxmlformats.org/drawingml/2006/main">
              <a:ext uri="{FF2B5EF4-FFF2-40B4-BE49-F238E27FC236}">
                <a16:creationId xmlns:a16="http://schemas.microsoft.com/office/drawing/2014/main" id="{68C97971-6F02-4F30-9C23-9ED3A89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3" name="">
            <a:extLst xmlns:a="http://schemas.openxmlformats.org/drawingml/2006/main">
              <a:ext uri="{FF2B5EF4-FFF2-40B4-BE49-F238E27FC236}">
                <a16:creationId xmlns:a16="http://schemas.microsoft.com/office/drawing/2014/main" id="{14E1918C-E672-41A2-80DE-B321D401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74" name="">
            <a:extLst xmlns:a="http://schemas.openxmlformats.org/drawingml/2006/main">
              <a:ext uri="{FF2B5EF4-FFF2-40B4-BE49-F238E27FC236}">
                <a16:creationId xmlns:a16="http://schemas.microsoft.com/office/drawing/2014/main" id="{207DFC4F-9DF4-4B1B-ADA1-595559F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763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5" name="">
            <a:extLst xmlns:a="http://schemas.openxmlformats.org/drawingml/2006/main">
              <a:ext uri="{FF2B5EF4-FFF2-40B4-BE49-F238E27FC236}">
                <a16:creationId xmlns:a16="http://schemas.microsoft.com/office/drawing/2014/main" id="{3D48F813-4E6B-491C-BFDB-4489CB3B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763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76" name="">
            <a:extLst xmlns:a="http://schemas.openxmlformats.org/drawingml/2006/main">
              <a:ext uri="{FF2B5EF4-FFF2-40B4-BE49-F238E27FC236}">
                <a16:creationId xmlns:a16="http://schemas.microsoft.com/office/drawing/2014/main" id="{3A5105C3-96E6-48AB-8A44-95035D5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912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7" name="">
            <a:extLst xmlns:a="http://schemas.openxmlformats.org/drawingml/2006/main">
              <a:ext uri="{FF2B5EF4-FFF2-40B4-BE49-F238E27FC236}">
                <a16:creationId xmlns:a16="http://schemas.microsoft.com/office/drawing/2014/main" id="{FA5B6743-6722-4EA7-9EAC-B4D121BA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912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8" name="">
            <a:extLst xmlns:a="http://schemas.openxmlformats.org/drawingml/2006/main">
              <a:ext uri="{FF2B5EF4-FFF2-40B4-BE49-F238E27FC236}">
                <a16:creationId xmlns:a16="http://schemas.microsoft.com/office/drawing/2014/main" id="{8452135C-3B41-4C04-B39B-32683A61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882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9" name="">
            <a:extLst xmlns:a="http://schemas.openxmlformats.org/drawingml/2006/main">
              <a:ext uri="{FF2B5EF4-FFF2-40B4-BE49-F238E27FC236}">
                <a16:creationId xmlns:a16="http://schemas.microsoft.com/office/drawing/2014/main" id="{2A63542E-60E1-4BFB-8114-744E0160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882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0" name="">
            <a:extLst xmlns:a="http://schemas.openxmlformats.org/drawingml/2006/main">
              <a:ext uri="{FF2B5EF4-FFF2-40B4-BE49-F238E27FC236}">
                <a16:creationId xmlns:a16="http://schemas.microsoft.com/office/drawing/2014/main" id="{861A37FC-D53E-4A0F-9E4D-2880561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778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1" name="">
            <a:extLst xmlns:a="http://schemas.openxmlformats.org/drawingml/2006/main">
              <a:ext uri="{FF2B5EF4-FFF2-40B4-BE49-F238E27FC236}">
                <a16:creationId xmlns:a16="http://schemas.microsoft.com/office/drawing/2014/main" id="{86448C35-F1F6-46E8-9AB2-451EFF0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778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2" name="">
            <a:extLst xmlns:a="http://schemas.openxmlformats.org/drawingml/2006/main">
              <a:ext uri="{FF2B5EF4-FFF2-40B4-BE49-F238E27FC236}">
                <a16:creationId xmlns:a16="http://schemas.microsoft.com/office/drawing/2014/main" id="{72E83180-AAC7-40EB-A5E5-4C5CF69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7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3" name="">
            <a:extLst xmlns:a="http://schemas.openxmlformats.org/drawingml/2006/main">
              <a:ext uri="{FF2B5EF4-FFF2-40B4-BE49-F238E27FC236}">
                <a16:creationId xmlns:a16="http://schemas.microsoft.com/office/drawing/2014/main" id="{D782AB97-FED6-49A9-BD7A-5BFC3161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7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4" name="">
            <a:extLst xmlns:a="http://schemas.openxmlformats.org/drawingml/2006/main">
              <a:ext uri="{FF2B5EF4-FFF2-40B4-BE49-F238E27FC236}">
                <a16:creationId xmlns:a16="http://schemas.microsoft.com/office/drawing/2014/main" id="{60D65B29-407C-4628-A53D-99D65F82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185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5" name="">
            <a:extLst xmlns:a="http://schemas.openxmlformats.org/drawingml/2006/main">
              <a:ext uri="{FF2B5EF4-FFF2-40B4-BE49-F238E27FC236}">
                <a16:creationId xmlns:a16="http://schemas.microsoft.com/office/drawing/2014/main" id="{8C827556-9C78-407A-A348-E6B635C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185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6" name="">
            <a:extLst xmlns:a="http://schemas.openxmlformats.org/drawingml/2006/main">
              <a:ext uri="{FF2B5EF4-FFF2-40B4-BE49-F238E27FC236}">
                <a16:creationId xmlns:a16="http://schemas.microsoft.com/office/drawing/2014/main" id="{8D720C3B-9302-4300-8320-267B7D33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267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7" name="">
            <a:extLst xmlns:a="http://schemas.openxmlformats.org/drawingml/2006/main">
              <a:ext uri="{FF2B5EF4-FFF2-40B4-BE49-F238E27FC236}">
                <a16:creationId xmlns:a16="http://schemas.microsoft.com/office/drawing/2014/main" id="{3A8001A9-B9A8-4A67-8CA2-E6445BD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267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88" name="">
            <a:extLst xmlns:a="http://schemas.openxmlformats.org/drawingml/2006/main">
              <a:ext uri="{FF2B5EF4-FFF2-40B4-BE49-F238E27FC236}">
                <a16:creationId xmlns:a16="http://schemas.microsoft.com/office/drawing/2014/main" id="{CFE5B388-5F76-4705-910E-12DB7AE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4596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9" name="">
            <a:extLst xmlns:a="http://schemas.openxmlformats.org/drawingml/2006/main">
              <a:ext uri="{FF2B5EF4-FFF2-40B4-BE49-F238E27FC236}">
                <a16:creationId xmlns:a16="http://schemas.microsoft.com/office/drawing/2014/main" id="{8003E16F-80C9-41B6-B6DB-812CFEE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4596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90" name="">
            <a:extLst xmlns:a="http://schemas.openxmlformats.org/drawingml/2006/main">
              <a:ext uri="{FF2B5EF4-FFF2-40B4-BE49-F238E27FC236}">
                <a16:creationId xmlns:a16="http://schemas.microsoft.com/office/drawing/2014/main" id="{39A7BCF5-A310-4366-B81D-77B2ECE5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173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1" name="">
            <a:extLst xmlns:a="http://schemas.openxmlformats.org/drawingml/2006/main">
              <a:ext uri="{FF2B5EF4-FFF2-40B4-BE49-F238E27FC236}">
                <a16:creationId xmlns:a16="http://schemas.microsoft.com/office/drawing/2014/main" id="{81210FF8-88DB-428D-8E84-B9863EBA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173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2" name="">
            <a:extLst xmlns:a="http://schemas.openxmlformats.org/drawingml/2006/main">
              <a:ext uri="{FF2B5EF4-FFF2-40B4-BE49-F238E27FC236}">
                <a16:creationId xmlns:a16="http://schemas.microsoft.com/office/drawing/2014/main" id="{D970B0C6-0FF0-4C14-8C6F-91DAB83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7281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3" name="">
            <a:extLst xmlns:a="http://schemas.openxmlformats.org/drawingml/2006/main">
              <a:ext uri="{FF2B5EF4-FFF2-40B4-BE49-F238E27FC236}">
                <a16:creationId xmlns:a16="http://schemas.microsoft.com/office/drawing/2014/main" id="{1E1B3ABC-1644-402A-9327-3E9EDD59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7281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94" name="">
            <a:extLst xmlns:a="http://schemas.openxmlformats.org/drawingml/2006/main">
              <a:ext uri="{FF2B5EF4-FFF2-40B4-BE49-F238E27FC236}">
                <a16:creationId xmlns:a16="http://schemas.microsoft.com/office/drawing/2014/main" id="{643CB41A-8231-4EF4-A6B7-956B23DF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7147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5" name="">
            <a:extLst xmlns:a="http://schemas.openxmlformats.org/drawingml/2006/main">
              <a:ext uri="{FF2B5EF4-FFF2-40B4-BE49-F238E27FC236}">
                <a16:creationId xmlns:a16="http://schemas.microsoft.com/office/drawing/2014/main" id="{2C0108DF-DF8D-40A4-92FF-EC1A721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7147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6" name="">
            <a:extLst xmlns:a="http://schemas.openxmlformats.org/drawingml/2006/main">
              <a:ext uri="{FF2B5EF4-FFF2-40B4-BE49-F238E27FC236}">
                <a16:creationId xmlns:a16="http://schemas.microsoft.com/office/drawing/2014/main" id="{AC0E9C18-F17B-43A0-A96B-28AB7ACC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98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7" name="">
            <a:extLst xmlns:a="http://schemas.openxmlformats.org/drawingml/2006/main">
              <a:ext uri="{FF2B5EF4-FFF2-40B4-BE49-F238E27FC236}">
                <a16:creationId xmlns:a16="http://schemas.microsoft.com/office/drawing/2014/main" id="{0DA565E8-6964-47BB-943E-8DFF3A7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98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8" name="">
            <a:extLst xmlns:a="http://schemas.openxmlformats.org/drawingml/2006/main">
              <a:ext uri="{FF2B5EF4-FFF2-40B4-BE49-F238E27FC236}">
                <a16:creationId xmlns:a16="http://schemas.microsoft.com/office/drawing/2014/main" id="{4AB2F113-28FA-4A4D-960D-944FC75A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9" name="">
            <a:extLst xmlns:a="http://schemas.openxmlformats.org/drawingml/2006/main">
              <a:ext uri="{FF2B5EF4-FFF2-40B4-BE49-F238E27FC236}">
                <a16:creationId xmlns:a16="http://schemas.microsoft.com/office/drawing/2014/main" id="{5986759B-D700-4B9E-8B34-E7E52908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0" name="">
            <a:extLst xmlns:a="http://schemas.openxmlformats.org/drawingml/2006/main">
              <a:ext uri="{FF2B5EF4-FFF2-40B4-BE49-F238E27FC236}">
                <a16:creationId xmlns:a16="http://schemas.microsoft.com/office/drawing/2014/main" id="{53704A53-EAE5-40C7-9821-BFDA2F0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1" name="">
            <a:extLst xmlns:a="http://schemas.openxmlformats.org/drawingml/2006/main">
              <a:ext uri="{FF2B5EF4-FFF2-40B4-BE49-F238E27FC236}">
                <a16:creationId xmlns:a16="http://schemas.microsoft.com/office/drawing/2014/main" id="{2FDEBCDF-0C15-4406-96DE-3D5E3FB1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02" name="">
            <a:extLst xmlns:a="http://schemas.openxmlformats.org/drawingml/2006/main">
              <a:ext uri="{FF2B5EF4-FFF2-40B4-BE49-F238E27FC236}">
                <a16:creationId xmlns:a16="http://schemas.microsoft.com/office/drawing/2014/main" id="{250BB3CD-F99D-4745-822D-2AC066E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3" name="">
            <a:extLst xmlns:a="http://schemas.openxmlformats.org/drawingml/2006/main">
              <a:ext uri="{FF2B5EF4-FFF2-40B4-BE49-F238E27FC236}">
                <a16:creationId xmlns:a16="http://schemas.microsoft.com/office/drawing/2014/main" id="{B58F5447-6E8C-43A5-BEC8-CADB4831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4" name="">
            <a:extLst xmlns:a="http://schemas.openxmlformats.org/drawingml/2006/main">
              <a:ext uri="{FF2B5EF4-FFF2-40B4-BE49-F238E27FC236}">
                <a16:creationId xmlns:a16="http://schemas.microsoft.com/office/drawing/2014/main" id="{FBFDDAF3-7C64-4BC7-B1C6-67128B7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5" name="">
            <a:extLst xmlns:a="http://schemas.openxmlformats.org/drawingml/2006/main">
              <a:ext uri="{FF2B5EF4-FFF2-40B4-BE49-F238E27FC236}">
                <a16:creationId xmlns:a16="http://schemas.microsoft.com/office/drawing/2014/main" id="{DC13D221-B63F-41AC-8727-8689D1D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06" name="">
            <a:extLst xmlns:a="http://schemas.openxmlformats.org/drawingml/2006/main">
              <a:ext uri="{FF2B5EF4-FFF2-40B4-BE49-F238E27FC236}">
                <a16:creationId xmlns:a16="http://schemas.microsoft.com/office/drawing/2014/main" id="{233BD7D3-50FD-4FEA-A72E-B9D83999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855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7" name="">
            <a:extLst xmlns:a="http://schemas.openxmlformats.org/drawingml/2006/main">
              <a:ext uri="{FF2B5EF4-FFF2-40B4-BE49-F238E27FC236}">
                <a16:creationId xmlns:a16="http://schemas.microsoft.com/office/drawing/2014/main" id="{037BF221-E247-4E31-93EA-E34464A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855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8" name="">
            <a:extLst xmlns:a="http://schemas.openxmlformats.org/drawingml/2006/main">
              <a:ext uri="{FF2B5EF4-FFF2-40B4-BE49-F238E27FC236}">
                <a16:creationId xmlns:a16="http://schemas.microsoft.com/office/drawing/2014/main" id="{413D7617-721D-4945-9634-2A8B77E0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9" name="">
            <a:extLst xmlns:a="http://schemas.openxmlformats.org/drawingml/2006/main">
              <a:ext uri="{FF2B5EF4-FFF2-40B4-BE49-F238E27FC236}">
                <a16:creationId xmlns:a16="http://schemas.microsoft.com/office/drawing/2014/main" id="{DA2B03DD-C348-419C-BCC0-5E2ACDE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10" name="">
            <a:extLst xmlns:a="http://schemas.openxmlformats.org/drawingml/2006/main">
              <a:ext uri="{FF2B5EF4-FFF2-40B4-BE49-F238E27FC236}">
                <a16:creationId xmlns:a16="http://schemas.microsoft.com/office/drawing/2014/main" id="{0040B62C-969A-4484-B856-22B9FADD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758" y="6871847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1" name="">
            <a:extLst xmlns:a="http://schemas.openxmlformats.org/drawingml/2006/main">
              <a:ext uri="{FF2B5EF4-FFF2-40B4-BE49-F238E27FC236}">
                <a16:creationId xmlns:a16="http://schemas.microsoft.com/office/drawing/2014/main" id="{CCA3A14D-2BA9-4721-B3C9-50EB8F27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758" y="6871847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312" name="">
            <a:extLst xmlns:a="http://schemas.openxmlformats.org/drawingml/2006/main">
              <a:ext uri="{FF2B5EF4-FFF2-40B4-BE49-F238E27FC236}">
                <a16:creationId xmlns:a16="http://schemas.microsoft.com/office/drawing/2014/main" id="{292AC5A8-5564-453D-8E4C-CA656E70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32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3" name="">
            <a:extLst xmlns:a="http://schemas.openxmlformats.org/drawingml/2006/main">
              <a:ext uri="{FF2B5EF4-FFF2-40B4-BE49-F238E27FC236}">
                <a16:creationId xmlns:a16="http://schemas.microsoft.com/office/drawing/2014/main" id="{82923E1C-FAEF-479D-8C6E-9F1303A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32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14" name="">
            <a:extLst xmlns:a="http://schemas.openxmlformats.org/drawingml/2006/main">
              <a:ext uri="{FF2B5EF4-FFF2-40B4-BE49-F238E27FC236}">
                <a16:creationId xmlns:a16="http://schemas.microsoft.com/office/drawing/2014/main" id="{20D78D48-880B-4E3C-9692-DD2480D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189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5" name="">
            <a:extLst xmlns:a="http://schemas.openxmlformats.org/drawingml/2006/main">
              <a:ext uri="{FF2B5EF4-FFF2-40B4-BE49-F238E27FC236}">
                <a16:creationId xmlns:a16="http://schemas.microsoft.com/office/drawing/2014/main" id="{6850BC3E-38EB-410C-88AD-2601666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189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16" name="">
            <a:extLst xmlns:a="http://schemas.openxmlformats.org/drawingml/2006/main">
              <a:ext uri="{FF2B5EF4-FFF2-40B4-BE49-F238E27FC236}">
                <a16:creationId xmlns:a16="http://schemas.microsoft.com/office/drawing/2014/main" id="{F8CAB6E8-0B52-4FB9-BFD1-6B624C2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9049" y="6871847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7" name="">
            <a:extLst xmlns:a="http://schemas.openxmlformats.org/drawingml/2006/main">
              <a:ext uri="{FF2B5EF4-FFF2-40B4-BE49-F238E27FC236}">
                <a16:creationId xmlns:a16="http://schemas.microsoft.com/office/drawing/2014/main" id="{65959505-3C8C-4B86-B746-C87DF71B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9049" y="6871847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318" name="">
            <a:extLst xmlns:a="http://schemas.openxmlformats.org/drawingml/2006/main">
              <a:ext uri="{FF2B5EF4-FFF2-40B4-BE49-F238E27FC236}">
                <a16:creationId xmlns:a16="http://schemas.microsoft.com/office/drawing/2014/main" id="{9ABA9DEB-FC2A-4CFA-8E16-072D945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384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9" name="">
            <a:extLst xmlns:a="http://schemas.openxmlformats.org/drawingml/2006/main">
              <a:ext uri="{FF2B5EF4-FFF2-40B4-BE49-F238E27FC236}">
                <a16:creationId xmlns:a16="http://schemas.microsoft.com/office/drawing/2014/main" id="{7BBCD6AB-5805-4A56-9518-8B762EC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384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0" name="">
            <a:extLst xmlns:a="http://schemas.openxmlformats.org/drawingml/2006/main">
              <a:ext uri="{FF2B5EF4-FFF2-40B4-BE49-F238E27FC236}">
                <a16:creationId xmlns:a16="http://schemas.microsoft.com/office/drawing/2014/main" id="{37A7C149-B9DC-4B45-9B3A-563A3B7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666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1" name="">
            <a:extLst xmlns:a="http://schemas.openxmlformats.org/drawingml/2006/main">
              <a:ext uri="{FF2B5EF4-FFF2-40B4-BE49-F238E27FC236}">
                <a16:creationId xmlns:a16="http://schemas.microsoft.com/office/drawing/2014/main" id="{D9580000-59DB-4712-B835-EADBEC71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666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22" name="">
            <a:extLst xmlns:a="http://schemas.openxmlformats.org/drawingml/2006/main">
              <a:ext uri="{FF2B5EF4-FFF2-40B4-BE49-F238E27FC236}">
                <a16:creationId xmlns:a16="http://schemas.microsoft.com/office/drawing/2014/main" id="{C62AA052-D5B7-4DEA-BB39-DD5A4DD6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4636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3" name="">
            <a:extLst xmlns:a="http://schemas.openxmlformats.org/drawingml/2006/main">
              <a:ext uri="{FF2B5EF4-FFF2-40B4-BE49-F238E27FC236}">
                <a16:creationId xmlns:a16="http://schemas.microsoft.com/office/drawing/2014/main" id="{6AA72BEF-0C55-4098-ACCB-75723C6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4636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4" name="">
            <a:extLst xmlns:a="http://schemas.openxmlformats.org/drawingml/2006/main">
              <a:ext uri="{FF2B5EF4-FFF2-40B4-BE49-F238E27FC236}">
                <a16:creationId xmlns:a16="http://schemas.microsoft.com/office/drawing/2014/main" id="{82318465-6730-4B02-878B-374DC3D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5" name="">
            <a:extLst xmlns:a="http://schemas.openxmlformats.org/drawingml/2006/main">
              <a:ext uri="{FF2B5EF4-FFF2-40B4-BE49-F238E27FC236}">
                <a16:creationId xmlns:a16="http://schemas.microsoft.com/office/drawing/2014/main" id="{BA204109-58EF-4596-8D5C-D9A3C3C1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6" name="">
            <a:extLst xmlns:a="http://schemas.openxmlformats.org/drawingml/2006/main">
              <a:ext uri="{FF2B5EF4-FFF2-40B4-BE49-F238E27FC236}">
                <a16:creationId xmlns:a16="http://schemas.microsoft.com/office/drawing/2014/main" id="{57ABC29F-97B4-4D9B-96C4-39128D2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52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7" name="">
            <a:extLst xmlns:a="http://schemas.openxmlformats.org/drawingml/2006/main">
              <a:ext uri="{FF2B5EF4-FFF2-40B4-BE49-F238E27FC236}">
                <a16:creationId xmlns:a16="http://schemas.microsoft.com/office/drawing/2014/main" id="{04E400A7-965E-4186-B5AF-D152337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52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8" name="">
            <a:extLst xmlns:a="http://schemas.openxmlformats.org/drawingml/2006/main">
              <a:ext uri="{FF2B5EF4-FFF2-40B4-BE49-F238E27FC236}">
                <a16:creationId xmlns:a16="http://schemas.microsoft.com/office/drawing/2014/main" id="{6B968708-DDE3-45AB-8B47-FAC6886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65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9" name="">
            <a:extLst xmlns:a="http://schemas.openxmlformats.org/drawingml/2006/main">
              <a:ext uri="{FF2B5EF4-FFF2-40B4-BE49-F238E27FC236}">
                <a16:creationId xmlns:a16="http://schemas.microsoft.com/office/drawing/2014/main" id="{8C8C7682-FA82-4578-985B-B2844FC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65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0" name="">
            <a:extLst xmlns:a="http://schemas.openxmlformats.org/drawingml/2006/main">
              <a:ext uri="{FF2B5EF4-FFF2-40B4-BE49-F238E27FC236}">
                <a16:creationId xmlns:a16="http://schemas.microsoft.com/office/drawing/2014/main" id="{43A7CFF2-D20C-4EA7-ACC2-0CE9262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1" name="">
            <a:extLst xmlns:a="http://schemas.openxmlformats.org/drawingml/2006/main">
              <a:ext uri="{FF2B5EF4-FFF2-40B4-BE49-F238E27FC236}">
                <a16:creationId xmlns:a16="http://schemas.microsoft.com/office/drawing/2014/main" id="{1354C449-0707-4FFF-9572-D8355426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2" name="">
            <a:extLst xmlns:a="http://schemas.openxmlformats.org/drawingml/2006/main">
              <a:ext uri="{FF2B5EF4-FFF2-40B4-BE49-F238E27FC236}">
                <a16:creationId xmlns:a16="http://schemas.microsoft.com/office/drawing/2014/main" id="{8253157E-43C3-46C1-8015-0C3F0E31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3" name="">
            <a:extLst xmlns:a="http://schemas.openxmlformats.org/drawingml/2006/main">
              <a:ext uri="{FF2B5EF4-FFF2-40B4-BE49-F238E27FC236}">
                <a16:creationId xmlns:a16="http://schemas.microsoft.com/office/drawing/2014/main" id="{075CBEE4-11F3-495F-A6F1-FA219695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4" name="">
            <a:extLst xmlns:a="http://schemas.openxmlformats.org/drawingml/2006/main">
              <a:ext uri="{FF2B5EF4-FFF2-40B4-BE49-F238E27FC236}">
                <a16:creationId xmlns:a16="http://schemas.microsoft.com/office/drawing/2014/main" id="{08AEB294-36F0-4089-8D5D-02BE5C4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5" name="">
            <a:extLst xmlns:a="http://schemas.openxmlformats.org/drawingml/2006/main">
              <a:ext uri="{FF2B5EF4-FFF2-40B4-BE49-F238E27FC236}">
                <a16:creationId xmlns:a16="http://schemas.microsoft.com/office/drawing/2014/main" id="{2166ABE5-C18E-456D-BC93-AF244D0F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36" name="">
            <a:extLst xmlns:a="http://schemas.openxmlformats.org/drawingml/2006/main">
              <a:ext uri="{FF2B5EF4-FFF2-40B4-BE49-F238E27FC236}">
                <a16:creationId xmlns:a16="http://schemas.microsoft.com/office/drawing/2014/main" id="{EF1F2FB5-3DBB-452C-A874-094E1807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2169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7" name="">
            <a:extLst xmlns:a="http://schemas.openxmlformats.org/drawingml/2006/main">
              <a:ext uri="{FF2B5EF4-FFF2-40B4-BE49-F238E27FC236}">
                <a16:creationId xmlns:a16="http://schemas.microsoft.com/office/drawing/2014/main" id="{6CB6E232-0D28-461C-BBC1-1B0ABF14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2169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38" name="">
            <a:extLst xmlns:a="http://schemas.openxmlformats.org/drawingml/2006/main">
              <a:ext uri="{FF2B5EF4-FFF2-40B4-BE49-F238E27FC236}">
                <a16:creationId xmlns:a16="http://schemas.microsoft.com/office/drawing/2014/main" id="{B00F72F6-E98F-40CE-9BEF-D481B06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42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9" name="">
            <a:extLst xmlns:a="http://schemas.openxmlformats.org/drawingml/2006/main">
              <a:ext uri="{FF2B5EF4-FFF2-40B4-BE49-F238E27FC236}">
                <a16:creationId xmlns:a16="http://schemas.microsoft.com/office/drawing/2014/main" id="{CCC6CF43-2040-48E1-B44C-4E21169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42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40" name="">
            <a:extLst xmlns:a="http://schemas.openxmlformats.org/drawingml/2006/main">
              <a:ext uri="{FF2B5EF4-FFF2-40B4-BE49-F238E27FC236}">
                <a16:creationId xmlns:a16="http://schemas.microsoft.com/office/drawing/2014/main" id="{5D079A7C-487A-47D8-9783-8AB8AD0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1" name="">
            <a:extLst xmlns:a="http://schemas.openxmlformats.org/drawingml/2006/main">
              <a:ext uri="{FF2B5EF4-FFF2-40B4-BE49-F238E27FC236}">
                <a16:creationId xmlns:a16="http://schemas.microsoft.com/office/drawing/2014/main" id="{229F9293-74A4-4E2C-A3BC-6E89E7C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2" name="">
            <a:extLst xmlns:a="http://schemas.openxmlformats.org/drawingml/2006/main">
              <a:ext uri="{FF2B5EF4-FFF2-40B4-BE49-F238E27FC236}">
                <a16:creationId xmlns:a16="http://schemas.microsoft.com/office/drawing/2014/main" id="{077642D4-8F5A-4E99-B543-AB28B97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139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3" name="">
            <a:extLst xmlns:a="http://schemas.openxmlformats.org/drawingml/2006/main">
              <a:ext uri="{FF2B5EF4-FFF2-40B4-BE49-F238E27FC236}">
                <a16:creationId xmlns:a16="http://schemas.microsoft.com/office/drawing/2014/main" id="{B29B2733-9F9C-470E-B3A5-4E6F757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139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4" name="">
            <a:extLst xmlns:a="http://schemas.openxmlformats.org/drawingml/2006/main">
              <a:ext uri="{FF2B5EF4-FFF2-40B4-BE49-F238E27FC236}">
                <a16:creationId xmlns:a16="http://schemas.microsoft.com/office/drawing/2014/main" id="{C7EC4F2A-DF2E-4D17-AE16-70A3792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5" name="">
            <a:extLst xmlns:a="http://schemas.openxmlformats.org/drawingml/2006/main">
              <a:ext uri="{FF2B5EF4-FFF2-40B4-BE49-F238E27FC236}">
                <a16:creationId xmlns:a16="http://schemas.microsoft.com/office/drawing/2014/main" id="{0B2E8AAB-52BB-4CED-A514-4B061CB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6" name="">
            <a:extLst xmlns:a="http://schemas.openxmlformats.org/drawingml/2006/main">
              <a:ext uri="{FF2B5EF4-FFF2-40B4-BE49-F238E27FC236}">
                <a16:creationId xmlns:a16="http://schemas.microsoft.com/office/drawing/2014/main" id="{9BFF4845-62A8-4287-944A-1E631C7D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415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7" name="">
            <a:extLst xmlns:a="http://schemas.openxmlformats.org/drawingml/2006/main">
              <a:ext uri="{FF2B5EF4-FFF2-40B4-BE49-F238E27FC236}">
                <a16:creationId xmlns:a16="http://schemas.microsoft.com/office/drawing/2014/main" id="{19073F9C-7BB2-420E-87DA-56C8AF5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415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48" name="">
            <a:extLst xmlns:a="http://schemas.openxmlformats.org/drawingml/2006/main">
              <a:ext uri="{FF2B5EF4-FFF2-40B4-BE49-F238E27FC236}">
                <a16:creationId xmlns:a16="http://schemas.microsoft.com/office/drawing/2014/main" id="{A59F02E5-01E4-473E-8CF0-2B59F1BA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9" name="">
            <a:extLst xmlns:a="http://schemas.openxmlformats.org/drawingml/2006/main">
              <a:ext uri="{FF2B5EF4-FFF2-40B4-BE49-F238E27FC236}">
                <a16:creationId xmlns:a16="http://schemas.microsoft.com/office/drawing/2014/main" id="{2D3B2725-A426-49B7-9C9A-39055DD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0" name="">
            <a:extLst xmlns:a="http://schemas.openxmlformats.org/drawingml/2006/main">
              <a:ext uri="{FF2B5EF4-FFF2-40B4-BE49-F238E27FC236}">
                <a16:creationId xmlns:a16="http://schemas.microsoft.com/office/drawing/2014/main" id="{C9345B40-975A-4808-AE08-2DEAB9A7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4671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1" name="">
            <a:extLst xmlns:a="http://schemas.openxmlformats.org/drawingml/2006/main">
              <a:ext uri="{FF2B5EF4-FFF2-40B4-BE49-F238E27FC236}">
                <a16:creationId xmlns:a16="http://schemas.microsoft.com/office/drawing/2014/main" id="{91109F4E-D666-4101-ADB7-5BA6ACF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4671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52" name="">
            <a:extLst xmlns:a="http://schemas.openxmlformats.org/drawingml/2006/main">
              <a:ext uri="{FF2B5EF4-FFF2-40B4-BE49-F238E27FC236}">
                <a16:creationId xmlns:a16="http://schemas.microsoft.com/office/drawing/2014/main" id="{73F00239-63F5-4999-A077-1EC8EF6B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642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3" name="">
            <a:extLst xmlns:a="http://schemas.openxmlformats.org/drawingml/2006/main">
              <a:ext uri="{FF2B5EF4-FFF2-40B4-BE49-F238E27FC236}">
                <a16:creationId xmlns:a16="http://schemas.microsoft.com/office/drawing/2014/main" id="{E939928B-DF87-4B4F-9BA5-BFA1FF4D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642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4" name="">
            <a:extLst xmlns:a="http://schemas.openxmlformats.org/drawingml/2006/main">
              <a:ext uri="{FF2B5EF4-FFF2-40B4-BE49-F238E27FC236}">
                <a16:creationId xmlns:a16="http://schemas.microsoft.com/office/drawing/2014/main" id="{F81EB1C2-2FA9-4139-AA41-1142087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5" name="">
            <a:extLst xmlns:a="http://schemas.openxmlformats.org/drawingml/2006/main">
              <a:ext uri="{FF2B5EF4-FFF2-40B4-BE49-F238E27FC236}">
                <a16:creationId xmlns:a16="http://schemas.microsoft.com/office/drawing/2014/main" id="{1E83D47B-F073-4069-BB99-3AAFA7C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6" name="">
            <a:extLst xmlns:a="http://schemas.openxmlformats.org/drawingml/2006/main">
              <a:ext uri="{FF2B5EF4-FFF2-40B4-BE49-F238E27FC236}">
                <a16:creationId xmlns:a16="http://schemas.microsoft.com/office/drawing/2014/main" id="{828C40FF-B896-43A3-BD7A-B0692FC9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5893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7" name="">
            <a:extLst xmlns:a="http://schemas.openxmlformats.org/drawingml/2006/main">
              <a:ext uri="{FF2B5EF4-FFF2-40B4-BE49-F238E27FC236}">
                <a16:creationId xmlns:a16="http://schemas.microsoft.com/office/drawing/2014/main" id="{3AD0253D-77C0-4125-9EE3-726E3057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5893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58" name="">
            <a:extLst xmlns:a="http://schemas.openxmlformats.org/drawingml/2006/main">
              <a:ext uri="{FF2B5EF4-FFF2-40B4-BE49-F238E27FC236}">
                <a16:creationId xmlns:a16="http://schemas.microsoft.com/office/drawing/2014/main" id="{23A6A3C9-61B6-4DD7-B4B7-32C85B8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9" name="">
            <a:extLst xmlns:a="http://schemas.openxmlformats.org/drawingml/2006/main">
              <a:ext uri="{FF2B5EF4-FFF2-40B4-BE49-F238E27FC236}">
                <a16:creationId xmlns:a16="http://schemas.microsoft.com/office/drawing/2014/main" id="{3FB8A7B2-71A9-4A80-9F72-ADD72BC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60" name="">
            <a:extLst xmlns:a="http://schemas.openxmlformats.org/drawingml/2006/main">
              <a:ext uri="{FF2B5EF4-FFF2-40B4-BE49-F238E27FC236}">
                <a16:creationId xmlns:a16="http://schemas.microsoft.com/office/drawing/2014/main" id="{16017E3D-65DE-4D2F-99F2-67B69E1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75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1" name="">
            <a:extLst xmlns:a="http://schemas.openxmlformats.org/drawingml/2006/main">
              <a:ext uri="{FF2B5EF4-FFF2-40B4-BE49-F238E27FC236}">
                <a16:creationId xmlns:a16="http://schemas.microsoft.com/office/drawing/2014/main" id="{E2F714B0-0B40-49EA-8514-AFC8B00F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75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2" name="">
            <a:extLst xmlns:a="http://schemas.openxmlformats.org/drawingml/2006/main">
              <a:ext uri="{FF2B5EF4-FFF2-40B4-BE49-F238E27FC236}">
                <a16:creationId xmlns:a16="http://schemas.microsoft.com/office/drawing/2014/main" id="{72E4F409-BF66-4990-A0C9-46F425F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17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3" name="">
            <a:extLst xmlns:a="http://schemas.openxmlformats.org/drawingml/2006/main">
              <a:ext uri="{FF2B5EF4-FFF2-40B4-BE49-F238E27FC236}">
                <a16:creationId xmlns:a16="http://schemas.microsoft.com/office/drawing/2014/main" id="{36D0C3B1-65F9-4020-9411-929767E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17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4" name="">
            <a:extLst xmlns:a="http://schemas.openxmlformats.org/drawingml/2006/main">
              <a:ext uri="{FF2B5EF4-FFF2-40B4-BE49-F238E27FC236}">
                <a16:creationId xmlns:a16="http://schemas.microsoft.com/office/drawing/2014/main" id="{C77DE13F-BDEF-49C4-8983-58382474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59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5" name="">
            <a:extLst xmlns:a="http://schemas.openxmlformats.org/drawingml/2006/main">
              <a:ext uri="{FF2B5EF4-FFF2-40B4-BE49-F238E27FC236}">
                <a16:creationId xmlns:a16="http://schemas.microsoft.com/office/drawing/2014/main" id="{4BE738C4-D037-473D-99A5-24418CE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59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6" name="">
            <a:extLst xmlns:a="http://schemas.openxmlformats.org/drawingml/2006/main">
              <a:ext uri="{FF2B5EF4-FFF2-40B4-BE49-F238E27FC236}">
                <a16:creationId xmlns:a16="http://schemas.microsoft.com/office/drawing/2014/main" id="{4F707F38-E29A-44DE-9919-D65A737C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7" name="">
            <a:extLst xmlns:a="http://schemas.openxmlformats.org/drawingml/2006/main">
              <a:ext uri="{FF2B5EF4-FFF2-40B4-BE49-F238E27FC236}">
                <a16:creationId xmlns:a16="http://schemas.microsoft.com/office/drawing/2014/main" id="{8A1C9A9C-AD63-4AF9-B15D-1B6057CD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68" name="">
            <a:extLst xmlns:a="http://schemas.openxmlformats.org/drawingml/2006/main">
              <a:ext uri="{FF2B5EF4-FFF2-40B4-BE49-F238E27FC236}">
                <a16:creationId xmlns:a16="http://schemas.microsoft.com/office/drawing/2014/main" id="{257BDD39-C5BD-48E9-89A7-9E9DB9C1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9" name="">
            <a:extLst xmlns:a="http://schemas.openxmlformats.org/drawingml/2006/main">
              <a:ext uri="{FF2B5EF4-FFF2-40B4-BE49-F238E27FC236}">
                <a16:creationId xmlns:a16="http://schemas.microsoft.com/office/drawing/2014/main" id="{E25E069F-C4D0-4BDF-8E84-7FA01909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70" name="">
            <a:extLst xmlns:a="http://schemas.openxmlformats.org/drawingml/2006/main">
              <a:ext uri="{FF2B5EF4-FFF2-40B4-BE49-F238E27FC236}">
                <a16:creationId xmlns:a16="http://schemas.microsoft.com/office/drawing/2014/main" id="{98D0A949-2E0D-41B7-BE3E-0A1637D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11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1" name="">
            <a:extLst xmlns:a="http://schemas.openxmlformats.org/drawingml/2006/main">
              <a:ext uri="{FF2B5EF4-FFF2-40B4-BE49-F238E27FC236}">
                <a16:creationId xmlns:a16="http://schemas.microsoft.com/office/drawing/2014/main" id="{593914FB-8FD5-48FA-A884-B08DA395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11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2" name="">
            <a:extLst xmlns:a="http://schemas.openxmlformats.org/drawingml/2006/main">
              <a:ext uri="{FF2B5EF4-FFF2-40B4-BE49-F238E27FC236}">
                <a16:creationId xmlns:a16="http://schemas.microsoft.com/office/drawing/2014/main" id="{B1506620-DDDE-41D3-96CC-F162764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342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3" name="">
            <a:extLst xmlns:a="http://schemas.openxmlformats.org/drawingml/2006/main">
              <a:ext uri="{FF2B5EF4-FFF2-40B4-BE49-F238E27FC236}">
                <a16:creationId xmlns:a16="http://schemas.microsoft.com/office/drawing/2014/main" id="{3A674716-DAEA-4CAF-83AC-C12F363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342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74" name="">
            <a:extLst xmlns:a="http://schemas.openxmlformats.org/drawingml/2006/main">
              <a:ext uri="{FF2B5EF4-FFF2-40B4-BE49-F238E27FC236}">
                <a16:creationId xmlns:a16="http://schemas.microsoft.com/office/drawing/2014/main" id="{D4DD95C9-7970-49BC-A36A-3D596AD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39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5" name="">
            <a:extLst xmlns:a="http://schemas.openxmlformats.org/drawingml/2006/main">
              <a:ext uri="{FF2B5EF4-FFF2-40B4-BE49-F238E27FC236}">
                <a16:creationId xmlns:a16="http://schemas.microsoft.com/office/drawing/2014/main" id="{6479C99C-E783-49FC-B8E7-562148B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39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6" name="">
            <a:extLst xmlns:a="http://schemas.openxmlformats.org/drawingml/2006/main">
              <a:ext uri="{FF2B5EF4-FFF2-40B4-BE49-F238E27FC236}">
                <a16:creationId xmlns:a16="http://schemas.microsoft.com/office/drawing/2014/main" id="{8BF79BB9-0879-4419-84FD-2041E082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214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7" name="">
            <a:extLst xmlns:a="http://schemas.openxmlformats.org/drawingml/2006/main">
              <a:ext uri="{FF2B5EF4-FFF2-40B4-BE49-F238E27FC236}">
                <a16:creationId xmlns:a16="http://schemas.microsoft.com/office/drawing/2014/main" id="{5DBF37B4-C820-4002-967E-08E1769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214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8" name="">
            <a:extLst xmlns:a="http://schemas.openxmlformats.org/drawingml/2006/main">
              <a:ext uri="{FF2B5EF4-FFF2-40B4-BE49-F238E27FC236}">
                <a16:creationId xmlns:a16="http://schemas.microsoft.com/office/drawing/2014/main" id="{05DFC587-AC4D-437D-80FA-258940F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636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9" name="">
            <a:extLst xmlns:a="http://schemas.openxmlformats.org/drawingml/2006/main">
              <a:ext uri="{FF2B5EF4-FFF2-40B4-BE49-F238E27FC236}">
                <a16:creationId xmlns:a16="http://schemas.microsoft.com/office/drawing/2014/main" id="{187466B4-0942-46C3-9B02-17B35EA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636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0" name="">
            <a:extLst xmlns:a="http://schemas.openxmlformats.org/drawingml/2006/main">
              <a:ext uri="{FF2B5EF4-FFF2-40B4-BE49-F238E27FC236}">
                <a16:creationId xmlns:a16="http://schemas.microsoft.com/office/drawing/2014/main" id="{4BF6EBC2-E57C-4717-ADE0-6E0A70A2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1" name="">
            <a:extLst xmlns:a="http://schemas.openxmlformats.org/drawingml/2006/main">
              <a:ext uri="{FF2B5EF4-FFF2-40B4-BE49-F238E27FC236}">
                <a16:creationId xmlns:a16="http://schemas.microsoft.com/office/drawing/2014/main" id="{3A1C2B7C-CB64-40F9-9764-7C6DBFF6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82" name="">
            <a:extLst xmlns:a="http://schemas.openxmlformats.org/drawingml/2006/main">
              <a:ext uri="{FF2B5EF4-FFF2-40B4-BE49-F238E27FC236}">
                <a16:creationId xmlns:a16="http://schemas.microsoft.com/office/drawing/2014/main" id="{6EEADDD1-2A97-45A8-BCEB-331F44E4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803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3" name="">
            <a:extLst xmlns:a="http://schemas.openxmlformats.org/drawingml/2006/main">
              <a:ext uri="{FF2B5EF4-FFF2-40B4-BE49-F238E27FC236}">
                <a16:creationId xmlns:a16="http://schemas.microsoft.com/office/drawing/2014/main" id="{191DE1CA-FEF8-4B91-8D0A-09AE4255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803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4" name="">
            <a:extLst xmlns:a="http://schemas.openxmlformats.org/drawingml/2006/main">
              <a:ext uri="{FF2B5EF4-FFF2-40B4-BE49-F238E27FC236}">
                <a16:creationId xmlns:a16="http://schemas.microsoft.com/office/drawing/2014/main" id="{AFC6B560-8591-4F3C-8413-A90CB51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5" name="">
            <a:extLst xmlns:a="http://schemas.openxmlformats.org/drawingml/2006/main">
              <a:ext uri="{FF2B5EF4-FFF2-40B4-BE49-F238E27FC236}">
                <a16:creationId xmlns:a16="http://schemas.microsoft.com/office/drawing/2014/main" id="{1D5F53AB-2041-4A1D-901B-3D7AA3A8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86" name="">
            <a:extLst xmlns:a="http://schemas.openxmlformats.org/drawingml/2006/main">
              <a:ext uri="{FF2B5EF4-FFF2-40B4-BE49-F238E27FC236}">
                <a16:creationId xmlns:a16="http://schemas.microsoft.com/office/drawing/2014/main" id="{A2D095FB-5FFF-4117-83AF-17765BB7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713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7" name="">
            <a:extLst xmlns:a="http://schemas.openxmlformats.org/drawingml/2006/main">
              <a:ext uri="{FF2B5EF4-FFF2-40B4-BE49-F238E27FC236}">
                <a16:creationId xmlns:a16="http://schemas.microsoft.com/office/drawing/2014/main" id="{6BFA506C-1B67-443F-A07A-1C55D2D9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713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8" name="">
            <a:extLst xmlns:a="http://schemas.openxmlformats.org/drawingml/2006/main">
              <a:ext uri="{FF2B5EF4-FFF2-40B4-BE49-F238E27FC236}">
                <a16:creationId xmlns:a16="http://schemas.microsoft.com/office/drawing/2014/main" id="{6688CB44-D2E8-4EE2-BFEB-59EAA68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550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9" name="">
            <a:extLst xmlns:a="http://schemas.openxmlformats.org/drawingml/2006/main">
              <a:ext uri="{FF2B5EF4-FFF2-40B4-BE49-F238E27FC236}">
                <a16:creationId xmlns:a16="http://schemas.microsoft.com/office/drawing/2014/main" id="{E605D4CB-24E4-4972-B353-344737E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550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0" name="">
            <a:extLst xmlns:a="http://schemas.openxmlformats.org/drawingml/2006/main">
              <a:ext uri="{FF2B5EF4-FFF2-40B4-BE49-F238E27FC236}">
                <a16:creationId xmlns:a16="http://schemas.microsoft.com/office/drawing/2014/main" id="{5F508BF1-FD5A-42CB-8B55-CA8D740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425" y="6871847"/>
            <a:ext cx="1069235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1" name="">
            <a:extLst xmlns:a="http://schemas.openxmlformats.org/drawingml/2006/main">
              <a:ext uri="{FF2B5EF4-FFF2-40B4-BE49-F238E27FC236}">
                <a16:creationId xmlns:a16="http://schemas.microsoft.com/office/drawing/2014/main" id="{FDF0CC7C-9DD7-4CA9-8193-3EF4C00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425" y="6871847"/>
            <a:ext cx="1069235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1392" name="">
            <a:extLst xmlns:a="http://schemas.openxmlformats.org/drawingml/2006/main">
              <a:ext uri="{FF2B5EF4-FFF2-40B4-BE49-F238E27FC236}">
                <a16:creationId xmlns:a16="http://schemas.microsoft.com/office/drawing/2014/main" id="{6CE99D3A-68AF-4162-9B7D-83E0F5D0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879" y="6871847"/>
            <a:ext cx="424510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3" name="">
            <a:extLst xmlns:a="http://schemas.openxmlformats.org/drawingml/2006/main">
              <a:ext uri="{FF2B5EF4-FFF2-40B4-BE49-F238E27FC236}">
                <a16:creationId xmlns:a16="http://schemas.microsoft.com/office/drawing/2014/main" id="{C6E4216A-DFF5-4F5A-AA93-CB44614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879" y="6871847"/>
            <a:ext cx="424510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394" name="">
            <a:extLst xmlns:a="http://schemas.openxmlformats.org/drawingml/2006/main">
              <a:ext uri="{FF2B5EF4-FFF2-40B4-BE49-F238E27FC236}">
                <a16:creationId xmlns:a16="http://schemas.microsoft.com/office/drawing/2014/main" id="{E9EFA5AB-E5FB-450C-8F13-B7DAC25B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610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5" name="">
            <a:extLst xmlns:a="http://schemas.openxmlformats.org/drawingml/2006/main">
              <a:ext uri="{FF2B5EF4-FFF2-40B4-BE49-F238E27FC236}">
                <a16:creationId xmlns:a16="http://schemas.microsoft.com/office/drawing/2014/main" id="{30D5C62B-2B82-438E-A5E6-D87B262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610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6" name="">
            <a:extLst xmlns:a="http://schemas.openxmlformats.org/drawingml/2006/main">
              <a:ext uri="{FF2B5EF4-FFF2-40B4-BE49-F238E27FC236}">
                <a16:creationId xmlns:a16="http://schemas.microsoft.com/office/drawing/2014/main" id="{BB5426FD-4F62-4EF2-979E-0B0560B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200" y="329075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7" name="">
            <a:extLst xmlns:a="http://schemas.openxmlformats.org/drawingml/2006/main">
              <a:ext uri="{FF2B5EF4-FFF2-40B4-BE49-F238E27FC236}">
                <a16:creationId xmlns:a16="http://schemas.microsoft.com/office/drawing/2014/main" id="{0CAA0CB1-C1BD-4F44-8CE7-E28B7FDA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200" y="329075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8" name="">
            <a:extLst xmlns:a="http://schemas.openxmlformats.org/drawingml/2006/main">
              <a:ext uri="{FF2B5EF4-FFF2-40B4-BE49-F238E27FC236}">
                <a16:creationId xmlns:a16="http://schemas.microsoft.com/office/drawing/2014/main" id="{2D93E300-53DB-43FE-A52E-C5D0FE78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11" y="20089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9" name="">
            <a:extLst xmlns:a="http://schemas.openxmlformats.org/drawingml/2006/main">
              <a:ext uri="{FF2B5EF4-FFF2-40B4-BE49-F238E27FC236}">
                <a16:creationId xmlns:a16="http://schemas.microsoft.com/office/drawing/2014/main" id="{519A2D7D-008E-41DD-AA02-91DD4BE5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06" y="20487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需要严格保证归约顺序？</a:t>
            </a:r>
          </a:p>
        </p:txBody>
      </p:sp>
      <p:sp>
        <p:nvSp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990354EF-9206-4C1E-BA0A-B16CD58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38002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1" name="">
            <a:extLst xmlns:a="http://schemas.openxmlformats.org/drawingml/2006/main">
              <a:ext uri="{FF2B5EF4-FFF2-40B4-BE49-F238E27FC236}">
                <a16:creationId xmlns:a16="http://schemas.microsoft.com/office/drawing/2014/main" id="{192F6628-D87B-4D6C-B0F2-63E74155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38400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&gt; 8？</a:t>
            </a:r>
          </a:p>
        </p:txBody>
      </p:sp>
      <p:sp>
        <p:nvSpPr>
          <p:cNvPr id="1402" name="">
            <a:extLst xmlns:a="http://schemas.openxmlformats.org/drawingml/2006/main">
              <a:ext uri="{FF2B5EF4-FFF2-40B4-BE49-F238E27FC236}">
                <a16:creationId xmlns:a16="http://schemas.microsoft.com/office/drawing/2014/main" id="{9C622B69-7637-4813-B187-621DA9B6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00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3" name="">
            <a:extLst xmlns:a="http://schemas.openxmlformats.org/drawingml/2006/main">
              <a:ext uri="{FF2B5EF4-FFF2-40B4-BE49-F238E27FC236}">
                <a16:creationId xmlns:a16="http://schemas.microsoft.com/office/drawing/2014/main" id="{D8B0FE4A-C6F7-4CFE-A500-F91518D8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195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GroupMesh</a:t>
            </a:r>
          </a:p>
        </p:txBody>
      </p:sp>
      <p:sp>
        <p:nvSpPr>
          <p:cNvPr id="1404" name="">
            <a:extLst xmlns:a="http://schemas.openxmlformats.org/drawingml/2006/main">
              <a:ext uri="{FF2B5EF4-FFF2-40B4-BE49-F238E27FC236}">
                <a16:creationId xmlns:a16="http://schemas.microsoft.com/office/drawing/2014/main" id="{02B4D5A8-1550-40D7-8D6D-5BC90511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5" name="">
            <a:extLst xmlns:a="http://schemas.openxmlformats.org/drawingml/2006/main">
              <a:ext uri="{FF2B5EF4-FFF2-40B4-BE49-F238E27FC236}">
                <a16:creationId xmlns:a16="http://schemas.microsoft.com/office/drawing/2014/main" id="{31FD4639-983C-4267-B1BE-C311E94A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StrictOrderedMesh</a:t>
            </a:r>
          </a:p>
        </p:txBody>
      </p:sp>
      <p:sp>
        <p:nvSpPr>
          <p:cNvPr id="1406" name="">
            <a:extLst xmlns:a="http://schemas.openxmlformats.org/drawingml/2006/main">
              <a:ext uri="{FF2B5EF4-FFF2-40B4-BE49-F238E27FC236}">
                <a16:creationId xmlns:a16="http://schemas.microsoft.com/office/drawing/2014/main" id="{D0C5E701-B00B-425A-AB99-B7D447B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38002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7" name="">
            <a:extLst xmlns:a="http://schemas.openxmlformats.org/drawingml/2006/main">
              <a:ext uri="{FF2B5EF4-FFF2-40B4-BE49-F238E27FC236}">
                <a16:creationId xmlns:a16="http://schemas.microsoft.com/office/drawing/2014/main" id="{10BEC40D-154E-4C17-ACD9-FD9ADBF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38400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1408" name="">
            <a:extLst xmlns:a="http://schemas.openxmlformats.org/drawingml/2006/main">
              <a:ext uri="{FF2B5EF4-FFF2-40B4-BE49-F238E27FC236}">
                <a16:creationId xmlns:a16="http://schemas.microsoft.com/office/drawing/2014/main" id="{A1C83D10-F569-4324-A76C-D36C1AB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9" name="">
            <a:extLst xmlns:a="http://schemas.openxmlformats.org/drawingml/2006/main">
              <a:ext uri="{FF2B5EF4-FFF2-40B4-BE49-F238E27FC236}">
                <a16:creationId xmlns:a16="http://schemas.microsoft.com/office/drawing/2014/main" id="{F55BE521-E39A-48CF-A6E2-2BE5ED3C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410" name="">
            <a:extLst xmlns:a="http://schemas.openxmlformats.org/drawingml/2006/main">
              <a:ext uri="{FF2B5EF4-FFF2-40B4-BE49-F238E27FC236}">
                <a16:creationId xmlns:a16="http://schemas.microsoft.com/office/drawing/2014/main" id="{0A2163AD-54F7-4F36-ADEE-8B2A54BB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1" name="">
            <a:extLst xmlns:a="http://schemas.openxmlformats.org/drawingml/2006/main">
              <a:ext uri="{FF2B5EF4-FFF2-40B4-BE49-F238E27FC236}">
                <a16:creationId xmlns:a16="http://schemas.microsoft.com/office/drawing/2014/main" id="{7DE5A5B7-EACE-42B9-BCB4-5B09AA6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412" name="">
            <a:extLst xmlns:a="http://schemas.openxmlformats.org/drawingml/2006/main">
              <a:ext uri="{FF2B5EF4-FFF2-40B4-BE49-F238E27FC236}">
                <a16:creationId xmlns:a16="http://schemas.microsoft.com/office/drawing/2014/main" id="{8911297B-9047-4109-8F70-2DE44E37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3" name="">
            <a:extLst xmlns:a="http://schemas.openxmlformats.org/drawingml/2006/main">
              <a:ext uri="{FF2B5EF4-FFF2-40B4-BE49-F238E27FC236}">
                <a16:creationId xmlns:a16="http://schemas.microsoft.com/office/drawing/2014/main" id="{6EF1682D-AED6-43CD-BEFE-094039E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414" name="">
            <a:extLst xmlns:a="http://schemas.openxmlformats.org/drawingml/2006/main">
              <a:ext uri="{FF2B5EF4-FFF2-40B4-BE49-F238E27FC236}">
                <a16:creationId xmlns:a16="http://schemas.microsoft.com/office/drawing/2014/main" id="{ADB7B710-FFC5-4DA5-9D77-D8BF8C1F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92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5" name="">
            <a:extLst xmlns:a="http://schemas.openxmlformats.org/drawingml/2006/main">
              <a:ext uri="{FF2B5EF4-FFF2-40B4-BE49-F238E27FC236}">
                <a16:creationId xmlns:a16="http://schemas.microsoft.com/office/drawing/2014/main" id="{C8ABAB9B-5C48-4A1B-A9BB-5D9D7DB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19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每模块设备数 = 8？</a:t>
            </a:r>
          </a:p>
        </p:txBody>
      </p:sp>
      <p:sp>
        <p:nvSpPr>
          <p:cNvPr id="1416" name="">
            <a:extLst xmlns:a="http://schemas.openxmlformats.org/drawingml/2006/main">
              <a:ext uri="{FF2B5EF4-FFF2-40B4-BE49-F238E27FC236}">
                <a16:creationId xmlns:a16="http://schemas.microsoft.com/office/drawing/2014/main" id="{6D505773-30D7-4345-8D96-993EB57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672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7" name="">
            <a:extLst xmlns:a="http://schemas.openxmlformats.org/drawingml/2006/main">
              <a:ext uri="{FF2B5EF4-FFF2-40B4-BE49-F238E27FC236}">
                <a16:creationId xmlns:a16="http://schemas.microsoft.com/office/drawing/2014/main" id="{8D7FE449-B791-4819-98F4-4ADD4C2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68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最高层链路使用 UboE？</a:t>
            </a:r>
          </a:p>
        </p:txBody>
      </p:sp>
      <p:sp>
        <p:nvSpPr>
          <p:cNvPr id="1418" name="">
            <a:extLst xmlns:a="http://schemas.openxmlformats.org/drawingml/2006/main">
              <a:ext uri="{FF2B5EF4-FFF2-40B4-BE49-F238E27FC236}">
                <a16:creationId xmlns:a16="http://schemas.microsoft.com/office/drawing/2014/main" id="{E2137C15-79F0-455B-8149-D3DBA154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76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9" name="">
            <a:extLst xmlns:a="http://schemas.openxmlformats.org/drawingml/2006/main">
              <a:ext uri="{FF2B5EF4-FFF2-40B4-BE49-F238E27FC236}">
                <a16:creationId xmlns:a16="http://schemas.microsoft.com/office/drawing/2014/main" id="{30FF6184-6DD6-4DE9-BCE5-3CC14F8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72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2？</a:t>
            </a:r>
          </a:p>
        </p:txBody>
      </p:sp>
      <p:sp>
        <p:nvSpPr>
          <p:cNvPr id="1420" name="">
            <a:extLst xmlns:a="http://schemas.openxmlformats.org/drawingml/2006/main">
              <a:ext uri="{FF2B5EF4-FFF2-40B4-BE49-F238E27FC236}">
                <a16:creationId xmlns:a16="http://schemas.microsoft.com/office/drawing/2014/main" id="{1D9AFCE3-2D4F-4152-8E43-3FA29AF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1" name="">
            <a:extLst xmlns:a="http://schemas.openxmlformats.org/drawingml/2006/main">
              <a:ext uri="{FF2B5EF4-FFF2-40B4-BE49-F238E27FC236}">
                <a16:creationId xmlns:a16="http://schemas.microsoft.com/office/drawing/2014/main" id="{017E16B1-5EE9-49A7-B31C-DC636D6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1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422" name="">
            <a:extLst xmlns:a="http://schemas.openxmlformats.org/drawingml/2006/main">
              <a:ext uri="{FF2B5EF4-FFF2-40B4-BE49-F238E27FC236}">
                <a16:creationId xmlns:a16="http://schemas.microsoft.com/office/drawing/2014/main" id="{53CFA2C1-7503-460F-BF81-4538F95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76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3" name="">
            <a:extLst xmlns:a="http://schemas.openxmlformats.org/drawingml/2006/main">
              <a:ext uri="{FF2B5EF4-FFF2-40B4-BE49-F238E27FC236}">
                <a16:creationId xmlns:a16="http://schemas.microsoft.com/office/drawing/2014/main" id="{59A2490E-CFE7-4460-AC6B-206B658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72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PipeLineMeshNHRNHR</a:t>
            </a:r>
          </a:p>
        </p:txBody>
      </p:sp>
      <p:sp>
        <p:nvSpPr>
          <p:cNvPr id="1424" name="">
            <a:extLst xmlns:a="http://schemas.openxmlformats.org/drawingml/2006/main">
              <a:ext uri="{FF2B5EF4-FFF2-40B4-BE49-F238E27FC236}">
                <a16:creationId xmlns:a16="http://schemas.microsoft.com/office/drawing/2014/main" id="{7A9EC6C0-9E35-4490-89BF-9BDE8AD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379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5" name="">
            <a:extLst xmlns:a="http://schemas.openxmlformats.org/drawingml/2006/main">
              <a:ext uri="{FF2B5EF4-FFF2-40B4-BE49-F238E27FC236}">
                <a16:creationId xmlns:a16="http://schemas.microsoft.com/office/drawing/2014/main" id="{1435BCC6-C39C-4B9C-9F28-EFB03A0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975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需要退化为单级 NHR？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</a:t>
            </a:r>
          </a:p>
        </p:txBody>
      </p:sp>
      <p:sp>
        <p:nvSpPr>
          <p:cNvPr id="1426" name="">
            <a:extLst xmlns:a="http://schemas.openxmlformats.org/drawingml/2006/main">
              <a:ext uri="{FF2B5EF4-FFF2-40B4-BE49-F238E27FC236}">
                <a16:creationId xmlns:a16="http://schemas.microsoft.com/office/drawing/2014/main" id="{31F8EEF5-F80F-4A81-87DB-6A62851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02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7" name="">
            <a:extLst xmlns:a="http://schemas.openxmlformats.org/drawingml/2006/main">
              <a:ext uri="{FF2B5EF4-FFF2-40B4-BE49-F238E27FC236}">
                <a16:creationId xmlns:a16="http://schemas.microsoft.com/office/drawing/2014/main" id="{EE766CDE-6E3C-4A0B-88CD-F26CFCE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498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28" name="">
            <a:extLst xmlns:a="http://schemas.openxmlformats.org/drawingml/2006/main">
              <a:ext uri="{FF2B5EF4-FFF2-40B4-BE49-F238E27FC236}">
                <a16:creationId xmlns:a16="http://schemas.microsoft.com/office/drawing/2014/main" id="{01FB73C6-980D-4544-AFE1-999975B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53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9" name="">
            <a:extLst xmlns:a="http://schemas.openxmlformats.org/drawingml/2006/main">
              <a:ext uri="{FF2B5EF4-FFF2-40B4-BE49-F238E27FC236}">
                <a16:creationId xmlns:a16="http://schemas.microsoft.com/office/drawing/2014/main" id="{609600C6-3FA2-44A6-8EAA-5328191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749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层本地实例只有 1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 rank？</a:t>
            </a:r>
          </a:p>
        </p:txBody>
      </p:sp>
      <p:sp>
        <p:nvSpPr>
          <p:cNvPr id="1430" name="">
            <a:extLst xmlns:a="http://schemas.openxmlformats.org/drawingml/2006/main">
              <a:ext uri="{FF2B5EF4-FFF2-40B4-BE49-F238E27FC236}">
                <a16:creationId xmlns:a16="http://schemas.microsoft.com/office/drawing/2014/main" id="{9C8B51A1-C69F-43C6-8417-CB77941C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1" name="">
            <a:extLst xmlns:a="http://schemas.openxmlformats.org/drawingml/2006/main">
              <a:ext uri="{FF2B5EF4-FFF2-40B4-BE49-F238E27FC236}">
                <a16:creationId xmlns:a16="http://schemas.microsoft.com/office/drawing/2014/main" id="{70E0AD18-67D1-47A6-800D-C29543BD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32" name="">
            <a:extLst xmlns:a="http://schemas.openxmlformats.org/drawingml/2006/main">
              <a:ext uri="{FF2B5EF4-FFF2-40B4-BE49-F238E27FC236}">
                <a16:creationId xmlns:a16="http://schemas.microsoft.com/office/drawing/2014/main" id="{8FAD9348-1615-4FF5-B4C9-AFB624C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3" name="">
            <a:extLst xmlns:a="http://schemas.openxmlformats.org/drawingml/2006/main">
              <a:ext uri="{FF2B5EF4-FFF2-40B4-BE49-F238E27FC236}">
                <a16:creationId xmlns:a16="http://schemas.microsoft.com/office/drawing/2014/main" id="{FE9D42BF-A07D-495C-B4ED-51543CA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434" name="">
            <a:extLst xmlns:a="http://schemas.openxmlformats.org/drawingml/2006/main">
              <a:ext uri="{FF2B5EF4-FFF2-40B4-BE49-F238E27FC236}">
                <a16:creationId xmlns:a16="http://schemas.microsoft.com/office/drawing/2014/main" id="{9BC596D6-354A-42C8-BBD9-26E1E11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5" name="">
            <a:extLst xmlns:a="http://schemas.openxmlformats.org/drawingml/2006/main">
              <a:ext uri="{FF2B5EF4-FFF2-40B4-BE49-F238E27FC236}">
                <a16:creationId xmlns:a16="http://schemas.microsoft.com/office/drawing/2014/main" id="{49C14BDE-AFB5-4FAC-95F5-33F8A4A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1436" name="">
            <a:extLst xmlns:a="http://schemas.openxmlformats.org/drawingml/2006/main">
              <a:ext uri="{FF2B5EF4-FFF2-40B4-BE49-F238E27FC236}">
                <a16:creationId xmlns:a16="http://schemas.microsoft.com/office/drawing/2014/main" id="{71B0610E-9AD9-4925-B55C-8126E03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7" name="">
            <a:extLst xmlns:a="http://schemas.openxmlformats.org/drawingml/2006/main">
              <a:ext uri="{FF2B5EF4-FFF2-40B4-BE49-F238E27FC236}">
                <a16:creationId xmlns:a16="http://schemas.microsoft.com/office/drawing/2014/main" id="{48AF0A7A-6B94-40B8-856B-351E289E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438" name="">
            <a:extLst xmlns:a="http://schemas.openxmlformats.org/drawingml/2006/main">
              <a:ext uri="{FF2B5EF4-FFF2-40B4-BE49-F238E27FC236}">
                <a16:creationId xmlns:a16="http://schemas.microsoft.com/office/drawing/2014/main" id="{F40FE957-6265-4403-81A7-3AA9D01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405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9" name="">
            <a:extLst xmlns:a="http://schemas.openxmlformats.org/drawingml/2006/main">
              <a:ext uri="{FF2B5EF4-FFF2-40B4-BE49-F238E27FC236}">
                <a16:creationId xmlns:a16="http://schemas.microsoft.com/office/drawing/2014/main" id="{77087813-AF44-4D1F-BB9A-75C9C54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000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1440" name="">
            <a:extLst xmlns:a="http://schemas.openxmlformats.org/drawingml/2006/main">
              <a:ext uri="{FF2B5EF4-FFF2-40B4-BE49-F238E27FC236}">
                <a16:creationId xmlns:a16="http://schemas.microsoft.com/office/drawing/2014/main" id="{7CCA3FB5-2A81-4182-BCB7-8326C12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1" name="">
            <a:extLst xmlns:a="http://schemas.openxmlformats.org/drawingml/2006/main">
              <a:ext uri="{FF2B5EF4-FFF2-40B4-BE49-F238E27FC236}">
                <a16:creationId xmlns:a16="http://schemas.microsoft.com/office/drawing/2014/main" id="{28947A80-197C-4AF3-BB16-69C0833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42" name="">
            <a:extLst xmlns:a="http://schemas.openxmlformats.org/drawingml/2006/main">
              <a:ext uri="{FF2B5EF4-FFF2-40B4-BE49-F238E27FC236}">
                <a16:creationId xmlns:a16="http://schemas.microsoft.com/office/drawing/2014/main" id="{685860CC-F449-4292-936F-A5DD8A5C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3" name="">
            <a:extLst xmlns:a="http://schemas.openxmlformats.org/drawingml/2006/main">
              <a:ext uri="{FF2B5EF4-FFF2-40B4-BE49-F238E27FC236}">
                <a16:creationId xmlns:a16="http://schemas.microsoft.com/office/drawing/2014/main" id="{C7DB8230-5021-4530-B799-7A20120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2？</a:t>
            </a:r>
          </a:p>
        </p:txBody>
      </p:sp>
      <p:sp>
        <p:nvSpPr>
          <p:cNvPr id="1444" name="">
            <a:extLst xmlns:a="http://schemas.openxmlformats.org/drawingml/2006/main">
              <a:ext uri="{FF2B5EF4-FFF2-40B4-BE49-F238E27FC236}">
                <a16:creationId xmlns:a16="http://schemas.microsoft.com/office/drawing/2014/main" id="{66580034-B5D0-4F38-B714-3D7A0C04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5" name="">
            <a:extLst xmlns:a="http://schemas.openxmlformats.org/drawingml/2006/main">
              <a:ext uri="{FF2B5EF4-FFF2-40B4-BE49-F238E27FC236}">
                <a16:creationId xmlns:a16="http://schemas.microsoft.com/office/drawing/2014/main" id="{1F95D767-214B-4082-92FA-497C2145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32MiB？</a:t>
            </a:r>
          </a:p>
        </p:txBody>
      </p:sp>
      <p:sp>
        <p:nvSpPr>
          <p:cNvPr id="1446" name="">
            <a:extLst xmlns:a="http://schemas.openxmlformats.org/drawingml/2006/main">
              <a:ext uri="{FF2B5EF4-FFF2-40B4-BE49-F238E27FC236}">
                <a16:creationId xmlns:a16="http://schemas.microsoft.com/office/drawing/2014/main" id="{1931CC30-A2B9-4475-BA5D-2E46E22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815" y="2529280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7" name="">
            <a:extLst xmlns:a="http://schemas.openxmlformats.org/drawingml/2006/main">
              <a:ext uri="{FF2B5EF4-FFF2-40B4-BE49-F238E27FC236}">
                <a16:creationId xmlns:a16="http://schemas.microsoft.com/office/drawing/2014/main" id="{B3C2B10D-B673-4D10-8392-7D4F317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410" y="2533260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4GiB？</a:t>
            </a:r>
          </a:p>
        </p:txBody>
      </p:sp>
      <p:sp>
        <p:nvSpPr>
          <p:cNvPr id="1448" name="">
            <a:extLst xmlns:a="http://schemas.openxmlformats.org/drawingml/2006/main">
              <a:ext uri="{FF2B5EF4-FFF2-40B4-BE49-F238E27FC236}">
                <a16:creationId xmlns:a16="http://schemas.microsoft.com/office/drawing/2014/main" id="{3FA5F85A-01FC-4C57-8BA4-94EE2E9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689" y="27083822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9" name="">
            <a:extLst xmlns:a="http://schemas.openxmlformats.org/drawingml/2006/main">
              <a:ext uri="{FF2B5EF4-FFF2-40B4-BE49-F238E27FC236}">
                <a16:creationId xmlns:a16="http://schemas.microsoft.com/office/drawing/2014/main" id="{6DB93029-496D-41FF-91FE-65CCDEDA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284" y="27123620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1450" name="">
            <a:extLst xmlns:a="http://schemas.openxmlformats.org/drawingml/2006/main">
              <a:ext uri="{FF2B5EF4-FFF2-40B4-BE49-F238E27FC236}">
                <a16:creationId xmlns:a16="http://schemas.microsoft.com/office/drawing/2014/main" id="{C736CE0D-4DB7-448D-B1D7-46B7214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940" y="27083822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1" name="">
            <a:extLst xmlns:a="http://schemas.openxmlformats.org/drawingml/2006/main">
              <a:ext uri="{FF2B5EF4-FFF2-40B4-BE49-F238E27FC236}">
                <a16:creationId xmlns:a16="http://schemas.microsoft.com/office/drawing/2014/main" id="{07D0352A-CEC5-42F9-8F4D-46249BF8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36" y="27123620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452" name="">
            <a:extLst xmlns:a="http://schemas.openxmlformats.org/drawingml/2006/main">
              <a:ext uri="{FF2B5EF4-FFF2-40B4-BE49-F238E27FC236}">
                <a16:creationId xmlns:a16="http://schemas.microsoft.com/office/drawing/2014/main" id="{03493B99-8AAD-41EA-9037-6E8B7B60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066" y="2529280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3" name="">
            <a:extLst xmlns:a="http://schemas.openxmlformats.org/drawingml/2006/main">
              <a:ext uri="{FF2B5EF4-FFF2-40B4-BE49-F238E27FC236}">
                <a16:creationId xmlns:a16="http://schemas.microsoft.com/office/drawing/2014/main" id="{7ADFBEFC-6CBC-4807-AAFD-3F007D71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662" y="2533260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54" name="">
            <a:extLst xmlns:a="http://schemas.openxmlformats.org/drawingml/2006/main">
              <a:ext uri="{FF2B5EF4-FFF2-40B4-BE49-F238E27FC236}">
                <a16:creationId xmlns:a16="http://schemas.microsoft.com/office/drawing/2014/main" id="{B70B100A-4EEA-40AC-9B7E-84143CDC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159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5" name="">
            <a:extLst xmlns:a="http://schemas.openxmlformats.org/drawingml/2006/main">
              <a:ext uri="{FF2B5EF4-FFF2-40B4-BE49-F238E27FC236}">
                <a16:creationId xmlns:a16="http://schemas.microsoft.com/office/drawing/2014/main" id="{004E39F3-8B0A-4186-924D-D1DAFFE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755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56" name="">
            <a:extLst xmlns:a="http://schemas.openxmlformats.org/drawingml/2006/main">
              <a:ext uri="{FF2B5EF4-FFF2-40B4-BE49-F238E27FC236}">
                <a16:creationId xmlns:a16="http://schemas.microsoft.com/office/drawing/2014/main" id="{B7B8215D-3AA9-4E02-A08C-699211D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7" name="">
            <a:extLst xmlns:a="http://schemas.openxmlformats.org/drawingml/2006/main">
              <a:ext uri="{FF2B5EF4-FFF2-40B4-BE49-F238E27FC236}">
                <a16:creationId xmlns:a16="http://schemas.microsoft.com/office/drawing/2014/main" id="{7E69630A-C0C9-4504-8A97-4B32CDD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458" name="">
            <a:extLst xmlns:a="http://schemas.openxmlformats.org/drawingml/2006/main">
              <a:ext uri="{FF2B5EF4-FFF2-40B4-BE49-F238E27FC236}">
                <a16:creationId xmlns:a16="http://schemas.microsoft.com/office/drawing/2014/main" id="{B11C9A18-DFEB-430E-8B25-1AA76D3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159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9" name="">
            <a:extLst xmlns:a="http://schemas.openxmlformats.org/drawingml/2006/main">
              <a:ext uri="{FF2B5EF4-FFF2-40B4-BE49-F238E27FC236}">
                <a16:creationId xmlns:a16="http://schemas.microsoft.com/office/drawing/2014/main" id="{F3201B06-8C7E-48A7-8AA9-2AB62FC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755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460" name="">
            <a:extLst xmlns:a="http://schemas.openxmlformats.org/drawingml/2006/main">
              <a:ext uri="{FF2B5EF4-FFF2-40B4-BE49-F238E27FC236}">
                <a16:creationId xmlns:a16="http://schemas.microsoft.com/office/drawing/2014/main" id="{7E0C524D-F778-4C8F-86C8-33ADA2AD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92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1" name="">
            <a:extLst xmlns:a="http://schemas.openxmlformats.org/drawingml/2006/main">
              <a:ext uri="{FF2B5EF4-FFF2-40B4-BE49-F238E27FC236}">
                <a16:creationId xmlns:a16="http://schemas.microsoft.com/office/drawing/2014/main" id="{915253CC-3BB9-45A1-8286-7714F2C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19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1462" name="">
            <a:extLst xmlns:a="http://schemas.openxmlformats.org/drawingml/2006/main">
              <a:ext uri="{FF2B5EF4-FFF2-40B4-BE49-F238E27FC236}">
                <a16:creationId xmlns:a16="http://schemas.microsoft.com/office/drawing/2014/main" id="{46A4566B-F9A9-4766-85A9-69F98F77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212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3" name="">
            <a:extLst xmlns:a="http://schemas.openxmlformats.org/drawingml/2006/main">
              <a:ext uri="{FF2B5EF4-FFF2-40B4-BE49-F238E27FC236}">
                <a16:creationId xmlns:a16="http://schemas.microsoft.com/office/drawing/2014/main" id="{03762A98-C0F3-4433-A39C-B1915312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807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最高层链路使用 UboE？</a:t>
            </a:r>
          </a:p>
        </p:txBody>
      </p:sp>
      <p:sp>
        <p:nvSpPr>
          <p:cNvPr id="1464" name="">
            <a:extLst xmlns:a="http://schemas.openxmlformats.org/drawingml/2006/main">
              <a:ext uri="{FF2B5EF4-FFF2-40B4-BE49-F238E27FC236}">
                <a16:creationId xmlns:a16="http://schemas.microsoft.com/office/drawing/2014/main" id="{F60665EF-76E3-4154-B3B1-349A52D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128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5" name="">
            <a:extLst xmlns:a="http://schemas.openxmlformats.org/drawingml/2006/main">
              <a:ext uri="{FF2B5EF4-FFF2-40B4-BE49-F238E27FC236}">
                <a16:creationId xmlns:a16="http://schemas.microsoft.com/office/drawing/2014/main" id="{3597972B-6A39-46B9-9E69-F7E07C97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23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466" name="">
            <a:extLst xmlns:a="http://schemas.openxmlformats.org/drawingml/2006/main">
              <a:ext uri="{FF2B5EF4-FFF2-40B4-BE49-F238E27FC236}">
                <a16:creationId xmlns:a16="http://schemas.microsoft.com/office/drawing/2014/main" id="{69FC2DFB-BC93-49EC-9FA4-92ED5D8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684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7" name="">
            <a:extLst xmlns:a="http://schemas.openxmlformats.org/drawingml/2006/main">
              <a:ext uri="{FF2B5EF4-FFF2-40B4-BE49-F238E27FC236}">
                <a16:creationId xmlns:a16="http://schemas.microsoft.com/office/drawing/2014/main" id="{6232D3FF-50EC-42B7-AE8D-842441E7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279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468" name="">
            <a:extLst xmlns:a="http://schemas.openxmlformats.org/drawingml/2006/main">
              <a:ext uri="{FF2B5EF4-FFF2-40B4-BE49-F238E27FC236}">
                <a16:creationId xmlns:a16="http://schemas.microsoft.com/office/drawing/2014/main" id="{8D07E0C4-986B-4BAE-AD57-232444C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9" name="">
            <a:extLst xmlns:a="http://schemas.openxmlformats.org/drawingml/2006/main">
              <a:ext uri="{FF2B5EF4-FFF2-40B4-BE49-F238E27FC236}">
                <a16:creationId xmlns:a16="http://schemas.microsoft.com/office/drawing/2014/main" id="{5DC50650-456D-488F-9BCA-863E170D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470" name="">
            <a:extLst xmlns:a="http://schemas.openxmlformats.org/drawingml/2006/main">
              <a:ext uri="{FF2B5EF4-FFF2-40B4-BE49-F238E27FC236}">
                <a16:creationId xmlns:a16="http://schemas.microsoft.com/office/drawing/2014/main" id="{3EEE8855-FF71-4555-B49A-F44A5CF7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1" name="">
            <a:extLst xmlns:a="http://schemas.openxmlformats.org/drawingml/2006/main">
              <a:ext uri="{FF2B5EF4-FFF2-40B4-BE49-F238E27FC236}">
                <a16:creationId xmlns:a16="http://schemas.microsoft.com/office/drawing/2014/main" id="{EC04C91E-EEF0-43EB-830E-C061D30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472" name="">
            <a:extLst xmlns:a="http://schemas.openxmlformats.org/drawingml/2006/main">
              <a:ext uri="{FF2B5EF4-FFF2-40B4-BE49-F238E27FC236}">
                <a16:creationId xmlns:a16="http://schemas.microsoft.com/office/drawing/2014/main" id="{ADFDD348-D231-4460-B906-08213FB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217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3" name="">
            <a:extLst xmlns:a="http://schemas.openxmlformats.org/drawingml/2006/main">
              <a:ext uri="{FF2B5EF4-FFF2-40B4-BE49-F238E27FC236}">
                <a16:creationId xmlns:a16="http://schemas.microsoft.com/office/drawing/2014/main" id="{46D92B93-C0C7-4C16-A3F1-046766DB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813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474" name="">
            <a:extLst xmlns:a="http://schemas.openxmlformats.org/drawingml/2006/main">
              <a:ext uri="{FF2B5EF4-FFF2-40B4-BE49-F238E27FC236}">
                <a16:creationId xmlns:a16="http://schemas.microsoft.com/office/drawing/2014/main" id="{D6A41AD9-71E6-47B7-B65D-4ABFEB7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5" name="">
            <a:extLst xmlns:a="http://schemas.openxmlformats.org/drawingml/2006/main">
              <a:ext uri="{FF2B5EF4-FFF2-40B4-BE49-F238E27FC236}">
                <a16:creationId xmlns:a16="http://schemas.microsoft.com/office/drawing/2014/main" id="{1B5DCED6-C020-465C-A83C-AD2EE10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476" name="">
            <a:extLst xmlns:a="http://schemas.openxmlformats.org/drawingml/2006/main">
              <a:ext uri="{FF2B5EF4-FFF2-40B4-BE49-F238E27FC236}">
                <a16:creationId xmlns:a16="http://schemas.microsoft.com/office/drawing/2014/main" id="{9F149F6B-721E-45DF-B449-B2C1F106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7" name="">
            <a:extLst xmlns:a="http://schemas.openxmlformats.org/drawingml/2006/main">
              <a:ext uri="{FF2B5EF4-FFF2-40B4-BE49-F238E27FC236}">
                <a16:creationId xmlns:a16="http://schemas.microsoft.com/office/drawing/2014/main" id="{DEE9A752-398D-41B3-83A1-F9D8BA7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 路径条件？</a:t>
            </a:r>
          </a:p>
        </p:txBody>
      </p:sp>
      <p:sp>
        <p:nvSpPr>
          <p:cNvPr id="1478" name="">
            <a:extLst xmlns:a="http://schemas.openxmlformats.org/drawingml/2006/main">
              <a:ext uri="{FF2B5EF4-FFF2-40B4-BE49-F238E27FC236}">
                <a16:creationId xmlns:a16="http://schemas.microsoft.com/office/drawing/2014/main" id="{8311AD47-FEBC-4CB5-A7A9-9E61121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9" name="">
            <a:extLst xmlns:a="http://schemas.openxmlformats.org/drawingml/2006/main">
              <a:ext uri="{FF2B5EF4-FFF2-40B4-BE49-F238E27FC236}">
                <a16:creationId xmlns:a16="http://schemas.microsoft.com/office/drawing/2014/main" id="{A9F3D0B3-61BB-4236-9428-3075262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= 2？</a:t>
            </a:r>
          </a:p>
        </p:txBody>
      </p:sp>
      <p:sp>
        <p:nvSpPr>
          <p:cNvPr id="1480" name="">
            <a:extLst xmlns:a="http://schemas.openxmlformats.org/drawingml/2006/main">
              <a:ext uri="{FF2B5EF4-FFF2-40B4-BE49-F238E27FC236}">
                <a16:creationId xmlns:a16="http://schemas.microsoft.com/office/drawing/2014/main" id="{3C3D292D-5C78-4D52-AE68-5B43646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541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1" name="">
            <a:extLst xmlns:a="http://schemas.openxmlformats.org/drawingml/2006/main">
              <a:ext uri="{FF2B5EF4-FFF2-40B4-BE49-F238E27FC236}">
                <a16:creationId xmlns:a16="http://schemas.microsoft.com/office/drawing/2014/main" id="{7916BEC9-2EA9-444D-86A0-B38F7F6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137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≥ 8MiB？</a:t>
            </a:r>
          </a:p>
        </p:txBody>
      </p:sp>
      <p:sp>
        <p:nvSpPr>
          <p:cNvPr id="1482" name="">
            <a:extLst xmlns:a="http://schemas.openxmlformats.org/drawingml/2006/main">
              <a:ext uri="{FF2B5EF4-FFF2-40B4-BE49-F238E27FC236}">
                <a16:creationId xmlns:a16="http://schemas.microsoft.com/office/drawing/2014/main" id="{9E85C78A-0A65-4272-A2B5-E81D91E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3" name="">
            <a:extLst xmlns:a="http://schemas.openxmlformats.org/drawingml/2006/main">
              <a:ext uri="{FF2B5EF4-FFF2-40B4-BE49-F238E27FC236}">
                <a16:creationId xmlns:a16="http://schemas.microsoft.com/office/drawing/2014/main" id="{4E86D247-A39F-4046-8B3D-44058C0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484" name="">
            <a:extLst xmlns:a="http://schemas.openxmlformats.org/drawingml/2006/main">
              <a:ext uri="{FF2B5EF4-FFF2-40B4-BE49-F238E27FC236}">
                <a16:creationId xmlns:a16="http://schemas.microsoft.com/office/drawing/2014/main" id="{14532392-7124-484C-9201-C8D121FB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5" name="">
            <a:extLst xmlns:a="http://schemas.openxmlformats.org/drawingml/2006/main">
              <a:ext uri="{FF2B5EF4-FFF2-40B4-BE49-F238E27FC236}">
                <a16:creationId xmlns:a16="http://schemas.microsoft.com/office/drawing/2014/main" id="{69085FB5-0754-4D85-AA25-04675F21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486" name="">
            <a:extLst xmlns:a="http://schemas.openxmlformats.org/drawingml/2006/main">
              <a:ext uri="{FF2B5EF4-FFF2-40B4-BE49-F238E27FC236}">
                <a16:creationId xmlns:a16="http://schemas.microsoft.com/office/drawing/2014/main" id="{52D41D1E-7969-4B5A-82BD-5F37CF2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139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7" name="">
            <a:extLst xmlns:a="http://schemas.openxmlformats.org/drawingml/2006/main">
              <a:ext uri="{FF2B5EF4-FFF2-40B4-BE49-F238E27FC236}">
                <a16:creationId xmlns:a16="http://schemas.microsoft.com/office/drawing/2014/main" id="{E9E13008-F807-47F3-88E8-97C9ACE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0986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488" name="">
            <a:extLst xmlns:a="http://schemas.openxmlformats.org/drawingml/2006/main">
              <a:ext uri="{FF2B5EF4-FFF2-40B4-BE49-F238E27FC236}">
                <a16:creationId xmlns:a16="http://schemas.microsoft.com/office/drawing/2014/main" id="{C8EA615F-9D1B-4BA6-A73A-88C08993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642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9" name="">
            <a:extLst xmlns:a="http://schemas.openxmlformats.org/drawingml/2006/main">
              <a:ext uri="{FF2B5EF4-FFF2-40B4-BE49-F238E27FC236}">
                <a16:creationId xmlns:a16="http://schemas.microsoft.com/office/drawing/2014/main" id="{5181D80C-94EE-4F97-AB2C-51BC1CA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723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归一化数据量 &gt; 32MiB？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输入大小 × 8 / rank数²</a:t>
            </a:r>
          </a:p>
        </p:txBody>
      </p:sp>
      <p:sp>
        <p:nvSpPr>
          <p:cNvPr id="1490" name="">
            <a:extLst xmlns:a="http://schemas.openxmlformats.org/drawingml/2006/main">
              <a:ext uri="{FF2B5EF4-FFF2-40B4-BE49-F238E27FC236}">
                <a16:creationId xmlns:a16="http://schemas.microsoft.com/office/drawing/2014/main" id="{87B32BC2-204C-4067-9F6B-3FD7EB2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2929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1" name="">
            <a:extLst xmlns:a="http://schemas.openxmlformats.org/drawingml/2006/main">
              <a:ext uri="{FF2B5EF4-FFF2-40B4-BE49-F238E27FC236}">
                <a16:creationId xmlns:a16="http://schemas.microsoft.com/office/drawing/2014/main" id="{298190B1-05BB-4B0C-A3B4-85909103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2525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 路径条件？</a:t>
            </a:r>
          </a:p>
        </p:txBody>
      </p:sp>
      <p:sp>
        <p:nvSpPr>
          <p:cNvPr id="1492" name="">
            <a:extLst xmlns:a="http://schemas.openxmlformats.org/drawingml/2006/main">
              <a:ext uri="{FF2B5EF4-FFF2-40B4-BE49-F238E27FC236}">
                <a16:creationId xmlns:a16="http://schemas.microsoft.com/office/drawing/2014/main" id="{C92D7592-6228-4573-912E-5B3F31A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984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3" name="">
            <a:extLst xmlns:a="http://schemas.openxmlformats.org/drawingml/2006/main">
              <a:ext uri="{FF2B5EF4-FFF2-40B4-BE49-F238E27FC236}">
                <a16:creationId xmlns:a16="http://schemas.microsoft.com/office/drawing/2014/main" id="{F5CEF383-E1DF-4C1C-9CFB-42ACD124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7580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4GiB？</a:t>
            </a:r>
          </a:p>
        </p:txBody>
      </p:sp>
      <p:sp>
        <p:nvSpPr>
          <p:cNvPr id="1494" name="">
            <a:extLst xmlns:a="http://schemas.openxmlformats.org/drawingml/2006/main">
              <a:ext uri="{FF2B5EF4-FFF2-40B4-BE49-F238E27FC236}">
                <a16:creationId xmlns:a16="http://schemas.microsoft.com/office/drawing/2014/main" id="{FAC8F9D3-341D-4E28-8F2A-A2BCD7BF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285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5" name="">
            <a:extLst xmlns:a="http://schemas.openxmlformats.org/drawingml/2006/main">
              <a:ext uri="{FF2B5EF4-FFF2-40B4-BE49-F238E27FC236}">
                <a16:creationId xmlns:a16="http://schemas.microsoft.com/office/drawing/2014/main" id="{CEE55BF2-FB3E-4245-BE2E-98150F2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880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496" name="">
            <a:extLst xmlns:a="http://schemas.openxmlformats.org/drawingml/2006/main">
              <a:ext uri="{FF2B5EF4-FFF2-40B4-BE49-F238E27FC236}">
                <a16:creationId xmlns:a16="http://schemas.microsoft.com/office/drawing/2014/main" id="{C8AD81E1-3F96-44D1-A845-946DEC4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3536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7" name="">
            <a:extLst xmlns:a="http://schemas.openxmlformats.org/drawingml/2006/main">
              <a:ext uri="{FF2B5EF4-FFF2-40B4-BE49-F238E27FC236}">
                <a16:creationId xmlns:a16="http://schemas.microsoft.com/office/drawing/2014/main" id="{724F270C-6873-454D-82CB-8EF7863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3132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498" name="">
            <a:extLst xmlns:a="http://schemas.openxmlformats.org/drawingml/2006/main">
              <a:ext uri="{FF2B5EF4-FFF2-40B4-BE49-F238E27FC236}">
                <a16:creationId xmlns:a16="http://schemas.microsoft.com/office/drawing/2014/main" id="{2F3F79F3-C038-4A20-898B-D7C61473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4235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9" name="">
            <a:extLst xmlns:a="http://schemas.openxmlformats.org/drawingml/2006/main">
              <a:ext uri="{FF2B5EF4-FFF2-40B4-BE49-F238E27FC236}">
                <a16:creationId xmlns:a16="http://schemas.microsoft.com/office/drawing/2014/main" id="{42BC3687-7EAE-4FBE-978A-0412006C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831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500" name="">
            <a:extLst xmlns:a="http://schemas.openxmlformats.org/drawingml/2006/main">
              <a:ext uri="{FF2B5EF4-FFF2-40B4-BE49-F238E27FC236}">
                <a16:creationId xmlns:a16="http://schemas.microsoft.com/office/drawing/2014/main" id="{9DB29488-A09A-4BC4-820A-307A646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181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1" name="">
            <a:extLst xmlns:a="http://schemas.openxmlformats.org/drawingml/2006/main">
              <a:ext uri="{FF2B5EF4-FFF2-40B4-BE49-F238E27FC236}">
                <a16:creationId xmlns:a16="http://schemas.microsoft.com/office/drawing/2014/main" id="{68127CA0-69EC-42FB-9A41-4DD7E3A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8776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02" name="">
            <a:extLst xmlns:a="http://schemas.openxmlformats.org/drawingml/2006/main">
              <a:ext uri="{FF2B5EF4-FFF2-40B4-BE49-F238E27FC236}">
                <a16:creationId xmlns:a16="http://schemas.microsoft.com/office/drawing/2014/main" id="{5C8998BC-6841-442C-8CF7-CB2C1D07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684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3" name="">
            <a:extLst xmlns:a="http://schemas.openxmlformats.org/drawingml/2006/main">
              <a:ext uri="{FF2B5EF4-FFF2-40B4-BE49-F238E27FC236}">
                <a16:creationId xmlns:a16="http://schemas.microsoft.com/office/drawing/2014/main" id="{98415FC6-8781-42A3-BABD-96CF8DD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279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04" name="">
            <a:extLst xmlns:a="http://schemas.openxmlformats.org/drawingml/2006/main">
              <a:ext uri="{FF2B5EF4-FFF2-40B4-BE49-F238E27FC236}">
                <a16:creationId xmlns:a16="http://schemas.microsoft.com/office/drawing/2014/main" id="{6BC74449-9D39-4AD3-BE42-B488419E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3971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5" name="">
            <a:extLst xmlns:a="http://schemas.openxmlformats.org/drawingml/2006/main">
              <a:ext uri="{FF2B5EF4-FFF2-40B4-BE49-F238E27FC236}">
                <a16:creationId xmlns:a16="http://schemas.microsoft.com/office/drawing/2014/main" id="{A4FA3792-2236-42EE-924D-C0F70AC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567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06" name="">
            <a:extLst xmlns:a="http://schemas.openxmlformats.org/drawingml/2006/main">
              <a:ext uri="{FF2B5EF4-FFF2-40B4-BE49-F238E27FC236}">
                <a16:creationId xmlns:a16="http://schemas.microsoft.com/office/drawing/2014/main" id="{197106FD-D983-472E-81C6-DA50999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7" name="">
            <a:extLst xmlns:a="http://schemas.openxmlformats.org/drawingml/2006/main">
              <a:ext uri="{FF2B5EF4-FFF2-40B4-BE49-F238E27FC236}">
                <a16:creationId xmlns:a16="http://schemas.microsoft.com/office/drawing/2014/main" id="{59DDC394-BBEE-4CA9-8EA2-02310ED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508" name="">
            <a:extLst xmlns:a="http://schemas.openxmlformats.org/drawingml/2006/main">
              <a:ext uri="{FF2B5EF4-FFF2-40B4-BE49-F238E27FC236}">
                <a16:creationId xmlns:a16="http://schemas.microsoft.com/office/drawing/2014/main" id="{8715E2D0-3061-457D-BC64-D3A8E7E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1093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9" name="">
            <a:extLst xmlns:a="http://schemas.openxmlformats.org/drawingml/2006/main">
              <a:ext uri="{FF2B5EF4-FFF2-40B4-BE49-F238E27FC236}">
                <a16:creationId xmlns:a16="http://schemas.microsoft.com/office/drawing/2014/main" id="{43CD49B9-61D4-4FC5-B0B3-716436DA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689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1510" name="">
            <a:extLst xmlns:a="http://schemas.openxmlformats.org/drawingml/2006/main">
              <a:ext uri="{FF2B5EF4-FFF2-40B4-BE49-F238E27FC236}">
                <a16:creationId xmlns:a16="http://schemas.microsoft.com/office/drawing/2014/main" id="{1ECA4FCF-1F48-4F86-9817-5FAF6B56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1" name="">
            <a:extLst xmlns:a="http://schemas.openxmlformats.org/drawingml/2006/main">
              <a:ext uri="{FF2B5EF4-FFF2-40B4-BE49-F238E27FC236}">
                <a16:creationId xmlns:a16="http://schemas.microsoft.com/office/drawing/2014/main" id="{6B1CF2D2-CE33-4D38-859E-4B5BB33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512" name="">
            <a:extLst xmlns:a="http://schemas.openxmlformats.org/drawingml/2006/main">
              <a:ext uri="{FF2B5EF4-FFF2-40B4-BE49-F238E27FC236}">
                <a16:creationId xmlns:a16="http://schemas.microsoft.com/office/drawing/2014/main" id="{9ED83A7F-F5BA-4B92-9F1E-6C3B3103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3" name="">
            <a:extLst xmlns:a="http://schemas.openxmlformats.org/drawingml/2006/main">
              <a:ext uri="{FF2B5EF4-FFF2-40B4-BE49-F238E27FC236}">
                <a16:creationId xmlns:a16="http://schemas.microsoft.com/office/drawing/2014/main" id="{B929081E-CA3C-4D7A-8A6E-3A0D762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14" name="">
            <a:extLst xmlns:a="http://schemas.openxmlformats.org/drawingml/2006/main">
              <a:ext uri="{FF2B5EF4-FFF2-40B4-BE49-F238E27FC236}">
                <a16:creationId xmlns:a16="http://schemas.microsoft.com/office/drawing/2014/main" id="{398E2854-9E28-4BA8-9590-843EB62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5" name="">
            <a:extLst xmlns:a="http://schemas.openxmlformats.org/drawingml/2006/main">
              <a:ext uri="{FF2B5EF4-FFF2-40B4-BE49-F238E27FC236}">
                <a16:creationId xmlns:a16="http://schemas.microsoft.com/office/drawing/2014/main" id="{C309CCE2-D57E-4379-B21B-9BF6E47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16" name="">
            <a:extLst xmlns:a="http://schemas.openxmlformats.org/drawingml/2006/main">
              <a:ext uri="{FF2B5EF4-FFF2-40B4-BE49-F238E27FC236}">
                <a16:creationId xmlns:a16="http://schemas.microsoft.com/office/drawing/2014/main" id="{33472347-9AE2-4B81-B76A-E5DE0B9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3971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7" name="">
            <a:extLst xmlns:a="http://schemas.openxmlformats.org/drawingml/2006/main">
              <a:ext uri="{FF2B5EF4-FFF2-40B4-BE49-F238E27FC236}">
                <a16:creationId xmlns:a16="http://schemas.microsoft.com/office/drawing/2014/main" id="{7E011B83-E8ED-4F02-A6FC-E4248F17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567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18" name="">
            <a:extLst xmlns:a="http://schemas.openxmlformats.org/drawingml/2006/main">
              <a:ext uri="{FF2B5EF4-FFF2-40B4-BE49-F238E27FC236}">
                <a16:creationId xmlns:a16="http://schemas.microsoft.com/office/drawing/2014/main" id="{CE91897B-9E43-4463-8621-7718A2A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9" name="">
            <a:extLst xmlns:a="http://schemas.openxmlformats.org/drawingml/2006/main">
              <a:ext uri="{FF2B5EF4-FFF2-40B4-BE49-F238E27FC236}">
                <a16:creationId xmlns:a16="http://schemas.microsoft.com/office/drawing/2014/main" id="{779AFAEE-487F-42DC-B32D-3E82FFE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20" name="">
            <a:extLst xmlns:a="http://schemas.openxmlformats.org/drawingml/2006/main">
              <a:ext uri="{FF2B5EF4-FFF2-40B4-BE49-F238E27FC236}">
                <a16:creationId xmlns:a16="http://schemas.microsoft.com/office/drawing/2014/main" id="{AD06CD43-C240-4B5C-82D4-3464B21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1" name="">
            <a:extLst xmlns:a="http://schemas.openxmlformats.org/drawingml/2006/main">
              <a:ext uri="{FF2B5EF4-FFF2-40B4-BE49-F238E27FC236}">
                <a16:creationId xmlns:a16="http://schemas.microsoft.com/office/drawing/2014/main" id="{551E4FCD-4D5B-4C55-908E-EF28D00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22" name="">
            <a:extLst xmlns:a="http://schemas.openxmlformats.org/drawingml/2006/main">
              <a:ext uri="{FF2B5EF4-FFF2-40B4-BE49-F238E27FC236}">
                <a16:creationId xmlns:a16="http://schemas.microsoft.com/office/drawing/2014/main" id="{FF4D7C0B-B263-4A5B-BFD6-A43E81AE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3" name="">
            <a:extLst xmlns:a="http://schemas.openxmlformats.org/drawingml/2006/main">
              <a:ext uri="{FF2B5EF4-FFF2-40B4-BE49-F238E27FC236}">
                <a16:creationId xmlns:a16="http://schemas.microsoft.com/office/drawing/2014/main" id="{201F3604-BCD3-4D0D-986A-5E5B7BD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24" name="">
            <a:extLst xmlns:a="http://schemas.openxmlformats.org/drawingml/2006/main">
              <a:ext uri="{FF2B5EF4-FFF2-40B4-BE49-F238E27FC236}">
                <a16:creationId xmlns:a16="http://schemas.microsoft.com/office/drawing/2014/main" id="{5B5345ED-87B3-45CC-AC65-F2AA83D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5" name="">
            <a:extLst xmlns:a="http://schemas.openxmlformats.org/drawingml/2006/main">
              <a:ext uri="{FF2B5EF4-FFF2-40B4-BE49-F238E27FC236}">
                <a16:creationId xmlns:a16="http://schemas.microsoft.com/office/drawing/2014/main" id="{08E179A0-D5E8-4C0B-971E-B0A5D52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归一化数据量 &gt; 32MiB？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输入大小 × 8 / rank数²</a:t>
            </a:r>
          </a:p>
        </p:txBody>
      </p:sp>
      <p:sp>
        <p:nvSpPr>
          <p:cNvPr id="1526" name="">
            <a:extLst xmlns:a="http://schemas.openxmlformats.org/drawingml/2006/main">
              <a:ext uri="{FF2B5EF4-FFF2-40B4-BE49-F238E27FC236}">
                <a16:creationId xmlns:a16="http://schemas.microsoft.com/office/drawing/2014/main" id="{1543150D-F7F8-4E02-B0F6-BFF5C4D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960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7" name="">
            <a:extLst xmlns:a="http://schemas.openxmlformats.org/drawingml/2006/main">
              <a:ext uri="{FF2B5EF4-FFF2-40B4-BE49-F238E27FC236}">
                <a16:creationId xmlns:a16="http://schemas.microsoft.com/office/drawing/2014/main" id="{248BC185-DE18-4297-94E0-F779A207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9195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528" name="">
            <a:extLst xmlns:a="http://schemas.openxmlformats.org/drawingml/2006/main">
              <a:ext uri="{FF2B5EF4-FFF2-40B4-BE49-F238E27FC236}">
                <a16:creationId xmlns:a16="http://schemas.microsoft.com/office/drawing/2014/main" id="{80912760-F9D9-4719-B19A-7A9302FF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5851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9" name="">
            <a:extLst xmlns:a="http://schemas.openxmlformats.org/drawingml/2006/main">
              <a:ext uri="{FF2B5EF4-FFF2-40B4-BE49-F238E27FC236}">
                <a16:creationId xmlns:a16="http://schemas.microsoft.com/office/drawing/2014/main" id="{DFF58B32-CC95-433D-8C70-EE8715D9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4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30" name="">
            <a:extLst xmlns:a="http://schemas.openxmlformats.org/drawingml/2006/main">
              <a:ext uri="{FF2B5EF4-FFF2-40B4-BE49-F238E27FC236}">
                <a16:creationId xmlns:a16="http://schemas.microsoft.com/office/drawing/2014/main" id="{D53C81EB-B3D3-4EFA-966C-7CD46B03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1" name="">
            <a:extLst xmlns:a="http://schemas.openxmlformats.org/drawingml/2006/main">
              <a:ext uri="{FF2B5EF4-FFF2-40B4-BE49-F238E27FC236}">
                <a16:creationId xmlns:a16="http://schemas.microsoft.com/office/drawing/2014/main" id="{12A095DB-F014-450A-B8B3-6D4348D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32" name="">
            <a:extLst xmlns:a="http://schemas.openxmlformats.org/drawingml/2006/main">
              <a:ext uri="{FF2B5EF4-FFF2-40B4-BE49-F238E27FC236}">
                <a16:creationId xmlns:a16="http://schemas.microsoft.com/office/drawing/2014/main" id="{DED733BF-1E4C-4553-8ADE-9C20489A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3" name="">
            <a:extLst xmlns:a="http://schemas.openxmlformats.org/drawingml/2006/main">
              <a:ext uri="{FF2B5EF4-FFF2-40B4-BE49-F238E27FC236}">
                <a16:creationId xmlns:a16="http://schemas.microsoft.com/office/drawing/2014/main" id="{FFE8FE41-2F33-4241-B110-025415A1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34" name="">
            <a:extLst xmlns:a="http://schemas.openxmlformats.org/drawingml/2006/main">
              <a:ext uri="{FF2B5EF4-FFF2-40B4-BE49-F238E27FC236}">
                <a16:creationId xmlns:a16="http://schemas.microsoft.com/office/drawing/2014/main" id="{2C3F7EDD-848D-4EE3-A3FC-E72B6835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5" name="">
            <a:extLst xmlns:a="http://schemas.openxmlformats.org/drawingml/2006/main">
              <a:ext uri="{FF2B5EF4-FFF2-40B4-BE49-F238E27FC236}">
                <a16:creationId xmlns:a16="http://schemas.microsoft.com/office/drawing/2014/main" id="{9B650301-4700-4662-9799-64889586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&lt; 32MiB？</a:t>
            </a:r>
          </a:p>
        </p:txBody>
      </p:sp>
      <p:sp>
        <p:nvSpPr>
          <p:cNvPr id="1536" name="">
            <a:extLst xmlns:a="http://schemas.openxmlformats.org/drawingml/2006/main">
              <a:ext uri="{FF2B5EF4-FFF2-40B4-BE49-F238E27FC236}">
                <a16:creationId xmlns:a16="http://schemas.microsoft.com/office/drawing/2014/main" id="{5FE872DA-0ED1-478A-AC26-B574247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7" name="">
            <a:extLst xmlns:a="http://schemas.openxmlformats.org/drawingml/2006/main">
              <a:ext uri="{FF2B5EF4-FFF2-40B4-BE49-F238E27FC236}">
                <a16:creationId xmlns:a16="http://schemas.microsoft.com/office/drawing/2014/main" id="{1A6E930E-3DCD-41BC-86F2-1C19C16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538" name="">
            <a:extLst xmlns:a="http://schemas.openxmlformats.org/drawingml/2006/main">
              <a:ext uri="{FF2B5EF4-FFF2-40B4-BE49-F238E27FC236}">
                <a16:creationId xmlns:a16="http://schemas.microsoft.com/office/drawing/2014/main" id="{7B1CB2B9-70FC-4A62-AFFA-0CE99E4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9" name="">
            <a:extLst xmlns:a="http://schemas.openxmlformats.org/drawingml/2006/main">
              <a:ext uri="{FF2B5EF4-FFF2-40B4-BE49-F238E27FC236}">
                <a16:creationId xmlns:a16="http://schemas.microsoft.com/office/drawing/2014/main" id="{95A3AE03-EC26-4B39-8BB3-FE7CE3D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540" name="">
            <a:extLst xmlns:a="http://schemas.openxmlformats.org/drawingml/2006/main">
              <a:ext uri="{FF2B5EF4-FFF2-40B4-BE49-F238E27FC236}">
                <a16:creationId xmlns:a16="http://schemas.microsoft.com/office/drawing/2014/main" id="{6E332785-7503-4023-9F9B-041E3FA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1" name="">
            <a:extLst xmlns:a="http://schemas.openxmlformats.org/drawingml/2006/main">
              <a:ext uri="{FF2B5EF4-FFF2-40B4-BE49-F238E27FC236}">
                <a16:creationId xmlns:a16="http://schemas.microsoft.com/office/drawing/2014/main" id="{C26E09A4-1ECA-44EF-9243-488E99C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拓扑信息查询成功？</a:t>
            </a:r>
          </a:p>
        </p:txBody>
      </p:sp>
      <p:sp>
        <p:nvSpPr>
          <p:cNvPr id="1542" name="">
            <a:extLst xmlns:a="http://schemas.openxmlformats.org/drawingml/2006/main">
              <a:ext uri="{FF2B5EF4-FFF2-40B4-BE49-F238E27FC236}">
                <a16:creationId xmlns:a16="http://schemas.microsoft.com/office/drawing/2014/main" id="{4794B60D-CFC6-4F05-88E9-F580B1C8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3" name="">
            <a:extLst xmlns:a="http://schemas.openxmlformats.org/drawingml/2006/main">
              <a:ext uri="{FF2B5EF4-FFF2-40B4-BE49-F238E27FC236}">
                <a16:creationId xmlns:a16="http://schemas.microsoft.com/office/drawing/2014/main" id="{6931368F-3051-4980-9589-8147C138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组与 Mesh 组的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1544" name="">
            <a:extLst xmlns:a="http://schemas.openxmlformats.org/drawingml/2006/main">
              <a:ext uri="{FF2B5EF4-FFF2-40B4-BE49-F238E27FC236}">
                <a16:creationId xmlns:a16="http://schemas.microsoft.com/office/drawing/2014/main" id="{7E097ADE-8DAF-44B9-93BB-0DC80E6B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5" name="">
            <a:extLst xmlns:a="http://schemas.openxmlformats.org/drawingml/2006/main">
              <a:ext uri="{FF2B5EF4-FFF2-40B4-BE49-F238E27FC236}">
                <a16:creationId xmlns:a16="http://schemas.microsoft.com/office/drawing/2014/main" id="{BF32E421-C2ED-4AFA-981A-F6A29BE3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≤ 4？</a:t>
            </a:r>
          </a:p>
        </p:txBody>
      </p:sp>
      <p:sp>
        <p:nvSpPr>
          <p:cNvPr id="1546" name="">
            <a:extLst xmlns:a="http://schemas.openxmlformats.org/drawingml/2006/main">
              <a:ext uri="{FF2B5EF4-FFF2-40B4-BE49-F238E27FC236}">
                <a16:creationId xmlns:a16="http://schemas.microsoft.com/office/drawing/2014/main" id="{C1E46241-C6CC-4A9F-9EDB-99DF3AD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7" name="">
            <a:extLst xmlns:a="http://schemas.openxmlformats.org/drawingml/2006/main">
              <a:ext uri="{FF2B5EF4-FFF2-40B4-BE49-F238E27FC236}">
                <a16:creationId xmlns:a16="http://schemas.microsoft.com/office/drawing/2014/main" id="{3F243826-9C59-441A-B3A4-7E5824D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48" name="">
            <a:extLst xmlns:a="http://schemas.openxmlformats.org/drawingml/2006/main">
              <a:ext uri="{FF2B5EF4-FFF2-40B4-BE49-F238E27FC236}">
                <a16:creationId xmlns:a16="http://schemas.microsoft.com/office/drawing/2014/main" id="{600FDB5C-FB6F-48AA-909A-7537FB2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9" name="">
            <a:extLst xmlns:a="http://schemas.openxmlformats.org/drawingml/2006/main">
              <a:ext uri="{FF2B5EF4-FFF2-40B4-BE49-F238E27FC236}">
                <a16:creationId xmlns:a16="http://schemas.microsoft.com/office/drawing/2014/main" id="{8C00BE6E-A652-4D1F-B10B-BBF2AE6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50" name="">
            <a:extLst xmlns:a="http://schemas.openxmlformats.org/drawingml/2006/main">
              <a:ext uri="{FF2B5EF4-FFF2-40B4-BE49-F238E27FC236}">
                <a16:creationId xmlns:a16="http://schemas.microsoft.com/office/drawing/2014/main" id="{CF9C19C6-15B1-4AEF-8B78-AB0E1370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1" name="">
            <a:extLst xmlns:a="http://schemas.openxmlformats.org/drawingml/2006/main">
              <a:ext uri="{FF2B5EF4-FFF2-40B4-BE49-F238E27FC236}">
                <a16:creationId xmlns:a16="http://schemas.microsoft.com/office/drawing/2014/main" id="{B843F9E2-B2F4-47F2-9F5B-4CC25EBA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52" name="">
            <a:extLst xmlns:a="http://schemas.openxmlformats.org/drawingml/2006/main">
              <a:ext uri="{FF2B5EF4-FFF2-40B4-BE49-F238E27FC236}">
                <a16:creationId xmlns:a16="http://schemas.microsoft.com/office/drawing/2014/main" id="{33F3846A-0249-4D21-A069-D5C15D02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3" name="">
            <a:extLst xmlns:a="http://schemas.openxmlformats.org/drawingml/2006/main">
              <a:ext uri="{FF2B5EF4-FFF2-40B4-BE49-F238E27FC236}">
                <a16:creationId xmlns:a16="http://schemas.microsoft.com/office/drawing/2014/main" id="{33376E6B-CDEB-42B3-A0B5-CEFD063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54" name="">
            <a:extLst xmlns:a="http://schemas.openxmlformats.org/drawingml/2006/main">
              <a:ext uri="{FF2B5EF4-FFF2-40B4-BE49-F238E27FC236}">
                <a16:creationId xmlns:a16="http://schemas.microsoft.com/office/drawing/2014/main" id="{98B9889A-0738-4B81-92D9-5A5A82C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5" name="">
            <a:extLst xmlns:a="http://schemas.openxmlformats.org/drawingml/2006/main">
              <a:ext uri="{FF2B5EF4-FFF2-40B4-BE49-F238E27FC236}">
                <a16:creationId xmlns:a16="http://schemas.microsoft.com/office/drawing/2014/main" id="{D50E1FA1-304A-4EA2-8E10-013F0EB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56" name="">
            <a:extLst xmlns:a="http://schemas.openxmlformats.org/drawingml/2006/main">
              <a:ext uri="{FF2B5EF4-FFF2-40B4-BE49-F238E27FC236}">
                <a16:creationId xmlns:a16="http://schemas.microsoft.com/office/drawing/2014/main" id="{E56E42B5-0BAF-40AF-8F5F-938B8ED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7" name="">
            <a:extLst xmlns:a="http://schemas.openxmlformats.org/drawingml/2006/main">
              <a:ext uri="{FF2B5EF4-FFF2-40B4-BE49-F238E27FC236}">
                <a16:creationId xmlns:a16="http://schemas.microsoft.com/office/drawing/2014/main" id="{1043EA98-B460-4CE2-9DCC-C26DEF1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58" name="">
            <a:extLst xmlns:a="http://schemas.openxmlformats.org/drawingml/2006/main">
              <a:ext uri="{FF2B5EF4-FFF2-40B4-BE49-F238E27FC236}">
                <a16:creationId xmlns:a16="http://schemas.microsoft.com/office/drawing/2014/main" id="{726C9349-A836-467D-A9BC-1D50513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9" name="">
            <a:extLst xmlns:a="http://schemas.openxmlformats.org/drawingml/2006/main">
              <a:ext uri="{FF2B5EF4-FFF2-40B4-BE49-F238E27FC236}">
                <a16:creationId xmlns:a16="http://schemas.microsoft.com/office/drawing/2014/main" id="{B16587D6-6668-45C9-9665-6BDE7DB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TwoShotNHR</a:t>
            </a:r>
          </a:p>
        </p:txBody>
      </p:sp>
      <p:sp>
        <p:nvSpPr>
          <p:cNvPr id="1560" name="">
            <a:extLst xmlns:a="http://schemas.openxmlformats.org/drawingml/2006/main">
              <a:ext uri="{FF2B5EF4-FFF2-40B4-BE49-F238E27FC236}">
                <a16:creationId xmlns:a16="http://schemas.microsoft.com/office/drawing/2014/main" id="{B68B5E91-7273-45A7-A51D-BDA7127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1" name="">
            <a:extLst xmlns:a="http://schemas.openxmlformats.org/drawingml/2006/main">
              <a:ext uri="{FF2B5EF4-FFF2-40B4-BE49-F238E27FC236}">
                <a16:creationId xmlns:a16="http://schemas.microsoft.com/office/drawing/2014/main" id="{25C96E84-89EF-4D8C-96CB-85B5BB67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62" name="">
            <a:extLst xmlns:a="http://schemas.openxmlformats.org/drawingml/2006/main">
              <a:ext uri="{FF2B5EF4-FFF2-40B4-BE49-F238E27FC236}">
                <a16:creationId xmlns:a16="http://schemas.microsoft.com/office/drawing/2014/main" id="{D7987E4C-2612-43FE-88C6-45B6DA8A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3" name="">
            <a:extLst xmlns:a="http://schemas.openxmlformats.org/drawingml/2006/main">
              <a:ext uri="{FF2B5EF4-FFF2-40B4-BE49-F238E27FC236}">
                <a16:creationId xmlns:a16="http://schemas.microsoft.com/office/drawing/2014/main" id="{E0E17762-C67A-42D9-AD38-1D5091AA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64" name="">
            <a:extLst xmlns:a="http://schemas.openxmlformats.org/drawingml/2006/main">
              <a:ext uri="{FF2B5EF4-FFF2-40B4-BE49-F238E27FC236}">
                <a16:creationId xmlns:a16="http://schemas.microsoft.com/office/drawing/2014/main" id="{EC5E31F2-2A67-4A12-A3F3-AF3AB909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5" name="">
            <a:extLst xmlns:a="http://schemas.openxmlformats.org/drawingml/2006/main">
              <a:ext uri="{FF2B5EF4-FFF2-40B4-BE49-F238E27FC236}">
                <a16:creationId xmlns:a16="http://schemas.microsoft.com/office/drawing/2014/main" id="{20CAE6B5-B660-4987-B426-9D1A89FD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组的较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大整倍数？</a:t>
            </a:r>
          </a:p>
        </p:txBody>
      </p:sp>
      <p:sp>
        <p:nvSpPr>
          <p:cNvPr id="1566" name="">
            <a:extLst xmlns:a="http://schemas.openxmlformats.org/drawingml/2006/main">
              <a:ext uri="{FF2B5EF4-FFF2-40B4-BE49-F238E27FC236}">
                <a16:creationId xmlns:a16="http://schemas.microsoft.com/office/drawing/2014/main" id="{DAF757C9-0209-41DC-A8ED-0C10515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7" name="">
            <a:extLst xmlns:a="http://schemas.openxmlformats.org/drawingml/2006/main">
              <a:ext uri="{FF2B5EF4-FFF2-40B4-BE49-F238E27FC236}">
                <a16:creationId xmlns:a16="http://schemas.microsoft.com/office/drawing/2014/main" id="{3376F935-0E71-4A19-850E-3ED21BD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≥ 1MiB？</a:t>
            </a:r>
          </a:p>
        </p:txBody>
      </p:sp>
      <p:sp>
        <p:nvSpPr>
          <p:cNvPr id="1568" name="">
            <a:extLst xmlns:a="http://schemas.openxmlformats.org/drawingml/2006/main">
              <a:ext uri="{FF2B5EF4-FFF2-40B4-BE49-F238E27FC236}">
                <a16:creationId xmlns:a16="http://schemas.microsoft.com/office/drawing/2014/main" id="{3718A264-F356-484F-944F-0662049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0857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9" name="">
            <a:extLst xmlns:a="http://schemas.openxmlformats.org/drawingml/2006/main">
              <a:ext uri="{FF2B5EF4-FFF2-40B4-BE49-F238E27FC236}">
                <a16:creationId xmlns:a16="http://schemas.microsoft.com/office/drawing/2014/main" id="{1211982D-2B83-4F89-93C5-AC4B19A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0453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支持对称内存？</a:t>
            </a:r>
          </a:p>
        </p:txBody>
      </p:sp>
      <p:sp>
        <p:nvSpPr>
          <p:cNvPr id="1570" name="">
            <a:extLst xmlns:a="http://schemas.openxmlformats.org/drawingml/2006/main">
              <a:ext uri="{FF2B5EF4-FFF2-40B4-BE49-F238E27FC236}">
                <a16:creationId xmlns:a16="http://schemas.microsoft.com/office/drawing/2014/main" id="{7E69873A-DC23-4664-97E3-853D10C4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1" name="">
            <a:extLst xmlns:a="http://schemas.openxmlformats.org/drawingml/2006/main">
              <a:ext uri="{FF2B5EF4-FFF2-40B4-BE49-F238E27FC236}">
                <a16:creationId xmlns:a16="http://schemas.microsoft.com/office/drawing/2014/main" id="{F43806D8-D39E-4CB4-9F5F-4951346E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572" name="">
            <a:extLst xmlns:a="http://schemas.openxmlformats.org/drawingml/2006/main">
              <a:ext uri="{FF2B5EF4-FFF2-40B4-BE49-F238E27FC236}">
                <a16:creationId xmlns:a16="http://schemas.microsoft.com/office/drawing/2014/main" id="{4F18FA16-4B42-47BD-909C-3FE773A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3" name="">
            <a:extLst xmlns:a="http://schemas.openxmlformats.org/drawingml/2006/main">
              <a:ext uri="{FF2B5EF4-FFF2-40B4-BE49-F238E27FC236}">
                <a16:creationId xmlns:a16="http://schemas.microsoft.com/office/drawing/2014/main" id="{43ADF922-9D98-4E11-93B1-8127914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574" name="">
            <a:extLst xmlns:a="http://schemas.openxmlformats.org/drawingml/2006/main">
              <a:ext uri="{FF2B5EF4-FFF2-40B4-BE49-F238E27FC236}">
                <a16:creationId xmlns:a16="http://schemas.microsoft.com/office/drawing/2014/main" id="{CB99AF8E-8231-48AE-B6AC-3B27457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108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5" name="">
            <a:extLst xmlns:a="http://schemas.openxmlformats.org/drawingml/2006/main">
              <a:ext uri="{FF2B5EF4-FFF2-40B4-BE49-F238E27FC236}">
                <a16:creationId xmlns:a16="http://schemas.microsoft.com/office/drawing/2014/main" id="{BD559155-7550-4F8D-BD53-2E473C97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6704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576" name="">
            <a:extLst xmlns:a="http://schemas.openxmlformats.org/drawingml/2006/main">
              <a:ext uri="{FF2B5EF4-FFF2-40B4-BE49-F238E27FC236}">
                <a16:creationId xmlns:a16="http://schemas.microsoft.com/office/drawing/2014/main" id="{B1E1BAC2-D3EB-4C69-A0F9-2A6612F7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0234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7" name="">
            <a:extLst xmlns:a="http://schemas.openxmlformats.org/drawingml/2006/main">
              <a:ext uri="{FF2B5EF4-FFF2-40B4-BE49-F238E27FC236}">
                <a16:creationId xmlns:a16="http://schemas.microsoft.com/office/drawing/2014/main" id="{17FCBEDB-B141-45ED-8408-DCEAD1A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9830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578" name="">
            <a:extLst xmlns:a="http://schemas.openxmlformats.org/drawingml/2006/main">
              <a:ext uri="{FF2B5EF4-FFF2-40B4-BE49-F238E27FC236}">
                <a16:creationId xmlns:a16="http://schemas.microsoft.com/office/drawing/2014/main" id="{CE91645C-6D93-431D-88F3-078B14F0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8975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9" name="">
            <a:extLst xmlns:a="http://schemas.openxmlformats.org/drawingml/2006/main">
              <a:ext uri="{FF2B5EF4-FFF2-40B4-BE49-F238E27FC236}">
                <a16:creationId xmlns:a16="http://schemas.microsoft.com/office/drawing/2014/main" id="{A1112AAF-6CC9-4BFB-BC7A-8C0820D4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8571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580" name="">
            <a:extLst xmlns:a="http://schemas.openxmlformats.org/drawingml/2006/main">
              <a:ext uri="{FF2B5EF4-FFF2-40B4-BE49-F238E27FC236}">
                <a16:creationId xmlns:a16="http://schemas.microsoft.com/office/drawing/2014/main" id="{85611EED-4A17-4334-9C4E-8A874127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7345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1" name="">
            <a:extLst xmlns:a="http://schemas.openxmlformats.org/drawingml/2006/main">
              <a:ext uri="{FF2B5EF4-FFF2-40B4-BE49-F238E27FC236}">
                <a16:creationId xmlns:a16="http://schemas.microsoft.com/office/drawing/2014/main" id="{47E3CBDF-46D2-4DD5-BDFE-6FA8CD1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6940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582" name="">
            <a:extLst xmlns:a="http://schemas.openxmlformats.org/drawingml/2006/main">
              <a:ext uri="{FF2B5EF4-FFF2-40B4-BE49-F238E27FC236}">
                <a16:creationId xmlns:a16="http://schemas.microsoft.com/office/drawing/2014/main" id="{A5F32297-A25B-4D5D-B546-AD46A58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11" y="429567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3" name="">
            <a:extLst xmlns:a="http://schemas.openxmlformats.org/drawingml/2006/main">
              <a:ext uri="{FF2B5EF4-FFF2-40B4-BE49-F238E27FC236}">
                <a16:creationId xmlns:a16="http://schemas.microsoft.com/office/drawing/2014/main" id="{696630E6-CB49-46D2-910B-7489E5B7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06" y="46936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AllReduce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算法叶子补前缀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AicpuAllReduce</a:t>
            </a:r>
          </a:p>
        </p:txBody>
      </p:sp>
    </p:spTree>
    <p:extLst>
      <p:ext uri="{BB962C8B-B14F-4D97-AF65-F5344CB8AC3E}">
        <p14:creationId xmlns:p14="http://schemas.microsoft.com/office/powerpoint/2010/main" val="320418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529F90-4926-4F8A-BDFF-D322D588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Selector、Executor、Template 与“编排”怎么区分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89D2B-6957-4485-9E37-A82138A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Selector 选算法；Executor 组织整体阶段与分块循环；Template 展开内部通信步骤。“编排”是安排这些步骤、依赖和资源的工作。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E02DC-DCDD-45FD-B24A-656604F0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A0FC7-2CE5-468C-9C8C-79A11E6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57003-BB16-426E-BF00-DDFCA76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选哪套算法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8048E-EF63-4EAF-ACF0-8AE5620C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看什么：算子、拓扑、类型、数据量、执行模式。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产出：algName，并确定/调整 Engine。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673C0-3C1A-4DC5-913E-02D4B56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规则路径：ExecuteSelector →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AllReduceAutoSelector → SelectAicpuAlgo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可选新路径：SelectorEngine 过滤候选并比较 cost。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525EB-CA76-4C4F-BD54-3373913F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ED50F-74BB-49FF-96D5-7750255E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18244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2287C-4C7C-44F2-BED0-591C119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C2BBE-AC95-4DC5-B585-FCC518E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21701-BE37-4610-AAE7-39921CDB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注册表 + TopoMatch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算法名落到具体实现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B4102-6C33-4A48-9BA5-3819AC5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注册表把名字映射成具体 Executor 和 Template 类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型。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 把物理拓扑整理成算法需要的通信分组。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CFB76-740C-4E89-B9DA-DC6A166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查 REGISTER_EXEC_V2 / MULTI；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看 CalcAlgHierarchyInfo → MatchTopo。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拓扑匹配还可参与 cost 候选探测。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00F43-F5AB-42D8-9C61-7D83DB66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BE626-7023-4ED0-AA55-D092EF0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251719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2797C-25DB-405B-B1E4-6F8622D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1A9A0-598A-4525-ABC8-76EE861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EC4F2-F06F-48EF-9D49-45AD328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整体流程编排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27D4E-5F0A-43CA-9669-84A47D6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复用/接入通道与线程资源，计算一次处理多少数据。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安排分块、尾块、偏移以及模板调用顺序。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9D22D-542B-4E5F-99A0-08046A0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入口：Orchestrate → OrchestrateLoop。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单模板可复用通用 Executor；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复杂算法可组合多个模板与多个层次。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B5BF6-B3EE-4084-BFAD-E793C4AC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42A94-D64C-4112-8260-BEB33BC8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385194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227C1-D84A-4496-BC9C-BA7E91BD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09BBD-AB5D-4AE3-BE67-7F6D5EB7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D142B1-9DDE-41A7-8175-7EA1949B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Template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内部步骤编排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15DD1-2156-4B12-8A60-09C56A6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CalcRes 描述所需线程、通知、通道。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 按本轮数据切片，展开复制、归约、收发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、同步。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0226B-4E54-44D2-9608-8BCCF414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例如：OneShot / TwoShot / NHR。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AICPU、AIV、CCU 有不同实现模板；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线程上的通信原语再交给 HCOMM 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EACE1-9625-47A7-89EF-8A5992E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0"/>
            <a:ext cx="443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真实例子：AicpuAllReduceSoleMeshTwoShot 的注册关系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0D0E2-F2BD-4157-81DB-9C2A2AC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430250"/>
            <a:ext cx="10572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D45CCB-81E8-49C0-9513-CC24B71D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525500"/>
            <a:ext cx="10229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algName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AicpuAllReduceSoleMeshTwoShot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F54F09-0450-4081-8AC8-6BF77DC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FDE3A-800C-4A12-9912-3507A67C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1191970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14D3B-187B-41F7-8FA2-58D4DC9E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3430250"/>
            <a:ext cx="10668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80B82E-FB49-4C9B-9239-42BEE59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525500"/>
            <a:ext cx="10325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InsV2AllReduceSoleExecutor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0BECC-6AA1-49F9-968D-14AE588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75D194-3C46-42FF-B1DA-96636188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2669595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B79FC6-64C2-4AAE-97FD-95B8A1F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13430250"/>
            <a:ext cx="9525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E83254-7E40-4DB4-8E91-042CE90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575" y="13525500"/>
            <a:ext cx="9182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TopoMatchOneLevel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4F74CB-1D19-4CE3-B768-CC91EFD6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2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7289F5-B722-48A6-AA5C-26AF4C7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3004220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86FD81-2CF6-4169-8FFF-B816B098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0" y="13430250"/>
            <a:ext cx="112871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C52890-9AC3-487B-BA5D-52514A1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0" y="13525500"/>
            <a:ext cx="109442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Template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InsTempAllReduceMesh1DTwoShot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48F702-EB29-4880-9E81-BDB36CD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59100"/>
            <a:ext cx="442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上行表示注册绑定：同一个 Executor 类可搭配不同 Template；它们不是必须一一对应的三套算法。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92B701-30FB-47A2-BB8A-3B125F9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0"/>
            <a:ext cx="4438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正常执行时沿这条链继续读（缓存命中可复用已展开任务）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BDC5F2-830A-4FFA-B829-A3D60D93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0"/>
            <a:ext cx="666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1C0264-030A-4473-86E3-2F4D2490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0"/>
            <a:ext cx="6324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选型、准备资源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启动 AICPU Kernel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CBCBE4-2246-476D-9D11-1B15D113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6945E0-FDFD-4CAD-A479-671C83A9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7277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D96995-3120-4213-8A98-7D783C7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811750"/>
            <a:ext cx="762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D34846-B781-45C3-93C0-C5B84C9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0"/>
            <a:ext cx="7277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AICPU：OpOrchestrate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 algName 取 Executor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37FAE8-9A1F-4771-A5BA-77EFC24A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21EA4A-91B0-434F-81C9-EB83B45D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5659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62F211-C9D0-4189-85E2-1613BA94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17811750"/>
            <a:ext cx="990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EDE710-CE0D-41BD-ABD6-15D9B3C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17907000"/>
            <a:ext cx="9563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Executor：OrchestrateLoop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 Buffer 容量分块，更新偏移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36AA0F-23B6-4F65-A264-14D9BC7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FD2AB6-329B-4637-9CCE-6D4AF516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6327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1166BA-380A-4E4D-9015-9A2F0C7E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7811750"/>
            <a:ext cx="1171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D1CC8F-2492-44E4-8C0C-444958D1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7907000"/>
            <a:ext cx="11372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Template：KernelRun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SplitData → ReduceScatter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 CopyRsResultToOutput（按需） → AllGather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0BFC0C-FC21-4D90-9E7F-97EC495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8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62CB12-C153-4630-89EE-7952C059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3880494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A3BB46-5DAC-45FD-B1A6-0E132FD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50" y="17811750"/>
            <a:ext cx="552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D1FA57-3B51-43F6-8539-76D6AF56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8300" y="17907000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通信原语 / HCOMM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收发、复制、归约、通知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624527-3944-4A28-8D08-EF900C0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想知道“为什么选它”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04138B-9070-449A-8680-9D5FD22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先看 Selector 的条件与日志中的 algName。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3AB88E-4C1C-4F3C-B970-37AB49D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想知道“怎样并行、分几轮”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3F1ABF-BCFA-4FF1-A043-17ECC66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看 Executor 的 OrchestrateLoop、线程/Buffer、模板调用顺序。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BFF1E7-A09F-4F1A-BE59-CA45068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想估算“读写多少、传输多少”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DF2BE0-770E-43C5-829F-65F676EB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进入 Template，按实际路径统计复制、归约、收发和同步。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ED1BA2-78F8-4540-B41E-5788DAD3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0"/>
            <a:ext cx="44481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50CE31-1929-49BD-96A3-AE69A752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0"/>
            <a:ext cx="441388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C++ 的 template&lt;typename …&gt; 是泛型语法：用于把 Executor、TopoMatch、算法 Template 组合成具体类型。这里“算法 Template”是实现角色，不是又一轮 Selector。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7B2AB8-C7DB-423B-821F-BA68F83E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0"/>
            <a:ext cx="443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/ AIV / CCU 回答“谁来展开或执行”；Selector / Executor / Template 回答“软件职责”。分析性能时，两条轴都要看。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3605D8-4E58-4449-A4AD-50EFD11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0"/>
            <a:ext cx="4438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源码锚点：op_common.cc:159–205,888–904；kernel_launch.cc:276–320；ins_v2_all_reduce_sole_executor.cc:156–301,394–396；ins_temp_all_reduce_mesh_1D_two_shot.cc:69–192。完整路径见备注。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2003914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A4644A3-BC00-4AB9-8365-1CEEAB2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算子索引与读图说明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861F-6114-4EB2-85FD-222363E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15 个算子各有自己的 SelectAicpuAlgo；共用选型框架，不代表共用 AllReduce 的判断条件或阈值。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C60EB-93CC-4440-A45A-73402CCA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581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2258B-A8A9-4D04-A11A-615B4DA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19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算子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CFE69-ECDF-46CE-B427-24E32DF7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C4ACC-E0FE-49E1-A078-653A70DF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19500"/>
            <a:ext cx="984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做什么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638EB-607C-477F-A77A-EB070C56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524250"/>
            <a:ext cx="1238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15648-480F-4B08-9D00-30D835C5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3619500"/>
            <a:ext cx="1203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本入口的主要差异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534A1-91A6-4640-858C-F444BE9A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352425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6A574-67A8-4C0E-93D4-2EF0104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0" y="3619500"/>
            <a:ext cx="137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00337-8A9C-440B-8254-6AB4D26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9AD65-5CFB-4B8A-BBE2-C6A470B8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720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0DB55-1E07-428C-83B4-EB6DCC13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767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400AE-AA58-4A9F-AB34-B7E72118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572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归约后，结果给全部 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39BFD-95AA-4758-92D7-7FCBB02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44767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AA6FD-429F-4509-AFF3-4C145D27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45720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严格保序优先；再按类型、拓扑、大小、内存能力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EB88A-F99B-4ED9-8B04-4AB9CA5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44767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D703-FF59-4340-96FA-C9091E9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45720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01FCA-60B3-4FC4-8D14-72E0AF5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B3DBF-D94F-490F-8239-249083F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102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AllGather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CCA96-F759-4F7C-BFE8-DF31854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150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5672A-0E2D-4A46-9812-E7897D2F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0102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的块收集到全部 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C5668-8831-4D51-A91C-D4028AD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59150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46C33-AD3F-4D84-9137-8875D870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60102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拓扑优先；大小还比较 S×P；无归约类型判断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2E95D-6205-4E35-B7F5-C4E4478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59150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FF99B-F732-4E37-A2E6-AC51847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60102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B2441-FA19-4C4D-A2FC-3051D20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533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BD10A-5338-44F5-BE85-E2B0D502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4485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ReduceScatter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DD241-5E78-4CF4-AE71-7474BE33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3533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E9185-2990-43FE-8AF1-9488191B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74485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归约后，每 rank 获得不同结果块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1F2646-F341-42F3-BA68-4E46D61F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73533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C28B4-6A41-40BF-83B6-843F69BA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74485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保序优先；类型；归一化系数 (8/P)²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D9EA6-A5BC-4DEF-94C8-E1E057A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73533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DE0B04-C3DC-4043-9463-189E7B9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74485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8BBE8C-B8E6-4E1C-89D7-4B1C38C5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7915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783AE3-7ACB-4F24-B6C4-59A2C25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8868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F14B4-86E9-405A-B44E-A49F5F99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7915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C7B0A5-6232-40E9-88A6-299869C0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88868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归约结果只给 root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CDD074-0EB8-48AE-94C9-082E40E0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87915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6EB2A-AA9D-4DF2-BD6A-37A585F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88868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类型与拓扑；单层 Mesh 以 8MiB 分界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165BD0-73B0-484C-9063-1E804EB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87915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CED044-6DB8-4431-A550-5AEFB5F3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88868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7037A3-FCDC-4410-B755-C181395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298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CF71C2-C263-469A-B2AC-51062847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03251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1F3C85-3757-4BE7-8EE7-891A1E2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02298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2E4C7E-73BF-4606-B143-034B8A9D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3251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root 向全部 rank 广播同一份数据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0A03C4-6CC4-4795-AACA-7A314152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02298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3C50C5-4ADE-4D85-99D1-0F8F292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03251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多层拓扑；混合拓扑再看全连通、PCIe、大小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C3431D-43E4-455A-BF7D-9DD1B7A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02298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72DD88-842B-4EB7-B659-1201665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03251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4B6B93-710B-4D23-8C7B-3C4F39C5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681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5DCD4D-0DF8-481F-9E1F-4BE8198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17633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Scatter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5F186F-BCD9-4319-A418-929B4439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16681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1BC5FA-575E-4088-B178-5C050DF5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17633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root 给不同 rank 分发不同数据块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A7808F-0066-49E9-B8F1-3F70CA77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16681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7D83F9-0F01-4AB0-B16B-13BF7A2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17633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比较总发送量 T；单层 CLOS 也看 PCIe 混合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8E76B0-E907-45C7-8503-B6FDE35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16681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DD95B6-7204-46AD-B512-52EED239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17633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69A3FC-6111-45CC-B81E-93B5FF8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1064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423C19-5DD4-4CB6-8079-D03B2FC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2016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D62699-4BC4-4CDD-AE9E-0FF1B7B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1064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D661E8-E534-4441-8384-B19BFEB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32016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给每个目标发送等量数据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77FD25-4ECA-4465-99CD-AC0A21C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31064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C90F0D-07FC-433E-8127-009EB8E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32016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通道阈值 150MiB；并发还看计数 c&gt;512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F0DBDA-908A-4C3D-93B0-5CB9214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31064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7D9701-CFA9-44DC-9877-4218513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32016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9 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040332-EA8B-43D5-99BF-E590B0D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446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FC94C0-50CE-4515-98C6-BCB682E6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6399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D98BAD-6D95-4D46-9739-958EB3F2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5446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D963E2-5D04-410E-89A3-2C19888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6399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按各目标的计数、偏移做不等量交换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01EFE2-AD94-436A-88F1-D0AC49F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45446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3EB2C9-6E17-433E-AA84-960AD15D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46399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无大小分档；多层赋值后仍继续后面的判断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10B32A-B0D7-4533-BCD4-26D369B9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45446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A880BC-299C-45AC-96B7-8143D6A6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46399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9 右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49C154-2F80-4DF4-B190-3F8CA8B6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829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C41EE1-2D5F-4A92-9D67-FE191DF2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0782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AllGatherV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EAEEC3-8670-4E9D-B529-03E7877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9829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581102-1CEE-43B9-8460-315FBB3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0782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的输入块长度可以不同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8198C8-4162-4E7C-A28E-ED4821B4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59829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C93217-5942-43D7-B97D-426CA03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60782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只检查逻辑层数 1～3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4DDBE9-25DF-48F4-93A3-538BCF61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59829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3995F95-54E8-4BDB-8B47-D15DF87C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60782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BEB3D2D-1242-45F5-9EF5-4EAA3D8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212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0057254-2C59-4044-9253-DB42FAB9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5164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ReduceScatterV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B4B246-C9D5-48B4-9BF2-15164B71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4212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D73C32-5246-4087-B5A6-68EB744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75164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的输出块长度可以不同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A31995-C89E-4F11-AF5C-37F476DA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74212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01940A-E1B9-4C25-BE60-0A47B43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75164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先排除 UINT64/FP64，再检查逻辑层数 1～3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98CF91-90F1-418C-8639-0EE2E018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74212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355670-5C08-4CEF-B2C7-25A0101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75164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CC2E0D8-981D-4133-8C79-22B9A5F3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841018-CDF1-4008-859C-A7FB0A9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9547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1E57F09-DF55-411C-802D-B1B6530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ED2DEE3-47F3-488C-BA5F-A68A593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9547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用全局计数矩阵描述不等量交换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6B2107-A638-46EC-B321-937E6C35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88595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B3E414-7E63-4ECB-B9E1-A618CC09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89547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AicpuAllToAllVCSoleMesh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0AB319-1AAF-438E-9791-37F10205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88595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DC9C4B-395D-4136-BFED-F336891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89547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37842F-B83E-4F45-A55E-642BED54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977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AED200-3E74-4A73-9917-A83AC36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3930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 / Recv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7C774E2-785C-4FF5-A354-2BE7B603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977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F628B24-7D4E-4D8D-B8C8-776EF30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3930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点对点发送 / 接收（2 个算子）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4908B5-60E5-4671-9AAC-A885DD9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02977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3F6EAA-74CC-4B7E-9229-43D3CAF7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03930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分别直接返回 AicpuSend/RecvSoleMesh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B0C2D0-8C69-47C5-8B92-3B2F15C1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02977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10E658-74D6-49F6-8B1B-06EB0EA7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03930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525745-6607-4C55-97E5-3E0A4E2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360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8558EB-E762-4574-AC81-38FA68EB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313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EC743C-88D2-4211-A029-FD64DEF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360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A004AF-E0B2-4ABA-8582-AC16B885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8313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成批发送与接收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939317-6933-4661-B96D-87333C4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17360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6A8E6B-47B7-4671-B51A-15D67FCD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18313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AicpuBatchSendRecvSoleMesh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2AD8F6C-B216-4883-B1A8-839F83C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17360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6CEBEA-218F-4FA4-8FF5-5B0A76C4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18313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D14C510-9888-490E-9B70-2751261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743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B0BA6A-6323-4D40-998E-FE563C7F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2695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546945F-231D-43B8-9198-0AFE7696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1743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4536AD-A838-4778-ACAB-273A25A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269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同步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33E6DB-DAE3-4E56-A5F1-03F77CF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31743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19C6C4C-9897-49CE-9145-3FD6CD1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32695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AicpuBarrierSoleNHR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0AD3A2-8F9D-4677-9F31-5AABEF0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31743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8098A2E-3882-47D4-B8E8-CBE400F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32695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D5E20B4-5944-477B-A1AE-B025707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33337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图中颜色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7E1DFA0-561D-4FD8-8098-51BA41B5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39528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白色是条件；红色“是/否”标出分支；黄色是返回算法；粉色 NOT_MATCH 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是未命中。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8D27D74-CBB2-4114-9B76-08C80B5F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1722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数据量口径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5D4332-E4C2-4560-A0D7-609CBF4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7913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S=count×元素字节数。AR/AG/Reduce 是每 rank 输入；RS 是每 rank 输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出块。Scatter 用 T=S×P。MiB=2²⁰ 字节。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49F331D-5E3A-462F-B745-FB17654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90106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特殊数据与保序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773CDC5-A483-41F6-B0B4-8354BF7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96297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特殊：INT64/UINT64/FP64 或 PROD。严格保序：STRICT + 浮点 SUM/PROD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 + P&gt;2；AR、RS 优先检查。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9501E38-109D-4DB7-BB8F-DB1375E2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18491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网络与术语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162C3E9-0E7F-4C06-B279-7FBC981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24682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Mesh：网状互连；CLOS：交换网络。UboE：UB over Ethernet。URMA：统一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远端内存访问能力；图中没有独立的“UR”判据。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6D1E599-E5D0-4DC4-BBEE-850F545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46875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拓扑标记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234F138-F012-4ECA-A475-136294D2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53066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层数是逻辑通信层次。拓扑对称指同层各组 rank 数一致。Level1Nhr、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是源码中的 NHR 退化标记；后者按标记判断。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69AB823-BE09-4192-9148-8529498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75260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额外 CLOS 路径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72772DE-0E50-40A3-B588-C018E80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81451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非 HostDPU；原始层数&gt;1；第2原始层含 CLOS；第0层本地实例&gt;1 rank。它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不等于“逻辑两层”。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95B92CF-DCE0-4DE6-96A6-B393FF2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03644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组规模与内存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BD2949C-E5C3-4DA4-BB06-CBDF8731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09835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较大整倍数：Mesh组&gt;1，CLOS组更大且能整除。对称内存是可定位对端对应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窗口的能力，与拓扑对称不同。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45D5E05-5E53-413D-A11A-1B34875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32029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算法后缀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83523EA-7937-4E5F-A437-D7E0E4F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38220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NHR：非均衡层次环。Chunk 分块；Concur/Parallel 并行；PipeLine 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水；MultiLink/MultiJetty 多链路/多端点。具体性能继续读 Template。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E08881B-806F-4E5C-8C6D-86BFDAA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0"/>
            <a:ext cx="30289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基于 hccl 170ddeec 的 src/ops 普通 AutoSelector，已进入 SelectAicpuAlgo；不是全部 HCCL 版本和硬件的支持矩阵。NOT_MATCH 仅表示本选择器未命中。</a:t>
            </a:r>
          </a:p>
        </p:txBody>
      </p:sp>
    </p:spTree>
    <p:extLst>
      <p:ext uri="{BB962C8B-B14F-4D97-AF65-F5344CB8AC3E}">
        <p14:creationId xmlns:p14="http://schemas.microsoft.com/office/powerpoint/2010/main" val="1138038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56DC9CB0-F849-42CA-A18E-AE65027C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580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C53DC-FD73-4C1F-AC4A-6EAC2260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29" y="8416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2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4913324" y="8159728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8B329-863A-4834-A072-33992B59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29" y="8416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BE2C4-ACE9-4CB8-8C0C-CB05386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011" y="8713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5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334106" y="841700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E3375-6351-4A25-87E1-C96F415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011" y="8713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45652-172A-494F-9685-DD7A47A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45" y="89772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8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19640" y="8713811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FF824-4B6C-4332-BB0C-3AB2D00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45" y="89772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FAA94-1601-49D6-87F5-D5CF016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57" y="9046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683452" y="8977316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B5D97-EBF3-4B2C-8C94-D885ECB8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D6F5F-F277-4F91-A9B9-94039B03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682470" y="8159775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65B53-81D7-45E7-9543-6BBDC6E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55E88-F253-492E-9D6A-B6D2C6B0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2470" y="839523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1D4BE-0015-4B1A-B139-5D29E29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A89C4-7A94-456C-AB45-16377F2D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0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682470" y="866361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21E1C-9257-4BE7-BDB3-D69F714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30618-D8BA-4425-96AD-B7F8C56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2470" y="890919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1153A-10D7-4A10-B767-04FE12C0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934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CE616-2A9B-4543-B6DF-150298D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39" y="619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6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9908634" y="5937946"/>
            <a:ext cx="663300" cy="2617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24A6E-E4B7-4D4E-8864-B044EF5F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39" y="619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09D12-D918-463C-B7C4-CCF9A9B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540" y="6502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9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9141635" y="6199699"/>
            <a:ext cx="766904" cy="3024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23953-F734-440D-A3A9-3511FEE3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540" y="6502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BB86E-C767-4B19-9866-AADCAEF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776" y="6768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2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464871" y="6502156"/>
            <a:ext cx="676669" cy="266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220CAB-3D81-41EF-A032-343D2CA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776" y="6768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0CA062-B8B8-4934-B523-D54F61BE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04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321999" y="6768971"/>
            <a:ext cx="142777" cy="55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6E047-873D-4637-975F-70E4CAF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78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BFA8D6-7166-45EF-88E1-8DE8306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30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1698878" y="8159775"/>
            <a:ext cx="139948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9514A3-3239-4651-8A9A-2C152AA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30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0794C3-88D9-469A-8796-D097C65A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038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11539086" y="8399521"/>
            <a:ext cx="159792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1E7A1E-E85E-4701-94C5-DE0C6B64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038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F3821F-6C0C-4328-91F7-7F722A1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50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11393498" y="8673543"/>
            <a:ext cx="1455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F9DFB1-1E1D-4195-A0A4-55887CC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50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726F2-C031-49F5-B104-23730FF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672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7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11318720" y="8923026"/>
            <a:ext cx="74778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53B24F-588B-4DF2-9470-024C60C3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79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133D50-D6E3-41A9-B220-AA0999E8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0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3435534" y="10381511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8731C5-ADF9-4228-94C5-380D3491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A7687-37FE-4A73-B21F-C7A4F8A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3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2856316" y="10638784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F75490-7B0F-44DD-AB31-EAA14743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E6521B-517F-4B1F-BB16-1A35F41A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6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12341850" y="10935593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79C042-A6CE-4323-9997-BAB3E96D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6EF653-90D6-4D81-B67F-8B5F0E85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567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9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2205662" y="11199099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2A2AB8-492D-4CAB-8675-4E4FC60D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790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DEEA4D-EF98-49FF-8D08-A7AED17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2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13435534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D929B3-F66C-4D86-9ED6-542A06A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E420A0-8409-4093-95F8-2A8084A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5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12856316" y="1286056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F92C3E-5DED-44C1-B1D6-8D2B2A60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BCB91A-1AC2-4C1F-BA7D-E34B461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8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12341850" y="13157376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A5512E-5CA3-45D5-B48A-FCF362E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8B14C6-1086-4E63-B4D5-4199B7E0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567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1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12205662" y="13420881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EFAC79-542B-4633-9FFE-53F4E2C3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85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4B6B18-7E3F-424C-A23C-252B623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828" y="15064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4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14719876" y="14825123"/>
            <a:ext cx="130757" cy="239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497CE0-A140-406D-A1AB-3E7EBBF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828" y="15064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EA36D5-6AC5-4CC8-BB6B-DF6BC517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480" y="153387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7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14570528" y="15064868"/>
            <a:ext cx="149348" cy="2739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BEB3FE-1433-488B-A54F-62EDD2D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480" y="153387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3F78F9-D10D-44F1-A13C-B1B56BD8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292" y="155882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0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14434340" y="15338891"/>
            <a:ext cx="1361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29F986-B83F-44AC-8E25-79296542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292" y="155882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13A4DAD-4BDD-4174-9F8E-00B22E31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527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3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flipH="1">
            <a:off x="14364575" y="15588374"/>
            <a:ext cx="69765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4C2736-4D6E-4663-B9E6-0ABEB84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2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A301A50-4390-4706-9990-574E87A1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171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6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0135266" y="21490424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3F4522-C7CB-43E3-B8D7-B6E9184A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171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2122FB2-236F-4687-BEEC-8646C461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53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9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9556048" y="2174769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516D36-B165-45E7-B78F-44BC824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53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6E02F8-D91D-448D-BF24-06C8312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48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2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9041583" y="22044506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D3901E-3BA9-45F2-BF4A-3E44A7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48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B83432-5E9D-4619-BBC8-D341C65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299" y="22377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5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8905394" y="22308012"/>
            <a:ext cx="136094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926E2C-7084-4494-AA62-7AF6A87F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675106-7CB7-4F7C-9CFC-F3F50EE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8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1904413" y="21490471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010DD9-AFA4-43C7-A2D4-AE2AE97F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97F8E8A-C43A-4570-8F4B-58144F17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1904413" y="2172593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8AD877-D57A-4200-9F29-AED646D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562FA7-4062-487F-9951-CA62659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4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1904413" y="2199430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11A4CE-8DB3-40EE-9288-4EE908E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9D3B89F-16C3-46B9-ADF7-20571AF4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1904413" y="22239894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14CE7F2-4E09-411B-87C3-30F589F9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770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E142A90-0F91-4A4B-B80B-12621840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50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0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 flipH="1">
            <a:off x="13148698" y="19268688"/>
            <a:ext cx="238120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4E03BC2-0ED8-41D1-8961-621D89B4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50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37E4F9B-53BE-4866-B9D7-E773661A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646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3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 flipH="1">
            <a:off x="12875694" y="19515055"/>
            <a:ext cx="273004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5AABAF-1D6C-4D02-AEDA-ED81685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646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273E85B-C2AC-4DD6-BBBB-DC9B59F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80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6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 flipH="1">
            <a:off x="12629428" y="19797647"/>
            <a:ext cx="246266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313C0D-67C8-4B2C-84D5-B2068AF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80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6B2FAA-D9AA-407A-A6FD-D20B84F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567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9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 flipH="1">
            <a:off x="12525615" y="20052388"/>
            <a:ext cx="10381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3610BB1-BD6F-4068-8045-A97A7A39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0E3D37B-A037-446D-BDA4-4A1934FB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2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6165518" y="21490471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1D61CC0-9715-4F0A-AB27-0064E182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90B678B-98CF-4F39-A676-87FC1FC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5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6165518" y="2172593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43CADD-40DD-40B8-8217-CFF23FBA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B681E1A-6669-46F3-B3EC-368C3D5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8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6165518" y="2199430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A049CA-48AC-4762-9022-D0C97E12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658FBF4-42D7-425C-9B6B-740C5722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1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6165518" y="22239894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748FA1D-25FE-4DC9-A976-610ECAE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47" y="25933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5DD1F32-30F1-4483-9E03-5E335EBC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129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4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 flipH="1">
            <a:off x="16482177" y="25934036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50B0C70-57EA-46B1-B29C-69A329B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129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993F143-368D-44E7-98F5-2951CD6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10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7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16206458" y="26180403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45CE1C9-A8CC-4230-8992-DED7EE9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10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A33A503-BF97-4C43-86D0-6F9FEFB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637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0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 flipH="1">
            <a:off x="15957685" y="26462995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CBD3387-C71E-4CB0-9205-F6119BC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637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602E9A9-DB66-4922-BB69-4805D3F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2780" y="26825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3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 flipH="1">
            <a:off x="15852828" y="26717736"/>
            <a:ext cx="104857" cy="107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AC1B240-C003-4CA3-8FF3-D16D349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599" y="25933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5177188-81C3-4F88-A0A6-CE555CD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7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6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7989647" y="25934036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E0E7FB8-FF71-4B07-9D78-1F63DF95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7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DE7215-F787-4637-8BE2-D2513E1F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736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9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8230065" y="26180403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ACBF8BB-8D7D-4692-9F98-1A062C2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736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F817B48-2440-4CD3-A959-EAF57129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509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2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8505784" y="26462995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C55B3FB-3587-4998-B1C1-BF476BD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509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A208414-7297-474C-817B-9A67C90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366" y="26825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5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8754557" y="26717736"/>
            <a:ext cx="104857" cy="107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09DF621-D0D8-4993-B98D-C5F04F2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571" y="23712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0D27FA3-22FF-4960-9F29-2F7D107E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523" y="23963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8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9159618" y="23712206"/>
            <a:ext cx="353953" cy="2518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F51666E-4566-4788-8AE6-0682103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523" y="23963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FF81973-CBCC-45CB-A35F-683DC89D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002" y="24253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1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8752097" y="23964026"/>
            <a:ext cx="407426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ACA1149-2C82-4EF7-8DFA-052FEC1C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002" y="24253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4BBC194-3D0B-4C21-800A-F6C75812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302" y="245128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4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8387397" y="24253629"/>
            <a:ext cx="364605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447B3F7-D37D-4582-8082-AA487B4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302" y="245128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3CAFEBB-39AA-4AFA-96E4-57215CF0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5526" y="24599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7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8265621" y="24512850"/>
            <a:ext cx="121681" cy="866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72EFA23-57B0-4F25-8A74-2630855E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0623" y="23712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A1F2696-3413-424F-82E5-2178889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1380" y="239519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0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20780671" y="23712253"/>
            <a:ext cx="130757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2EE59A1-B1E3-434A-B087-CFD0C06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1380" y="239519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2A30895-92A5-484F-B9C8-3AF05413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728" y="2422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3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20911428" y="23951999"/>
            <a:ext cx="149348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6378462-5F3B-454C-8417-92014B98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728" y="2422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AD9894D-5161-418B-8817-AC406211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6916" y="244754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6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>
            <a:off x="21060776" y="24226021"/>
            <a:ext cx="1361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06BAB6D-382B-48B3-BC07-2414250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6916" y="244754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96A0CDA-2E56-4C5C-842C-D380AF8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6681" y="24603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9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21196964" y="24475504"/>
            <a:ext cx="69765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A3586A1-D10C-4464-B581-2D3E677C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2313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CDCAFE2-7F09-4029-9D3A-7BAF5DE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4664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2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17432408" y="21490424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E95DC74-1D34-4A6E-880E-491ECDFD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4664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5898C58-F746-4A95-B1A0-3A343ED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3882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5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17934759" y="2174769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6E63BC4-28A4-4A31-94B8-693DE2D0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3882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D712697-7E26-46B6-8AAF-8B44EEB5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34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8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18513977" y="22044506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952AC58-0AA7-4B5E-9016-1E764CD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34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E26ACF8-C2B6-49C8-A4CF-78DCC57B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536" y="22377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1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19028443" y="22308012"/>
            <a:ext cx="136093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574F866-B86B-4A5A-933C-BDF4F7A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3613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0A75ECE-729A-430D-9E45-13B3414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538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4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4653661" y="19268688"/>
            <a:ext cx="242925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5222563-44B2-422F-ACAD-1C9CA0D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538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F16CE0F-AB44-4512-8850-2455E3C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72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7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4896586" y="19515055"/>
            <a:ext cx="278434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BB6C66E-F395-4212-B946-DBEF0149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72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8760663-F0C6-430E-A114-A1A67730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252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0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5175020" y="19797647"/>
            <a:ext cx="251280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E7892C7-0BDF-4605-8AE6-9BE997B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252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7687E5A-9E51-4844-9386-250FEA8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1944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3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5426300" y="20052388"/>
            <a:ext cx="105692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47E089A-8DEE-496E-9FD6-A3E5700B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8292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4378E37-1FE8-46D2-B7FB-8460CD6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594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6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6506036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549AADA-562E-463E-99D9-C2790AB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594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329FB3A-03B2-4F5E-9227-C263497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723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9" name=""/>
          <p:cNvCxnSpPr>
            <a:stCxn xmlns:a="http://schemas.openxmlformats.org/drawingml/2006/main" id="208" idx="1"/>
            <a:endCxn xmlns:a="http://schemas.openxmlformats.org/drawingml/2006/main" id="209" idx="3"/>
          </p:cNvCxnSpPr>
          <p:nvPr/>
        </p:nvCxnSpPr>
        <p:spPr>
          <a:xfrm xmlns:a="http://schemas.openxmlformats.org/drawingml/2006/main" flipH="1">
            <a:off x="15926818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EFBC47A-736B-43F5-A889-8DEB443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723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629DFA5-8F38-412B-8B2A-7B8B376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2257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2" name=""/>
          <p:cNvCxnSpPr>
            <a:stCxn xmlns:a="http://schemas.openxmlformats.org/drawingml/2006/main" id="211" idx="1"/>
            <a:endCxn xmlns:a="http://schemas.openxmlformats.org/drawingml/2006/main" id="212" idx="3"/>
          </p:cNvCxnSpPr>
          <p:nvPr/>
        </p:nvCxnSpPr>
        <p:spPr>
          <a:xfrm xmlns:a="http://schemas.openxmlformats.org/drawingml/2006/main" flipH="1">
            <a:off x="15412352" y="17600941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2F9F335-4259-4028-8D8B-3EA54B71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2257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E028805-EC00-4753-B508-F9EA4F5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069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5" name=""/>
          <p:cNvCxnSpPr>
            <a:stCxn xmlns:a="http://schemas.openxmlformats.org/drawingml/2006/main" id="214" idx="1"/>
            <a:endCxn xmlns:a="http://schemas.openxmlformats.org/drawingml/2006/main" id="215" idx="3"/>
          </p:cNvCxnSpPr>
          <p:nvPr/>
        </p:nvCxnSpPr>
        <p:spPr>
          <a:xfrm xmlns:a="http://schemas.openxmlformats.org/drawingml/2006/main" flipH="1">
            <a:off x="15276164" y="17864447"/>
            <a:ext cx="136093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3C8CB57-CE6A-4281-808E-6FEF8B8C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E6D5A5A-4E35-425F-82A6-8AE25076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8" name=""/>
          <p:cNvCxnSpPr>
            <a:stCxn xmlns:a="http://schemas.openxmlformats.org/drawingml/2006/main" id="217" idx="2"/>
            <a:endCxn xmlns:a="http://schemas.openxmlformats.org/drawingml/2006/main" id="218" idx="0"/>
          </p:cNvCxnSpPr>
          <p:nvPr/>
        </p:nvCxnSpPr>
        <p:spPr>
          <a:xfrm xmlns:a="http://schemas.openxmlformats.org/drawingml/2006/main">
            <a:off x="18275183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E002D71-A54D-4658-BC09-F3B8CBA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1B649BF-E852-4153-A09C-31F18BF2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1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18275183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F84E381-F996-48F9-B659-4F1281F6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A9E59C2-C6F5-44DF-8B44-8006DE5B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4" name=""/>
          <p:cNvCxnSpPr>
            <a:stCxn xmlns:a="http://schemas.openxmlformats.org/drawingml/2006/main" id="223" idx="2"/>
            <a:endCxn xmlns:a="http://schemas.openxmlformats.org/drawingml/2006/main" id="224" idx="0"/>
          </p:cNvCxnSpPr>
          <p:nvPr/>
        </p:nvCxnSpPr>
        <p:spPr>
          <a:xfrm xmlns:a="http://schemas.openxmlformats.org/drawingml/2006/main">
            <a:off x="18275183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6010317-8319-40E2-95E0-8338E03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BE5A7BA-8271-48BE-AB79-5A9EDE2A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7" name=""/>
          <p:cNvCxnSpPr>
            <a:stCxn xmlns:a="http://schemas.openxmlformats.org/drawingml/2006/main" id="226" idx="2"/>
            <a:endCxn xmlns:a="http://schemas.openxmlformats.org/drawingml/2006/main" id="227" idx="0"/>
          </p:cNvCxnSpPr>
          <p:nvPr/>
        </p:nvCxnSpPr>
        <p:spPr>
          <a:xfrm xmlns:a="http://schemas.openxmlformats.org/drawingml/2006/main">
            <a:off x="18275183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7121DAE-5FB2-47E2-81F3-2865E2BB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1978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0BB0CE6-92CE-4F19-ADF6-CAB8F8D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329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0" name=""/>
          <p:cNvCxnSpPr>
            <a:stCxn xmlns:a="http://schemas.openxmlformats.org/drawingml/2006/main" id="229" idx="3"/>
            <a:endCxn xmlns:a="http://schemas.openxmlformats.org/drawingml/2006/main" id="230" idx="1"/>
          </p:cNvCxnSpPr>
          <p:nvPr/>
        </p:nvCxnSpPr>
        <p:spPr>
          <a:xfrm xmlns:a="http://schemas.openxmlformats.org/drawingml/2006/main">
            <a:off x="19542073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4F3CAA8-BCD0-4C14-8613-D10C25A7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329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F3A4BBE-5786-410C-8192-55EF1E4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3547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3" name=""/>
          <p:cNvCxnSpPr>
            <a:stCxn xmlns:a="http://schemas.openxmlformats.org/drawingml/2006/main" id="232" idx="3"/>
            <a:endCxn xmlns:a="http://schemas.openxmlformats.org/drawingml/2006/main" id="233" idx="1"/>
          </p:cNvCxnSpPr>
          <p:nvPr/>
        </p:nvCxnSpPr>
        <p:spPr>
          <a:xfrm xmlns:a="http://schemas.openxmlformats.org/drawingml/2006/main">
            <a:off x="20044424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1172D22-8CF7-46C8-AC88-C6C5F4A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3547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1C19B35-9204-4D7A-BB69-1346B5A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12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6" name="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623642" y="17600941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6854375-0AB0-4BE8-BC04-6E9B0AE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12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472BE5A-AE73-4E11-8B2E-070DAC4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201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9" name=""/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21138107" y="17864447"/>
            <a:ext cx="136094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DD0547B-1BA5-4A13-A3B9-72E6067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7637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E4940B8-3B26-4664-B35E-7CE514B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685" y="15076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2" name=""/>
          <p:cNvCxnSpPr>
            <a:stCxn xmlns:a="http://schemas.openxmlformats.org/drawingml/2006/main" id="241" idx="3"/>
            <a:endCxn xmlns:a="http://schemas.openxmlformats.org/drawingml/2006/main" id="242" idx="1"/>
          </p:cNvCxnSpPr>
          <p:nvPr/>
        </p:nvCxnSpPr>
        <p:spPr>
          <a:xfrm xmlns:a="http://schemas.openxmlformats.org/drawingml/2006/main">
            <a:off x="16117732" y="14825076"/>
            <a:ext cx="353953" cy="2518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95C8248-113F-4B89-A399-F1603CA2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685" y="15076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630A53B-19A9-485C-82FC-D530727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205" y="15366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5" name=""/>
          <p:cNvCxnSpPr>
            <a:stCxn xmlns:a="http://schemas.openxmlformats.org/drawingml/2006/main" id="244" idx="3"/>
            <a:endCxn xmlns:a="http://schemas.openxmlformats.org/drawingml/2006/main" id="245" idx="1"/>
          </p:cNvCxnSpPr>
          <p:nvPr/>
        </p:nvCxnSpPr>
        <p:spPr>
          <a:xfrm xmlns:a="http://schemas.openxmlformats.org/drawingml/2006/main">
            <a:off x="16471780" y="15076896"/>
            <a:ext cx="407425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A38245D-7894-4651-A300-4EE0E51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205" y="15366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16FF918-596B-441E-B6D8-E026E0A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906" y="15625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8" name=""/>
          <p:cNvCxnSpPr>
            <a:stCxn xmlns:a="http://schemas.openxmlformats.org/drawingml/2006/main" id="24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16879300" y="15366499"/>
            <a:ext cx="364606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E01EEBB-7D86-4713-960E-277862DB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906" y="15625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2D5D30A-0E6C-491A-BC2F-8E326869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5681" y="15712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1" name=""/>
          <p:cNvCxnSpPr>
            <a:stCxn xmlns:a="http://schemas.openxmlformats.org/drawingml/2006/main" id="250" idx="3"/>
            <a:endCxn xmlns:a="http://schemas.openxmlformats.org/drawingml/2006/main" id="251" idx="1"/>
          </p:cNvCxnSpPr>
          <p:nvPr/>
        </p:nvCxnSpPr>
        <p:spPr>
          <a:xfrm xmlns:a="http://schemas.openxmlformats.org/drawingml/2006/main">
            <a:off x="17244001" y="15625720"/>
            <a:ext cx="121680" cy="866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6F43F6E-1AD0-4D7D-AE3A-E957147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09BEE3B-FAFC-406F-886A-AB037F24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4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5204681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C419A2E-660E-4270-AC6F-388EA417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BCB5F51-8BE4-4128-9D3A-3DB0E46A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7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15204681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60077E6-2CC5-4EE3-B716-2CB96DD3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A764447-B62B-473B-AD44-2BF926A8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0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15204681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A6ACD70-9D02-4258-97B9-8AAC770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4FD189E-7012-456D-AA0E-CDF57F14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3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15204681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B5D5386-973C-4956-9D0A-ECE38CA7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B542557-8A4A-411A-8410-7BE957A3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6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15204681" y="10381558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E174CA-A112-4F1A-B4EA-5C022047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9C4D2F3-FE8B-4D1D-B0E9-9FD1731F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9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5204681" y="10617019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A743957-4F05-43A8-9870-2E594BA1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A373A96-C8D2-4CD4-9944-3123DD9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2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5204681" y="10885393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EC3B403-6169-454A-9CEF-2D66B34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BA6B31B-17FF-4B87-AB48-479F21A7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5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5204681" y="11130981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BAC20B3-F26A-4F5E-BC9C-14DA7E95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830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531029A-A474-4156-995D-C3923CBE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40" y="841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8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13105925" y="8159728"/>
            <a:ext cx="346015" cy="2529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FAFFE27-F59A-4D68-A3EA-D2F6E2F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40" y="841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732DEAE-9D20-47C0-A79A-5AF918C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061" y="870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1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13452035" y="8412717"/>
            <a:ext cx="398026" cy="2911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C7C4C80-C046-48EB-9B38-D39BE0BD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061" y="870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08C17D4-C841-4D3C-BA39-AD79C97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197" y="896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4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13850156" y="8703878"/>
            <a:ext cx="356041" cy="260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3609E08-6791-4CCF-8634-DE90C2C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197" y="896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B5B4C0C-E4AF-4E28-B087-6CEB523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49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7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14206292" y="8963878"/>
            <a:ext cx="118757" cy="870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F2CE782-2CE7-44C5-8CF7-013F2B1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5A11CF4-08D7-4C7A-BEBA-294E55E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0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12217730" y="5937993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320362D-59A1-4A23-A964-C97D11C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04AE3BE-0D5C-454B-8507-AB04181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3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12217730" y="6173454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DD8FE9D-7CE5-49D0-963C-648F57AB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42113B5-F4E8-4C36-82B9-7AAC0E4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6" name=""/>
          <p:cNvCxnSpPr>
            <a:stCxn xmlns:a="http://schemas.openxmlformats.org/drawingml/2006/main" id="295" idx="2"/>
            <a:endCxn xmlns:a="http://schemas.openxmlformats.org/drawingml/2006/main" id="296" idx="0"/>
          </p:cNvCxnSpPr>
          <p:nvPr/>
        </p:nvCxnSpPr>
        <p:spPr>
          <a:xfrm xmlns:a="http://schemas.openxmlformats.org/drawingml/2006/main">
            <a:off x="12217730" y="6441828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92C586D-C44D-4645-8793-013F35F1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BEA775E-62F2-4C8E-AB32-4ED37BA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828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9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12217730" y="6687416"/>
            <a:ext cx="0" cy="1409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A6E1BCC-E540-4C75-B0B4-326BB2B8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113" y="37161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C1CD055E-0B24-4713-B688-E0CE074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478" y="39733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2" name=""/>
          <p:cNvCxnSpPr>
            <a:stCxn xmlns:a="http://schemas.openxmlformats.org/drawingml/2006/main" id="301" idx="1"/>
            <a:endCxn xmlns:a="http://schemas.openxmlformats.org/drawingml/2006/main" id="302" idx="3"/>
          </p:cNvCxnSpPr>
          <p:nvPr/>
        </p:nvCxnSpPr>
        <p:spPr>
          <a:xfrm xmlns:a="http://schemas.openxmlformats.org/drawingml/2006/main" flipH="1">
            <a:off x="14697573" y="3716163"/>
            <a:ext cx="499540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274F1CE-9878-459F-97AD-299A07A0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478" y="39733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1C6E593-CC52-433D-A92A-8ABE7325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975" y="42701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5" name=""/>
          <p:cNvCxnSpPr>
            <a:stCxn xmlns:a="http://schemas.openxmlformats.org/drawingml/2006/main" id="304" idx="1"/>
            <a:endCxn xmlns:a="http://schemas.openxmlformats.org/drawingml/2006/main" id="305" idx="3"/>
          </p:cNvCxnSpPr>
          <p:nvPr/>
        </p:nvCxnSpPr>
        <p:spPr>
          <a:xfrm xmlns:a="http://schemas.openxmlformats.org/drawingml/2006/main" flipH="1">
            <a:off x="14121070" y="3973437"/>
            <a:ext cx="576408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4D27BF4-ABF6-49CF-B032-76B76CF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975" y="42701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B6F5C6A4-4EB0-4D6C-9890-E7DFFA3D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225" y="4533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8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13609320" y="4270246"/>
            <a:ext cx="511655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AC8FDDBB-57D9-458A-8301-C1FD8416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225" y="4533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41C21A4-4F5E-4398-9713-262615E2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454" y="46042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1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13473549" y="4533751"/>
            <a:ext cx="135676" cy="705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4F82F25-A37A-4168-99A7-D79839A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143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8CA14A6-33B6-461E-8631-2DE979A2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6052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4" name=""/>
          <p:cNvCxnSpPr>
            <a:stCxn xmlns:a="http://schemas.openxmlformats.org/drawingml/2006/main" id="313" idx="2"/>
            <a:endCxn xmlns:a="http://schemas.openxmlformats.org/drawingml/2006/main" id="314" idx="0"/>
          </p:cNvCxnSpPr>
          <p:nvPr/>
        </p:nvCxnSpPr>
        <p:spPr>
          <a:xfrm xmlns:a="http://schemas.openxmlformats.org/drawingml/2006/main" flipH="1">
            <a:off x="19826100" y="10381558"/>
            <a:ext cx="65378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C5E0915-B0BF-4CA1-9BF4-48A73A83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6052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77D294D-9B51-4518-B37C-D769890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691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7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 flipH="1">
            <a:off x="19751739" y="10617019"/>
            <a:ext cx="74361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960D572-8020-433B-8338-88D92FB6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691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A897E76-A2BB-4CA4-B61E-E0B6BA7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388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0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19683436" y="10885393"/>
            <a:ext cx="68303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F18F51A-A91A-4240-BA0A-6A1BFD38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388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0A9A3A2-9065-4ED0-87B2-59C0F98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4119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3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19644167" y="11130981"/>
            <a:ext cx="39269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4870A614-BE4D-4595-A77D-9A1E5480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99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D082F33-326A-4A66-B6C7-B20EB40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764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6" name=""/>
          <p:cNvCxnSpPr>
            <a:stCxn xmlns:a="http://schemas.openxmlformats.org/drawingml/2006/main" id="325" idx="1"/>
            <a:endCxn xmlns:a="http://schemas.openxmlformats.org/drawingml/2006/main" id="326" idx="3"/>
          </p:cNvCxnSpPr>
          <p:nvPr/>
        </p:nvCxnSpPr>
        <p:spPr>
          <a:xfrm xmlns:a="http://schemas.openxmlformats.org/drawingml/2006/main" flipH="1">
            <a:off x="21957743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8C480E7-7075-47A1-8F6B-B7D3BEE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764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C96024CA-BC60-4595-98F0-9A4850B1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43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9" name=""/>
          <p:cNvCxnSpPr>
            <a:stCxn xmlns:a="http://schemas.openxmlformats.org/drawingml/2006/main" id="328" idx="1"/>
            <a:endCxn xmlns:a="http://schemas.openxmlformats.org/drawingml/2006/main" id="329" idx="3"/>
          </p:cNvCxnSpPr>
          <p:nvPr/>
        </p:nvCxnSpPr>
        <p:spPr>
          <a:xfrm xmlns:a="http://schemas.openxmlformats.org/drawingml/2006/main" flipH="1">
            <a:off x="21378526" y="12860567"/>
            <a:ext cx="579122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007A4DC-B543-4B0A-884C-ED16C27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43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334C0DB-5B1D-4C43-A716-B7F3893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396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2" name=""/>
          <p:cNvCxnSpPr>
            <a:stCxn xmlns:a="http://schemas.openxmlformats.org/drawingml/2006/main" id="331" idx="1"/>
            <a:endCxn xmlns:a="http://schemas.openxmlformats.org/drawingml/2006/main" id="332" idx="3"/>
          </p:cNvCxnSpPr>
          <p:nvPr/>
        </p:nvCxnSpPr>
        <p:spPr>
          <a:xfrm xmlns:a="http://schemas.openxmlformats.org/drawingml/2006/main" flipH="1">
            <a:off x="20864060" y="13157376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D92DAE2-2C7D-4330-81FF-44249F9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396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0E28E20-34AF-48E6-838F-1D3A7CDC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7777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5" name=""/>
          <p:cNvCxnSpPr>
            <a:stCxn xmlns:a="http://schemas.openxmlformats.org/drawingml/2006/main" id="334" idx="1"/>
            <a:endCxn xmlns:a="http://schemas.openxmlformats.org/drawingml/2006/main" id="335" idx="3"/>
          </p:cNvCxnSpPr>
          <p:nvPr/>
        </p:nvCxnSpPr>
        <p:spPr>
          <a:xfrm xmlns:a="http://schemas.openxmlformats.org/drawingml/2006/main" flipH="1">
            <a:off x="20727872" y="13420881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654A82D-5729-43CE-9911-E72234B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2FDC371A-A57F-4EE7-8D01-73DAEE1D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8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23726890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F3ECD5C-A30F-405F-8D46-7FA7FE45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CD6CB3C-93B1-4F42-ACAD-B7131F5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1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23726890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6940F12-0585-40EB-B0E7-9280985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BFFB246A-75DC-454C-8983-9206CFD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4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23726890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A90FE10-E7D9-43EA-8A9F-C25AFC74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EFCC9AE-47C5-4EEC-AA40-4DCF9835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7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23726890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8B510D6-38C3-410E-ACEB-6E3E95EC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273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DE47AA5-E665-46C6-BC09-49E67C6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28" y="106365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0" name=""/>
          <p:cNvCxnSpPr>
            <a:stCxn xmlns:a="http://schemas.openxmlformats.org/drawingml/2006/main" id="349" idx="3"/>
            <a:endCxn xmlns:a="http://schemas.openxmlformats.org/drawingml/2006/main" id="350" idx="1"/>
          </p:cNvCxnSpPr>
          <p:nvPr/>
        </p:nvCxnSpPr>
        <p:spPr>
          <a:xfrm xmlns:a="http://schemas.openxmlformats.org/drawingml/2006/main">
            <a:off x="21158368" y="10381511"/>
            <a:ext cx="427060" cy="2551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B02B43C-B5B7-4211-82E5-62C89C9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28" y="106365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726A85F-7999-49EB-AFAC-C4213DB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7544" y="109304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3" name=""/>
          <p:cNvCxnSpPr>
            <a:stCxn xmlns:a="http://schemas.openxmlformats.org/drawingml/2006/main" id="352" idx="3"/>
            <a:endCxn xmlns:a="http://schemas.openxmlformats.org/drawingml/2006/main" id="353" idx="1"/>
          </p:cNvCxnSpPr>
          <p:nvPr/>
        </p:nvCxnSpPr>
        <p:spPr>
          <a:xfrm xmlns:a="http://schemas.openxmlformats.org/drawingml/2006/main">
            <a:off x="21585523" y="10636642"/>
            <a:ext cx="492021" cy="2938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62A9A3C-A95D-4B5B-BB23-FAB7E22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7544" y="109304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8179639-6F4D-49E3-8483-285E5719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5978" y="11192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6" name=""/>
          <p:cNvCxnSpPr>
            <a:stCxn xmlns:a="http://schemas.openxmlformats.org/drawingml/2006/main" id="355" idx="3"/>
            <a:endCxn xmlns:a="http://schemas.openxmlformats.org/drawingml/2006/main" id="356" idx="1"/>
          </p:cNvCxnSpPr>
          <p:nvPr/>
        </p:nvCxnSpPr>
        <p:spPr>
          <a:xfrm xmlns:a="http://schemas.openxmlformats.org/drawingml/2006/main">
            <a:off x="22077639" y="10930530"/>
            <a:ext cx="438339" cy="2617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4802392A-F02A-45AF-B461-5602E63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5978" y="11192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8013F35-0D49-45B1-B565-EF3F997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856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9" name=""/>
          <p:cNvCxnSpPr>
            <a:stCxn xmlns:a="http://schemas.openxmlformats.org/drawingml/2006/main" id="358" idx="3"/>
            <a:endCxn xmlns:a="http://schemas.openxmlformats.org/drawingml/2006/main" id="359" idx="1"/>
          </p:cNvCxnSpPr>
          <p:nvPr/>
        </p:nvCxnSpPr>
        <p:spPr>
          <a:xfrm xmlns:a="http://schemas.openxmlformats.org/drawingml/2006/main">
            <a:off x="22516073" y="11192282"/>
            <a:ext cx="128783" cy="765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ED70337-1345-4334-A6A0-234F1230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2868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A2C8635-2914-470C-8D03-FEFB793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9813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2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 flipH="1">
            <a:off x="20789861" y="8159775"/>
            <a:ext cx="133055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C1C8B9D3-C12B-4D65-8082-956335F7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9813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CE09AF9-D4CF-4A0C-BCE9-10217DB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750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5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 flipH="1">
            <a:off x="20637798" y="8399521"/>
            <a:ext cx="152063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1ABCE6F-3B38-469C-83D6-F2D76798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750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9384A92-C14A-4C89-AF20-5F28870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264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8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 flipH="1">
            <a:off x="20499312" y="8673543"/>
            <a:ext cx="138486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29FA9811-6CB9-4FE5-898A-F1F86B7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264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BCFA873-D301-4AA9-867C-EC578EDF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8246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1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 flipH="1">
            <a:off x="20428294" y="8923026"/>
            <a:ext cx="71018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2F20D38-A675-4139-8CDE-EB892F49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9711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B0A3725-28D1-4935-9905-38B9FF3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462" y="84115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4" name=""/>
          <p:cNvCxnSpPr>
            <a:stCxn xmlns:a="http://schemas.openxmlformats.org/drawingml/2006/main" id="373" idx="3"/>
            <a:endCxn xmlns:a="http://schemas.openxmlformats.org/drawingml/2006/main" id="374" idx="1"/>
          </p:cNvCxnSpPr>
          <p:nvPr/>
        </p:nvCxnSpPr>
        <p:spPr>
          <a:xfrm xmlns:a="http://schemas.openxmlformats.org/drawingml/2006/main">
            <a:off x="22189806" y="8159728"/>
            <a:ext cx="351656" cy="2518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817D148-298B-4D9D-8886-EB5B190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462" y="84115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F1A0994-C157-4B1D-8163-65DC2AC1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6058" y="8701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7" name=""/>
          <p:cNvCxnSpPr>
            <a:stCxn xmlns:a="http://schemas.openxmlformats.org/drawingml/2006/main" id="376" idx="3"/>
            <a:endCxn xmlns:a="http://schemas.openxmlformats.org/drawingml/2006/main" id="377" idx="1"/>
          </p:cNvCxnSpPr>
          <p:nvPr/>
        </p:nvCxnSpPr>
        <p:spPr>
          <a:xfrm xmlns:a="http://schemas.openxmlformats.org/drawingml/2006/main">
            <a:off x="22541557" y="8411549"/>
            <a:ext cx="404501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29FF05D-D82A-4C46-98FB-E873651E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6058" y="8701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C96F9E8-E82E-4260-9553-A0BE3CE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8252" y="8960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0" name=""/>
          <p:cNvCxnSpPr>
            <a:stCxn xmlns:a="http://schemas.openxmlformats.org/drawingml/2006/main" id="379" idx="3"/>
            <a:endCxn xmlns:a="http://schemas.openxmlformats.org/drawingml/2006/main" id="380" idx="1"/>
          </p:cNvCxnSpPr>
          <p:nvPr/>
        </p:nvCxnSpPr>
        <p:spPr>
          <a:xfrm xmlns:a="http://schemas.openxmlformats.org/drawingml/2006/main">
            <a:off x="22946153" y="8701152"/>
            <a:ext cx="362099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CE5B75E-4781-43D2-959C-716D4E7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8252" y="8960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CCFE1E5-B5B4-48C7-88CA-F5625A1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236" y="9046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3" name=""/>
          <p:cNvCxnSpPr>
            <a:stCxn xmlns:a="http://schemas.openxmlformats.org/drawingml/2006/main" id="382" idx="3"/>
            <a:endCxn xmlns:a="http://schemas.openxmlformats.org/drawingml/2006/main" id="383" idx="1"/>
          </p:cNvCxnSpPr>
          <p:nvPr/>
        </p:nvCxnSpPr>
        <p:spPr>
          <a:xfrm xmlns:a="http://schemas.openxmlformats.org/drawingml/2006/main">
            <a:off x="23308347" y="8960373"/>
            <a:ext cx="121889" cy="86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58E8839-8A96-47E1-944A-2D1D720E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235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4C0F0A2-736D-48BE-8B02-596C9EC9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884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6" name=""/>
          <p:cNvCxnSpPr>
            <a:stCxn xmlns:a="http://schemas.openxmlformats.org/drawingml/2006/main" id="385" idx="1"/>
            <a:endCxn xmlns:a="http://schemas.openxmlformats.org/drawingml/2006/main" id="386" idx="3"/>
          </p:cNvCxnSpPr>
          <p:nvPr/>
        </p:nvCxnSpPr>
        <p:spPr>
          <a:xfrm xmlns:a="http://schemas.openxmlformats.org/drawingml/2006/main" flipH="1">
            <a:off x="23774979" y="5937946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574FCA5-D568-4A11-ADB8-FF5C7595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884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3B4E4B6-0390-4F1F-98F2-25B453C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5666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9" name=""/>
          <p:cNvCxnSpPr>
            <a:stCxn xmlns:a="http://schemas.openxmlformats.org/drawingml/2006/main" id="388" idx="1"/>
            <a:endCxn xmlns:a="http://schemas.openxmlformats.org/drawingml/2006/main" id="389" idx="3"/>
          </p:cNvCxnSpPr>
          <p:nvPr/>
        </p:nvCxnSpPr>
        <p:spPr>
          <a:xfrm xmlns:a="http://schemas.openxmlformats.org/drawingml/2006/main" flipH="1">
            <a:off x="23195761" y="6195219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6B8163ED-1CDB-4357-AF34-5EAD7829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5666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8BC1EB1-FF33-49B0-AA7D-4B11D25B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201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2" name=""/>
          <p:cNvCxnSpPr>
            <a:stCxn xmlns:a="http://schemas.openxmlformats.org/drawingml/2006/main" id="391" idx="1"/>
            <a:endCxn xmlns:a="http://schemas.openxmlformats.org/drawingml/2006/main" id="392" idx="3"/>
          </p:cNvCxnSpPr>
          <p:nvPr/>
        </p:nvCxnSpPr>
        <p:spPr>
          <a:xfrm xmlns:a="http://schemas.openxmlformats.org/drawingml/2006/main" flipH="1">
            <a:off x="22681296" y="6492028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943D99D-9D6A-475C-AE60-077968A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201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083A504-7A75-4901-A6D9-989C6B8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595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5" name=""/>
          <p:cNvCxnSpPr>
            <a:stCxn xmlns:a="http://schemas.openxmlformats.org/drawingml/2006/main" id="394" idx="1"/>
            <a:endCxn xmlns:a="http://schemas.openxmlformats.org/drawingml/2006/main" id="395" idx="3"/>
          </p:cNvCxnSpPr>
          <p:nvPr/>
        </p:nvCxnSpPr>
        <p:spPr>
          <a:xfrm xmlns:a="http://schemas.openxmlformats.org/drawingml/2006/main" flipH="1">
            <a:off x="22544690" y="6755534"/>
            <a:ext cx="136511" cy="689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CC3500C-F43A-4D3E-A649-1B31859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EF5473F7-A988-4376-ADB2-CA85F11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8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25544126" y="5937993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5F83F67-125E-405F-81C3-CCB7F36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CF36711-1894-4B10-814D-B971C267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1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25544126" y="6173454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C8C2372-D24D-4895-BAD5-46A646E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5FBE76D-1A1B-45DD-A65C-39A68C4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4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>
            <a:off x="25544126" y="6441828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5CA9E29-EDCA-4E2B-9967-97E71DB9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39D8DFA-871C-48AC-A316-FED90FB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828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7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>
            <a:off x="25544126" y="6687416"/>
            <a:ext cx="0" cy="1409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09F40495-FDB9-456F-9BBA-A286D345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4817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A3D63FC-93B6-4347-8385-03DA8EA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579" y="10625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0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29061627" y="10381558"/>
            <a:ext cx="203238" cy="244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FB695B3-4279-454D-8F88-46FEFB12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579" y="10625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9FBCC1E-BADE-44EB-A509-AB6B4C5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89" y="109053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3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 flipH="1">
            <a:off x="28828937" y="10625783"/>
            <a:ext cx="232690" cy="27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DC6856E-0597-4144-8EF2-FDF52182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89" y="109053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CBF57305-6431-4050-8559-8BA8455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131" y="111583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6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 flipH="1">
            <a:off x="28618179" y="10905453"/>
            <a:ext cx="210758" cy="2528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9FA09F7C-42AB-451A-A31D-A386A82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131" y="111583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C2B08EF-3A76-4E56-9ABA-0659AD9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74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9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 flipH="1">
            <a:off x="28522722" y="11158442"/>
            <a:ext cx="95457" cy="11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96E02B4-5903-4AC0-873A-A90795C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2209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B7D3200-6B59-4059-893D-11922693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5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2" name=""/>
          <p:cNvCxnSpPr>
            <a:stCxn xmlns:a="http://schemas.openxmlformats.org/drawingml/2006/main" id="421" idx="1"/>
            <a:endCxn xmlns:a="http://schemas.openxmlformats.org/drawingml/2006/main" id="422" idx="3"/>
          </p:cNvCxnSpPr>
          <p:nvPr/>
        </p:nvCxnSpPr>
        <p:spPr>
          <a:xfrm xmlns:a="http://schemas.openxmlformats.org/drawingml/2006/main" flipH="1">
            <a:off x="30479953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0C4D011-250F-45A0-A1A4-DB72608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5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113538C-A18A-4A7E-821F-FB9F4B3C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40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5" name=""/>
          <p:cNvCxnSpPr>
            <a:stCxn xmlns:a="http://schemas.openxmlformats.org/drawingml/2006/main" id="424" idx="1"/>
            <a:endCxn xmlns:a="http://schemas.openxmlformats.org/drawingml/2006/main" id="425" idx="3"/>
          </p:cNvCxnSpPr>
          <p:nvPr/>
        </p:nvCxnSpPr>
        <p:spPr>
          <a:xfrm xmlns:a="http://schemas.openxmlformats.org/drawingml/2006/main" flipH="1">
            <a:off x="29900735" y="1286056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0472A1DC-14A5-4068-9ACF-A523FB0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40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49C219C-3B7F-4321-AD93-7DCEB1E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17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8" name=""/>
          <p:cNvCxnSpPr>
            <a:stCxn xmlns:a="http://schemas.openxmlformats.org/drawingml/2006/main" id="427" idx="1"/>
            <a:endCxn xmlns:a="http://schemas.openxmlformats.org/drawingml/2006/main" id="428" idx="3"/>
          </p:cNvCxnSpPr>
          <p:nvPr/>
        </p:nvCxnSpPr>
        <p:spPr>
          <a:xfrm xmlns:a="http://schemas.openxmlformats.org/drawingml/2006/main" flipH="1">
            <a:off x="29386270" y="13157376"/>
            <a:ext cx="514370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E512680-4376-4938-A76B-A748ABD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17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E330831-48C8-4A26-BAA5-8F5A5CE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9569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1" name=""/>
          <p:cNvCxnSpPr>
            <a:stCxn xmlns:a="http://schemas.openxmlformats.org/drawingml/2006/main" id="430" idx="1"/>
            <a:endCxn xmlns:a="http://schemas.openxmlformats.org/drawingml/2006/main" id="431" idx="3"/>
          </p:cNvCxnSpPr>
          <p:nvPr/>
        </p:nvCxnSpPr>
        <p:spPr>
          <a:xfrm xmlns:a="http://schemas.openxmlformats.org/drawingml/2006/main" flipH="1">
            <a:off x="29249664" y="13420881"/>
            <a:ext cx="136511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F65FC8D-BCA4-481D-8250-0AFC7E9B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9374B2D7-452B-46E5-8F77-DEE5D95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4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32249100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AACA19C-3DA2-41FA-A8A4-A3BE821B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2B0632D-D491-4894-A0EF-39A66494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7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>
            <a:off x="32249100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DABAEE2-B1C3-48DA-85CB-0EE5BEEA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2477E55-C1BA-4880-B1CD-027103E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0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>
            <a:off x="32249100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06867B1-C47A-4886-A2C3-4461876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804524E-34E9-442A-AEDA-34FEAB3B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3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>
            <a:off x="32249100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33AB1843-8371-4E02-B06F-52FA6E2A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869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20328E4-7E32-496B-B311-0C24DFD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0094" y="10629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6" name=""/>
          <p:cNvCxnSpPr>
            <a:stCxn xmlns:a="http://schemas.openxmlformats.org/drawingml/2006/main" id="445" idx="3"/>
            <a:endCxn xmlns:a="http://schemas.openxmlformats.org/drawingml/2006/main" id="446" idx="1"/>
          </p:cNvCxnSpPr>
          <p:nvPr/>
        </p:nvCxnSpPr>
        <p:spPr>
          <a:xfrm xmlns:a="http://schemas.openxmlformats.org/drawingml/2006/main">
            <a:off x="30531964" y="10381511"/>
            <a:ext cx="278130" cy="2485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1B1958E-B459-4D85-B6F8-A2AFF781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0094" y="10629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5FC8F83D-6D1A-490F-B966-50CBC66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9468" y="109154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9" name=""/>
          <p:cNvCxnSpPr>
            <a:stCxn xmlns:a="http://schemas.openxmlformats.org/drawingml/2006/main" id="448" idx="3"/>
            <a:endCxn xmlns:a="http://schemas.openxmlformats.org/drawingml/2006/main" id="449" idx="1"/>
          </p:cNvCxnSpPr>
          <p:nvPr/>
        </p:nvCxnSpPr>
        <p:spPr>
          <a:xfrm xmlns:a="http://schemas.openxmlformats.org/drawingml/2006/main">
            <a:off x="30810189" y="10630020"/>
            <a:ext cx="319279" cy="285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B28E911-3D7A-4E48-9BA5-81A9BA4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9468" y="109154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DFD9795-0363-4008-AE60-950FD95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883" y="1117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2" name=""/>
          <p:cNvCxnSpPr>
            <a:stCxn xmlns:a="http://schemas.openxmlformats.org/drawingml/2006/main" id="451" idx="3"/>
            <a:endCxn xmlns:a="http://schemas.openxmlformats.org/drawingml/2006/main" id="452" idx="1"/>
          </p:cNvCxnSpPr>
          <p:nvPr/>
        </p:nvCxnSpPr>
        <p:spPr>
          <a:xfrm xmlns:a="http://schemas.openxmlformats.org/drawingml/2006/main">
            <a:off x="31129563" y="10915533"/>
            <a:ext cx="287320" cy="256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6FCC6436-13EF-4EDC-A262-D1E2EA8F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883" y="1117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042B399E-7662-4713-ABAE-44F1E34E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424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5" name=""/>
          <p:cNvCxnSpPr>
            <a:stCxn xmlns:a="http://schemas.openxmlformats.org/drawingml/2006/main" id="454" idx="3"/>
            <a:endCxn xmlns:a="http://schemas.openxmlformats.org/drawingml/2006/main" id="455" idx="1"/>
          </p:cNvCxnSpPr>
          <p:nvPr/>
        </p:nvCxnSpPr>
        <p:spPr>
          <a:xfrm xmlns:a="http://schemas.openxmlformats.org/drawingml/2006/main">
            <a:off x="31416978" y="11172222"/>
            <a:ext cx="111446" cy="1004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FB5F742-A23F-4BAF-84A6-317E3D4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46EFADA6-A7B6-4BDD-A276-C9B3E17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8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29805231" y="8159775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923083D3-D6DD-4003-9BB2-C5162F7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FB0970D4-585C-4C7D-A70E-7BB6FA99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1" name=""/>
          <p:cNvCxnSpPr>
            <a:stCxn xmlns:a="http://schemas.openxmlformats.org/drawingml/2006/main" id="460" idx="2"/>
            <a:endCxn xmlns:a="http://schemas.openxmlformats.org/drawingml/2006/main" id="461" idx="0"/>
          </p:cNvCxnSpPr>
          <p:nvPr/>
        </p:nvCxnSpPr>
        <p:spPr>
          <a:xfrm xmlns:a="http://schemas.openxmlformats.org/drawingml/2006/main">
            <a:off x="29805231" y="839523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DEBE00A9-A409-4D79-84DA-61D4A81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6DCEFB48-A43E-4CBA-9771-AACAFE6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4" name=""/>
          <p:cNvCxnSpPr>
            <a:stCxn xmlns:a="http://schemas.openxmlformats.org/drawingml/2006/main" id="463" idx="2"/>
            <a:endCxn xmlns:a="http://schemas.openxmlformats.org/drawingml/2006/main" id="464" idx="0"/>
          </p:cNvCxnSpPr>
          <p:nvPr/>
        </p:nvCxnSpPr>
        <p:spPr>
          <a:xfrm xmlns:a="http://schemas.openxmlformats.org/drawingml/2006/main">
            <a:off x="29805231" y="866361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BC872FD1-B4F2-462D-A48B-3359CC6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1D9E7771-CE48-469B-98E4-134DF61D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7" name=""/>
          <p:cNvCxnSpPr>
            <a:stCxn xmlns:a="http://schemas.openxmlformats.org/drawingml/2006/main" id="466" idx="2"/>
            <a:endCxn xmlns:a="http://schemas.openxmlformats.org/drawingml/2006/main" id="467" idx="0"/>
          </p:cNvCxnSpPr>
          <p:nvPr/>
        </p:nvCxnSpPr>
        <p:spPr>
          <a:xfrm xmlns:a="http://schemas.openxmlformats.org/drawingml/2006/main">
            <a:off x="29805231" y="890919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E24EB6D6-7D7E-4C86-BA55-6D6BABF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9629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3940D512-4627-4153-A5BC-CAF3C53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7278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0" name=""/>
          <p:cNvCxnSpPr>
            <a:stCxn xmlns:a="http://schemas.openxmlformats.org/drawingml/2006/main" id="469" idx="1"/>
            <a:endCxn xmlns:a="http://schemas.openxmlformats.org/drawingml/2006/main" id="470" idx="3"/>
          </p:cNvCxnSpPr>
          <p:nvPr/>
        </p:nvCxnSpPr>
        <p:spPr>
          <a:xfrm xmlns:a="http://schemas.openxmlformats.org/drawingml/2006/main" flipH="1">
            <a:off x="33007373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F8E4080-4BC7-4A4B-897C-8682288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7278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4107A0D-A4D2-4A74-B3F9-5AC7253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8060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3" name=""/>
          <p:cNvCxnSpPr>
            <a:stCxn xmlns:a="http://schemas.openxmlformats.org/drawingml/2006/main" id="472" idx="1"/>
            <a:endCxn xmlns:a="http://schemas.openxmlformats.org/drawingml/2006/main" id="473" idx="3"/>
          </p:cNvCxnSpPr>
          <p:nvPr/>
        </p:nvCxnSpPr>
        <p:spPr>
          <a:xfrm xmlns:a="http://schemas.openxmlformats.org/drawingml/2006/main" flipH="1">
            <a:off x="32428155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7B6B4DBA-C64C-47D5-A666-AC132F8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8060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5B282A32-8DA8-43E3-8AE5-D14391E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359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6" name=""/>
          <p:cNvCxnSpPr>
            <a:stCxn xmlns:a="http://schemas.openxmlformats.org/drawingml/2006/main" id="475" idx="1"/>
            <a:endCxn xmlns:a="http://schemas.openxmlformats.org/drawingml/2006/main" id="476" idx="3"/>
          </p:cNvCxnSpPr>
          <p:nvPr/>
        </p:nvCxnSpPr>
        <p:spPr>
          <a:xfrm xmlns:a="http://schemas.openxmlformats.org/drawingml/2006/main" flipH="1">
            <a:off x="31913690" y="17600941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940C9B96-7A0B-449D-8BE2-E81A16EF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359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A7E6117B-8D9A-4225-A39D-432BA01E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989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9" name=""/>
          <p:cNvCxnSpPr>
            <a:stCxn xmlns:a="http://schemas.openxmlformats.org/drawingml/2006/main" id="478" idx="1"/>
            <a:endCxn xmlns:a="http://schemas.openxmlformats.org/drawingml/2006/main" id="479" idx="3"/>
          </p:cNvCxnSpPr>
          <p:nvPr/>
        </p:nvCxnSpPr>
        <p:spPr>
          <a:xfrm xmlns:a="http://schemas.openxmlformats.org/drawingml/2006/main" flipH="1">
            <a:off x="31777084" y="17864447"/>
            <a:ext cx="136511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9F03C669-C482-47E9-A2E7-CC6AD4E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0D194AE9-A5C7-42BA-A75E-711A4AD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2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>
            <a:off x="34776520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16AE245-CA11-4B32-919D-0480455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4B04F8C-F637-4F41-AE3C-5CF14D5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5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>
            <a:off x="34776520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3AB0EBF-7E4E-472A-B465-3AFBA7E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39FA87C0-E1A6-4A96-AD42-6C8D4AF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8" name=""/>
          <p:cNvCxnSpPr>
            <a:stCxn xmlns:a="http://schemas.openxmlformats.org/drawingml/2006/main" id="487" idx="2"/>
            <a:endCxn xmlns:a="http://schemas.openxmlformats.org/drawingml/2006/main" id="488" idx="0"/>
          </p:cNvCxnSpPr>
          <p:nvPr/>
        </p:nvCxnSpPr>
        <p:spPr>
          <a:xfrm xmlns:a="http://schemas.openxmlformats.org/drawingml/2006/main">
            <a:off x="34776520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33C7AF4-A7B0-4923-93C8-802819B9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081BA970-E3AD-4A42-B7BB-C54C95C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1" name=""/>
          <p:cNvCxnSpPr>
            <a:stCxn xmlns:a="http://schemas.openxmlformats.org/drawingml/2006/main" id="490" idx="2"/>
            <a:endCxn xmlns:a="http://schemas.openxmlformats.org/drawingml/2006/main" id="491" idx="0"/>
          </p:cNvCxnSpPr>
          <p:nvPr/>
        </p:nvCxnSpPr>
        <p:spPr>
          <a:xfrm xmlns:a="http://schemas.openxmlformats.org/drawingml/2006/main">
            <a:off x="34776520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F966D57B-4856-4542-9F11-27FBBD99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4647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DFBAFA96-FB39-4464-BE23-DC1D08A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808" y="150692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4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 flipH="1">
            <a:off x="35800856" y="14825123"/>
            <a:ext cx="193839" cy="244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4C86B935-C4D1-4890-A4CC-F4B344FF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808" y="150692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ED10BB5-0917-4B29-BCE7-93936263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771" y="15348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7" name=""/>
          <p:cNvCxnSpPr>
            <a:stCxn xmlns:a="http://schemas.openxmlformats.org/drawingml/2006/main" id="496" idx="2"/>
            <a:endCxn xmlns:a="http://schemas.openxmlformats.org/drawingml/2006/main" id="497" idx="0"/>
          </p:cNvCxnSpPr>
          <p:nvPr/>
        </p:nvCxnSpPr>
        <p:spPr>
          <a:xfrm xmlns:a="http://schemas.openxmlformats.org/drawingml/2006/main" flipH="1">
            <a:off x="35578819" y="15069348"/>
            <a:ext cx="222037" cy="27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2B3DC140-158A-433D-B132-3EF5B49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771" y="15348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03DC2C16-F8BD-4C5B-B241-F2CD69BA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7622" y="156019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0" name=""/>
          <p:cNvCxnSpPr>
            <a:stCxn xmlns:a="http://schemas.openxmlformats.org/drawingml/2006/main" id="499" idx="2"/>
            <a:endCxn xmlns:a="http://schemas.openxmlformats.org/drawingml/2006/main" id="500" idx="0"/>
          </p:cNvCxnSpPr>
          <p:nvPr/>
        </p:nvCxnSpPr>
        <p:spPr>
          <a:xfrm xmlns:a="http://schemas.openxmlformats.org/drawingml/2006/main" flipH="1">
            <a:off x="35377670" y="15349018"/>
            <a:ext cx="201149" cy="2528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B6257A8-A980-453D-9C6B-3DFB1626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7622" y="156019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138D54D-3F3F-4AEE-86FD-2728DDF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6134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3" name=""/>
          <p:cNvCxnSpPr>
            <a:stCxn xmlns:a="http://schemas.openxmlformats.org/drawingml/2006/main" id="502" idx="2"/>
            <a:endCxn xmlns:a="http://schemas.openxmlformats.org/drawingml/2006/main" id="503" idx="0"/>
          </p:cNvCxnSpPr>
          <p:nvPr/>
        </p:nvCxnSpPr>
        <p:spPr>
          <a:xfrm xmlns:a="http://schemas.openxmlformats.org/drawingml/2006/main" flipH="1">
            <a:off x="35286182" y="15602007"/>
            <a:ext cx="91488" cy="11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DCC0E1F-2B1C-4913-9ABE-E9A4E3B0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3499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57CEB53-C48C-4F8E-B33C-7FAC69C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080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6" name=""/>
          <p:cNvCxnSpPr>
            <a:stCxn xmlns:a="http://schemas.openxmlformats.org/drawingml/2006/main" id="505" idx="2"/>
            <a:endCxn xmlns:a="http://schemas.openxmlformats.org/drawingml/2006/main" id="506" idx="0"/>
          </p:cNvCxnSpPr>
          <p:nvPr/>
        </p:nvCxnSpPr>
        <p:spPr>
          <a:xfrm xmlns:a="http://schemas.openxmlformats.org/drawingml/2006/main" flipH="1">
            <a:off x="36033128" y="21490471"/>
            <a:ext cx="240419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B9507C17-1071-497B-A53B-8A7DF5A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080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B242415D-76A0-4068-AFCD-874EF8B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7362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9" name="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 flipH="1">
            <a:off x="35757410" y="21736838"/>
            <a:ext cx="275718" cy="2824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5BA4B87-36D1-4612-82EB-B698C5E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7362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9AB0AA0-E1EF-4B40-B16E-0A342FA5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8588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2" name=""/>
          <p:cNvCxnSpPr>
            <a:stCxn xmlns:a="http://schemas.openxmlformats.org/drawingml/2006/main" id="51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 flipH="1">
            <a:off x="35508636" y="22019429"/>
            <a:ext cx="248774" cy="2546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CBC74BC-9DC5-4A3E-81CD-AD80B21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8588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2D45AB11-86C6-4FE0-8301-385C9427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3105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5" name=""/>
          <p:cNvCxnSpPr>
            <a:stCxn xmlns:a="http://schemas.openxmlformats.org/drawingml/2006/main" id="514" idx="2"/>
            <a:endCxn xmlns:a="http://schemas.openxmlformats.org/drawingml/2006/main" id="515" idx="0"/>
          </p:cNvCxnSpPr>
          <p:nvPr/>
        </p:nvCxnSpPr>
        <p:spPr>
          <a:xfrm xmlns:a="http://schemas.openxmlformats.org/drawingml/2006/main" flipH="1">
            <a:off x="35403153" y="22274171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4DEDCF8D-90A5-4653-90D3-B6442148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0551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1FC9B71-308B-49CF-8A5F-CE76375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969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8" name=""/>
          <p:cNvCxnSpPr>
            <a:stCxn xmlns:a="http://schemas.openxmlformats.org/drawingml/2006/main" id="517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>
            <a:off x="37540599" y="21490471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B8FD86CB-9C16-4E00-8763-8B7FD64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969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CFB9590-1E97-489A-8D4A-2A4C9BBC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6687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1" name=""/>
          <p:cNvCxnSpPr>
            <a:stCxn xmlns:a="http://schemas.openxmlformats.org/drawingml/2006/main" id="520" idx="2"/>
            <a:endCxn xmlns:a="http://schemas.openxmlformats.org/drawingml/2006/main" id="521" idx="0"/>
          </p:cNvCxnSpPr>
          <p:nvPr/>
        </p:nvCxnSpPr>
        <p:spPr>
          <a:xfrm xmlns:a="http://schemas.openxmlformats.org/drawingml/2006/main">
            <a:off x="37781017" y="21736838"/>
            <a:ext cx="275718" cy="2824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5F4EB73-3324-4D9B-BC0F-A0220E78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6687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FEF5086-0AB8-4119-9D5E-4B573BA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5461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4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>
            <a:off x="38056735" y="22019429"/>
            <a:ext cx="248774" cy="2546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9216382E-875C-42E5-B952-F0B4498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5461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24311319-294C-46BB-9B3E-1F61562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0944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7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>
            <a:off x="38305509" y="22274171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A11C0772-6FF4-4D3D-AE86-5B96206C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051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A2CF0005-E649-4619-9FE8-1E80DC72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633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0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 flipH="1">
            <a:off x="38163681" y="19268688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81E48BA-D5BA-4F3B-8EAD-6FE0AEB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633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20D50AAE-FBFB-4D9E-8A03-0DCE0DD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7914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3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 flipH="1">
            <a:off x="37887962" y="19515055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93E58C7-710F-4129-B85F-1BEC709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7914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DAC0A96-6C5F-466B-AD78-8A3A9725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141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6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 flipH="1">
            <a:off x="37639189" y="19797647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A6F2C96-79FE-4E5F-A76F-7220E4D8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141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D2ABFFC-A57D-4100-BC63-37F12E2C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3658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9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 flipH="1">
            <a:off x="37533706" y="20052388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214706C-3E27-47DD-8432-08F64A89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103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B002F1D-F89E-48E1-98BC-CFD2E86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521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2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>
            <a:off x="39671150" y="19268688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CC3F219-2E0A-478C-803C-80735B4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521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8F44078-CB53-4B30-A4A8-821AD14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240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5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>
            <a:off x="39911569" y="19515055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BA3FD86-1243-4478-82D6-F54F1B3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240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AF39863-904F-4083-880C-75C0144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013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8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>
            <a:off x="40187288" y="19797647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DE98E02-D11F-44B4-AE29-5EBA3A3A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013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3C8BD0E-5F8E-46A3-9CE9-8140D670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1496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1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>
            <a:off x="40436061" y="20052388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FD12AAD-EE33-4272-81A4-4D6F560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CB1C3E3-2ECE-494F-8FC4-643A66F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4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>
            <a:off x="39037624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D214E57-0CBE-434C-9CCA-2DA9B87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69644A9-440E-4555-BB5E-46F7FBBE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7" name=""/>
          <p:cNvCxnSpPr>
            <a:stCxn xmlns:a="http://schemas.openxmlformats.org/drawingml/2006/main" id="556" idx="2"/>
            <a:endCxn xmlns:a="http://schemas.openxmlformats.org/drawingml/2006/main" id="557" idx="0"/>
          </p:cNvCxnSpPr>
          <p:nvPr/>
        </p:nvCxnSpPr>
        <p:spPr>
          <a:xfrm xmlns:a="http://schemas.openxmlformats.org/drawingml/2006/main">
            <a:off x="39037624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82A432C-A031-44F4-8F7B-CA13D19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9BA08C2-7856-4814-AF74-E593D4C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0" name=""/>
          <p:cNvCxnSpPr>
            <a:stCxn xmlns:a="http://schemas.openxmlformats.org/drawingml/2006/main" id="559" idx="2"/>
            <a:endCxn xmlns:a="http://schemas.openxmlformats.org/drawingml/2006/main" id="560" idx="0"/>
          </p:cNvCxnSpPr>
          <p:nvPr/>
        </p:nvCxnSpPr>
        <p:spPr>
          <a:xfrm xmlns:a="http://schemas.openxmlformats.org/drawingml/2006/main">
            <a:off x="39037624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B965F81-686F-4106-8A62-6481556C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E362D07-5AB5-4833-87E2-F0661505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3" name=""/>
          <p:cNvCxnSpPr>
            <a:stCxn xmlns:a="http://schemas.openxmlformats.org/drawingml/2006/main" id="562" idx="2"/>
            <a:endCxn xmlns:a="http://schemas.openxmlformats.org/drawingml/2006/main" id="563" idx="0"/>
          </p:cNvCxnSpPr>
          <p:nvPr/>
        </p:nvCxnSpPr>
        <p:spPr>
          <a:xfrm xmlns:a="http://schemas.openxmlformats.org/drawingml/2006/main">
            <a:off x="39037624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1BD783D-67B3-4C38-9664-CDE521C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4420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E644B16-2975-4B86-B111-E180EE5C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677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6" name=""/>
          <p:cNvCxnSpPr>
            <a:stCxn xmlns:a="http://schemas.openxmlformats.org/drawingml/2006/main" id="565" idx="3"/>
            <a:endCxn xmlns:a="http://schemas.openxmlformats.org/drawingml/2006/main" id="566" idx="1"/>
          </p:cNvCxnSpPr>
          <p:nvPr/>
        </p:nvCxnSpPr>
        <p:spPr>
          <a:xfrm xmlns:a="http://schemas.openxmlformats.org/drawingml/2006/main">
            <a:off x="40304515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243B29D-2804-477B-8B8F-45FAFD79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677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E28EE08-0453-47A6-BED5-25588EB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989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9" name=""/>
          <p:cNvCxnSpPr>
            <a:stCxn xmlns:a="http://schemas.openxmlformats.org/drawingml/2006/main" id="568" idx="3"/>
            <a:endCxn xmlns:a="http://schemas.openxmlformats.org/drawingml/2006/main" id="569" idx="1"/>
          </p:cNvCxnSpPr>
          <p:nvPr/>
        </p:nvCxnSpPr>
        <p:spPr>
          <a:xfrm xmlns:a="http://schemas.openxmlformats.org/drawingml/2006/main">
            <a:off x="40806866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E11D355-1B92-46D6-90C7-D170F92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989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DFD451C-62F0-4AEF-A2E4-F63E3F0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5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2" name=""/>
          <p:cNvCxnSpPr>
            <a:stCxn xmlns:a="http://schemas.openxmlformats.org/drawingml/2006/main" id="571" idx="3"/>
            <a:endCxn xmlns:a="http://schemas.openxmlformats.org/drawingml/2006/main" id="572" idx="1"/>
          </p:cNvCxnSpPr>
          <p:nvPr/>
        </p:nvCxnSpPr>
        <p:spPr>
          <a:xfrm xmlns:a="http://schemas.openxmlformats.org/drawingml/2006/main">
            <a:off x="41386084" y="17600941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4F2CE6D-6AE8-4D61-B9F2-9C49C571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5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A60A822-31DB-498E-8262-4B46D39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61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5" name=""/>
          <p:cNvCxnSpPr>
            <a:stCxn xmlns:a="http://schemas.openxmlformats.org/drawingml/2006/main" id="574" idx="3"/>
            <a:endCxn xmlns:a="http://schemas.openxmlformats.org/drawingml/2006/main" id="575" idx="1"/>
          </p:cNvCxnSpPr>
          <p:nvPr/>
        </p:nvCxnSpPr>
        <p:spPr>
          <a:xfrm xmlns:a="http://schemas.openxmlformats.org/drawingml/2006/main">
            <a:off x="41900550" y="17864447"/>
            <a:ext cx="136511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246A153-1A45-436A-A914-C29F5BB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699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22CEB6E-47F7-4F33-99AA-9B0FA045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830" y="15075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8" name=""/>
          <p:cNvCxnSpPr>
            <a:stCxn xmlns:a="http://schemas.openxmlformats.org/drawingml/2006/main" id="577" idx="3"/>
            <a:endCxn xmlns:a="http://schemas.openxmlformats.org/drawingml/2006/main" id="578" idx="1"/>
          </p:cNvCxnSpPr>
          <p:nvPr/>
        </p:nvCxnSpPr>
        <p:spPr>
          <a:xfrm xmlns:a="http://schemas.openxmlformats.org/drawingml/2006/main">
            <a:off x="37261794" y="14825076"/>
            <a:ext cx="290036" cy="250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41D441A9-B3A7-453C-9557-9E4CE2B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830" y="15075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CBC47D9-D0C6-4B02-96E3-F2FF5B1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17" y="1536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1" name=""/>
          <p:cNvCxnSpPr>
            <a:stCxn xmlns:a="http://schemas.openxmlformats.org/drawingml/2006/main" id="580" idx="3"/>
            <a:endCxn xmlns:a="http://schemas.openxmlformats.org/drawingml/2006/main" id="581" idx="1"/>
          </p:cNvCxnSpPr>
          <p:nvPr/>
        </p:nvCxnSpPr>
        <p:spPr>
          <a:xfrm xmlns:a="http://schemas.openxmlformats.org/drawingml/2006/main">
            <a:off x="37551925" y="15075922"/>
            <a:ext cx="333692" cy="2882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4B1BFDFD-6BA7-4203-8781-7081D2A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17" y="1536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4214CBE4-0AFF-47F9-97B5-F76CB77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4729" y="15622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4" name=""/>
          <p:cNvCxnSpPr>
            <a:stCxn xmlns:a="http://schemas.openxmlformats.org/drawingml/2006/main" id="583" idx="3"/>
            <a:endCxn xmlns:a="http://schemas.openxmlformats.org/drawingml/2006/main" id="584" idx="1"/>
          </p:cNvCxnSpPr>
          <p:nvPr/>
        </p:nvCxnSpPr>
        <p:spPr>
          <a:xfrm xmlns:a="http://schemas.openxmlformats.org/drawingml/2006/main">
            <a:off x="37885712" y="15364162"/>
            <a:ext cx="299017" cy="258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68819BB-B461-40B4-B477-14E0CE5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4729" y="15622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E44E46C-558F-467E-B327-5947DB0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3972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7" name=""/>
          <p:cNvCxnSpPr>
            <a:stCxn xmlns:a="http://schemas.openxmlformats.org/drawingml/2006/main" id="586" idx="3"/>
            <a:endCxn xmlns:a="http://schemas.openxmlformats.org/drawingml/2006/main" id="587" idx="1"/>
          </p:cNvCxnSpPr>
          <p:nvPr/>
        </p:nvCxnSpPr>
        <p:spPr>
          <a:xfrm xmlns:a="http://schemas.openxmlformats.org/drawingml/2006/main">
            <a:off x="38184824" y="15622409"/>
            <a:ext cx="109148" cy="93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5A10B98E-3264-40B5-B601-CCA8647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1BECC5C9-7A48-4788-86D8-A0B71EE4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0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>
            <a:off x="36510205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039C5C8D-7BFC-47DE-825D-9351A7DB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137DC5BE-FC29-4C1A-A162-8F70043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3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>
            <a:off x="36510205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AE6DA51C-C03B-49C6-99FD-9B1544B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F1AB91A0-E7AF-40DC-9F7D-AA38CEF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6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>
            <a:off x="36510205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59EFD436-0114-41D7-8A8E-18BDB5C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FC66CFAE-C242-4A5D-A6F9-2923663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9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>
            <a:off x="36510205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D829E7B4-5AED-4F34-95AE-E0DE96BC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1438" y="125999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EA8D15E6-36E0-409D-A801-9891015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51" y="130227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2" name=""/>
          <p:cNvCxnSpPr>
            <a:stCxn xmlns:a="http://schemas.openxmlformats.org/drawingml/2006/main" id="601" idx="3"/>
            <a:endCxn xmlns:a="http://schemas.openxmlformats.org/drawingml/2006/main" id="602" idx="1"/>
          </p:cNvCxnSpPr>
          <p:nvPr/>
        </p:nvCxnSpPr>
        <p:spPr>
          <a:xfrm xmlns:a="http://schemas.openxmlformats.org/drawingml/2006/main">
            <a:off x="37401533" y="12599983"/>
            <a:ext cx="583718" cy="422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41DCC548-34B5-4FF6-A286-9D11215E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51" y="130227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18E0C409-446F-4937-9BF0-644C48E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0709" y="1349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5" name=""/>
          <p:cNvCxnSpPr>
            <a:stCxn xmlns:a="http://schemas.openxmlformats.org/drawingml/2006/main" id="604" idx="3"/>
            <a:endCxn xmlns:a="http://schemas.openxmlformats.org/drawingml/2006/main" id="605" idx="1"/>
          </p:cNvCxnSpPr>
          <p:nvPr/>
        </p:nvCxnSpPr>
        <p:spPr>
          <a:xfrm xmlns:a="http://schemas.openxmlformats.org/drawingml/2006/main">
            <a:off x="37985346" y="13022799"/>
            <a:ext cx="655363" cy="474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7D364390-B613-4F63-8B92-102E544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0709" y="1349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C5D7A948-782F-407E-B7A6-BEA356C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0318" y="14719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8" name=""/>
          <p:cNvCxnSpPr>
            <a:stCxn xmlns:a="http://schemas.openxmlformats.org/drawingml/2006/main" id="607" idx="2"/>
            <a:endCxn xmlns:a="http://schemas.openxmlformats.org/drawingml/2006/main" id="608" idx="0"/>
          </p:cNvCxnSpPr>
          <p:nvPr/>
        </p:nvCxnSpPr>
        <p:spPr>
          <a:xfrm xmlns:a="http://schemas.openxmlformats.org/drawingml/2006/main">
            <a:off x="38640757" y="13497662"/>
            <a:ext cx="169609" cy="1222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0B8372E-4B9D-4B19-973C-8FD0B25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0318" y="14719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E3739FC-A2DC-4AEE-80D0-2DCD92EE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707" y="155666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1" name=""/>
          <p:cNvCxnSpPr>
            <a:stCxn xmlns:a="http://schemas.openxmlformats.org/drawingml/2006/main" id="610" idx="2"/>
            <a:endCxn xmlns:a="http://schemas.openxmlformats.org/drawingml/2006/main" id="611" idx="0"/>
          </p:cNvCxnSpPr>
          <p:nvPr/>
        </p:nvCxnSpPr>
        <p:spPr>
          <a:xfrm xmlns:a="http://schemas.openxmlformats.org/drawingml/2006/main">
            <a:off x="38810366" y="14719955"/>
            <a:ext cx="117389" cy="8467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6BF2C2CE-10BF-4376-9EFB-0EF0DE1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707" y="155666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1B1487E6-CF74-47B4-B05A-CA4C90EE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7760" y="15709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4" name=""/>
          <p:cNvCxnSpPr>
            <a:stCxn xmlns:a="http://schemas.openxmlformats.org/drawingml/2006/main" id="613" idx="2"/>
            <a:endCxn xmlns:a="http://schemas.openxmlformats.org/drawingml/2006/main" id="614" idx="0"/>
          </p:cNvCxnSpPr>
          <p:nvPr/>
        </p:nvCxnSpPr>
        <p:spPr>
          <a:xfrm xmlns:a="http://schemas.openxmlformats.org/drawingml/2006/main">
            <a:off x="38927755" y="15566756"/>
            <a:ext cx="20053" cy="142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6AEAE2FA-5753-4EE9-9409-28D29EAE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79BFC4AB-D586-4F97-8159-2FAE83C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7" name=""/>
          <p:cNvCxnSpPr>
            <a:stCxn xmlns:a="http://schemas.openxmlformats.org/drawingml/2006/main" id="616" idx="2"/>
            <a:endCxn xmlns:a="http://schemas.openxmlformats.org/drawingml/2006/main" id="617" idx="0"/>
          </p:cNvCxnSpPr>
          <p:nvPr/>
        </p:nvCxnSpPr>
        <p:spPr>
          <a:xfrm xmlns:a="http://schemas.openxmlformats.org/drawingml/2006/main">
            <a:off x="36510205" y="10381558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CC8E2923-5143-4E3B-8F6A-0DA6F34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665E8271-20AC-41C5-81B2-90DF564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0" name=""/>
          <p:cNvCxnSpPr>
            <a:stCxn xmlns:a="http://schemas.openxmlformats.org/drawingml/2006/main" id="619" idx="2"/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36510205" y="10617019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051FCE8F-0A18-44A1-8439-DD44DFE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105C6EE0-F1A2-4879-8E94-3A4F50A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3" name=""/>
          <p:cNvCxnSpPr>
            <a:stCxn xmlns:a="http://schemas.openxmlformats.org/drawingml/2006/main" id="622" idx="2"/>
            <a:endCxn xmlns:a="http://schemas.openxmlformats.org/drawingml/2006/main" id="623" idx="0"/>
          </p:cNvCxnSpPr>
          <p:nvPr/>
        </p:nvCxnSpPr>
        <p:spPr>
          <a:xfrm xmlns:a="http://schemas.openxmlformats.org/drawingml/2006/main">
            <a:off x="36510205" y="10885393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EC860AA3-773E-48C3-B128-E7C32FF2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B67D2EEB-010B-4DA3-93FB-E4B5CD5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6" name=""/>
          <p:cNvCxnSpPr>
            <a:stCxn xmlns:a="http://schemas.openxmlformats.org/drawingml/2006/main" id="625" idx="2"/>
            <a:endCxn xmlns:a="http://schemas.openxmlformats.org/drawingml/2006/main" id="626" idx="0"/>
          </p:cNvCxnSpPr>
          <p:nvPr/>
        </p:nvCxnSpPr>
        <p:spPr>
          <a:xfrm xmlns:a="http://schemas.openxmlformats.org/drawingml/2006/main">
            <a:off x="36510205" y="11130981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DC28BF12-DCE3-43C6-8599-289C1EC4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700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671E956-0473-45B5-977A-3A13089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9351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9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37777095" y="10381511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A8995DF-A432-4E5D-99DA-267AA30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9351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555E2A11-5A28-4860-BD62-C08D745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569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2" name=""/>
          <p:cNvCxnSpPr>
            <a:stCxn xmlns:a="http://schemas.openxmlformats.org/drawingml/2006/main" id="631" idx="3"/>
            <a:endCxn xmlns:a="http://schemas.openxmlformats.org/drawingml/2006/main" id="632" idx="1"/>
          </p:cNvCxnSpPr>
          <p:nvPr/>
        </p:nvCxnSpPr>
        <p:spPr>
          <a:xfrm xmlns:a="http://schemas.openxmlformats.org/drawingml/2006/main">
            <a:off x="38279446" y="10638784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F7B13CD8-A13F-4A0E-AB77-10B13CF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569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FE175D31-9B99-438F-A46D-A21FC419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303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5" name=""/>
          <p:cNvCxnSpPr>
            <a:stCxn xmlns:a="http://schemas.openxmlformats.org/drawingml/2006/main" id="634" idx="3"/>
            <a:endCxn xmlns:a="http://schemas.openxmlformats.org/drawingml/2006/main" id="635" idx="1"/>
          </p:cNvCxnSpPr>
          <p:nvPr/>
        </p:nvCxnSpPr>
        <p:spPr>
          <a:xfrm xmlns:a="http://schemas.openxmlformats.org/drawingml/2006/main">
            <a:off x="38858664" y="10935593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086EF25E-EE80-440E-B8E8-CEAD98AB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303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12CF35EA-CE8C-489C-B30E-8B0473D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641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8" name=""/>
          <p:cNvCxnSpPr>
            <a:stCxn xmlns:a="http://schemas.openxmlformats.org/drawingml/2006/main" id="637" idx="3"/>
            <a:endCxn xmlns:a="http://schemas.openxmlformats.org/drawingml/2006/main" id="638" idx="1"/>
          </p:cNvCxnSpPr>
          <p:nvPr/>
        </p:nvCxnSpPr>
        <p:spPr>
          <a:xfrm xmlns:a="http://schemas.openxmlformats.org/drawingml/2006/main">
            <a:off x="39373130" y="11199099"/>
            <a:ext cx="136511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FDAD5457-2AAF-4D3E-87A4-C1A27E9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8712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AFBCE633-246E-4AE8-9DC9-EF2CFBA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619" y="8424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1" name=""/>
          <p:cNvCxnSpPr>
            <a:stCxn xmlns:a="http://schemas.openxmlformats.org/drawingml/2006/main" id="640" idx="3"/>
            <a:endCxn xmlns:a="http://schemas.openxmlformats.org/drawingml/2006/main" id="641" idx="1"/>
          </p:cNvCxnSpPr>
          <p:nvPr/>
        </p:nvCxnSpPr>
        <p:spPr>
          <a:xfrm xmlns:a="http://schemas.openxmlformats.org/drawingml/2006/main">
            <a:off x="31798807" y="8159728"/>
            <a:ext cx="811812" cy="2644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F13777B8-D2F4-4E1F-8363-18E246D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619" y="8424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4F30A637-5F7E-440E-8C40-0958C31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569" y="87301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4" name=""/>
          <p:cNvCxnSpPr>
            <a:stCxn xmlns:a="http://schemas.openxmlformats.org/drawingml/2006/main" id="643" idx="3"/>
            <a:endCxn xmlns:a="http://schemas.openxmlformats.org/drawingml/2006/main" id="644" idx="1"/>
          </p:cNvCxnSpPr>
          <p:nvPr/>
        </p:nvCxnSpPr>
        <p:spPr>
          <a:xfrm xmlns:a="http://schemas.openxmlformats.org/drawingml/2006/main">
            <a:off x="32610714" y="8424208"/>
            <a:ext cx="939855" cy="3059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FE2CDC53-B0EF-457F-B13E-509196F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569" y="87301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635CA7D5-F8C6-46BC-A5D9-8CC5CDE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471" y="899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7" name=""/>
          <p:cNvCxnSpPr>
            <a:stCxn xmlns:a="http://schemas.openxmlformats.org/drawingml/2006/main" id="646" idx="3"/>
            <a:endCxn xmlns:a="http://schemas.openxmlformats.org/drawingml/2006/main" id="647" idx="1"/>
          </p:cNvCxnSpPr>
          <p:nvPr/>
        </p:nvCxnSpPr>
        <p:spPr>
          <a:xfrm xmlns:a="http://schemas.openxmlformats.org/drawingml/2006/main">
            <a:off x="33550664" y="8730170"/>
            <a:ext cx="825807" cy="2687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EDDF5728-347F-43D4-B56D-F5EABF7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471" y="899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EDF5B927-DF0D-4772-8680-A02BD44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90452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0" name=""/>
          <p:cNvCxnSpPr>
            <a:stCxn xmlns:a="http://schemas.openxmlformats.org/drawingml/2006/main" id="649" idx="3"/>
            <a:endCxn xmlns:a="http://schemas.openxmlformats.org/drawingml/2006/main" id="650" idx="1"/>
          </p:cNvCxnSpPr>
          <p:nvPr/>
        </p:nvCxnSpPr>
        <p:spPr>
          <a:xfrm xmlns:a="http://schemas.openxmlformats.org/drawingml/2006/main">
            <a:off x="34376566" y="8998934"/>
            <a:ext cx="140898" cy="46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E8D26A77-632A-4972-83FC-7E7E810E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0921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2874CDC4-CA47-42E7-9E84-471F864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3272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3" name=""/>
          <p:cNvCxnSpPr>
            <a:stCxn xmlns:a="http://schemas.openxmlformats.org/drawingml/2006/main" id="652" idx="3"/>
            <a:endCxn xmlns:a="http://schemas.openxmlformats.org/drawingml/2006/main" id="653" idx="1"/>
          </p:cNvCxnSpPr>
          <p:nvPr/>
        </p:nvCxnSpPr>
        <p:spPr>
          <a:xfrm xmlns:a="http://schemas.openxmlformats.org/drawingml/2006/main">
            <a:off x="26811016" y="5937946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08AA1F41-17A2-4BCD-96F3-A73B61B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3272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F265F25D-EB31-4714-82C1-AD1DC57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490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6" name=""/>
          <p:cNvCxnSpPr>
            <a:stCxn xmlns:a="http://schemas.openxmlformats.org/drawingml/2006/main" id="655" idx="3"/>
            <a:endCxn xmlns:a="http://schemas.openxmlformats.org/drawingml/2006/main" id="656" idx="1"/>
          </p:cNvCxnSpPr>
          <p:nvPr/>
        </p:nvCxnSpPr>
        <p:spPr>
          <a:xfrm xmlns:a="http://schemas.openxmlformats.org/drawingml/2006/main">
            <a:off x="27313367" y="6195219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A8BCADB1-C21D-4A2A-A3FB-95A202D1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490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1D948641-2D68-4AE4-8781-BC402E5E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956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9" name=""/>
          <p:cNvCxnSpPr>
            <a:stCxn xmlns:a="http://schemas.openxmlformats.org/drawingml/2006/main" id="658" idx="3"/>
            <a:endCxn xmlns:a="http://schemas.openxmlformats.org/drawingml/2006/main" id="659" idx="1"/>
          </p:cNvCxnSpPr>
          <p:nvPr/>
        </p:nvCxnSpPr>
        <p:spPr>
          <a:xfrm xmlns:a="http://schemas.openxmlformats.org/drawingml/2006/main">
            <a:off x="27892585" y="6492028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68CC0B47-2E62-4348-A809-844BC4DC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956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D640C989-5727-4E1A-8758-DB84D17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562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2" name=""/>
          <p:cNvCxnSpPr>
            <a:stCxn xmlns:a="http://schemas.openxmlformats.org/drawingml/2006/main" id="661" idx="3"/>
            <a:endCxn xmlns:a="http://schemas.openxmlformats.org/drawingml/2006/main" id="662" idx="1"/>
          </p:cNvCxnSpPr>
          <p:nvPr/>
        </p:nvCxnSpPr>
        <p:spPr>
          <a:xfrm xmlns:a="http://schemas.openxmlformats.org/drawingml/2006/main">
            <a:off x="28407051" y="6755534"/>
            <a:ext cx="136511" cy="689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C8AD7E3C-FEF2-47C8-B832-5ED0260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0113" y="5770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65BED3CC-4B88-42DE-BF78-1018DA7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8367" y="616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5" name=""/>
          <p:cNvCxnSpPr>
            <a:stCxn xmlns:a="http://schemas.openxmlformats.org/drawingml/2006/main" id="664" idx="3"/>
            <a:endCxn xmlns:a="http://schemas.openxmlformats.org/drawingml/2006/main" id="665" idx="1"/>
          </p:cNvCxnSpPr>
          <p:nvPr/>
        </p:nvCxnSpPr>
        <p:spPr>
          <a:xfrm xmlns:a="http://schemas.openxmlformats.org/drawingml/2006/main">
            <a:off x="27540208" y="5771039"/>
            <a:ext cx="1648159" cy="3978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D878BB50-411E-4557-88C3-D68EEB98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8367" y="616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9AA6C57-2AE7-4FB8-B388-E5D2C1A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794" y="66871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8" name=""/>
          <p:cNvCxnSpPr>
            <a:stCxn xmlns:a="http://schemas.openxmlformats.org/drawingml/2006/main" id="667" idx="3"/>
            <a:endCxn xmlns:a="http://schemas.openxmlformats.org/drawingml/2006/main" id="668" idx="1"/>
          </p:cNvCxnSpPr>
          <p:nvPr/>
        </p:nvCxnSpPr>
        <p:spPr>
          <a:xfrm xmlns:a="http://schemas.openxmlformats.org/drawingml/2006/main">
            <a:off x="29188462" y="6168927"/>
            <a:ext cx="2146332" cy="518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75965D02-4341-4806-8252-B19E65B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794" y="66871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D1313642-A741-436D-89F6-F7B8DD2B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0905" y="683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1" name=""/>
          <p:cNvCxnSpPr>
            <a:stCxn xmlns:a="http://schemas.openxmlformats.org/drawingml/2006/main" id="670" idx="3"/>
            <a:endCxn xmlns:a="http://schemas.openxmlformats.org/drawingml/2006/main" id="671" idx="1"/>
          </p:cNvCxnSpPr>
          <p:nvPr/>
        </p:nvCxnSpPr>
        <p:spPr>
          <a:xfrm xmlns:a="http://schemas.openxmlformats.org/drawingml/2006/main">
            <a:off x="31334889" y="6687173"/>
            <a:ext cx="586016" cy="1468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96FA3F34-96F0-4367-8A20-0A095CB5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0905" y="683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B99DCD6B-EFAA-4AA0-B7D3-942DDAF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9417" y="68731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4" name=""/>
          <p:cNvCxnSpPr>
            <a:stCxn xmlns:a="http://schemas.openxmlformats.org/drawingml/2006/main" id="673" idx="3"/>
            <a:endCxn xmlns:a="http://schemas.openxmlformats.org/drawingml/2006/main" id="674" idx="1"/>
          </p:cNvCxnSpPr>
          <p:nvPr/>
        </p:nvCxnSpPr>
        <p:spPr>
          <a:xfrm xmlns:a="http://schemas.openxmlformats.org/drawingml/2006/main">
            <a:off x="31921000" y="6834021"/>
            <a:ext cx="148417" cy="391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AA2DA422-4173-4015-A518-26B3B49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485" y="3547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6C41161D-28D8-4BE1-832A-78281C45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464" y="3898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7" name=""/>
          <p:cNvCxnSpPr>
            <a:stCxn xmlns:a="http://schemas.openxmlformats.org/drawingml/2006/main" id="676" idx="3"/>
            <a:endCxn xmlns:a="http://schemas.openxmlformats.org/drawingml/2006/main" id="677" idx="1"/>
          </p:cNvCxnSpPr>
          <p:nvPr/>
        </p:nvCxnSpPr>
        <p:spPr>
          <a:xfrm xmlns:a="http://schemas.openxmlformats.org/drawingml/2006/main">
            <a:off x="18457580" y="3547699"/>
            <a:ext cx="1462884" cy="3513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B92FB88F-3327-41E6-BA5E-C0E5365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464" y="3898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0DD727B2-5BFA-4F2E-8784-A981D024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296" y="43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0" name=""/>
          <p:cNvCxnSpPr>
            <a:stCxn xmlns:a="http://schemas.openxmlformats.org/drawingml/2006/main" id="679" idx="3"/>
            <a:endCxn xmlns:a="http://schemas.openxmlformats.org/drawingml/2006/main" id="680" idx="1"/>
          </p:cNvCxnSpPr>
          <p:nvPr/>
        </p:nvCxnSpPr>
        <p:spPr>
          <a:xfrm xmlns:a="http://schemas.openxmlformats.org/drawingml/2006/main">
            <a:off x="19920559" y="3899040"/>
            <a:ext cx="1981737" cy="476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E6078439-89C7-4226-B62B-6E7213B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296" y="43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4360A510-E970-498A-B4DE-79A20894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278" y="4734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3" name=""/>
          <p:cNvCxnSpPr>
            <a:stCxn xmlns:a="http://schemas.openxmlformats.org/drawingml/2006/main" id="682" idx="3"/>
            <a:endCxn xmlns:a="http://schemas.openxmlformats.org/drawingml/2006/main" id="683" idx="1"/>
          </p:cNvCxnSpPr>
          <p:nvPr/>
        </p:nvCxnSpPr>
        <p:spPr>
          <a:xfrm xmlns:a="http://schemas.openxmlformats.org/drawingml/2006/main">
            <a:off x="21902391" y="4375219"/>
            <a:ext cx="1495887" cy="3593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B940AA34-31C7-4E6B-8BCE-6DE7A60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278" y="4734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0A04E094-0BBB-45C4-9B7E-937BFB31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0941" y="47697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6" name=""/>
          <p:cNvCxnSpPr>
            <a:stCxn xmlns:a="http://schemas.openxmlformats.org/drawingml/2006/main" id="685" idx="3"/>
            <a:endCxn xmlns:a="http://schemas.openxmlformats.org/drawingml/2006/main" id="686" idx="1"/>
          </p:cNvCxnSpPr>
          <p:nvPr/>
        </p:nvCxnSpPr>
        <p:spPr>
          <a:xfrm xmlns:a="http://schemas.openxmlformats.org/drawingml/2006/main">
            <a:off x="23398373" y="4734545"/>
            <a:ext cx="142568" cy="352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247D2004-89E5-400E-B53E-834A753B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751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3606A069-13EE-4249-AC78-E60CB79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907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9" name=""/>
          <p:cNvCxnSpPr>
            <a:stCxn xmlns:a="http://schemas.openxmlformats.org/drawingml/2006/main" id="688" idx="2"/>
            <a:endCxn xmlns:a="http://schemas.openxmlformats.org/drawingml/2006/main" id="689" idx="0"/>
          </p:cNvCxnSpPr>
          <p:nvPr/>
        </p:nvCxnSpPr>
        <p:spPr>
          <a:xfrm xmlns:a="http://schemas.openxmlformats.org/drawingml/2006/main">
            <a:off x="16457947" y="1751701"/>
            <a:ext cx="0" cy="1553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CE67315E-08DC-4C7F-AE5B-D6DC812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907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3DC98A94-F537-48F7-8A06-42CA565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0747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2" name=""/>
          <p:cNvCxnSpPr>
            <a:stCxn xmlns:a="http://schemas.openxmlformats.org/drawingml/2006/main" id="691" idx="2"/>
            <a:endCxn xmlns:a="http://schemas.openxmlformats.org/drawingml/2006/main" id="692" idx="0"/>
          </p:cNvCxnSpPr>
          <p:nvPr/>
        </p:nvCxnSpPr>
        <p:spPr>
          <a:xfrm xmlns:a="http://schemas.openxmlformats.org/drawingml/2006/main">
            <a:off x="16457947" y="1907117"/>
            <a:ext cx="0" cy="167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8D7FA798-9447-4F45-ACC4-FE2C5D0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0747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48278BBE-DF3F-4AF8-AAC1-81A1DEF0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2357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5" name=""/>
          <p:cNvCxnSpPr>
            <a:stCxn xmlns:a="http://schemas.openxmlformats.org/drawingml/2006/main" id="694" idx="2"/>
            <a:endCxn xmlns:a="http://schemas.openxmlformats.org/drawingml/2006/main" id="695" idx="0"/>
          </p:cNvCxnSpPr>
          <p:nvPr/>
        </p:nvCxnSpPr>
        <p:spPr>
          <a:xfrm xmlns:a="http://schemas.openxmlformats.org/drawingml/2006/main">
            <a:off x="16457947" y="2074802"/>
            <a:ext cx="0" cy="160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3985E10F-9845-4054-8A6E-9EC5F2EC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2357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621EDEFF-1E89-4D5F-940E-B586923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382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8" name=""/>
          <p:cNvCxnSpPr>
            <a:stCxn xmlns:a="http://schemas.openxmlformats.org/drawingml/2006/main" id="697" idx="2"/>
            <a:endCxn xmlns:a="http://schemas.openxmlformats.org/drawingml/2006/main" id="698" idx="0"/>
          </p:cNvCxnSpPr>
          <p:nvPr/>
        </p:nvCxnSpPr>
        <p:spPr>
          <a:xfrm xmlns:a="http://schemas.openxmlformats.org/drawingml/2006/main">
            <a:off x="16457947" y="2235866"/>
            <a:ext cx="0" cy="1461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FC856E38-9268-459E-8900-F4FFCAF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460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FE1DB6F9-D90F-4AC9-A424-C629380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460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57ED1D9E-F4AC-463C-B293-2A1F8848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972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9EF55BEF-5D39-453F-9324-9E667D0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972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DB524E71-EF80-4D14-AA22-BCB51F2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091" y="616615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95C4BC8C-0F97-4D29-8FB2-C3EFB024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091" y="616615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C0AF05A4-5AE9-4035-915B-7DB9DF66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394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CA904B9F-9F1A-4108-BD4A-A815A5B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394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96D93733-91B9-4BE5-A1CF-3CA6D561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6CC18E2F-CCF3-48AD-BE51-CBC1C87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8C028698-E58E-4331-865B-558DDFFD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3D116C3D-CC4F-4084-B04D-3FC7A54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488AC87C-482E-4A5E-B0F5-84AF08A4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108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DE23CF10-8E56-4EF8-9D90-28F8493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108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8601DECC-1C60-49C1-9625-ACFE1DCB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402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287C94E6-B87C-4879-9334-3B6901C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402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0F6C6D26-90A6-4FE4-A64C-08908CF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4915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C8C9B835-CDF8-478E-9836-13A9276F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4915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BB164F1A-A745-4C88-BD5F-91373F4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118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920ABB4E-B08A-4DD6-B23C-08051DC4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118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9B43D238-AFBD-418B-A5F4-671ACE5E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019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B4DC6152-8DF1-4C09-8592-E86656A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019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C86BBE46-E317-4882-AC84-819CC52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970" y="2616219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24D79E8E-1754-4B49-9099-3838D293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970" y="2616219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5BB962CF-65EE-45B6-A1EF-328B55F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9523" y="2616219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EA5C12CE-07E7-4086-8001-FC91976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9523" y="2616219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DA5B5E1F-FC24-4648-AB04-E86E8626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5686" y="2394041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6C9C5FA3-4656-448F-8E92-C8B5F4E2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5686" y="2394041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FD366D23-405F-444D-A3A8-5F52F994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653" y="2394041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9E85667A-EDCA-400D-80DC-CFE44E08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653" y="2394041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1FF3A6AC-C086-497A-8A84-1185BE1E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1611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033604B7-2F15-4207-9D65-474DA0AF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1611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4B7C17CF-736C-4B97-B4F1-C5BB6A1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177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BBE3FD10-B84B-419F-9DBA-B68BEF1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177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FA9F593A-5C5B-4311-A546-FB81D4F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84" y="17275065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58FE2ECB-9BD6-4A0D-B3D0-8911947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84" y="17275065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8EDC84E7-BF15-44BF-98A2-FEA8550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0572" y="17275065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93860EAB-9D85-44E6-A6DA-B38F522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0572" y="17275065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CDF4107A-96A1-4235-910A-7E32178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7106" y="17275065"/>
            <a:ext cx="62322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8F155617-013A-499D-9B25-4ED1333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7106" y="17275065"/>
            <a:ext cx="62322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5EEC1A5D-EA46-4925-8A8D-1E42041B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245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C3529D6B-052C-4304-9246-C5E5C2D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245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D696F528-3A93-46E1-AC57-7EE7A50F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D3EA61CD-A37D-44CC-91A1-C53729C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7E8F8C00-D289-4A6A-AE50-6FD1308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980C653F-7AB9-47F0-B8B2-97BE0DE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C1C7D84C-E54C-4252-A9C3-2F1B9BF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506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5A29DEEA-4283-4861-B0DA-9188852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506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F03A3F12-B059-46BA-A4DA-9DA363E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231" y="616615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06BB18A0-2B8B-4D1D-96F7-F35733AC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231" y="616615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3BF4B180-FA43-446C-A574-1EBBDB15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26" y="394398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2F028A98-AE03-4232-A89A-9570E42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26" y="394398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BC0AAA0E-626B-4C3E-8BEF-98AC398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5504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9085D776-6339-4E97-995A-0FA00AE9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5504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0C9AD32D-0030-4493-B8D7-F8CD2CC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670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0B84AA17-B1CE-4CE0-AFD8-C327E331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670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E9F81F9B-6C1E-4903-8756-61BD3AB8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392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9E1E6757-8BF3-4E6C-B8D6-1D31D2F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392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BA2047D8-52F7-429A-A8E5-7BE43EB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9033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0911B77E-704C-4D84-92C1-8D17E9A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9033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64D96358-22F2-45D0-95E8-0334F22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0258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4197FBBD-4F50-4D8B-9932-D6319E8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0258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23488508-5DA4-4CC1-846E-410FEDF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053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2DB94E4A-6C9E-4126-AD86-F36A089C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053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7D72A9E8-00D1-4942-ABB3-58B3CC7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183" y="6166153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2D2D6459-8BEE-4B96-987D-04236E10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183" y="6166153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D203B9D9-2E6D-42BE-9ACA-8AEE2F6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680" y="6166153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CB3371A6-824B-4426-B7B0-72CE119A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680" y="6166153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86A2F6CA-8CF3-494F-B558-391C07E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5731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368F9FA2-10FF-432A-A097-2BDDC2A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5731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AB1A9573-0746-4AED-80F8-4B60AB1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880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9FC87645-E306-47F6-BA21-1269ABF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880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046705FF-C53A-46C1-BA8B-E03DDCF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601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B37E6BE9-DBAB-4C3F-B099-BF25463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601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5493E700-C972-4A10-B0EB-11783D7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3881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EE498B3A-7AD3-4180-AE60-FB1A1EE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3881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E0ECA85F-F207-4AD9-A682-6F21853B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5732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7C0B7056-3D4A-4C51-A2B9-F7238656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5732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7F65B02D-5E04-454B-A403-FF9FF6C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00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1ECCB707-762C-4C1C-A32D-9DAF316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00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A9E78F32-9F6D-4E5C-9D32-E8C7478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021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29060207-5C83-4FF6-8F6F-2B76C848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021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81741589-3844-4737-AF13-D902E50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303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3F325E9A-A1E9-4275-A162-D9D9A72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303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7794ACAF-7A8E-485A-9C4E-DA3829D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9713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C3B79676-CA17-4A26-8566-D9E4C35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9713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348B3E4D-D3F4-4240-818F-83613D0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EE0E9CED-78B0-485D-B564-AA89873C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8C9DC445-B22A-4620-AE80-05DC6C2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7DD2363D-6A27-4E87-BCB7-95E7142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B5BE4172-7FF1-4526-ABF8-E6F37DA1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0818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6A3FD547-1A0B-4F0E-A136-59F7E2A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0818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EE83DF6B-232C-4686-8409-E7CCBE2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8126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5E252D1C-2D11-4492-B00E-488032B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8126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095C65DD-3077-4646-B2B0-FD16FEE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3509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6A2BFD63-6F37-40E8-B803-6CBFEF7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3509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35360A0E-31B0-4B7E-B3F5-EAA9B94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808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81C97F39-E941-442E-B46E-33FC49F9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808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8678EDC7-CA0E-42E9-858D-45AA2C2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F40ED918-5E8E-4168-9E23-0298789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2D91853B-CC05-4702-9F6B-7BA8080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893" y="13942391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3E883109-8787-4CE6-A524-5B293FF7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893" y="13942391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CECDD506-2CBC-4F25-91E1-DBAA7692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FFB5B5C9-7E6A-439B-A706-505ADC7D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6D5AD6E7-7362-40C4-A38F-D5597D86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089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04C758ED-DC28-4315-B89A-2DCDCA2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089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BE337C03-873E-42A0-9C13-113B0371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265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553E17EE-E845-4C23-83F8-546C237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265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CB20EB27-7828-4037-9280-9F1E20C4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753" y="6166153"/>
            <a:ext cx="1569738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7269B036-CEA0-4577-80FE-90BEBA96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753" y="6166153"/>
            <a:ext cx="1569738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CD35FEFF-B854-4228-9219-E1DEA65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434" y="6166153"/>
            <a:ext cx="62322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08DB85CB-395E-4031-ACE6-D4A3CAA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434" y="6166153"/>
            <a:ext cx="62322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6184DED4-A506-4102-8045-3B02B52B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4620" y="394398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4FF05164-AA01-4482-A199-C8788C68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4620" y="394398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0A26AA9E-CD23-4D8F-B8AC-FAEAC2E6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206" y="2389044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486415B9-7B44-4B98-9501-C6ABF94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060" y="2447471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808462D0-90DE-47CB-B769-7A11E1C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89" y="461121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3356D612-91F5-41CD-9D7F-BF54EE2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43" y="466964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每模块8卡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BC1FF0C1-085F-46D5-9445-06315C2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3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E5B79FAB-3EA9-413A-AE9C-7BCBBA2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58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2？</a:t>
            </a:r>
          </a:p>
        </p:txBody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6788AFDD-B7C6-45C9-BA94-C6440D38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C04F1C9F-BDAE-4BEF-BCDB-A77AF74C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79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24F35C54-55CF-42CC-82E8-2D3746D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3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93F77A1E-1F2A-42F7-AC06-44E7346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58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PipeLineMeshNHRNHR</a:t>
            </a:r>
          </a:p>
        </p:txBody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79870D1A-CDD0-4B3A-BB3C-026E3493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89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A4F78550-0FF5-46FC-B44C-32E7B6C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43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逻辑3层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B6CF84E2-316E-4894-902F-70B91D4B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C5297531-953E-48F5-B102-9D5A4F4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37F182A4-AFCD-4B37-B3FA-2B94328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C6F7D92F-5B57-4233-937B-4AA7B457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需退化为单级 NHR</a:t>
            </a:r>
          </a:p>
        </p:txBody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49B1D0EB-1D70-4918-8F73-57A8DB4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705A2242-D381-4CA0-8679-C4D45FB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71A8A995-2E26-45BB-9252-5B43BB5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2ABBF66E-F896-4BFF-8941-B3C9B35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代码中的退化标记</a:t>
            </a:r>
          </a:p>
        </p:txBody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2564DFD4-9B6F-4525-AA30-136DAE5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F531D0F4-7FE8-4E70-A6B3-F4D2785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667929E0-7AA8-43D3-8AFE-C91E82B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A5FA75E9-271C-4D2C-9D07-2EAFE563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21398A59-C2C8-4A12-8221-C246793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337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5CC83892-639E-4C01-B29E-E32D8B0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191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8B4DEE4E-3F7D-4793-AF3F-9F03BE6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442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FE830796-03B9-404C-A529-1533990B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296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E7B4AB99-48E8-4E65-9342-6B79ACC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337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024E196A-0F3D-44D6-B781-7E928F4E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191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≥ 3？</a:t>
            </a:r>
          </a:p>
        </p:txBody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53E8C71A-6361-4A99-AF0E-ED0B6F8A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672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06556189-7A95-430D-AD8E-D0E2E7A6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526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D9BE4558-61A1-4155-A4C3-5371108F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567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5DA3EF96-766E-4839-B862-20928C41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421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2701952F-C269-49E4-88F5-035E859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672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8872A376-1D95-4925-8ADF-4B170ED7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526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A97E91D7-E700-422D-8E60-9543BA7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777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825DE932-7F9B-42F5-BA31-850C7A9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631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≥ 1GiB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 P ≥ 1024？</a:t>
            </a:r>
          </a:p>
        </p:txBody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BC2E6222-D1E9-4856-B71E-BC9C1C3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777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877341DF-A946-448A-8C70-23FF3B8E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631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2BB640F5-9BB5-44B3-82BC-BC3E83D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3882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4CE4F97F-9F7A-4920-9CA1-6AE00D7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736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1MiB？</a:t>
            </a:r>
          </a:p>
        </p:txBody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F9D4F374-0140-4928-8B42-F39D64E0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380" y="2460648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8F005919-55BE-4FD9-AE7E-5FC3740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234" y="2466490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4GiB？</a:t>
            </a:r>
          </a:p>
        </p:txBody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EDBA0E43-3F18-4B89-8D0F-41120083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827" y="2682826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54888F74-82FF-4759-9811-6929EE40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9681" y="2688669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EFD4E596-9454-4700-84FE-5049432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932" y="2682826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BA1A8396-41E2-4C8F-A0E2-E7D9B94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786" y="2688669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0FB467D8-C8B3-4F31-95BD-25B5FFF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4485" y="2460648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94319165-AE54-479D-964A-B24D8A5F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339" y="2466490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E14A4C8D-6E4E-463F-AC75-D2FFD84B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442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4383BE73-027E-4B39-81E1-F00BF59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296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83A1D2C0-9D60-4051-81A0-1E213D4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3546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A5BF05BB-420D-43E5-9AEC-A9BEA42B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00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945BD713-A781-47F8-A4C3-770EA23C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1385" y="461121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1F09818A-6284-49FC-939A-5530F0F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239" y="466964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D1B32CD1-DBC3-48A3-854C-6477098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28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97FB1D99-7630-4AB6-AB6E-0A44AC9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3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路径条件？</a:t>
            </a:r>
          </a:p>
        </p:txBody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9DE5F9F2-33A5-4C38-A258-F02C9302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79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AFAC36E1-4B5C-44C5-9CF3-C182A87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64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1GiB？</a:t>
            </a:r>
          </a:p>
        </p:txBody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D29DC3EE-A510-408F-A8EB-4F03E8C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04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5583AEA6-2F77-49DE-BD39-94DC9B8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89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ED9643B4-37F9-44F0-AA0E-272A46C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4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8A0EE2AF-2E0B-41A3-8ECA-C46AD3A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00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2 且 S ≥ 4MiB？</a:t>
            </a:r>
          </a:p>
        </p:txBody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F6BA6962-233A-4EF5-8B5D-210E0B1A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04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50A7CDCB-F347-4C4E-ABE2-0D5BDD3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89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E6D2FEAC-6552-4A99-986B-FD6240E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49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3974D117-27F5-455D-BBB3-9AAF358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00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6392B15D-B7C0-48A3-9617-77DAD8C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89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E6EF4D11-6E3C-46B2-B9D3-BF74A707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6748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96B31752-8582-4BEE-86EA-61B92A0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1385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7A320DF3-0114-4971-A74E-29224EE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239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D0011BCE-5B87-4654-B440-CA14956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49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CFF2B3C5-5BF9-4840-A15A-6B4D153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34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E6B358CF-02F1-4BE9-949A-54854557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49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0800B5E0-1A06-4BAA-8F7F-3555D6E2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34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D3A053B7-73B2-400E-990A-F5CD9F56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525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368B682A-C6D1-4D79-B71D-E4E3FBD5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10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4706EB7B-0343-427C-B707-831F38C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35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A9524395-7522-4D14-B4B5-6EF6158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21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307917B6-6F64-4611-82CA-573B13B1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525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CB571C9D-9D30-4B96-83BE-DD8C3622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10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AA3F386A-4AA1-460A-BF4C-9911A52F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359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E2B1F516-486E-4CCC-B91D-717D94F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21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F44D85F3-EFD8-4457-8A25-F9C9A09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B8340385-5785-48E0-95EA-AD0FA9D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FD3BDF81-50B0-466B-BCE6-96830B3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5006E17F-E78E-45E3-A9BE-B196DC83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5C5A3AD2-67A5-4F2F-AED0-28F0E13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1DE67C46-1E66-49C8-8DD1-F60D4B2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BEEA5454-C1F7-4BE7-B0B2-C89C466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16074356-13AD-4F00-B040-08DBACE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512KiB？</a:t>
            </a:r>
          </a:p>
        </p:txBody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FF9EEA01-2E1D-4B4A-B28A-C22116D1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74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B2571F9D-4A95-4559-9E10-BEC3501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9528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18C79105-E6ED-4704-A797-A48617AF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8038665C-B90A-4155-84ED-DBB55C7A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E01216B5-2C2F-4209-9F97-8776684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C0EA286A-491F-4B5C-9808-24AD78A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较大整倍数？</a:t>
            </a:r>
          </a:p>
        </p:txBody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33E66F33-9318-4517-9886-AC7FF73C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9FD3EE0B-7679-4B05-B565-87C5710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512KiB？</a:t>
            </a:r>
          </a:p>
        </p:txBody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7906B72A-97AE-4EFD-8AD6-2E3F4DB1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4331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C5881106-43B6-4814-A43E-9853E85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185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5265DD05-760A-4B1E-A4E2-88A116C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A92ADAD0-D757-4D70-B257-84C7C94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0D28ED8B-F18B-4AB6-972C-71D6EB13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82CB38A2-AE4B-4DCF-952C-C4D2341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B93064C3-A47A-40C0-9315-F076208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5436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04D099A6-7FB6-44BA-96A9-429F9D1F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2290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F2CAA0B6-30BE-4995-BDA5-F2EED53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5989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39DCDC59-404C-4D04-ADFE-DDDF3B7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843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EC295087-1C0F-4101-B26C-5454A51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856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3D5772CA-BCA4-429D-B227-810572B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42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0B4F9E1D-3FCE-446B-98CB-02A37AD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595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1E060673-B249-416A-B402-BDB7F94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449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84365458-F047-4B84-8A99-A132203F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206" y="42784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6704CE82-9EDA-412F-BC56-CCA8D886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060" y="48627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AllGather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AicpuAllGather</a:t>
            </a:r>
          </a:p>
        </p:txBody>
      </p:sp>
    </p:spTree>
    <p:extLst>
      <p:ext uri="{BB962C8B-B14F-4D97-AF65-F5344CB8AC3E}">
        <p14:creationId xmlns:p14="http://schemas.microsoft.com/office/powerpoint/2010/main" val="2134526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2" name="">
            <a:extLst xmlns:a="http://schemas.openxmlformats.org/drawingml/2006/main">
              <a:ext uri="{FF2B5EF4-FFF2-40B4-BE49-F238E27FC236}">
                <a16:creationId xmlns:a16="http://schemas.microsoft.com/office/drawing/2014/main" id="{BC2A4129-7D78-4DCB-9248-5231EE5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702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9F444-83FF-4A55-A199-D0DA39C9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580" y="57675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4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8506675" y="5529402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60637-21F1-4A87-A88E-29E320C9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580" y="57675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B7860-85B9-43E3-98E3-3B490CBA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04" y="60423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7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033799" y="5767581"/>
            <a:ext cx="472781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AAD6-6F4A-4DC1-AD1C-68B5341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04" y="60423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9FB72-DC34-49EB-A16D-8293496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91" y="62862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0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13786" y="6042359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0A826-E812-4D88-AF0F-F3E5708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91" y="62862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AEB3E-0275-4545-AEEC-193D581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506" y="6351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502601" y="6286308"/>
            <a:ext cx="111090" cy="652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B2DF9-EA62-4E83-8C3A-DFC901B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A805D-1E34-4247-8AAD-08253E5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951008" y="5529450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BDD48-21B8-4EA9-9B6E-82C0315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A7510-8CB2-463D-8C0E-D9BF122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951008" y="574743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BA48D-347C-449F-9761-B34D0C8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16DD8-9605-48BE-BD44-9F5D1854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2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951008" y="5995889"/>
            <a:ext cx="0" cy="227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493A6-150C-492A-A199-ED6326D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E972A-2CDE-4075-AE68-2FF5793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3551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951008" y="6223250"/>
            <a:ext cx="0" cy="131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7E2C7-A4D4-4511-B8A7-5BF34DA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204" y="3472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6CB5C-AD82-4F28-A334-A0CD2AE2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801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8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10966849" y="3472570"/>
            <a:ext cx="194403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C6B3D-133C-4C30-92D3-03AA4FB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801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C5EE2-B252-48D5-91F0-CCBE6550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920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1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10743968" y="3700651"/>
            <a:ext cx="222881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A47C5-FF4D-4B07-B85E-25BF75F4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920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94A256-BF76-4F67-994F-E8839DB8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866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4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542914" y="3962269"/>
            <a:ext cx="201054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76E130-86E1-40E1-B589-ED467C4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866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79549-2DB9-44E5-8AE4-BC1D706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13" y="42978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10458161" y="4198103"/>
            <a:ext cx="84753" cy="99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D9A4EF-6D5E-4802-A287-06BC397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492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DBE07-4953-4F1D-B1F3-E0047FE3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370" y="7824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0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11985465" y="7586282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846E0F-77A7-4612-97EF-3AF80F68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370" y="7824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48898C-1B0A-486D-B682-78D9A7C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494" y="8099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3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11512589" y="7824460"/>
            <a:ext cx="472781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5E421-BCE8-42DF-B0BC-152460B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494" y="8099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BB24D3-9698-4661-94AB-DED16380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481" y="83431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6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11092576" y="8099240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9B16CB-29D6-4262-BD0F-0862BC7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481" y="83431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DBA7AE-B134-4BFC-8E52-CCA341CF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296" y="840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9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10981391" y="8343188"/>
            <a:ext cx="111090" cy="638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E36BC6-FFEB-4B7C-9239-62CE63E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499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6610C3-EA0D-4FAA-B785-C4A595D0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77" y="11938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2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5539472" y="11700041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B13B5D-1EE5-48F3-9516-5089BEC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77" y="11938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D71989-88D3-4B5A-80F6-5023238A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500" y="12212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5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5066595" y="11938219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0341BE-C4A0-45F0-8170-692884E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500" y="12212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4BFC9D-D454-4602-A7C6-0AD4560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487" y="124568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8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4646582" y="12212999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9F8D8B-A0F0-4F3B-BF35-31739B6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487" y="124568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8E6427-2483-4EBA-A71B-0FDA99A5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03" y="125214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1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4535398" y="12456947"/>
            <a:ext cx="111089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438164-6235-4605-907E-EC0A7FF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2B0E91-77EC-4344-98D4-18D9DCB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91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4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6983805" y="11700088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80983D-3914-4BD7-B056-2464108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91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91DF09-AECE-4413-A77C-F7BBDA5C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166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7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983805" y="11918073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DB5946-9EE3-4A51-A4B1-A4E641E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166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043CAF-EB64-4429-9F8D-A062BED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393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0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6983805" y="1216652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FF0462-75BD-4D52-BA28-58B1E16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393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159B71-2430-486C-B6BF-6200141E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3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6983805" y="12393888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00CAB8-73F2-4D76-B641-FF64DB41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153" y="9597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8365D9-86E3-40CF-B251-B6504DC3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771" y="9620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6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1730866" y="9597545"/>
            <a:ext cx="68287" cy="232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6EAFD2-F20F-421E-8628-CB5AE468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771" y="9620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96E56C-6072-43E8-AE69-F28A6E98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355" y="9634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9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1690450" y="9620804"/>
            <a:ext cx="40321" cy="137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D626EA-6BB1-48B9-B9C4-15BAA7E8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355" y="9634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DD07D5-1399-420D-9FFC-03F127F6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105" y="10124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2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0075200" y="9634507"/>
            <a:ext cx="1615155" cy="4904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6AD49D-CA34-4F73-AFA2-EE75FA38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105" y="10124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EA05CE-FCF5-4B9E-8C5D-C37B751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105309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5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8737060" y="10124927"/>
            <a:ext cx="1338045" cy="4060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D196F4-4440-4081-8D4C-E176F2B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105309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BF6DE6-99FA-4B22-8547-929F6F3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742" y="10567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8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8616837" y="10530966"/>
            <a:ext cx="120128" cy="366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968113-7828-4A28-A6D2-AA543D2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604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3D3820-766D-49B5-93FD-94AA7592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748" y="119361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1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2200843" y="11700041"/>
            <a:ext cx="346761" cy="2361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DE0471D-59ED-4008-9AE3-F593C13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748" y="119361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BF12E0-2040-4F2B-A119-E3D61F91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70" y="12208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4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1801465" y="11936236"/>
            <a:ext cx="399283" cy="272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01B604-68DA-4893-A4FF-E952B73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70" y="12208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A696FA-D64B-4D46-8C7E-CF99CEF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76" y="124505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7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1445571" y="12208311"/>
            <a:ext cx="355799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14BC85-2C2C-44A9-A1A3-7E5C1FA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76" y="124505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20625BD-8ED3-4F91-B54C-6AD0980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453" y="125214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0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11341548" y="12450636"/>
            <a:ext cx="103928" cy="708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7F5CB1-4354-4C7D-A4EA-11767B7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79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FF4383-C4BE-4C93-93F4-5600C53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3995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3" name=""/>
          <p:cNvCxnSpPr>
            <a:stCxn xmlns:a="http://schemas.openxmlformats.org/drawingml/2006/main" id="100" idx="1"/>
            <a:endCxn xmlns:a="http://schemas.openxmlformats.org/drawingml/2006/main" id="101" idx="3"/>
          </p:cNvCxnSpPr>
          <p:nvPr/>
        </p:nvCxnSpPr>
        <p:spPr>
          <a:xfrm xmlns:a="http://schemas.openxmlformats.org/drawingml/2006/main" flipH="1">
            <a:off x="12497052" y="13756921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83A2FB-C617-4216-9002-2E47CA97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3995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2C1D0D-645C-414F-A574-B1AF42FA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4269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6" name=""/>
          <p:cNvCxnSpPr>
            <a:stCxn xmlns:a="http://schemas.openxmlformats.org/drawingml/2006/main" id="103" idx="1"/>
            <a:endCxn xmlns:a="http://schemas.openxmlformats.org/drawingml/2006/main" id="104" idx="3"/>
          </p:cNvCxnSpPr>
          <p:nvPr/>
        </p:nvCxnSpPr>
        <p:spPr>
          <a:xfrm xmlns:a="http://schemas.openxmlformats.org/drawingml/2006/main" flipH="1">
            <a:off x="12024175" y="13995099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3F7983-6B13-4E7A-B85D-D7F8564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4269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18A8312-C6D0-4AB7-9F22-9956754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4513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9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11604163" y="14269878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7CA30E-9C38-4D58-B873-2619E39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4513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1845A39-4F9A-4665-B28E-DBAA413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883" y="145783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2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11492978" y="14513826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49D7BB-0744-4DD4-AF3A-79880D4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79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8925971-4C13-4985-85A8-D6643A8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5" name=""/>
          <p:cNvCxnSpPr>
            <a:stCxn xmlns:a="http://schemas.openxmlformats.org/drawingml/2006/main" id="112" idx="1"/>
            <a:endCxn xmlns:a="http://schemas.openxmlformats.org/drawingml/2006/main" id="113" idx="3"/>
          </p:cNvCxnSpPr>
          <p:nvPr/>
        </p:nvCxnSpPr>
        <p:spPr>
          <a:xfrm xmlns:a="http://schemas.openxmlformats.org/drawingml/2006/main" flipH="1">
            <a:off x="12497052" y="15813800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81D37B1-85D9-4E3C-AC7E-1D123F3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D83142-BF34-44D9-BD04-A9A53B9B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8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12024175" y="16051979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EDDF1C-D4C2-4546-A95A-443CD56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936A48F-2BCB-430E-95D0-7310BA3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1" name=""/>
          <p:cNvCxnSpPr>
            <a:stCxn xmlns:a="http://schemas.openxmlformats.org/drawingml/2006/main" id="118" idx="1"/>
            <a:endCxn xmlns:a="http://schemas.openxmlformats.org/drawingml/2006/main" id="119" idx="3"/>
          </p:cNvCxnSpPr>
          <p:nvPr/>
        </p:nvCxnSpPr>
        <p:spPr>
          <a:xfrm xmlns:a="http://schemas.openxmlformats.org/drawingml/2006/main" flipH="1">
            <a:off x="11604163" y="16326758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2969D0-B61D-45F7-85F9-0DB6D3F5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775DAC-BB9C-4122-92FA-5E67F21E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883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4" name=""/>
          <p:cNvCxnSpPr>
            <a:stCxn xmlns:a="http://schemas.openxmlformats.org/drawingml/2006/main" id="121" idx="1"/>
            <a:endCxn xmlns:a="http://schemas.openxmlformats.org/drawingml/2006/main" id="122" idx="3"/>
          </p:cNvCxnSpPr>
          <p:nvPr/>
        </p:nvCxnSpPr>
        <p:spPr>
          <a:xfrm xmlns:a="http://schemas.openxmlformats.org/drawingml/2006/main" flipH="1">
            <a:off x="11492978" y="16570706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9547372-C4BC-43BE-8581-06C065B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3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1CBA6B5-406D-4EAC-9620-37FC3D0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7" name=""/>
          <p:cNvCxnSpPr>
            <a:stCxn xmlns:a="http://schemas.openxmlformats.org/drawingml/2006/main" id="124" idx="1"/>
            <a:endCxn xmlns:a="http://schemas.openxmlformats.org/drawingml/2006/main" id="125" idx="3"/>
          </p:cNvCxnSpPr>
          <p:nvPr/>
        </p:nvCxnSpPr>
        <p:spPr>
          <a:xfrm xmlns:a="http://schemas.openxmlformats.org/drawingml/2006/main" flipH="1">
            <a:off x="4089976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2F64D5A-3EC4-4EB8-80A0-65132868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1DB6677-FC0E-4904-BBD0-DF2A7BA6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04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0" name=""/>
          <p:cNvCxnSpPr>
            <a:stCxn xmlns:a="http://schemas.openxmlformats.org/drawingml/2006/main" id="127" idx="1"/>
            <a:endCxn xmlns:a="http://schemas.openxmlformats.org/drawingml/2006/main" id="128" idx="3"/>
          </p:cNvCxnSpPr>
          <p:nvPr/>
        </p:nvCxnSpPr>
        <p:spPr>
          <a:xfrm xmlns:a="http://schemas.openxmlformats.org/drawingml/2006/main" flipH="1">
            <a:off x="3617099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C389DB-243B-46DC-8794-E48A7519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04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ECA2420-EA1B-42EA-8583-B3E24EEE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992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3" name=""/>
          <p:cNvCxnSpPr>
            <a:stCxn xmlns:a="http://schemas.openxmlformats.org/drawingml/2006/main" id="130" idx="1"/>
            <a:endCxn xmlns:a="http://schemas.openxmlformats.org/drawingml/2006/main" id="131" idx="3"/>
          </p:cNvCxnSpPr>
          <p:nvPr/>
        </p:nvCxnSpPr>
        <p:spPr>
          <a:xfrm xmlns:a="http://schemas.openxmlformats.org/drawingml/2006/main" flipH="1">
            <a:off x="3197087" y="22497397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AC2B24B-3D2F-4A00-8EDB-B4B1F028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992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60030C-E1C5-4BA4-BBDD-517DAF3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80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6" name=""/>
          <p:cNvCxnSpPr>
            <a:stCxn xmlns:a="http://schemas.openxmlformats.org/drawingml/2006/main" id="133" idx="1"/>
            <a:endCxn xmlns:a="http://schemas.openxmlformats.org/drawingml/2006/main" id="134" idx="3"/>
          </p:cNvCxnSpPr>
          <p:nvPr/>
        </p:nvCxnSpPr>
        <p:spPr>
          <a:xfrm xmlns:a="http://schemas.openxmlformats.org/drawingml/2006/main" flipH="1">
            <a:off x="3085902" y="22741345"/>
            <a:ext cx="111090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6E436C2-F5F5-4EEB-BDC8-7C49206C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12EECF4-CC23-4413-A89C-8EFAD89C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9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553430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082354-35AB-4FDC-AFFB-839A77C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A2AE1E-4447-48CC-9768-7A9D3BE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2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553430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E7EB93E-A8D9-41BF-9D60-62CEC38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8885AA0-2011-4E89-ACC5-78C9C1E6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5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553430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55E8FB8-B797-4FCE-8DFF-BD7B938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B3B013E-3BAA-4335-86AA-D58C27D8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8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553430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9332F62-9666-4031-859E-5688E9A5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793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1FA9D18-F369-4F08-B2D5-6D640D35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671" y="20165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1" name=""/>
          <p:cNvCxnSpPr>
            <a:stCxn xmlns:a="http://schemas.openxmlformats.org/drawingml/2006/main" id="148" idx="1"/>
            <a:endCxn xmlns:a="http://schemas.openxmlformats.org/drawingml/2006/main" id="149" idx="3"/>
          </p:cNvCxnSpPr>
          <p:nvPr/>
        </p:nvCxnSpPr>
        <p:spPr>
          <a:xfrm xmlns:a="http://schemas.openxmlformats.org/drawingml/2006/main" flipH="1">
            <a:off x="7568766" y="19927559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379C3F7-4608-47EF-8BCE-BBF72E63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671" y="20165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021B699-88F8-438F-89AE-9D05E94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94" y="20440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4" name=""/>
          <p:cNvCxnSpPr>
            <a:stCxn xmlns:a="http://schemas.openxmlformats.org/drawingml/2006/main" id="151" idx="1"/>
            <a:endCxn xmlns:a="http://schemas.openxmlformats.org/drawingml/2006/main" id="152" idx="3"/>
          </p:cNvCxnSpPr>
          <p:nvPr/>
        </p:nvCxnSpPr>
        <p:spPr>
          <a:xfrm xmlns:a="http://schemas.openxmlformats.org/drawingml/2006/main" flipH="1">
            <a:off x="7095889" y="20165738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DF240CD-ED93-4D0B-96A1-91B5E44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94" y="20440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39B9ED-6077-42D4-B811-6DB72DE5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782" y="20684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7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6675877" y="20440517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A46B886-59F3-4DBB-9D34-DB45C50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782" y="20684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114C8B1-40BA-4F16-9F82-EC27DB0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97" y="20748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0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6564692" y="20684465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B53E950-D202-41B6-B111-25752F5B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D311EB2-910C-4CC9-8992-0DEB1C8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3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901309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9BDCD04-5AE0-47C7-9792-9DA8E9F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5899A16-56CB-4653-A4B1-CC31E3E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6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901309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E63F5F9-3EB9-483F-A856-535B155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0EECA56-2F97-41BC-B914-80CBC14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9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901309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A67F613-75C9-4CBB-9E53-D0730650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CB0BF94-339D-490F-8897-66CA4997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2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901309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FD0C429-4946-44BD-BE15-93153A94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905" y="26098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7EFE222-9123-4294-8382-1E3F822C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626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5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 flipH="1">
            <a:off x="9288674" y="26098245"/>
            <a:ext cx="196279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1E4B7AB-191E-40CD-9839-B100CBB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626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6BC8E0C-9701-49BC-8D93-F034286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28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8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 flipH="1">
            <a:off x="9063576" y="26326326"/>
            <a:ext cx="225098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69E0069-FCD8-4C36-A615-4EB16F1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28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8C1D812-395B-4360-9CAA-7BC57C9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8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1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 flipH="1">
            <a:off x="8860476" y="26587944"/>
            <a:ext cx="203100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711B5AB-B4A4-442E-8F03-37BF334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8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69DDD86-B30C-42F2-AD56-EA5EC22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822" y="269231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4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 flipH="1">
            <a:off x="8774870" y="26823778"/>
            <a:ext cx="85606" cy="993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C48CDAB-8D7B-4D53-9501-E5E56B2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333" y="26098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5E3C294-DE5A-4D3C-B812-974C35C4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12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7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0519381" y="26098245"/>
            <a:ext cx="196279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7B5C102-18A3-4CCF-8ABA-AA2E76B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12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FE1F529-8A72-4C25-AF29-5BB9B26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710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0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0715660" y="26326326"/>
            <a:ext cx="225098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DD60493-8097-4093-B59D-B504274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710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0C74F73-7E30-4FF0-8129-784DAF0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810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3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0940758" y="26587944"/>
            <a:ext cx="203100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A190B00-E37C-4E8F-9973-65CDC64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810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38DD9D1-3CAC-48D0-9A7F-D5F686D7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16" y="269231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6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1143858" y="26823778"/>
            <a:ext cx="85606" cy="993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3C9EC32-F257-44F3-9D82-17A35AF1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575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60F2A6D-ECBA-41A8-A95B-0EC4BF9B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404" y="242744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9" name=""/>
          <p:cNvCxnSpPr>
            <a:stCxn xmlns:a="http://schemas.openxmlformats.org/drawingml/2006/main" id="196" idx="1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H="1">
            <a:off x="11464499" y="24041318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34384A1-08C0-4C5C-A474-724A4A2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404" y="242744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3BC203B-4131-4E3E-AF41-D421370E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090" y="245425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2" name=""/>
          <p:cNvCxnSpPr>
            <a:stCxn xmlns:a="http://schemas.openxmlformats.org/drawingml/2006/main" id="199" idx="1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H="1">
            <a:off x="11134185" y="24274448"/>
            <a:ext cx="330219" cy="2681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7363023-FBD8-407A-80E1-BA374DE6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090" y="245425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B72ACB0-2669-413D-8FD7-F8F97107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393" y="24782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5" name=""/>
          <p:cNvCxnSpPr>
            <a:stCxn xmlns:a="http://schemas.openxmlformats.org/drawingml/2006/main" id="202" idx="1"/>
            <a:endCxn xmlns:a="http://schemas.openxmlformats.org/drawingml/2006/main" id="203" idx="3"/>
          </p:cNvCxnSpPr>
          <p:nvPr/>
        </p:nvCxnSpPr>
        <p:spPr>
          <a:xfrm xmlns:a="http://schemas.openxmlformats.org/drawingml/2006/main" flipH="1">
            <a:off x="10838488" y="24542557"/>
            <a:ext cx="295602" cy="2399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58DA7BB-714E-40CC-B6DE-67A8D5B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393" y="24782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BBA21E2-38F5-4011-AE14-153170B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86" y="24862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8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0739581" y="24782538"/>
            <a:ext cx="98812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AB9FAA3-4BF9-490B-994B-CF5E39C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833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4DBAB80-1643-4D76-A451-016DC148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460" y="242632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1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12785881" y="24041365"/>
            <a:ext cx="108627" cy="2218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CA5B26C-B048-4684-87EE-51FB586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460" y="242632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681C937-EF64-4466-BA4A-9F6C096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05" y="24516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4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12894508" y="24263317"/>
            <a:ext cx="124145" cy="2535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02B4BFF-F011-4E40-95F1-03808E2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05" y="24516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728956-2E2A-4020-B1CE-48721E3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666" y="24747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7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13018653" y="24517001"/>
            <a:ext cx="113061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924A159-7DE4-4EF7-B417-327E95F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666" y="24747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B7076DC-32B6-4FCE-9C12-88DE19F3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646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0" name=""/>
          <p:cNvCxnSpPr>
            <a:stCxn xmlns:a="http://schemas.openxmlformats.org/drawingml/2006/main" id="217" idx="2"/>
            <a:endCxn xmlns:a="http://schemas.openxmlformats.org/drawingml/2006/main" id="218" idx="0"/>
          </p:cNvCxnSpPr>
          <p:nvPr/>
        </p:nvCxnSpPr>
        <p:spPr>
          <a:xfrm xmlns:a="http://schemas.openxmlformats.org/drawingml/2006/main">
            <a:off x="13131714" y="24747967"/>
            <a:ext cx="57980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EF492D1-B98E-4C4C-9283-CA49661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309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ED60EA9-EC09-4694-A247-14527455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3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3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10047404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1BE1A80-527E-43B2-B107-014C681A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3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A684518-D74F-435B-9BF9-5B951F1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6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10457526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26AFE46-9AB8-4D7A-AD8B-958C585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4EE471E-912C-4AED-91A0-F014D65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32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9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10930403" y="22497397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C83AEAC-D5EE-47BE-9DDB-C5FE499B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32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2DAF71C-CDAC-4B38-83E0-A7DD36C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505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2" name=""/>
          <p:cNvCxnSpPr>
            <a:stCxn xmlns:a="http://schemas.openxmlformats.org/drawingml/2006/main" id="229" idx="3"/>
            <a:endCxn xmlns:a="http://schemas.openxmlformats.org/drawingml/2006/main" id="230" idx="1"/>
          </p:cNvCxnSpPr>
          <p:nvPr/>
        </p:nvCxnSpPr>
        <p:spPr>
          <a:xfrm xmlns:a="http://schemas.openxmlformats.org/drawingml/2006/main">
            <a:off x="11350416" y="22741345"/>
            <a:ext cx="111089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E857201-FD7B-4A7C-8767-FD85848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4F4BF23-F819-40B1-96F4-706B084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145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5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9013099" y="19927606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42B0685-F0ED-419C-9B98-30CAAB7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145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2855F80-F480-4258-9979-0FF117E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393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8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9013099" y="20145591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07ED475-C012-45A7-A80A-0C74ADC4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393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157C34F-6A63-4DE4-85BA-953ADE4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6213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1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9013099" y="2039404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089CA18-7407-41A0-AF61-A9D8936D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6213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6A811C4-431F-49F4-8920-C5D136A7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4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9013099" y="2062140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1EAD1A1-33FE-4E8D-84D4-0028F9C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982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B51C092-8E78-4BA8-8E21-7EDBB85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325" y="18114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7" name=""/>
          <p:cNvCxnSpPr>
            <a:stCxn xmlns:a="http://schemas.openxmlformats.org/drawingml/2006/main" id="244" idx="1"/>
            <a:endCxn xmlns:a="http://schemas.openxmlformats.org/drawingml/2006/main" id="245" idx="3"/>
          </p:cNvCxnSpPr>
          <p:nvPr/>
        </p:nvCxnSpPr>
        <p:spPr>
          <a:xfrm xmlns:a="http://schemas.openxmlformats.org/drawingml/2006/main" flipH="1">
            <a:off x="11880420" y="17870680"/>
            <a:ext cx="595562" cy="2443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9D47169-ED3E-4E58-84CF-AA3F089F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325" y="18114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21D230B-D709-4DF7-B9D9-5083467A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7" y="18397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0" name=""/>
          <p:cNvCxnSpPr>
            <a:stCxn xmlns:a="http://schemas.openxmlformats.org/drawingml/2006/main" id="247" idx="1"/>
            <a:endCxn xmlns:a="http://schemas.openxmlformats.org/drawingml/2006/main" id="248" idx="3"/>
          </p:cNvCxnSpPr>
          <p:nvPr/>
        </p:nvCxnSpPr>
        <p:spPr>
          <a:xfrm xmlns:a="http://schemas.openxmlformats.org/drawingml/2006/main" flipH="1">
            <a:off x="11191142" y="18114988"/>
            <a:ext cx="689183" cy="282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F81F99B-360D-4614-B359-379BC6E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7" y="18397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330DBC7-A412-42DF-BD4B-08D574E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816" y="18646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3" name=""/>
          <p:cNvCxnSpPr>
            <a:stCxn xmlns:a="http://schemas.openxmlformats.org/drawingml/2006/main" id="250" idx="1"/>
            <a:endCxn xmlns:a="http://schemas.openxmlformats.org/drawingml/2006/main" id="251" idx="3"/>
          </p:cNvCxnSpPr>
          <p:nvPr/>
        </p:nvCxnSpPr>
        <p:spPr>
          <a:xfrm xmlns:a="http://schemas.openxmlformats.org/drawingml/2006/main" flipH="1">
            <a:off x="10584911" y="18397701"/>
            <a:ext cx="606136" cy="2484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17E5142-E62C-4A39-B4B0-AF5D6FE8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816" y="18646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228D943-7311-4E79-B9DA-9AC763B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79" y="186920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6" name=""/>
          <p:cNvCxnSpPr>
            <a:stCxn xmlns:a="http://schemas.openxmlformats.org/drawingml/2006/main" id="253" idx="1"/>
            <a:endCxn xmlns:a="http://schemas.openxmlformats.org/drawingml/2006/main" id="254" idx="3"/>
          </p:cNvCxnSpPr>
          <p:nvPr/>
        </p:nvCxnSpPr>
        <p:spPr>
          <a:xfrm xmlns:a="http://schemas.openxmlformats.org/drawingml/2006/main" flipH="1">
            <a:off x="10472874" y="18646157"/>
            <a:ext cx="111942" cy="459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BD8BB90-A9BC-42BA-A35F-9D31842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41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248B43A-B5D9-4EE3-9A64-F3DAD0B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238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9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 flipH="1">
            <a:off x="13348286" y="19927606"/>
            <a:ext cx="162173" cy="226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1BB5A48-D19A-4515-8E5D-C42E007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238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C0E3F160-2224-42AC-BC4C-D3BFA71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2532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2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 flipH="1">
            <a:off x="13162580" y="20153704"/>
            <a:ext cx="185706" cy="2588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1FFFFE0-9FD7-4D30-9BF7-D79E5F72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2532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A4C50E7-CFF0-44E2-8FE2-3864FBB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61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5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 flipH="1">
            <a:off x="12994609" y="20412617"/>
            <a:ext cx="167971" cy="234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98DCB25-722B-4A0D-AAC6-9AF45CF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61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5D1568B-D108-43DA-88B4-4823363E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867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8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 flipH="1">
            <a:off x="12918723" y="20646829"/>
            <a:ext cx="75886" cy="1057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657224A-2B76-4F15-9BDB-B30128F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F981A7F-CFBD-4F19-AE8C-D07FE86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1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597067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A049DD7-77FD-4BCA-9049-07A2776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733B365-B4FC-4F2D-A631-4BBA810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4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597067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013ADBA-8E8D-4D14-8A69-54ADB1D1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17C175F-A8F3-4D80-A35D-497E4A17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7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597067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B3F18D6-0EE5-47B0-9BB7-8B579C0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8BC5ABC-06A2-41E6-BBD1-CE145EA9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0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1597067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83F1A4B-4267-4477-8BE9-7D00A8B5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89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1C240E9-501E-4B0C-B990-C2AC600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501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3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17004984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B614624-12E3-467D-A31D-904E6772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501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11C00F0-5919-4A9E-8384-ED36242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88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6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17415106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E112E4C4-251C-4DEA-A827-EFFD379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88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160320D-0B91-40D2-B80A-94ED20F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90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9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17887983" y="22497397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8346BFD-EAFF-4557-A5ED-F4D8FA1A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90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D3991C1-AB98-4E9A-A1AD-306A99B2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2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18307996" y="22741345"/>
            <a:ext cx="111431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66C899F-7CB6-48B2-91B6-6F64EA22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68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43DD4F5-81D6-477C-86DA-807141B8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782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5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14544763" y="19927559"/>
            <a:ext cx="233019" cy="2322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92CEAC5-9392-4EB7-B862-0D083C0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782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13E8EB8E-BF56-4A68-8F95-C12F6E10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5682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8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14777877" y="20159788"/>
            <a:ext cx="267805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27F4E08-7E8B-4A69-81DB-F4BE8326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5682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495EC73-3896-4111-A412-8D478BA2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958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1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15045777" y="20426634"/>
            <a:ext cx="240181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0F8291C-BB37-4CD1-ADFF-FBCCB44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958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0E165FE-7566-42F3-8D48-7012F8A1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098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4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15286053" y="20665714"/>
            <a:ext cx="87045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BC86886-AE1F-4763-8E73-0C22815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898D4D6-4676-4329-9019-455B898F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7" name=""/>
          <p:cNvCxnSpPr>
            <a:stCxn xmlns:a="http://schemas.openxmlformats.org/drawingml/2006/main" id="304" idx="2"/>
            <a:endCxn xmlns:a="http://schemas.openxmlformats.org/drawingml/2006/main" id="305" idx="0"/>
          </p:cNvCxnSpPr>
          <p:nvPr/>
        </p:nvCxnSpPr>
        <p:spPr>
          <a:xfrm xmlns:a="http://schemas.openxmlformats.org/drawingml/2006/main">
            <a:off x="13941385" y="17870727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99EBE6F-BE8F-4CC2-8C68-3BFF536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99AB9C2-E16F-43D3-B2B3-150F337B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0" name=""/>
          <p:cNvCxnSpPr>
            <a:stCxn xmlns:a="http://schemas.openxmlformats.org/drawingml/2006/main" id="307" idx="2"/>
            <a:endCxn xmlns:a="http://schemas.openxmlformats.org/drawingml/2006/main" id="308" idx="0"/>
          </p:cNvCxnSpPr>
          <p:nvPr/>
        </p:nvCxnSpPr>
        <p:spPr>
          <a:xfrm xmlns:a="http://schemas.openxmlformats.org/drawingml/2006/main">
            <a:off x="13941385" y="18088711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14D156E-D5D6-4605-84A0-2C4838CD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B494F43-D5FA-4AB6-BE12-F169D945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3" name=""/>
          <p:cNvCxnSpPr>
            <a:stCxn xmlns:a="http://schemas.openxmlformats.org/drawingml/2006/main" id="310" idx="2"/>
            <a:endCxn xmlns:a="http://schemas.openxmlformats.org/drawingml/2006/main" id="311" idx="0"/>
          </p:cNvCxnSpPr>
          <p:nvPr/>
        </p:nvCxnSpPr>
        <p:spPr>
          <a:xfrm xmlns:a="http://schemas.openxmlformats.org/drawingml/2006/main">
            <a:off x="13941385" y="1833716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10C2E29-77EF-4B54-AA2A-316A2998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A24D2BF-8AA2-4F90-83D1-84EAE52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6" name=""/>
          <p:cNvCxnSpPr>
            <a:stCxn xmlns:a="http://schemas.openxmlformats.org/drawingml/2006/main" id="313" idx="2"/>
            <a:endCxn xmlns:a="http://schemas.openxmlformats.org/drawingml/2006/main" id="314" idx="0"/>
          </p:cNvCxnSpPr>
          <p:nvPr/>
        </p:nvCxnSpPr>
        <p:spPr>
          <a:xfrm xmlns:a="http://schemas.openxmlformats.org/drawingml/2006/main">
            <a:off x="13941385" y="18564527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6F18B9B-70D0-4D66-89A8-CA352725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891160D-729F-47CA-A9E4-C75098D2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9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>
            <a:off x="13941385" y="15813847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23F8B1B-F0D5-41B0-92C5-3C14604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68B5EFD-FE49-4E84-953C-6D11511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2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>
            <a:off x="13941385" y="16031832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7FCED2C-FE25-4D87-A01F-88E2011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7276E3D-0921-4CA0-B839-FB7CFE0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5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>
            <a:off x="13941385" y="1628028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CCBA6AF2-CA71-4AE9-A79D-09120E76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481AB82-55EC-42A8-897A-742DE3D3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8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>
            <a:off x="13941385" y="16507647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BD04B99-AB68-4793-9B87-032EE538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6945F04-5F49-4369-8B17-78EB658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1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>
            <a:off x="13941385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CBCD56F-708D-48AE-ABBE-3BCA58A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EEB243B-C551-4459-B973-921819C3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4" name=""/>
          <p:cNvCxnSpPr>
            <a:stCxn xmlns:a="http://schemas.openxmlformats.org/drawingml/2006/main" id="331" idx="2"/>
            <a:endCxn xmlns:a="http://schemas.openxmlformats.org/drawingml/2006/main" id="332" idx="0"/>
          </p:cNvCxnSpPr>
          <p:nvPr/>
        </p:nvCxnSpPr>
        <p:spPr>
          <a:xfrm xmlns:a="http://schemas.openxmlformats.org/drawingml/2006/main">
            <a:off x="13941385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F20DCC1-68D8-4EC6-982C-92F6C5C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0655308-5469-40EE-A9B9-8F04034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7" name=""/>
          <p:cNvCxnSpPr>
            <a:stCxn xmlns:a="http://schemas.openxmlformats.org/drawingml/2006/main" id="334" idx="2"/>
            <a:endCxn xmlns:a="http://schemas.openxmlformats.org/drawingml/2006/main" id="335" idx="0"/>
          </p:cNvCxnSpPr>
          <p:nvPr/>
        </p:nvCxnSpPr>
        <p:spPr>
          <a:xfrm xmlns:a="http://schemas.openxmlformats.org/drawingml/2006/main">
            <a:off x="13941385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A6A64AF-6A51-4372-9222-EC333764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CECFC3C-401E-4F49-A1CB-34B8940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0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13941385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BD47A36-6F7E-437A-9075-79B29472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862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A2D22AF-6FAD-4D94-A696-5DA8359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455" y="11919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3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13581910" y="11700088"/>
            <a:ext cx="55593" cy="219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FFF6C0B-6B07-417A-BA02-ED164CDF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455" y="11919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F401F18-BF55-4690-AEE5-710C4A9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62" y="12170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6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13637503" y="11920056"/>
            <a:ext cx="63607" cy="250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4B0C505-2358-4159-8278-AACC1AC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62" y="12170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023CD382-5E44-4CA8-B490-2677772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042" y="1240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9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13701110" y="12171036"/>
            <a:ext cx="57980" cy="2292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F2DF301-E206-4E97-8F50-DC01DB9E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042" y="1240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5334C66-840C-4AAA-A871-F3D6E8AD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760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2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13759090" y="12400379"/>
            <a:ext cx="31718" cy="124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C044BFCD-B2A8-489B-9433-6F558DF1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A169A739-A1F0-4ED7-8A3F-1361CD1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5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13429798" y="9643209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D3AAC35-615C-4F20-A3A2-F500354F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C31B444-0E44-46F8-9AA1-4293C13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8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13429798" y="9861193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FF3E311-73FE-42B5-A5B0-7884011B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39FDA59-B20A-44C1-8EDC-4149345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1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13429798" y="1010964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7341F40-76DF-49BB-A2CC-192DC7E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874FBA2-37C1-40D1-B48C-12FC086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4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13429798" y="10337009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5C7628D-3FA1-4DCE-BDBD-01494947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0574AB0-A527-4B3A-89FD-AADDFC43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7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>
            <a:off x="13429798" y="7586329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F3A0356-FA80-4FE2-A5AE-C0001D5A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BDE23009-BCD7-4C4D-BF8B-D9FF990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0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>
            <a:off x="13429798" y="780431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1EDC5081-5171-414A-9ED8-8A1FF90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54DBFA3-2130-4AD3-82A5-9E91460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3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13429798" y="805276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D5E9269-042D-4527-BEBA-97F3FF9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B236A61-4B58-400F-ADE1-0390017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4105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6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13429798" y="8280129"/>
            <a:ext cx="0" cy="130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4D4473E2-8645-42CC-A971-1182CD2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74FA1B7-3EE1-499E-99C8-6E1479A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9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>
            <a:off x="13429798" y="5529450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DA2ABC55-AC7B-4AB0-B460-AF0D960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E47944EE-F558-4D04-830D-5DB1126B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2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>
            <a:off x="13429798" y="574743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8898FB7E-11A1-474E-9A29-3893F56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A10D9950-5997-4339-9E78-F8C6BF9B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5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>
            <a:off x="13429798" y="5995889"/>
            <a:ext cx="0" cy="227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112B36F-515B-45D1-A26F-2A3F5243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B746871-93C2-4200-AB34-F87109C9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3551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8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>
            <a:off x="13429798" y="6223250"/>
            <a:ext cx="0" cy="131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E2B79077-3C3C-4E6A-8FFD-0B96877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9838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A01D02DA-C283-402B-835F-8E6AAE25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21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1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 flipH="1">
            <a:off x="18211259" y="15813847"/>
            <a:ext cx="108627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75CEB74-BC25-4F86-80AA-D1FAD6B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21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1BE8B6FE-6F1F-4704-B1F8-125BDA71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06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4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 flipH="1">
            <a:off x="18087114" y="16035798"/>
            <a:ext cx="124145" cy="253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5828C9E9-7B85-4D4E-AA9E-B80748F1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06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F04A99E-F2CF-4B37-9B1D-6FE9B95D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4005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7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 flipH="1">
            <a:off x="17974053" y="16289483"/>
            <a:ext cx="113061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69FBCE3-A41D-4F53-BF42-FBC227A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4005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C8706FE-EC8F-4B2B-89DF-03FB8F8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366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0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 flipH="1">
            <a:off x="17916414" y="16520449"/>
            <a:ext cx="57639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9085A83-7C54-4A93-B788-28EE872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1747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26790FA-0236-45BC-AC5E-971E968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017" y="20155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3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 flipH="1">
            <a:off x="20425065" y="19927606"/>
            <a:ext cx="186730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34217631-AC74-4683-8560-F635DD7C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017" y="20155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AACF943-028E-4EF5-9976-BAA9B78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004" y="20417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6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 flipH="1">
            <a:off x="20211052" y="20155688"/>
            <a:ext cx="214013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27B0A1A-B3CD-4ABE-949E-3CECA8C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004" y="20417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026D530-A32C-45E9-B566-B0851D6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7794" y="20653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9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 flipH="1">
            <a:off x="20017842" y="20417305"/>
            <a:ext cx="193210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079028B4-6B69-4B56-8154-7930A46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7794" y="20653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21D5FA4-3F62-486E-9B23-33F2BC7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7134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2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19937182" y="20653140"/>
            <a:ext cx="80660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6D5D1C7-0692-4298-BD60-6BAE2586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646083CF-0FC6-455F-9803-30E5312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5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22928260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CBAFBE9-6229-4B0B-8C0A-917774A7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8436FDAD-8824-41CA-B150-968F945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8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22928260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6D4D28F-9B90-4F77-89C0-1D4A953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311CA0B-6590-4855-B5C0-212DE66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1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22928260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4F6A312-E86B-4E46-9677-D4F1A5E8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ADA5F9B-9BAC-4C19-9FE5-5252D2E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4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22928260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14A9759-B89D-42B4-84AA-894BC75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9787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D8AD802D-E6F0-410C-82BD-05FC0BB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509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7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 flipH="1">
            <a:off x="25693557" y="24041365"/>
            <a:ext cx="196278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07F2333E-3506-4FF3-A8BC-896BA54F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509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CD40B02-56F9-4A88-A50E-C278626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410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0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 flipH="1">
            <a:off x="25468458" y="24269447"/>
            <a:ext cx="225099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D563E13-DA66-426F-A005-940A77A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410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B420362-60F5-4F2F-8EFC-448E74D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11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3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 flipH="1">
            <a:off x="25265359" y="24531064"/>
            <a:ext cx="203099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F58E566-B18A-4819-996C-357F628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11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05A857C-3658-45A1-ACC6-F80FC96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93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6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 flipH="1">
            <a:off x="25179241" y="24766899"/>
            <a:ext cx="86118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C44FBB8-54A2-4367-A22D-3D012C8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216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6C66471-1276-4789-801F-9A389FF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495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9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>
            <a:off x="26924264" y="24041365"/>
            <a:ext cx="196279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058FCEF-BC4D-451D-936F-4C48B55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495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6815C415-7455-4671-872E-E74B492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5593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2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>
            <a:off x="27120543" y="24269447"/>
            <a:ext cx="225098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38697CAB-DE37-42EC-8038-22017D45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5593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E1CA943-FBE6-4B13-9C8D-0051ADD0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693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5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>
            <a:off x="27345641" y="24531064"/>
            <a:ext cx="203100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5AA37235-27F4-42C2-9811-1E76339F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693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A78610B7-08FC-4CD1-93F4-B89C774B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4810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8" name=""/>
          <p:cNvCxnSpPr>
            <a:stCxn xmlns:a="http://schemas.openxmlformats.org/drawingml/2006/main" id="445" idx="2"/>
            <a:endCxn xmlns:a="http://schemas.openxmlformats.org/drawingml/2006/main" id="446" idx="0"/>
          </p:cNvCxnSpPr>
          <p:nvPr/>
        </p:nvCxnSpPr>
        <p:spPr>
          <a:xfrm xmlns:a="http://schemas.openxmlformats.org/drawingml/2006/main">
            <a:off x="27548741" y="24766899"/>
            <a:ext cx="86117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D9E9C6E-5036-4918-B2A1-BEE8B8C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9894" y="21983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231BD6C-D339-4FA2-8632-F8BCAE0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4328" y="222584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1" name=""/>
          <p:cNvCxnSpPr>
            <a:stCxn xmlns:a="http://schemas.openxmlformats.org/drawingml/2006/main" id="448" idx="3"/>
            <a:endCxn xmlns:a="http://schemas.openxmlformats.org/drawingml/2006/main" id="449" idx="1"/>
          </p:cNvCxnSpPr>
          <p:nvPr/>
        </p:nvCxnSpPr>
        <p:spPr>
          <a:xfrm xmlns:a="http://schemas.openxmlformats.org/drawingml/2006/main">
            <a:off x="23789989" y="21983898"/>
            <a:ext cx="394339" cy="2745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F3E2ACE-1C9B-4674-AA10-FF585BC2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4328" y="222584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3C4BF9D-6C59-4911-977F-FBEE784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289" y="225238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4" name=""/>
          <p:cNvCxnSpPr>
            <a:stCxn xmlns:a="http://schemas.openxmlformats.org/drawingml/2006/main" id="451" idx="3"/>
            <a:endCxn xmlns:a="http://schemas.openxmlformats.org/drawingml/2006/main" id="452" idx="1"/>
          </p:cNvCxnSpPr>
          <p:nvPr/>
        </p:nvCxnSpPr>
        <p:spPr>
          <a:xfrm xmlns:a="http://schemas.openxmlformats.org/drawingml/2006/main">
            <a:off x="24184423" y="22258497"/>
            <a:ext cx="380866" cy="2654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1F3838A8-D1E0-40EB-A75B-15FE8B7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289" y="225238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0752095B-319C-4BAB-AD98-62D61CE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242" y="226213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7" name=""/>
          <p:cNvCxnSpPr>
            <a:stCxn xmlns:a="http://schemas.openxmlformats.org/drawingml/2006/main" id="454" idx="3"/>
            <a:endCxn xmlns:a="http://schemas.openxmlformats.org/drawingml/2006/main" id="455" idx="1"/>
          </p:cNvCxnSpPr>
          <p:nvPr/>
        </p:nvCxnSpPr>
        <p:spPr>
          <a:xfrm xmlns:a="http://schemas.openxmlformats.org/drawingml/2006/main">
            <a:off x="24565384" y="22523901"/>
            <a:ext cx="203858" cy="9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E1624B96-38EE-49E7-8F87-AF9CCBF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242" y="226213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30D09DA2-124E-459C-931F-20629FDC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1406" y="22751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0" name=""/>
          <p:cNvCxnSpPr>
            <a:stCxn xmlns:a="http://schemas.openxmlformats.org/drawingml/2006/main" id="457" idx="3"/>
            <a:endCxn xmlns:a="http://schemas.openxmlformats.org/drawingml/2006/main" id="458" idx="1"/>
          </p:cNvCxnSpPr>
          <p:nvPr/>
        </p:nvCxnSpPr>
        <p:spPr>
          <a:xfrm xmlns:a="http://schemas.openxmlformats.org/drawingml/2006/main">
            <a:off x="24769337" y="22621444"/>
            <a:ext cx="272069" cy="130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D30F0B68-0CF6-4B51-9E37-0BBEF7F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1406" y="22751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EA161F75-56C9-46A7-8F1D-33638E5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614" y="228049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3" name=""/>
          <p:cNvCxnSpPr>
            <a:stCxn xmlns:a="http://schemas.openxmlformats.org/drawingml/2006/main" id="460" idx="3"/>
            <a:endCxn xmlns:a="http://schemas.openxmlformats.org/drawingml/2006/main" id="461" idx="1"/>
          </p:cNvCxnSpPr>
          <p:nvPr/>
        </p:nvCxnSpPr>
        <p:spPr>
          <a:xfrm xmlns:a="http://schemas.openxmlformats.org/drawingml/2006/main">
            <a:off x="25041501" y="22751622"/>
            <a:ext cx="112113" cy="533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4D2450E-58BB-4E31-A8F2-37912EF4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6005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C1CFEE9-70B2-48E5-B5DD-071CA7A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879" y="20157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6" name=""/>
          <p:cNvCxnSpPr>
            <a:stCxn xmlns:a="http://schemas.openxmlformats.org/drawingml/2006/main" id="463" idx="2"/>
            <a:endCxn xmlns:a="http://schemas.openxmlformats.org/drawingml/2006/main" id="464" idx="0"/>
          </p:cNvCxnSpPr>
          <p:nvPr/>
        </p:nvCxnSpPr>
        <p:spPr>
          <a:xfrm xmlns:a="http://schemas.openxmlformats.org/drawingml/2006/main">
            <a:off x="21646053" y="19927606"/>
            <a:ext cx="207874" cy="2299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E5EFB3A7-1169-40D5-B0B3-DF1E1775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879" y="20157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348724B-44D4-4202-81A1-6AC552B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279" y="20421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9" name=""/>
          <p:cNvCxnSpPr>
            <a:stCxn xmlns:a="http://schemas.openxmlformats.org/drawingml/2006/main" id="466" idx="2"/>
            <a:endCxn xmlns:a="http://schemas.openxmlformats.org/drawingml/2006/main" id="467" idx="0"/>
          </p:cNvCxnSpPr>
          <p:nvPr/>
        </p:nvCxnSpPr>
        <p:spPr>
          <a:xfrm xmlns:a="http://schemas.openxmlformats.org/drawingml/2006/main">
            <a:off x="21853927" y="20157671"/>
            <a:ext cx="238400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C4AC4A8-7148-47BF-9FCD-6D5026C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279" y="20421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40B7817F-1CDA-4F15-9CFF-E3A9C9C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804" y="2065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2" name=""/>
          <p:cNvCxnSpPr>
            <a:stCxn xmlns:a="http://schemas.openxmlformats.org/drawingml/2006/main" id="469" idx="2"/>
            <a:endCxn xmlns:a="http://schemas.openxmlformats.org/drawingml/2006/main" id="470" idx="0"/>
          </p:cNvCxnSpPr>
          <p:nvPr/>
        </p:nvCxnSpPr>
        <p:spPr>
          <a:xfrm xmlns:a="http://schemas.openxmlformats.org/drawingml/2006/main">
            <a:off x="22092327" y="20421993"/>
            <a:ext cx="214525" cy="2375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BF7C44F0-0B08-4AD4-B8C4-2C6D559C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804" y="2065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7E3A53A-912E-4FF8-B478-3679C079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104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5" name=""/>
          <p:cNvCxnSpPr>
            <a:stCxn xmlns:a="http://schemas.openxmlformats.org/drawingml/2006/main" id="472" idx="2"/>
            <a:endCxn xmlns:a="http://schemas.openxmlformats.org/drawingml/2006/main" id="473" idx="0"/>
          </p:cNvCxnSpPr>
          <p:nvPr/>
        </p:nvCxnSpPr>
        <p:spPr>
          <a:xfrm xmlns:a="http://schemas.openxmlformats.org/drawingml/2006/main">
            <a:off x="22306852" y="20659630"/>
            <a:ext cx="84241" cy="929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F484FF5-201A-4786-AE11-AB2B4910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7A1DD40-6353-4EC4-A221-3AE4709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8" name=""/>
          <p:cNvCxnSpPr>
            <a:stCxn xmlns:a="http://schemas.openxmlformats.org/drawingml/2006/main" id="475" idx="2"/>
            <a:endCxn xmlns:a="http://schemas.openxmlformats.org/drawingml/2006/main" id="476" idx="0"/>
          </p:cNvCxnSpPr>
          <p:nvPr/>
        </p:nvCxnSpPr>
        <p:spPr>
          <a:xfrm xmlns:a="http://schemas.openxmlformats.org/drawingml/2006/main">
            <a:off x="21103600" y="17870727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CA9E3800-9164-41BE-AF6B-F9E289CA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2C67B525-C9B1-4FF3-A3EF-4D6BECA5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1" name=""/>
          <p:cNvCxnSpPr>
            <a:stCxn xmlns:a="http://schemas.openxmlformats.org/drawingml/2006/main" id="478" idx="2"/>
            <a:endCxn xmlns:a="http://schemas.openxmlformats.org/drawingml/2006/main" id="479" idx="0"/>
          </p:cNvCxnSpPr>
          <p:nvPr/>
        </p:nvCxnSpPr>
        <p:spPr>
          <a:xfrm xmlns:a="http://schemas.openxmlformats.org/drawingml/2006/main">
            <a:off x="21103600" y="18088711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97E36AEB-0EAB-4FA6-9360-6E2209F3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7E61049-3FEA-4D04-9A5F-4289F4E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4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>
            <a:off x="21103600" y="1833716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CF682A6-3DF8-498B-89C6-C578D34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C892C067-F6FB-48B3-B786-C7513B5C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7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>
            <a:off x="21103600" y="18564527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C8BCB2F2-9FCE-4563-B14E-D7E09E8E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1199" y="1786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E398C31E-7D80-4D32-9AA3-87AF3DAE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827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0" name=""/>
          <p:cNvCxnSpPr>
            <a:stCxn xmlns:a="http://schemas.openxmlformats.org/drawingml/2006/main" id="487" idx="3"/>
            <a:endCxn xmlns:a="http://schemas.openxmlformats.org/drawingml/2006/main" id="488" idx="1"/>
          </p:cNvCxnSpPr>
          <p:nvPr/>
        </p:nvCxnSpPr>
        <p:spPr>
          <a:xfrm xmlns:a="http://schemas.openxmlformats.org/drawingml/2006/main">
            <a:off x="21831294" y="17867615"/>
            <a:ext cx="476533" cy="3914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0D02C2BC-63F3-4A07-BA25-ABACFDD2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827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8D6EA97-0320-4DCE-808A-AF98ED6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947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3" name=""/>
          <p:cNvCxnSpPr>
            <a:stCxn xmlns:a="http://schemas.openxmlformats.org/drawingml/2006/main" id="490" idx="3"/>
            <a:endCxn xmlns:a="http://schemas.openxmlformats.org/drawingml/2006/main" id="491" idx="1"/>
          </p:cNvCxnSpPr>
          <p:nvPr/>
        </p:nvCxnSpPr>
        <p:spPr>
          <a:xfrm xmlns:a="http://schemas.openxmlformats.org/drawingml/2006/main">
            <a:off x="22307922" y="18259049"/>
            <a:ext cx="535025" cy="43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9E50104-D770-493E-BA4E-289AF37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947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E1534502-9DCA-4281-844A-5863287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7607" y="20755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6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>
            <a:off x="22842995" y="18698671"/>
            <a:ext cx="1824660" cy="20567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82570099-73A3-4FB2-ABB1-24A8C3B8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7607" y="20755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E8B872C2-2AD9-440C-9E43-BA4B531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6119" y="21910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9" name=""/>
          <p:cNvCxnSpPr>
            <a:stCxn xmlns:a="http://schemas.openxmlformats.org/drawingml/2006/main" id="496" idx="2"/>
            <a:endCxn xmlns:a="http://schemas.openxmlformats.org/drawingml/2006/main" id="497" idx="0"/>
          </p:cNvCxnSpPr>
          <p:nvPr/>
        </p:nvCxnSpPr>
        <p:spPr>
          <a:xfrm xmlns:a="http://schemas.openxmlformats.org/drawingml/2006/main">
            <a:off x="24667655" y="20755551"/>
            <a:ext cx="758512" cy="11550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BF9E73DB-56F0-46EC-96F0-FC186D5C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6119" y="21910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3DDEDE2-CD6B-40F0-9911-FCA19BE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1287" y="22695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2" name=""/>
          <p:cNvCxnSpPr>
            <a:stCxn xmlns:a="http://schemas.openxmlformats.org/drawingml/2006/main" id="499" idx="2"/>
            <a:endCxn xmlns:a="http://schemas.openxmlformats.org/drawingml/2006/main" id="500" idx="0"/>
          </p:cNvCxnSpPr>
          <p:nvPr/>
        </p:nvCxnSpPr>
        <p:spPr>
          <a:xfrm xmlns:a="http://schemas.openxmlformats.org/drawingml/2006/main">
            <a:off x="25426167" y="21910743"/>
            <a:ext cx="515168" cy="784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2B60720-111C-4CD6-9028-46B20B0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1287" y="22695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C824E6F-33AD-4D19-AF76-1AF714C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080" y="22803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5" name=""/>
          <p:cNvCxnSpPr>
            <a:stCxn xmlns:a="http://schemas.openxmlformats.org/drawingml/2006/main" id="502" idx="2"/>
            <a:endCxn xmlns:a="http://schemas.openxmlformats.org/drawingml/2006/main" id="503" idx="0"/>
          </p:cNvCxnSpPr>
          <p:nvPr/>
        </p:nvCxnSpPr>
        <p:spPr>
          <a:xfrm xmlns:a="http://schemas.openxmlformats.org/drawingml/2006/main">
            <a:off x="25941335" y="22695415"/>
            <a:ext cx="71793" cy="107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79B20D1D-859E-470F-B479-9FC04E21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09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04EDAF9B-37AF-4493-B532-EE9F25DC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26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8" name=""/>
          <p:cNvCxnSpPr>
            <a:stCxn xmlns:a="http://schemas.openxmlformats.org/drawingml/2006/main" id="505" idx="3"/>
            <a:endCxn xmlns:a="http://schemas.openxmlformats.org/drawingml/2006/main" id="506" idx="1"/>
          </p:cNvCxnSpPr>
          <p:nvPr/>
        </p:nvCxnSpPr>
        <p:spPr>
          <a:xfrm xmlns:a="http://schemas.openxmlformats.org/drawingml/2006/main">
            <a:off x="19354191" y="15813800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4FB5EAD-0199-4D5F-8574-F29D2C3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26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A397859-B127-4968-8748-2DD8EC7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158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1" name=""/>
          <p:cNvCxnSpPr>
            <a:stCxn xmlns:a="http://schemas.openxmlformats.org/drawingml/2006/main" id="508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19641362" y="16046930"/>
            <a:ext cx="330219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6DBC9D78-25E2-44F6-A703-92C030E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158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102AA14-44F1-4C29-AA72-080E0588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7278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4" name=""/>
          <p:cNvCxnSpPr>
            <a:stCxn xmlns:a="http://schemas.openxmlformats.org/drawingml/2006/main" id="511" idx="3"/>
            <a:endCxn xmlns:a="http://schemas.openxmlformats.org/drawingml/2006/main" id="512" idx="1"/>
          </p:cNvCxnSpPr>
          <p:nvPr/>
        </p:nvCxnSpPr>
        <p:spPr>
          <a:xfrm xmlns:a="http://schemas.openxmlformats.org/drawingml/2006/main">
            <a:off x="19971676" y="16315038"/>
            <a:ext cx="295602" cy="2399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88C38A9-4577-4F8E-AE12-CD4C870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7278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59ED332B-69E3-4922-9793-141F8FF7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6867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7" name=""/>
          <p:cNvCxnSpPr>
            <a:stCxn xmlns:a="http://schemas.openxmlformats.org/drawingml/2006/main" id="514" idx="3"/>
            <a:endCxn xmlns:a="http://schemas.openxmlformats.org/drawingml/2006/main" id="515" idx="1"/>
          </p:cNvCxnSpPr>
          <p:nvPr/>
        </p:nvCxnSpPr>
        <p:spPr>
          <a:xfrm xmlns:a="http://schemas.openxmlformats.org/drawingml/2006/main">
            <a:off x="20267373" y="16555020"/>
            <a:ext cx="99494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E4977A7-BA08-4DB0-BC6E-5D88CAE1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456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06832DDE-61ED-4958-9BA4-4CA3DE1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19" y="8181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0" name=""/>
          <p:cNvCxnSpPr>
            <a:stCxn xmlns:a="http://schemas.openxmlformats.org/drawingml/2006/main" id="517" idx="1"/>
            <a:endCxn xmlns:a="http://schemas.openxmlformats.org/drawingml/2006/main" id="518" idx="3"/>
          </p:cNvCxnSpPr>
          <p:nvPr/>
        </p:nvCxnSpPr>
        <p:spPr>
          <a:xfrm xmlns:a="http://schemas.openxmlformats.org/drawingml/2006/main" flipH="1">
            <a:off x="18288214" y="7586282"/>
            <a:ext cx="824242" cy="595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F07110E-B6D0-42DF-B60B-415EEEF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19" y="8181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166CD24B-630D-4AEF-AA5D-0C2A5AF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9006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3" name=""/>
          <p:cNvCxnSpPr>
            <a:stCxn xmlns:a="http://schemas.openxmlformats.org/drawingml/2006/main" id="520" idx="1"/>
            <a:endCxn xmlns:a="http://schemas.openxmlformats.org/drawingml/2006/main" id="521" idx="3"/>
          </p:cNvCxnSpPr>
          <p:nvPr/>
        </p:nvCxnSpPr>
        <p:spPr>
          <a:xfrm xmlns:a="http://schemas.openxmlformats.org/drawingml/2006/main" flipH="1">
            <a:off x="17147376" y="8181998"/>
            <a:ext cx="1140743" cy="8243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37BC3445-B9B8-48DE-BCF4-A44588E2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9006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76C62A69-AB61-4F30-BA84-B229C5C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13156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6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>
            <a:off x="17147329" y="9006384"/>
            <a:ext cx="0" cy="41497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D8D3DE4-55C5-44E9-A9E9-E59F1670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13156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272B66C0-87B7-49AA-A882-DD3A727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455" y="13886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9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>
            <a:off x="17147329" y="13156203"/>
            <a:ext cx="530174" cy="730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6BCEF62-6B57-4A0F-9166-A04E0FF2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455" y="13886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BA2494F-54B5-487C-A8D0-05883258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197" y="1446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2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>
            <a:off x="17677503" y="13886785"/>
            <a:ext cx="422742" cy="5824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4B4022B6-986C-4004-8B5A-DA7AB8E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197" y="1446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1B23303-F93E-4F42-BFC2-387428B6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7276" y="145761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5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>
            <a:off x="18100245" y="14469339"/>
            <a:ext cx="77079" cy="1068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8909231-3F3D-4712-9436-67845F8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959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30654D4-0695-40CE-8F18-ABB85A2A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584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8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 flipH="1">
            <a:off x="19743632" y="9643209"/>
            <a:ext cx="53375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6981EB4-CD16-4061-B65C-42612B3D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584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FC6DB2A-0911-48D2-B005-9FFB4F8E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876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1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 flipH="1">
            <a:off x="19682924" y="9861193"/>
            <a:ext cx="60708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29308AB-A919-47DD-AF06-E3EC044A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876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DBD474B-F16A-4394-8DD4-DFF8C52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7113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4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 flipH="1">
            <a:off x="19627161" y="10109649"/>
            <a:ext cx="55763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9A6FE97-5F73-4805-AEE5-619544A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7113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3327643-CA69-4488-846E-2666530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371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7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 flipH="1">
            <a:off x="19594419" y="10337009"/>
            <a:ext cx="32742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2E4ED36-86E4-4CF2-9ACF-73498A9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217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17DD480-2D04-4C22-8098-8C29426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949" y="987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0" name=""/>
          <p:cNvCxnSpPr>
            <a:stCxn xmlns:a="http://schemas.openxmlformats.org/drawingml/2006/main" id="547" idx="3"/>
            <a:endCxn xmlns:a="http://schemas.openxmlformats.org/drawingml/2006/main" id="548" idx="1"/>
          </p:cNvCxnSpPr>
          <p:nvPr/>
        </p:nvCxnSpPr>
        <p:spPr>
          <a:xfrm xmlns:a="http://schemas.openxmlformats.org/drawingml/2006/main">
            <a:off x="20831312" y="9643162"/>
            <a:ext cx="348637" cy="2361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2E8D1AA-C546-4CAB-B382-90CA599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949" y="987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F11C4E1-B921-4F2C-9511-97027BC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1715" y="1015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3" name=""/>
          <p:cNvCxnSpPr>
            <a:stCxn xmlns:a="http://schemas.openxmlformats.org/drawingml/2006/main" id="550" idx="3"/>
            <a:endCxn xmlns:a="http://schemas.openxmlformats.org/drawingml/2006/main" id="551" idx="1"/>
          </p:cNvCxnSpPr>
          <p:nvPr/>
        </p:nvCxnSpPr>
        <p:spPr>
          <a:xfrm xmlns:a="http://schemas.openxmlformats.org/drawingml/2006/main">
            <a:off x="21180044" y="9879357"/>
            <a:ext cx="401671" cy="272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B408C16-8EDF-4FEC-B84E-202E049A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1715" y="1015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032713B-B2FF-4CE4-AB27-CC926091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655" y="103937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6" name=""/>
          <p:cNvCxnSpPr>
            <a:stCxn xmlns:a="http://schemas.openxmlformats.org/drawingml/2006/main" id="553" idx="3"/>
            <a:endCxn xmlns:a="http://schemas.openxmlformats.org/drawingml/2006/main" id="554" idx="1"/>
          </p:cNvCxnSpPr>
          <p:nvPr/>
        </p:nvCxnSpPr>
        <p:spPr>
          <a:xfrm xmlns:a="http://schemas.openxmlformats.org/drawingml/2006/main">
            <a:off x="21581810" y="10151432"/>
            <a:ext cx="357845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1A87BA02-C02D-493B-9E18-8FBD1573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655" y="103937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714256A-9ADB-49A7-A130-7F2D3E9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4872" y="10464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9" name=""/>
          <p:cNvCxnSpPr>
            <a:stCxn xmlns:a="http://schemas.openxmlformats.org/drawingml/2006/main" id="556" idx="3"/>
            <a:endCxn xmlns:a="http://schemas.openxmlformats.org/drawingml/2006/main" id="557" idx="1"/>
          </p:cNvCxnSpPr>
          <p:nvPr/>
        </p:nvCxnSpPr>
        <p:spPr>
          <a:xfrm xmlns:a="http://schemas.openxmlformats.org/drawingml/2006/main">
            <a:off x="21939750" y="10393757"/>
            <a:ext cx="105122" cy="708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66F90A51-3C9C-418A-8350-AEF00AA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EBBC1030-194D-4640-BC24-A39D46B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2" name=""/>
          <p:cNvCxnSpPr>
            <a:stCxn xmlns:a="http://schemas.openxmlformats.org/drawingml/2006/main" id="559" idx="2"/>
            <a:endCxn xmlns:a="http://schemas.openxmlformats.org/drawingml/2006/main" id="560" idx="0"/>
          </p:cNvCxnSpPr>
          <p:nvPr/>
        </p:nvCxnSpPr>
        <p:spPr>
          <a:xfrm xmlns:a="http://schemas.openxmlformats.org/drawingml/2006/main">
            <a:off x="19944003" y="7586329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6B09E32-F58A-4A84-B8F3-10FE66B9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AF2927F-52A1-41B1-8455-5B2B1592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5" name=""/>
          <p:cNvCxnSpPr>
            <a:stCxn xmlns:a="http://schemas.openxmlformats.org/drawingml/2006/main" id="562" idx="2"/>
            <a:endCxn xmlns:a="http://schemas.openxmlformats.org/drawingml/2006/main" id="563" idx="0"/>
          </p:cNvCxnSpPr>
          <p:nvPr/>
        </p:nvCxnSpPr>
        <p:spPr>
          <a:xfrm xmlns:a="http://schemas.openxmlformats.org/drawingml/2006/main">
            <a:off x="19944003" y="780431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876845F-CA07-428B-8729-5AF34D6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07018A0-AC42-4576-9A08-2151E4A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8" name=""/>
          <p:cNvCxnSpPr>
            <a:stCxn xmlns:a="http://schemas.openxmlformats.org/drawingml/2006/main" id="565" idx="2"/>
            <a:endCxn xmlns:a="http://schemas.openxmlformats.org/drawingml/2006/main" id="566" idx="0"/>
          </p:cNvCxnSpPr>
          <p:nvPr/>
        </p:nvCxnSpPr>
        <p:spPr>
          <a:xfrm xmlns:a="http://schemas.openxmlformats.org/drawingml/2006/main">
            <a:off x="19944003" y="805276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46FD14E8-02BE-4F7B-A34F-28F9056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EAF3579-9A79-412C-9577-64173312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4105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1" name=""/>
          <p:cNvCxnSpPr>
            <a:stCxn xmlns:a="http://schemas.openxmlformats.org/drawingml/2006/main" id="568" idx="2"/>
            <a:endCxn xmlns:a="http://schemas.openxmlformats.org/drawingml/2006/main" id="569" idx="0"/>
          </p:cNvCxnSpPr>
          <p:nvPr/>
        </p:nvCxnSpPr>
        <p:spPr>
          <a:xfrm xmlns:a="http://schemas.openxmlformats.org/drawingml/2006/main">
            <a:off x="19944003" y="8280129"/>
            <a:ext cx="0" cy="130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686CBCA-2A9E-45EF-9F04-FA1BA403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124" y="136582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E38CF19-930A-4297-8DE1-182C4DCD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442" y="1395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4" name=""/>
          <p:cNvCxnSpPr>
            <a:stCxn xmlns:a="http://schemas.openxmlformats.org/drawingml/2006/main" id="571" idx="1"/>
            <a:endCxn xmlns:a="http://schemas.openxmlformats.org/drawingml/2006/main" id="572" idx="3"/>
          </p:cNvCxnSpPr>
          <p:nvPr/>
        </p:nvCxnSpPr>
        <p:spPr>
          <a:xfrm xmlns:a="http://schemas.openxmlformats.org/drawingml/2006/main" flipH="1">
            <a:off x="22570537" y="13658296"/>
            <a:ext cx="964587" cy="2976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1E98115-8E84-42D0-824D-9DB16B91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442" y="1395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8331592-4DBF-4B38-BE66-DFAC34E4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8091" y="14333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7" name=""/>
          <p:cNvCxnSpPr>
            <a:stCxn xmlns:a="http://schemas.openxmlformats.org/drawingml/2006/main" id="574" idx="1"/>
            <a:endCxn xmlns:a="http://schemas.openxmlformats.org/drawingml/2006/main" id="575" idx="3"/>
          </p:cNvCxnSpPr>
          <p:nvPr/>
        </p:nvCxnSpPr>
        <p:spPr>
          <a:xfrm xmlns:a="http://schemas.openxmlformats.org/drawingml/2006/main" flipH="1">
            <a:off x="21348186" y="13955974"/>
            <a:ext cx="1222256" cy="377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65DE07D-4CCE-45A2-83DB-3DB8C4B3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8091" y="14333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4A135C2-2448-4E5E-AC56-0D0E29E2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774" y="146371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0" name=""/>
          <p:cNvCxnSpPr>
            <a:stCxn xmlns:a="http://schemas.openxmlformats.org/drawingml/2006/main" id="577" idx="1"/>
            <a:endCxn xmlns:a="http://schemas.openxmlformats.org/drawingml/2006/main" id="578" idx="3"/>
          </p:cNvCxnSpPr>
          <p:nvPr/>
        </p:nvCxnSpPr>
        <p:spPr>
          <a:xfrm xmlns:a="http://schemas.openxmlformats.org/drawingml/2006/main" flipH="1">
            <a:off x="20362869" y="14333164"/>
            <a:ext cx="985222" cy="3039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DC64950B-3F07-4B98-85B3-FA433A6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774" y="146371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E4E68D33-8D22-43A5-8D5C-ED775FB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086" y="14673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3" name=""/>
          <p:cNvCxnSpPr>
            <a:stCxn xmlns:a="http://schemas.openxmlformats.org/drawingml/2006/main" id="580" idx="1"/>
            <a:endCxn xmlns:a="http://schemas.openxmlformats.org/drawingml/2006/main" id="581" idx="3"/>
          </p:cNvCxnSpPr>
          <p:nvPr/>
        </p:nvCxnSpPr>
        <p:spPr>
          <a:xfrm xmlns:a="http://schemas.openxmlformats.org/drawingml/2006/main" flipH="1">
            <a:off x="20244181" y="14637153"/>
            <a:ext cx="118593" cy="367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D9B1AAA-B47F-475E-AE23-5F731B2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973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56E6D542-076E-414C-8925-5C84214C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6640" y="160337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6" name=""/>
          <p:cNvCxnSpPr>
            <a:stCxn xmlns:a="http://schemas.openxmlformats.org/drawingml/2006/main" id="583" idx="2"/>
            <a:endCxn xmlns:a="http://schemas.openxmlformats.org/drawingml/2006/main" id="584" idx="0"/>
          </p:cNvCxnSpPr>
          <p:nvPr/>
        </p:nvCxnSpPr>
        <p:spPr>
          <a:xfrm xmlns:a="http://schemas.openxmlformats.org/drawingml/2006/main" flipH="1">
            <a:off x="24926688" y="15813847"/>
            <a:ext cx="63096" cy="219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DF435FB-4EB9-498B-AA8B-04674FAB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6640" y="160337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98EE32DF-E82D-4D99-A159-814C36BD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677" y="16284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9" name=""/>
          <p:cNvCxnSpPr>
            <a:stCxn xmlns:a="http://schemas.openxmlformats.org/drawingml/2006/main" id="586" idx="2"/>
            <a:endCxn xmlns:a="http://schemas.openxmlformats.org/drawingml/2006/main" id="587" idx="0"/>
          </p:cNvCxnSpPr>
          <p:nvPr/>
        </p:nvCxnSpPr>
        <p:spPr>
          <a:xfrm xmlns:a="http://schemas.openxmlformats.org/drawingml/2006/main" flipH="1">
            <a:off x="24854725" y="16033815"/>
            <a:ext cx="71963" cy="250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DEBAC0A-E4C0-4BD1-805F-E83D444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677" y="16284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1909D173-54FF-476E-9EF6-909EE60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8853" y="1651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2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 flipH="1">
            <a:off x="24788901" y="16284795"/>
            <a:ext cx="65824" cy="2292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8E9CA99A-692C-4C82-AEE9-63BAA85B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8853" y="1651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D178FE7C-5CA8-4F30-B48B-E74CD048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871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5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 flipH="1">
            <a:off x="24752919" y="16514138"/>
            <a:ext cx="35982" cy="124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D873DA5E-5F57-4C87-A893-E8EC4D30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1146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1839519B-E55C-48D7-84CB-15A5366C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939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8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 flipH="1">
            <a:off x="27566987" y="17870727"/>
            <a:ext cx="134207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F8D3D04-5778-47E3-8D45-292D7CF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939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58B79A6A-4B52-41CB-A404-692E934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463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1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 flipH="1">
            <a:off x="27413511" y="18094842"/>
            <a:ext cx="153476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1F526D1F-106B-4962-9927-72FA9C9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463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DF481DB1-2230-4B7E-B172-F094779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97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4" name=""/>
          <p:cNvCxnSpPr>
            <a:stCxn xmlns:a="http://schemas.openxmlformats.org/drawingml/2006/main" id="601" idx="2"/>
            <a:endCxn xmlns:a="http://schemas.openxmlformats.org/drawingml/2006/main" id="602" idx="0"/>
          </p:cNvCxnSpPr>
          <p:nvPr/>
        </p:nvCxnSpPr>
        <p:spPr>
          <a:xfrm xmlns:a="http://schemas.openxmlformats.org/drawingml/2006/main" flipH="1">
            <a:off x="27274019" y="18351050"/>
            <a:ext cx="139492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A070D420-B394-432C-9847-0B25A98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97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9E2F3F2B-58A0-4196-A2D0-B3E74402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6782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7" name=""/>
          <p:cNvCxnSpPr>
            <a:stCxn xmlns:a="http://schemas.openxmlformats.org/drawingml/2006/main" id="604" idx="2"/>
            <a:endCxn xmlns:a="http://schemas.openxmlformats.org/drawingml/2006/main" id="605" idx="0"/>
          </p:cNvCxnSpPr>
          <p:nvPr/>
        </p:nvCxnSpPr>
        <p:spPr>
          <a:xfrm xmlns:a="http://schemas.openxmlformats.org/drawingml/2006/main" flipH="1">
            <a:off x="27206830" y="18583639"/>
            <a:ext cx="67189" cy="112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E41DEFF4-7BE3-4381-A692-9B85C6C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5404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6DE90D96-A286-48B3-9D54-9739DBB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5972" y="18102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0" name=""/>
          <p:cNvCxnSpPr>
            <a:stCxn xmlns:a="http://schemas.openxmlformats.org/drawingml/2006/main" id="607" idx="3"/>
            <a:endCxn xmlns:a="http://schemas.openxmlformats.org/drawingml/2006/main" id="608" idx="1"/>
          </p:cNvCxnSpPr>
          <p:nvPr/>
        </p:nvCxnSpPr>
        <p:spPr>
          <a:xfrm xmlns:a="http://schemas.openxmlformats.org/drawingml/2006/main">
            <a:off x="28735499" y="17870680"/>
            <a:ext cx="260473" cy="2322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0F686C4-B005-4076-99C4-848FD06E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5972" y="18102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6FD730C6-1AB9-475E-B4B9-9933907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5421" y="18369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3" name=""/>
          <p:cNvCxnSpPr>
            <a:stCxn xmlns:a="http://schemas.openxmlformats.org/drawingml/2006/main" id="610" idx="3"/>
            <a:endCxn xmlns:a="http://schemas.openxmlformats.org/drawingml/2006/main" id="611" idx="1"/>
          </p:cNvCxnSpPr>
          <p:nvPr/>
        </p:nvCxnSpPr>
        <p:spPr>
          <a:xfrm xmlns:a="http://schemas.openxmlformats.org/drawingml/2006/main">
            <a:off x="28996067" y="18102908"/>
            <a:ext cx="299354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4130ECEB-C625-4AAB-A6F0-013C7FAF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5421" y="18369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1D909D87-5841-4F52-853E-42F94E5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04" y="186087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6" name=""/>
          <p:cNvCxnSpPr>
            <a:stCxn xmlns:a="http://schemas.openxmlformats.org/drawingml/2006/main" id="613" idx="3"/>
            <a:endCxn xmlns:a="http://schemas.openxmlformats.org/drawingml/2006/main" id="614" idx="1"/>
          </p:cNvCxnSpPr>
          <p:nvPr/>
        </p:nvCxnSpPr>
        <p:spPr>
          <a:xfrm xmlns:a="http://schemas.openxmlformats.org/drawingml/2006/main">
            <a:off x="29295516" y="18369754"/>
            <a:ext cx="268488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9015688-DCD5-485C-BEDF-E7B3218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04" y="186087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19F6E8A2-C032-4901-ACC4-E4BE669A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694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9" name=""/>
          <p:cNvCxnSpPr>
            <a:stCxn xmlns:a="http://schemas.openxmlformats.org/drawingml/2006/main" id="616" idx="3"/>
            <a:endCxn xmlns:a="http://schemas.openxmlformats.org/drawingml/2006/main" id="617" idx="1"/>
          </p:cNvCxnSpPr>
          <p:nvPr/>
        </p:nvCxnSpPr>
        <p:spPr>
          <a:xfrm xmlns:a="http://schemas.openxmlformats.org/drawingml/2006/main">
            <a:off x="29564099" y="18608834"/>
            <a:ext cx="96595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75757072-9977-4E85-8A21-2E78A921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4164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966816CC-9477-4FD9-8F84-B76ACC91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70" y="160488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2" name=""/>
          <p:cNvCxnSpPr>
            <a:stCxn xmlns:a="http://schemas.openxmlformats.org/drawingml/2006/main" id="619" idx="3"/>
            <a:endCxn xmlns:a="http://schemas.openxmlformats.org/drawingml/2006/main" id="620" idx="1"/>
          </p:cNvCxnSpPr>
          <p:nvPr/>
        </p:nvCxnSpPr>
        <p:spPr>
          <a:xfrm xmlns:a="http://schemas.openxmlformats.org/drawingml/2006/main">
            <a:off x="26024259" y="15813800"/>
            <a:ext cx="337211" cy="235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2119C66C-900E-4CA8-BDE1-D92515C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70" y="160488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5A9C3A9D-0BA0-4E57-B7F8-BED6390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765" y="163196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5" name=""/>
          <p:cNvCxnSpPr>
            <a:stCxn xmlns:a="http://schemas.openxmlformats.org/drawingml/2006/main" id="622" idx="3"/>
            <a:endCxn xmlns:a="http://schemas.openxmlformats.org/drawingml/2006/main" id="623" idx="1"/>
          </p:cNvCxnSpPr>
          <p:nvPr/>
        </p:nvCxnSpPr>
        <p:spPr>
          <a:xfrm xmlns:a="http://schemas.openxmlformats.org/drawingml/2006/main">
            <a:off x="26361565" y="16048913"/>
            <a:ext cx="388200" cy="2708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53A5ACF9-0FA7-465D-8899-513A95D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765" y="163196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639436F1-E525-406F-BB6A-71DD8E6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450" y="165612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8" name=""/>
          <p:cNvCxnSpPr>
            <a:stCxn xmlns:a="http://schemas.openxmlformats.org/drawingml/2006/main" id="625" idx="3"/>
            <a:endCxn xmlns:a="http://schemas.openxmlformats.org/drawingml/2006/main" id="626" idx="1"/>
          </p:cNvCxnSpPr>
          <p:nvPr/>
        </p:nvCxnSpPr>
        <p:spPr>
          <a:xfrm xmlns:a="http://schemas.openxmlformats.org/drawingml/2006/main">
            <a:off x="26749860" y="16319726"/>
            <a:ext cx="346590" cy="2416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764778DA-1220-4EF8-B057-9A40F13E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450" y="165612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907E8C84-882C-48B7-92F2-A584A34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666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1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27096545" y="16561330"/>
            <a:ext cx="105121" cy="739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5A567D91-2E81-4743-AE3B-D2078B1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75FA758B-F3F2-4C8A-94FC-720487B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4" name=""/>
          <p:cNvCxnSpPr>
            <a:stCxn xmlns:a="http://schemas.openxmlformats.org/drawingml/2006/main" id="631" idx="2"/>
            <a:endCxn xmlns:a="http://schemas.openxmlformats.org/drawingml/2006/main" id="632" idx="0"/>
          </p:cNvCxnSpPr>
          <p:nvPr/>
        </p:nvCxnSpPr>
        <p:spPr>
          <a:xfrm xmlns:a="http://schemas.openxmlformats.org/drawingml/2006/main">
            <a:off x="25162189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532241BE-C14A-4C68-9E51-E743D277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1E25233A-BFAB-42F8-82B1-72921B4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7" name=""/>
          <p:cNvCxnSpPr>
            <a:stCxn xmlns:a="http://schemas.openxmlformats.org/drawingml/2006/main" id="634" idx="2"/>
            <a:endCxn xmlns:a="http://schemas.openxmlformats.org/drawingml/2006/main" id="635" idx="0"/>
          </p:cNvCxnSpPr>
          <p:nvPr/>
        </p:nvCxnSpPr>
        <p:spPr>
          <a:xfrm xmlns:a="http://schemas.openxmlformats.org/drawingml/2006/main">
            <a:off x="25162189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5558EF60-9C92-430C-AA96-4AE99557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DE5D893D-39E7-4437-B004-7C916D4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0" name=""/>
          <p:cNvCxnSpPr>
            <a:stCxn xmlns:a="http://schemas.openxmlformats.org/drawingml/2006/main" id="637" idx="2"/>
            <a:endCxn xmlns:a="http://schemas.openxmlformats.org/drawingml/2006/main" id="638" idx="0"/>
          </p:cNvCxnSpPr>
          <p:nvPr/>
        </p:nvCxnSpPr>
        <p:spPr>
          <a:xfrm xmlns:a="http://schemas.openxmlformats.org/drawingml/2006/main">
            <a:off x="25162189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C2349DF2-9E0E-4439-A054-F2764787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553EE4F9-6590-4437-B1E8-0084159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3" name=""/>
          <p:cNvCxnSpPr>
            <a:stCxn xmlns:a="http://schemas.openxmlformats.org/drawingml/2006/main" id="640" idx="2"/>
            <a:endCxn xmlns:a="http://schemas.openxmlformats.org/drawingml/2006/main" id="641" idx="0"/>
          </p:cNvCxnSpPr>
          <p:nvPr/>
        </p:nvCxnSpPr>
        <p:spPr>
          <a:xfrm xmlns:a="http://schemas.openxmlformats.org/drawingml/2006/main">
            <a:off x="25162189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0B94B156-76BD-4577-8925-22BA335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954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26CC79BD-2AFD-488A-BFC5-5ADB315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825" y="11924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6" name=""/>
          <p:cNvCxnSpPr>
            <a:stCxn xmlns:a="http://schemas.openxmlformats.org/drawingml/2006/main" id="643" idx="2"/>
            <a:endCxn xmlns:a="http://schemas.openxmlformats.org/drawingml/2006/main" id="644" idx="0"/>
          </p:cNvCxnSpPr>
          <p:nvPr/>
        </p:nvCxnSpPr>
        <p:spPr>
          <a:xfrm xmlns:a="http://schemas.openxmlformats.org/drawingml/2006/main" flipH="1">
            <a:off x="25898873" y="11700088"/>
            <a:ext cx="138129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4B894AF-5BDF-4398-8F33-B98D43DC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825" y="11924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590150EB-1470-4395-AB64-562D4D3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1086" y="121803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9" name=""/>
          <p:cNvCxnSpPr>
            <a:stCxn xmlns:a="http://schemas.openxmlformats.org/drawingml/2006/main" id="646" idx="2"/>
            <a:endCxn xmlns:a="http://schemas.openxmlformats.org/drawingml/2006/main" id="647" idx="0"/>
          </p:cNvCxnSpPr>
          <p:nvPr/>
        </p:nvCxnSpPr>
        <p:spPr>
          <a:xfrm xmlns:a="http://schemas.openxmlformats.org/drawingml/2006/main" flipH="1">
            <a:off x="25741134" y="11924203"/>
            <a:ext cx="157739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28F8C7E3-1706-44F9-B185-6DB012A0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1086" y="121803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F3E15C5E-1CBD-4457-952C-5B78F57D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7671" y="12412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2" name=""/>
          <p:cNvCxnSpPr>
            <a:stCxn xmlns:a="http://schemas.openxmlformats.org/drawingml/2006/main" id="649" idx="2"/>
            <a:endCxn xmlns:a="http://schemas.openxmlformats.org/drawingml/2006/main" id="650" idx="0"/>
          </p:cNvCxnSpPr>
          <p:nvPr/>
        </p:nvCxnSpPr>
        <p:spPr>
          <a:xfrm xmlns:a="http://schemas.openxmlformats.org/drawingml/2006/main" flipH="1">
            <a:off x="25597719" y="12180411"/>
            <a:ext cx="143415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2DC44728-8630-408E-A037-0121A551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7671" y="12412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32C43E11-4BD2-461C-935B-6BB29D50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778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5" name=""/>
          <p:cNvCxnSpPr>
            <a:stCxn xmlns:a="http://schemas.openxmlformats.org/drawingml/2006/main" id="652" idx="2"/>
            <a:endCxn xmlns:a="http://schemas.openxmlformats.org/drawingml/2006/main" id="653" idx="0"/>
          </p:cNvCxnSpPr>
          <p:nvPr/>
        </p:nvCxnSpPr>
        <p:spPr>
          <a:xfrm xmlns:a="http://schemas.openxmlformats.org/drawingml/2006/main" flipH="1">
            <a:off x="25528826" y="12413000"/>
            <a:ext cx="68893" cy="1120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625688B0-3553-43C3-A920-44E7B0F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4998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1BA6D8F-AF4A-4FE1-B56D-12E7B95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37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8" name=""/>
          <p:cNvCxnSpPr>
            <a:stCxn xmlns:a="http://schemas.openxmlformats.org/drawingml/2006/main" id="655" idx="2"/>
            <a:endCxn xmlns:a="http://schemas.openxmlformats.org/drawingml/2006/main" id="656" idx="0"/>
          </p:cNvCxnSpPr>
          <p:nvPr/>
        </p:nvCxnSpPr>
        <p:spPr>
          <a:xfrm xmlns:a="http://schemas.openxmlformats.org/drawingml/2006/main" flipH="1">
            <a:off x="32126419" y="15813847"/>
            <a:ext cx="108627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D60962DF-761A-4B77-A9F0-D3FF6EE8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37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28F804E4-3C8F-4861-A657-C6B7F2E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22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1" name=""/>
          <p:cNvCxnSpPr>
            <a:stCxn xmlns:a="http://schemas.openxmlformats.org/drawingml/2006/main" id="658" idx="2"/>
            <a:endCxn xmlns:a="http://schemas.openxmlformats.org/drawingml/2006/main" id="659" idx="0"/>
          </p:cNvCxnSpPr>
          <p:nvPr/>
        </p:nvCxnSpPr>
        <p:spPr>
          <a:xfrm xmlns:a="http://schemas.openxmlformats.org/drawingml/2006/main" flipH="1">
            <a:off x="32002274" y="16035798"/>
            <a:ext cx="124145" cy="253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A49ED3BE-D4AA-4620-A235-C1ECB9F9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22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CBB51B54-A325-4A6F-BF8E-D67C894A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66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4" name=""/>
          <p:cNvCxnSpPr>
            <a:stCxn xmlns:a="http://schemas.openxmlformats.org/drawingml/2006/main" id="661" idx="2"/>
            <a:endCxn xmlns:a="http://schemas.openxmlformats.org/drawingml/2006/main" id="662" idx="0"/>
          </p:cNvCxnSpPr>
          <p:nvPr/>
        </p:nvCxnSpPr>
        <p:spPr>
          <a:xfrm xmlns:a="http://schemas.openxmlformats.org/drawingml/2006/main" flipH="1">
            <a:off x="31889214" y="16289483"/>
            <a:ext cx="113060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C4E90270-FABF-4B7D-A2F7-D66980F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66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F65DA090-5899-4190-9D3B-4406C045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1527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7" name=""/>
          <p:cNvCxnSpPr>
            <a:stCxn xmlns:a="http://schemas.openxmlformats.org/drawingml/2006/main" id="664" idx="2"/>
            <a:endCxn xmlns:a="http://schemas.openxmlformats.org/drawingml/2006/main" id="665" idx="0"/>
          </p:cNvCxnSpPr>
          <p:nvPr/>
        </p:nvCxnSpPr>
        <p:spPr>
          <a:xfrm xmlns:a="http://schemas.openxmlformats.org/drawingml/2006/main" flipH="1">
            <a:off x="31831575" y="16520449"/>
            <a:ext cx="57639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D53A53D7-B7BF-4259-B9FC-B41C1C75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8726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10B8C3B5-57F7-4FE4-8BB5-25D92CFB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520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0" name=""/>
          <p:cNvCxnSpPr>
            <a:stCxn xmlns:a="http://schemas.openxmlformats.org/drawingml/2006/main" id="667" idx="2"/>
            <a:endCxn xmlns:a="http://schemas.openxmlformats.org/drawingml/2006/main" id="668" idx="0"/>
          </p:cNvCxnSpPr>
          <p:nvPr/>
        </p:nvCxnSpPr>
        <p:spPr>
          <a:xfrm xmlns:a="http://schemas.openxmlformats.org/drawingml/2006/main" flipH="1">
            <a:off x="34524568" y="17870727"/>
            <a:ext cx="134206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47A88D76-0AE3-4413-998E-CC14FB6E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520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8A34400A-5B2C-4903-812D-BFAE5CDC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1044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3" name=""/>
          <p:cNvCxnSpPr>
            <a:stCxn xmlns:a="http://schemas.openxmlformats.org/drawingml/2006/main" id="670" idx="2"/>
            <a:endCxn xmlns:a="http://schemas.openxmlformats.org/drawingml/2006/main" id="671" idx="0"/>
          </p:cNvCxnSpPr>
          <p:nvPr/>
        </p:nvCxnSpPr>
        <p:spPr>
          <a:xfrm xmlns:a="http://schemas.openxmlformats.org/drawingml/2006/main" flipH="1">
            <a:off x="34371092" y="18094842"/>
            <a:ext cx="153476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55EE04F2-C548-414B-8167-0FDD503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1044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874B1DC1-5CF8-46C7-8F14-229E5897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155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6" name=""/>
          <p:cNvCxnSpPr>
            <a:stCxn xmlns:a="http://schemas.openxmlformats.org/drawingml/2006/main" id="673" idx="2"/>
            <a:endCxn xmlns:a="http://schemas.openxmlformats.org/drawingml/2006/main" id="674" idx="0"/>
          </p:cNvCxnSpPr>
          <p:nvPr/>
        </p:nvCxnSpPr>
        <p:spPr>
          <a:xfrm xmlns:a="http://schemas.openxmlformats.org/drawingml/2006/main" flipH="1">
            <a:off x="34231599" y="18351050"/>
            <a:ext cx="139493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9E8BF588-7A1A-421E-93DE-502BF2A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155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B6F03E2C-0A19-4EB4-B8F4-EBBA68D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4363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9" name=""/>
          <p:cNvCxnSpPr>
            <a:stCxn xmlns:a="http://schemas.openxmlformats.org/drawingml/2006/main" id="676" idx="2"/>
            <a:endCxn xmlns:a="http://schemas.openxmlformats.org/drawingml/2006/main" id="677" idx="0"/>
          </p:cNvCxnSpPr>
          <p:nvPr/>
        </p:nvCxnSpPr>
        <p:spPr>
          <a:xfrm xmlns:a="http://schemas.openxmlformats.org/drawingml/2006/main" flipH="1">
            <a:off x="34164411" y="18583639"/>
            <a:ext cx="67188" cy="112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643643FA-4C5B-433E-B32B-2ECCB13A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9888" y="1786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E2CF53DD-CB5E-46A5-BD81-017CD89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4668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2" name=""/>
          <p:cNvCxnSpPr>
            <a:stCxn xmlns:a="http://schemas.openxmlformats.org/drawingml/2006/main" id="679" idx="2"/>
            <a:endCxn xmlns:a="http://schemas.openxmlformats.org/drawingml/2006/main" id="680" idx="0"/>
          </p:cNvCxnSpPr>
          <p:nvPr/>
        </p:nvCxnSpPr>
        <p:spPr>
          <a:xfrm xmlns:a="http://schemas.openxmlformats.org/drawingml/2006/main">
            <a:off x="35239936" y="17867662"/>
            <a:ext cx="144780" cy="3913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28B1E9BD-9490-4A42-85E3-1D38B04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4668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08C01A47-A81F-4CB2-8349-D3F199F7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5" name=""/>
          <p:cNvCxnSpPr>
            <a:stCxn xmlns:a="http://schemas.openxmlformats.org/drawingml/2006/main" id="682" idx="2"/>
            <a:endCxn xmlns:a="http://schemas.openxmlformats.org/drawingml/2006/main" id="683" idx="0"/>
          </p:cNvCxnSpPr>
          <p:nvPr/>
        </p:nvCxnSpPr>
        <p:spPr>
          <a:xfrm xmlns:a="http://schemas.openxmlformats.org/drawingml/2006/main">
            <a:off x="35384716" y="18259096"/>
            <a:ext cx="162684" cy="4394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F13A7733-235A-497B-8E7D-865EF79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068CF37C-535D-49ED-9D39-99694EDA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9918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8" name=""/>
          <p:cNvCxnSpPr>
            <a:stCxn xmlns:a="http://schemas.openxmlformats.org/drawingml/2006/main" id="685" idx="2"/>
            <a:endCxn xmlns:a="http://schemas.openxmlformats.org/drawingml/2006/main" id="686" idx="0"/>
          </p:cNvCxnSpPr>
          <p:nvPr/>
        </p:nvCxnSpPr>
        <p:spPr>
          <a:xfrm xmlns:a="http://schemas.openxmlformats.org/drawingml/2006/main">
            <a:off x="35547400" y="18698671"/>
            <a:ext cx="0" cy="12201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49405EB4-DA98-4FEF-B1CC-1AE5A6C7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9918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BFB53E05-0D65-4BA3-BBAA-9C2FFDE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708" y="217537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1" name=""/>
          <p:cNvCxnSpPr>
            <a:stCxn xmlns:a="http://schemas.openxmlformats.org/drawingml/2006/main" id="688" idx="1"/>
            <a:endCxn xmlns:a="http://schemas.openxmlformats.org/drawingml/2006/main" id="689" idx="3"/>
          </p:cNvCxnSpPr>
          <p:nvPr/>
        </p:nvCxnSpPr>
        <p:spPr>
          <a:xfrm xmlns:a="http://schemas.openxmlformats.org/drawingml/2006/main" flipH="1">
            <a:off x="30735803" y="19918905"/>
            <a:ext cx="4811549" cy="18349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8036208D-42D3-4807-8880-B5EDE26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708" y="217537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D6B73223-9556-41AD-8EDF-3ED3D92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556" y="22760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4" name=""/>
          <p:cNvCxnSpPr>
            <a:stCxn xmlns:a="http://schemas.openxmlformats.org/drawingml/2006/main" id="691" idx="1"/>
            <a:endCxn xmlns:a="http://schemas.openxmlformats.org/drawingml/2006/main" id="692" idx="3"/>
          </p:cNvCxnSpPr>
          <p:nvPr/>
        </p:nvCxnSpPr>
        <p:spPr>
          <a:xfrm xmlns:a="http://schemas.openxmlformats.org/drawingml/2006/main" flipH="1">
            <a:off x="28094651" y="21753833"/>
            <a:ext cx="2641057" cy="1007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A36800DB-2FC1-4E6F-97FA-12834F5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556" y="22760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195B4300-2047-40CF-9D38-A143264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7573" y="228053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7" name=""/>
          <p:cNvCxnSpPr>
            <a:stCxn xmlns:a="http://schemas.openxmlformats.org/drawingml/2006/main" id="694" idx="1"/>
            <a:endCxn xmlns:a="http://schemas.openxmlformats.org/drawingml/2006/main" id="695" idx="3"/>
          </p:cNvCxnSpPr>
          <p:nvPr/>
        </p:nvCxnSpPr>
        <p:spPr>
          <a:xfrm xmlns:a="http://schemas.openxmlformats.org/drawingml/2006/main" flipH="1">
            <a:off x="27977668" y="22760997"/>
            <a:ext cx="116888" cy="443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6152F309-3048-4E2C-AF72-8456C86F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925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3BA7D554-36FE-42EB-A89E-A08945A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642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0" name=""/>
          <p:cNvCxnSpPr>
            <a:stCxn xmlns:a="http://schemas.openxmlformats.org/drawingml/2006/main" id="697" idx="3"/>
            <a:endCxn xmlns:a="http://schemas.openxmlformats.org/drawingml/2006/main" id="698" idx="1"/>
          </p:cNvCxnSpPr>
          <p:nvPr/>
        </p:nvCxnSpPr>
        <p:spPr>
          <a:xfrm xmlns:a="http://schemas.openxmlformats.org/drawingml/2006/main">
            <a:off x="33269351" y="15813800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CCE3035F-0F48-4665-857C-C1D2412F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642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B0884715-6BC5-4589-9D0C-A3E629E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74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3" name=""/>
          <p:cNvCxnSpPr>
            <a:stCxn xmlns:a="http://schemas.openxmlformats.org/drawingml/2006/main" id="700" idx="3"/>
            <a:endCxn xmlns:a="http://schemas.openxmlformats.org/drawingml/2006/main" id="701" idx="1"/>
          </p:cNvCxnSpPr>
          <p:nvPr/>
        </p:nvCxnSpPr>
        <p:spPr>
          <a:xfrm xmlns:a="http://schemas.openxmlformats.org/drawingml/2006/main">
            <a:off x="33556522" y="16046930"/>
            <a:ext cx="330219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B7B189DE-3EB3-4AF2-A644-6E7783D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74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8134EEB9-3A97-46BA-999D-5E33C79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439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6" name=""/>
          <p:cNvCxnSpPr>
            <a:stCxn xmlns:a="http://schemas.openxmlformats.org/drawingml/2006/main" id="703" idx="3"/>
            <a:endCxn xmlns:a="http://schemas.openxmlformats.org/drawingml/2006/main" id="704" idx="1"/>
          </p:cNvCxnSpPr>
          <p:nvPr/>
        </p:nvCxnSpPr>
        <p:spPr>
          <a:xfrm xmlns:a="http://schemas.openxmlformats.org/drawingml/2006/main">
            <a:off x="33886836" y="16315038"/>
            <a:ext cx="295603" cy="2399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84EA9368-C6D5-4FD0-AC42-7762CBA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439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7DB87A0F-2170-46CB-99FA-B521B878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2028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9" name=""/>
          <p:cNvCxnSpPr>
            <a:stCxn xmlns:a="http://schemas.openxmlformats.org/drawingml/2006/main" id="706" idx="3"/>
            <a:endCxn xmlns:a="http://schemas.openxmlformats.org/drawingml/2006/main" id="707" idx="1"/>
          </p:cNvCxnSpPr>
          <p:nvPr/>
        </p:nvCxnSpPr>
        <p:spPr>
          <a:xfrm xmlns:a="http://schemas.openxmlformats.org/drawingml/2006/main">
            <a:off x="34182534" y="16555020"/>
            <a:ext cx="99494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595BA97E-3941-40A1-8252-0376202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26DA8CCF-8B41-4DCD-A7E1-F998CF5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2" name=""/>
          <p:cNvCxnSpPr>
            <a:stCxn xmlns:a="http://schemas.openxmlformats.org/drawingml/2006/main" id="709" idx="2"/>
            <a:endCxn xmlns:a="http://schemas.openxmlformats.org/drawingml/2006/main" id="710" idx="0"/>
          </p:cNvCxnSpPr>
          <p:nvPr/>
        </p:nvCxnSpPr>
        <p:spPr>
          <a:xfrm xmlns:a="http://schemas.openxmlformats.org/drawingml/2006/main">
            <a:off x="32529038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EF13214D-DF90-4E99-B596-6E73B2DD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BEF0C118-378C-4810-84C6-CE2890E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5" name=""/>
          <p:cNvCxnSpPr>
            <a:stCxn xmlns:a="http://schemas.openxmlformats.org/drawingml/2006/main" id="712" idx="2"/>
            <a:endCxn xmlns:a="http://schemas.openxmlformats.org/drawingml/2006/main" id="713" idx="0"/>
          </p:cNvCxnSpPr>
          <p:nvPr/>
        </p:nvCxnSpPr>
        <p:spPr>
          <a:xfrm xmlns:a="http://schemas.openxmlformats.org/drawingml/2006/main">
            <a:off x="32529038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79F9329B-5C74-451D-B0ED-355B23D3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177F81E9-AEEF-4D64-820B-AE5657AF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8" name=""/>
          <p:cNvCxnSpPr>
            <a:stCxn xmlns:a="http://schemas.openxmlformats.org/drawingml/2006/main" id="715" idx="2"/>
            <a:endCxn xmlns:a="http://schemas.openxmlformats.org/drawingml/2006/main" id="716" idx="0"/>
          </p:cNvCxnSpPr>
          <p:nvPr/>
        </p:nvCxnSpPr>
        <p:spPr>
          <a:xfrm xmlns:a="http://schemas.openxmlformats.org/drawingml/2006/main">
            <a:off x="32529038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117571F1-BA0E-417D-B23D-1FB61935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EB4B0911-9705-4F46-A592-E8A54F1F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1" name=""/>
          <p:cNvCxnSpPr>
            <a:stCxn xmlns:a="http://schemas.openxmlformats.org/drawingml/2006/main" id="718" idx="2"/>
            <a:endCxn xmlns:a="http://schemas.openxmlformats.org/drawingml/2006/main" id="719" idx="0"/>
          </p:cNvCxnSpPr>
          <p:nvPr/>
        </p:nvCxnSpPr>
        <p:spPr>
          <a:xfrm xmlns:a="http://schemas.openxmlformats.org/drawingml/2006/main">
            <a:off x="32529038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22B09AFA-2178-4380-B178-9207E1E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F3BEA45E-A1E1-49BC-8FD9-1704E6B6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4" name=""/>
          <p:cNvCxnSpPr>
            <a:stCxn xmlns:a="http://schemas.openxmlformats.org/drawingml/2006/main" id="721" idx="2"/>
            <a:endCxn xmlns:a="http://schemas.openxmlformats.org/drawingml/2006/main" id="722" idx="0"/>
          </p:cNvCxnSpPr>
          <p:nvPr/>
        </p:nvCxnSpPr>
        <p:spPr>
          <a:xfrm xmlns:a="http://schemas.openxmlformats.org/drawingml/2006/main">
            <a:off x="38497551" y="15813847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22A2C098-3E0E-4B3C-8748-A7EF68C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5D130A92-3D37-44E6-804E-6A82717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7" name=""/>
          <p:cNvCxnSpPr>
            <a:stCxn xmlns:a="http://schemas.openxmlformats.org/drawingml/2006/main" id="724" idx="2"/>
            <a:endCxn xmlns:a="http://schemas.openxmlformats.org/drawingml/2006/main" id="725" idx="0"/>
          </p:cNvCxnSpPr>
          <p:nvPr/>
        </p:nvCxnSpPr>
        <p:spPr>
          <a:xfrm xmlns:a="http://schemas.openxmlformats.org/drawingml/2006/main">
            <a:off x="38497551" y="16031832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6A8F0690-4D97-4713-BD34-9D1677C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68E78027-BE22-4B1B-8C58-3C44B9B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0" name=""/>
          <p:cNvCxnSpPr>
            <a:stCxn xmlns:a="http://schemas.openxmlformats.org/drawingml/2006/main" id="727" idx="2"/>
            <a:endCxn xmlns:a="http://schemas.openxmlformats.org/drawingml/2006/main" id="728" idx="0"/>
          </p:cNvCxnSpPr>
          <p:nvPr/>
        </p:nvCxnSpPr>
        <p:spPr>
          <a:xfrm xmlns:a="http://schemas.openxmlformats.org/drawingml/2006/main">
            <a:off x="38497551" y="1628028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31D6E4E0-1095-4039-845B-A83D494B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AF8E26A2-C8FC-4922-810B-52EB3AB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3" name=""/>
          <p:cNvCxnSpPr>
            <a:stCxn xmlns:a="http://schemas.openxmlformats.org/drawingml/2006/main" id="730" idx="2"/>
            <a:endCxn xmlns:a="http://schemas.openxmlformats.org/drawingml/2006/main" id="731" idx="0"/>
          </p:cNvCxnSpPr>
          <p:nvPr/>
        </p:nvCxnSpPr>
        <p:spPr>
          <a:xfrm xmlns:a="http://schemas.openxmlformats.org/drawingml/2006/main">
            <a:off x="38497551" y="16507647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E31EBA47-EB55-4F50-A62B-5786A9E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355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1348B8FF-A273-4341-A656-A0C4E2F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6480" y="22206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6" name=""/>
          <p:cNvCxnSpPr>
            <a:stCxn xmlns:a="http://schemas.openxmlformats.org/drawingml/2006/main" id="733" idx="2"/>
            <a:endCxn xmlns:a="http://schemas.openxmlformats.org/drawingml/2006/main" id="734" idx="0"/>
          </p:cNvCxnSpPr>
          <p:nvPr/>
        </p:nvCxnSpPr>
        <p:spPr>
          <a:xfrm xmlns:a="http://schemas.openxmlformats.org/drawingml/2006/main" flipH="1">
            <a:off x="37716528" y="21984486"/>
            <a:ext cx="104875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C911D551-DF20-4766-A6F9-9D67DF4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6480" y="22206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FF07B9F6-8903-4B40-80A4-3893927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598" y="22460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9" name=""/>
          <p:cNvCxnSpPr>
            <a:stCxn xmlns:a="http://schemas.openxmlformats.org/drawingml/2006/main" id="736" idx="2"/>
            <a:endCxn xmlns:a="http://schemas.openxmlformats.org/drawingml/2006/main" id="737" idx="0"/>
          </p:cNvCxnSpPr>
          <p:nvPr/>
        </p:nvCxnSpPr>
        <p:spPr>
          <a:xfrm xmlns:a="http://schemas.openxmlformats.org/drawingml/2006/main" flipH="1">
            <a:off x="37596646" y="22206437"/>
            <a:ext cx="119882" cy="2535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49423E33-438D-4AA1-B672-83A3A43A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598" y="22460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C208D3DD-B1BF-4251-9906-468296E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460" y="22690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2" name=""/>
          <p:cNvCxnSpPr>
            <a:stCxn xmlns:a="http://schemas.openxmlformats.org/drawingml/2006/main" id="739" idx="2"/>
            <a:endCxn xmlns:a="http://schemas.openxmlformats.org/drawingml/2006/main" id="740" idx="0"/>
          </p:cNvCxnSpPr>
          <p:nvPr/>
        </p:nvCxnSpPr>
        <p:spPr>
          <a:xfrm xmlns:a="http://schemas.openxmlformats.org/drawingml/2006/main" flipH="1">
            <a:off x="37487508" y="22460121"/>
            <a:ext cx="109138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1AF5B343-E95A-4C20-A5A5-FD5C8711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460" y="22690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E3F7CA75-7BC6-4557-9E64-4823FA8B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1697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5" name=""/>
          <p:cNvCxnSpPr>
            <a:stCxn xmlns:a="http://schemas.openxmlformats.org/drawingml/2006/main" id="742" idx="2"/>
            <a:endCxn xmlns:a="http://schemas.openxmlformats.org/drawingml/2006/main" id="743" idx="0"/>
          </p:cNvCxnSpPr>
          <p:nvPr/>
        </p:nvCxnSpPr>
        <p:spPr>
          <a:xfrm xmlns:a="http://schemas.openxmlformats.org/drawingml/2006/main" flipH="1">
            <a:off x="37431745" y="22691087"/>
            <a:ext cx="55763" cy="11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05462086-B0C8-494B-A7FE-EAE787F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5613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78893094-8BC7-4630-A3D2-25853079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6877" y="2221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8" name=""/>
          <p:cNvCxnSpPr>
            <a:stCxn xmlns:a="http://schemas.openxmlformats.org/drawingml/2006/main" id="745" idx="3"/>
            <a:endCxn xmlns:a="http://schemas.openxmlformats.org/drawingml/2006/main" id="746" idx="1"/>
          </p:cNvCxnSpPr>
          <p:nvPr/>
        </p:nvCxnSpPr>
        <p:spPr>
          <a:xfrm xmlns:a="http://schemas.openxmlformats.org/drawingml/2006/main">
            <a:off x="38855708" y="21984439"/>
            <a:ext cx="291169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55698185-6A0D-4222-B5DC-CF9634B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6877" y="2221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B7FB80B0-6DD6-4466-AD5E-5D1F4F3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625" y="22485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1" name=""/>
          <p:cNvCxnSpPr>
            <a:stCxn xmlns:a="http://schemas.openxmlformats.org/drawingml/2006/main" id="748" idx="3"/>
            <a:endCxn xmlns:a="http://schemas.openxmlformats.org/drawingml/2006/main" id="749" idx="1"/>
          </p:cNvCxnSpPr>
          <p:nvPr/>
        </p:nvCxnSpPr>
        <p:spPr>
          <a:xfrm xmlns:a="http://schemas.openxmlformats.org/drawingml/2006/main">
            <a:off x="39146972" y="22217569"/>
            <a:ext cx="334653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2D1200A8-F4D4-425B-9A06-6F2451B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625" y="22485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3A643CB7-C860-41BD-94A2-114FB0B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415" y="227256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4" name=""/>
          <p:cNvCxnSpPr>
            <a:stCxn xmlns:a="http://schemas.openxmlformats.org/drawingml/2006/main" id="751" idx="3"/>
            <a:endCxn xmlns:a="http://schemas.openxmlformats.org/drawingml/2006/main" id="752" idx="1"/>
          </p:cNvCxnSpPr>
          <p:nvPr/>
        </p:nvCxnSpPr>
        <p:spPr>
          <a:xfrm xmlns:a="http://schemas.openxmlformats.org/drawingml/2006/main">
            <a:off x="39481720" y="22485677"/>
            <a:ext cx="299695" cy="2399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392D6A80-9407-4327-A737-A16500F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415" y="227256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B481CB10-C424-4AC0-A13A-898DC07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219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7" name=""/>
          <p:cNvCxnSpPr>
            <a:stCxn xmlns:a="http://schemas.openxmlformats.org/drawingml/2006/main" id="754" idx="3"/>
            <a:endCxn xmlns:a="http://schemas.openxmlformats.org/drawingml/2006/main" id="755" idx="1"/>
          </p:cNvCxnSpPr>
          <p:nvPr/>
        </p:nvCxnSpPr>
        <p:spPr>
          <a:xfrm xmlns:a="http://schemas.openxmlformats.org/drawingml/2006/main">
            <a:off x="39781510" y="22725658"/>
            <a:ext cx="100687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4A459A9C-1FB3-4FCB-A1FB-A933F43F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23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E8B70606-53F8-4874-8C89-6ABC7576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149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0" name=""/>
          <p:cNvCxnSpPr>
            <a:stCxn xmlns:a="http://schemas.openxmlformats.org/drawingml/2006/main" id="757" idx="1"/>
            <a:endCxn xmlns:a="http://schemas.openxmlformats.org/drawingml/2006/main" id="758" idx="3"/>
          </p:cNvCxnSpPr>
          <p:nvPr/>
        </p:nvCxnSpPr>
        <p:spPr>
          <a:xfrm xmlns:a="http://schemas.openxmlformats.org/drawingml/2006/main" flipH="1">
            <a:off x="39328244" y="19927559"/>
            <a:ext cx="238987" cy="2322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67F96590-0A62-4B0D-B10F-0294B7A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149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44DACB21-7830-4B3A-9B74-61BE69E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3597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3" name=""/>
          <p:cNvCxnSpPr>
            <a:stCxn xmlns:a="http://schemas.openxmlformats.org/drawingml/2006/main" id="760" idx="1"/>
            <a:endCxn xmlns:a="http://schemas.openxmlformats.org/drawingml/2006/main" id="761" idx="3"/>
          </p:cNvCxnSpPr>
          <p:nvPr/>
        </p:nvCxnSpPr>
        <p:spPr>
          <a:xfrm xmlns:a="http://schemas.openxmlformats.org/drawingml/2006/main" flipH="1">
            <a:off x="39053692" y="20159788"/>
            <a:ext cx="274457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B83CC494-40F5-4CD6-A5E4-2DBBDF3A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3597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9E948305-B0D8-4E2B-B74E-B2E3B596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7183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6" name=""/>
          <p:cNvCxnSpPr>
            <a:stCxn xmlns:a="http://schemas.openxmlformats.org/drawingml/2006/main" id="763" idx="1"/>
            <a:endCxn xmlns:a="http://schemas.openxmlformats.org/drawingml/2006/main" id="764" idx="3"/>
          </p:cNvCxnSpPr>
          <p:nvPr/>
        </p:nvCxnSpPr>
        <p:spPr>
          <a:xfrm xmlns:a="http://schemas.openxmlformats.org/drawingml/2006/main" flipH="1">
            <a:off x="38807278" y="20426634"/>
            <a:ext cx="246319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28D03595-1F96-4FD7-AF04-9681452E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7183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7803AA26-1D67-4D4B-87A7-7C19262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748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9" name=""/>
          <p:cNvCxnSpPr>
            <a:stCxn xmlns:a="http://schemas.openxmlformats.org/drawingml/2006/main" id="766" idx="1"/>
            <a:endCxn xmlns:a="http://schemas.openxmlformats.org/drawingml/2006/main" id="767" idx="3"/>
          </p:cNvCxnSpPr>
          <p:nvPr/>
        </p:nvCxnSpPr>
        <p:spPr>
          <a:xfrm xmlns:a="http://schemas.openxmlformats.org/drawingml/2006/main" flipH="1">
            <a:off x="38717580" y="20665714"/>
            <a:ext cx="89603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2817691B-FA5E-46B2-95F4-E1E8CC1C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1488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CD7D837C-7B48-4835-9F1C-83FBEF3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863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2" name=""/>
          <p:cNvCxnSpPr>
            <a:stCxn xmlns:a="http://schemas.openxmlformats.org/drawingml/2006/main" id="769" idx="2"/>
            <a:endCxn xmlns:a="http://schemas.openxmlformats.org/drawingml/2006/main" id="770" idx="0"/>
          </p:cNvCxnSpPr>
          <p:nvPr/>
        </p:nvCxnSpPr>
        <p:spPr>
          <a:xfrm xmlns:a="http://schemas.openxmlformats.org/drawingml/2006/main">
            <a:off x="40601535" y="19927606"/>
            <a:ext cx="156375" cy="226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B1AD7BA3-48FD-456F-9A16-DE622DF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863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2250B301-D14C-48B9-9C14-2662415A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089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5" name=""/>
          <p:cNvCxnSpPr>
            <a:stCxn xmlns:a="http://schemas.openxmlformats.org/drawingml/2006/main" id="772" idx="2"/>
            <a:endCxn xmlns:a="http://schemas.openxmlformats.org/drawingml/2006/main" id="773" idx="0"/>
          </p:cNvCxnSpPr>
          <p:nvPr/>
        </p:nvCxnSpPr>
        <p:spPr>
          <a:xfrm xmlns:a="http://schemas.openxmlformats.org/drawingml/2006/main">
            <a:off x="40757911" y="20153704"/>
            <a:ext cx="179226" cy="2588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CC40C7A2-87F1-47F8-9E55-B0688FD7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089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4A0BE194-4AE9-4905-8038-47CD520E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9092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8" name=""/>
          <p:cNvCxnSpPr>
            <a:stCxn xmlns:a="http://schemas.openxmlformats.org/drawingml/2006/main" id="775" idx="2"/>
            <a:endCxn xmlns:a="http://schemas.openxmlformats.org/drawingml/2006/main" id="776" idx="0"/>
          </p:cNvCxnSpPr>
          <p:nvPr/>
        </p:nvCxnSpPr>
        <p:spPr>
          <a:xfrm xmlns:a="http://schemas.openxmlformats.org/drawingml/2006/main">
            <a:off x="40937137" y="20412617"/>
            <a:ext cx="162003" cy="234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82BF7B62-AE6E-4F74-8B27-89B8C35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9092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DE0A93B4-7461-4EC7-A3C8-6C593C55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3101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1" name=""/>
          <p:cNvCxnSpPr>
            <a:stCxn xmlns:a="http://schemas.openxmlformats.org/drawingml/2006/main" id="778" idx="2"/>
            <a:endCxn xmlns:a="http://schemas.openxmlformats.org/drawingml/2006/main" id="779" idx="0"/>
          </p:cNvCxnSpPr>
          <p:nvPr/>
        </p:nvCxnSpPr>
        <p:spPr>
          <a:xfrm xmlns:a="http://schemas.openxmlformats.org/drawingml/2006/main">
            <a:off x="41099140" y="20646829"/>
            <a:ext cx="74009" cy="1057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0546FB64-9E7A-4FC4-90AB-9CF8462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3901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DA32A190-742F-4302-8110-3876437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119" y="181006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4" name=""/>
          <p:cNvCxnSpPr>
            <a:stCxn xmlns:a="http://schemas.openxmlformats.org/drawingml/2006/main" id="781" idx="2"/>
            <a:endCxn xmlns:a="http://schemas.openxmlformats.org/drawingml/2006/main" id="782" idx="0"/>
          </p:cNvCxnSpPr>
          <p:nvPr/>
        </p:nvCxnSpPr>
        <p:spPr>
          <a:xfrm xmlns:a="http://schemas.openxmlformats.org/drawingml/2006/main" flipH="1">
            <a:off x="41240167" y="17870727"/>
            <a:ext cx="203782" cy="229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4A1BE1DB-63C2-4D8A-8FED-A0E7F57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119" y="181006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1B64EF3E-677F-4F78-B973-2FEEDE17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983" y="18365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7" name=""/>
          <p:cNvCxnSpPr>
            <a:stCxn xmlns:a="http://schemas.openxmlformats.org/drawingml/2006/main" id="784" idx="2"/>
            <a:endCxn xmlns:a="http://schemas.openxmlformats.org/drawingml/2006/main" id="785" idx="0"/>
          </p:cNvCxnSpPr>
          <p:nvPr/>
        </p:nvCxnSpPr>
        <p:spPr>
          <a:xfrm xmlns:a="http://schemas.openxmlformats.org/drawingml/2006/main" flipH="1">
            <a:off x="41006031" y="18100791"/>
            <a:ext cx="234136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E0F324A4-E11D-4A5C-AFCF-7B4E5B5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983" y="18365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B69DA7D8-4DAF-4B4F-B21F-51AE424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5380" y="186026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0" name=""/>
          <p:cNvCxnSpPr>
            <a:stCxn xmlns:a="http://schemas.openxmlformats.org/drawingml/2006/main" id="787" idx="2"/>
            <a:endCxn xmlns:a="http://schemas.openxmlformats.org/drawingml/2006/main" id="788" idx="0"/>
          </p:cNvCxnSpPr>
          <p:nvPr/>
        </p:nvCxnSpPr>
        <p:spPr>
          <a:xfrm xmlns:a="http://schemas.openxmlformats.org/drawingml/2006/main" flipH="1">
            <a:off x="40795427" y="18365113"/>
            <a:ext cx="210603" cy="23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E454706-AB4B-4062-BFE7-A724EEA9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5380" y="186026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4B74C808-B9C2-4C0A-8D24-BC18322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673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3" name=""/>
          <p:cNvCxnSpPr>
            <a:stCxn xmlns:a="http://schemas.openxmlformats.org/drawingml/2006/main" id="790" idx="2"/>
            <a:endCxn xmlns:a="http://schemas.openxmlformats.org/drawingml/2006/main" id="791" idx="0"/>
          </p:cNvCxnSpPr>
          <p:nvPr/>
        </p:nvCxnSpPr>
        <p:spPr>
          <a:xfrm xmlns:a="http://schemas.openxmlformats.org/drawingml/2006/main" flipH="1">
            <a:off x="40712721" y="18602751"/>
            <a:ext cx="82707" cy="929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DEAE3F0E-0B15-4174-9BC5-07AA03D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8330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BCA174D5-A77A-4CDD-832C-79A875EC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8811" y="18098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6" name=""/>
          <p:cNvCxnSpPr>
            <a:stCxn xmlns:a="http://schemas.openxmlformats.org/drawingml/2006/main" id="793" idx="2"/>
            <a:endCxn xmlns:a="http://schemas.openxmlformats.org/drawingml/2006/main" id="794" idx="0"/>
          </p:cNvCxnSpPr>
          <p:nvPr/>
        </p:nvCxnSpPr>
        <p:spPr>
          <a:xfrm xmlns:a="http://schemas.openxmlformats.org/drawingml/2006/main">
            <a:off x="42478378" y="17870727"/>
            <a:ext cx="190481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2D505481-58A7-42A8-88CD-5AF68A6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8811" y="18098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7F95F100-5E02-4142-92D2-B4D42D46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58" y="183603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9" name=""/>
          <p:cNvCxnSpPr>
            <a:stCxn xmlns:a="http://schemas.openxmlformats.org/drawingml/2006/main" id="796" idx="2"/>
            <a:endCxn xmlns:a="http://schemas.openxmlformats.org/drawingml/2006/main" id="797" idx="0"/>
          </p:cNvCxnSpPr>
          <p:nvPr/>
        </p:nvCxnSpPr>
        <p:spPr>
          <a:xfrm xmlns:a="http://schemas.openxmlformats.org/drawingml/2006/main">
            <a:off x="42668859" y="18098808"/>
            <a:ext cx="218447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A82EC692-4B0C-40D9-937F-2E3360F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58" y="183603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BB145498-C9B9-49CC-B812-663B26F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390" y="18596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2" name=""/>
          <p:cNvCxnSpPr>
            <a:stCxn xmlns:a="http://schemas.openxmlformats.org/drawingml/2006/main" id="799" idx="2"/>
            <a:endCxn xmlns:a="http://schemas.openxmlformats.org/drawingml/2006/main" id="800" idx="0"/>
          </p:cNvCxnSpPr>
          <p:nvPr/>
        </p:nvCxnSpPr>
        <p:spPr>
          <a:xfrm xmlns:a="http://schemas.openxmlformats.org/drawingml/2006/main">
            <a:off x="42887305" y="18360426"/>
            <a:ext cx="197132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38AA4783-6EF8-43C5-AA85-5FFA413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390" y="18596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9B571B0A-256D-496A-8C9E-BAE3EED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6585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5" name=""/>
          <p:cNvCxnSpPr>
            <a:stCxn xmlns:a="http://schemas.openxmlformats.org/drawingml/2006/main" id="802" idx="2"/>
            <a:endCxn xmlns:a="http://schemas.openxmlformats.org/drawingml/2006/main" id="803" idx="0"/>
          </p:cNvCxnSpPr>
          <p:nvPr/>
        </p:nvCxnSpPr>
        <p:spPr>
          <a:xfrm xmlns:a="http://schemas.openxmlformats.org/drawingml/2006/main">
            <a:off x="43084438" y="18596260"/>
            <a:ext cx="82195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22543111-1E86-437E-930E-5AD3D67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761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C9A46E3B-E7E0-4542-8F34-7DBED35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883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8" name=""/>
          <p:cNvCxnSpPr>
            <a:stCxn xmlns:a="http://schemas.openxmlformats.org/drawingml/2006/main" id="805" idx="3"/>
            <a:endCxn xmlns:a="http://schemas.openxmlformats.org/drawingml/2006/main" id="806" idx="1"/>
          </p:cNvCxnSpPr>
          <p:nvPr/>
        </p:nvCxnSpPr>
        <p:spPr>
          <a:xfrm xmlns:a="http://schemas.openxmlformats.org/drawingml/2006/main">
            <a:off x="39531856" y="15813800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4489C58C-9CD2-463B-9577-AD42F97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883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E3C43F84-93D2-43BC-8A16-213AA2F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759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1" name=""/>
          <p:cNvCxnSpPr>
            <a:stCxn xmlns:a="http://schemas.openxmlformats.org/drawingml/2006/main" id="808" idx="3"/>
            <a:endCxn xmlns:a="http://schemas.openxmlformats.org/drawingml/2006/main" id="809" idx="1"/>
          </p:cNvCxnSpPr>
          <p:nvPr/>
        </p:nvCxnSpPr>
        <p:spPr>
          <a:xfrm xmlns:a="http://schemas.openxmlformats.org/drawingml/2006/main">
            <a:off x="39941978" y="16051979"/>
            <a:ext cx="472781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08F82CA4-195F-4F72-8F83-44493EBA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759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FF0BD9E3-645E-4A5A-A672-49C2E58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4772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4" name=""/>
          <p:cNvCxnSpPr>
            <a:stCxn xmlns:a="http://schemas.openxmlformats.org/drawingml/2006/main" id="811" idx="3"/>
            <a:endCxn xmlns:a="http://schemas.openxmlformats.org/drawingml/2006/main" id="812" idx="1"/>
          </p:cNvCxnSpPr>
          <p:nvPr/>
        </p:nvCxnSpPr>
        <p:spPr>
          <a:xfrm xmlns:a="http://schemas.openxmlformats.org/drawingml/2006/main">
            <a:off x="40414854" y="16326758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3AB2DE5D-B09C-49AB-9644-11B8E7A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4772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5C3944B9-CD8A-40F2-A78F-332DB5B7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6298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7" name=""/>
          <p:cNvCxnSpPr>
            <a:stCxn xmlns:a="http://schemas.openxmlformats.org/drawingml/2006/main" id="814" idx="3"/>
            <a:endCxn xmlns:a="http://schemas.openxmlformats.org/drawingml/2006/main" id="815" idx="1"/>
          </p:cNvCxnSpPr>
          <p:nvPr/>
        </p:nvCxnSpPr>
        <p:spPr>
          <a:xfrm xmlns:a="http://schemas.openxmlformats.org/drawingml/2006/main">
            <a:off x="40834867" y="16570706"/>
            <a:ext cx="111431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F0097125-0A7A-476C-8C41-FAED052D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9929" y="137083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CCA3CF78-F8F7-4AA0-9E00-0A7C5372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903" y="13979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0" name=""/>
          <p:cNvCxnSpPr>
            <a:stCxn xmlns:a="http://schemas.openxmlformats.org/drawingml/2006/main" id="817" idx="3"/>
            <a:endCxn xmlns:a="http://schemas.openxmlformats.org/drawingml/2006/main" id="818" idx="1"/>
          </p:cNvCxnSpPr>
          <p:nvPr/>
        </p:nvCxnSpPr>
        <p:spPr>
          <a:xfrm xmlns:a="http://schemas.openxmlformats.org/drawingml/2006/main">
            <a:off x="34160024" y="13708420"/>
            <a:ext cx="800879" cy="2711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B7078E0F-4041-413F-940C-DB579E01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903" y="13979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F8E47205-4D2E-495A-BB41-39BB5A26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7120" y="14306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3" name=""/>
          <p:cNvCxnSpPr>
            <a:stCxn xmlns:a="http://schemas.openxmlformats.org/drawingml/2006/main" id="820" idx="3"/>
            <a:endCxn xmlns:a="http://schemas.openxmlformats.org/drawingml/2006/main" id="821" idx="1"/>
          </p:cNvCxnSpPr>
          <p:nvPr/>
        </p:nvCxnSpPr>
        <p:spPr>
          <a:xfrm xmlns:a="http://schemas.openxmlformats.org/drawingml/2006/main">
            <a:off x="34960998" y="13979593"/>
            <a:ext cx="966122" cy="3270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E85AFE0D-73C5-4E5B-AD9B-02D25D6B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7120" y="14306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AF901287-D95F-481F-AE68-679E8237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954" y="14583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6" name=""/>
          <p:cNvCxnSpPr>
            <a:stCxn xmlns:a="http://schemas.openxmlformats.org/drawingml/2006/main" id="823" idx="3"/>
            <a:endCxn xmlns:a="http://schemas.openxmlformats.org/drawingml/2006/main" id="824" idx="1"/>
          </p:cNvCxnSpPr>
          <p:nvPr/>
        </p:nvCxnSpPr>
        <p:spPr>
          <a:xfrm xmlns:a="http://schemas.openxmlformats.org/drawingml/2006/main">
            <a:off x="35927215" y="14306660"/>
            <a:ext cx="816739" cy="2765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59587C3E-52CD-46EA-907D-BC7A4CA6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954" y="14583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172B992F-7AD9-460C-8553-77C3D857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3835" y="1462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9" name=""/>
          <p:cNvCxnSpPr>
            <a:stCxn xmlns:a="http://schemas.openxmlformats.org/drawingml/2006/main" id="826" idx="3"/>
            <a:endCxn xmlns:a="http://schemas.openxmlformats.org/drawingml/2006/main" id="827" idx="1"/>
          </p:cNvCxnSpPr>
          <p:nvPr/>
        </p:nvCxnSpPr>
        <p:spPr>
          <a:xfrm xmlns:a="http://schemas.openxmlformats.org/drawingml/2006/main">
            <a:off x="36744049" y="14583242"/>
            <a:ext cx="119786" cy="40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BDD8FD20-4086-41FF-B63E-54B8977F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7599" y="11654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8B19BC2F-E7A3-4DBB-BDEB-9A2291A8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981" y="116776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2" name=""/>
          <p:cNvCxnSpPr>
            <a:stCxn xmlns:a="http://schemas.openxmlformats.org/drawingml/2006/main" id="829" idx="3"/>
            <a:endCxn xmlns:a="http://schemas.openxmlformats.org/drawingml/2006/main" id="830" idx="1"/>
          </p:cNvCxnSpPr>
          <p:nvPr/>
        </p:nvCxnSpPr>
        <p:spPr>
          <a:xfrm xmlns:a="http://schemas.openxmlformats.org/drawingml/2006/main">
            <a:off x="28037694" y="11654425"/>
            <a:ext cx="68287" cy="232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681161ED-1E02-44AB-9848-F39B8D7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981" y="116776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3894F4A1-668B-4203-BD7A-4572F2E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97" y="11691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5" name=""/>
          <p:cNvCxnSpPr>
            <a:stCxn xmlns:a="http://schemas.openxmlformats.org/drawingml/2006/main" id="832" idx="3"/>
            <a:endCxn xmlns:a="http://schemas.openxmlformats.org/drawingml/2006/main" id="833" idx="1"/>
          </p:cNvCxnSpPr>
          <p:nvPr/>
        </p:nvCxnSpPr>
        <p:spPr>
          <a:xfrm xmlns:a="http://schemas.openxmlformats.org/drawingml/2006/main">
            <a:off x="28106076" y="11677684"/>
            <a:ext cx="40321" cy="137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902FA9F1-BFFD-4FF5-AB74-DCF0EE51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97" y="11691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E44DAA71-988D-4465-B2BB-2B00E5BD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547" y="12151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8" name=""/>
          <p:cNvCxnSpPr>
            <a:stCxn xmlns:a="http://schemas.openxmlformats.org/drawingml/2006/main" id="835" idx="3"/>
            <a:endCxn xmlns:a="http://schemas.openxmlformats.org/drawingml/2006/main" id="836" idx="1"/>
          </p:cNvCxnSpPr>
          <p:nvPr/>
        </p:nvCxnSpPr>
        <p:spPr>
          <a:xfrm xmlns:a="http://schemas.openxmlformats.org/drawingml/2006/main">
            <a:off x="28146492" y="11691387"/>
            <a:ext cx="1412055" cy="460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219507FF-A2C4-488B-B924-318D602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547" y="12151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A6D4F29F-3F3A-44EB-91E5-DDE44F0C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534" y="125497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1" name=""/>
          <p:cNvCxnSpPr>
            <a:stCxn xmlns:a="http://schemas.openxmlformats.org/drawingml/2006/main" id="838" idx="3"/>
            <a:endCxn xmlns:a="http://schemas.openxmlformats.org/drawingml/2006/main" id="839" idx="1"/>
          </p:cNvCxnSpPr>
          <p:nvPr/>
        </p:nvCxnSpPr>
        <p:spPr>
          <a:xfrm xmlns:a="http://schemas.openxmlformats.org/drawingml/2006/main">
            <a:off x="29558642" y="12151696"/>
            <a:ext cx="1220892" cy="3981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182906C8-CE4C-440B-817A-8397528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534" y="125497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FA583818-6858-48B4-91E3-A2606070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7028" y="1258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4" name=""/>
          <p:cNvCxnSpPr>
            <a:stCxn xmlns:a="http://schemas.openxmlformats.org/drawingml/2006/main" id="841" idx="3"/>
            <a:endCxn xmlns:a="http://schemas.openxmlformats.org/drawingml/2006/main" id="842" idx="1"/>
          </p:cNvCxnSpPr>
          <p:nvPr/>
        </p:nvCxnSpPr>
        <p:spPr>
          <a:xfrm xmlns:a="http://schemas.openxmlformats.org/drawingml/2006/main">
            <a:off x="30779629" y="12549802"/>
            <a:ext cx="117399" cy="382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6D8E5829-7A96-4947-99F0-26B023F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5083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71B6EB49-29A2-4D51-A18D-BFC5BEB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2228" y="9873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7" name=""/>
          <p:cNvCxnSpPr>
            <a:stCxn xmlns:a="http://schemas.openxmlformats.org/drawingml/2006/main" id="844" idx="2"/>
            <a:endCxn xmlns:a="http://schemas.openxmlformats.org/drawingml/2006/main" id="845" idx="0"/>
          </p:cNvCxnSpPr>
          <p:nvPr/>
        </p:nvCxnSpPr>
        <p:spPr>
          <a:xfrm xmlns:a="http://schemas.openxmlformats.org/drawingml/2006/main">
            <a:off x="25005131" y="9643209"/>
            <a:ext cx="227145" cy="229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B656A35B-AD9F-4698-9708-D0CE8FB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2228" y="9873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D6DDFC5E-2440-4C16-8523-DC0DDF7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967" y="1013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0" name=""/>
          <p:cNvCxnSpPr>
            <a:stCxn xmlns:a="http://schemas.openxmlformats.org/drawingml/2006/main" id="847" idx="2"/>
            <a:endCxn xmlns:a="http://schemas.openxmlformats.org/drawingml/2006/main" id="848" idx="0"/>
          </p:cNvCxnSpPr>
          <p:nvPr/>
        </p:nvCxnSpPr>
        <p:spPr>
          <a:xfrm xmlns:a="http://schemas.openxmlformats.org/drawingml/2006/main">
            <a:off x="25232276" y="9873273"/>
            <a:ext cx="260739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70C972CD-24FE-42E2-9A1A-0F8D40F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967" y="1013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B2704A87-5DEF-4063-9EDC-6F9AAEF8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614" y="103751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3" name=""/>
          <p:cNvCxnSpPr>
            <a:stCxn xmlns:a="http://schemas.openxmlformats.org/drawingml/2006/main" id="850" idx="2"/>
            <a:endCxn xmlns:a="http://schemas.openxmlformats.org/drawingml/2006/main" id="851" idx="0"/>
          </p:cNvCxnSpPr>
          <p:nvPr/>
        </p:nvCxnSpPr>
        <p:spPr>
          <a:xfrm xmlns:a="http://schemas.openxmlformats.org/drawingml/2006/main">
            <a:off x="25493015" y="10137595"/>
            <a:ext cx="234647" cy="23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6330552D-0BAC-4919-A068-AE1E7C49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614" y="103751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1E13222D-95CE-4F2A-983D-7DF1033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8677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6" name=""/>
          <p:cNvCxnSpPr>
            <a:stCxn xmlns:a="http://schemas.openxmlformats.org/drawingml/2006/main" id="853" idx="2"/>
            <a:endCxn xmlns:a="http://schemas.openxmlformats.org/drawingml/2006/main" id="854" idx="0"/>
          </p:cNvCxnSpPr>
          <p:nvPr/>
        </p:nvCxnSpPr>
        <p:spPr>
          <a:xfrm xmlns:a="http://schemas.openxmlformats.org/drawingml/2006/main">
            <a:off x="25727662" y="10375233"/>
            <a:ext cx="91063" cy="929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1D0A331F-3D65-4346-BA89-57CF58ED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341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C3A6639B-8BC0-4979-9829-39683EE6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187" y="9887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9" name=""/>
          <p:cNvCxnSpPr>
            <a:stCxn xmlns:a="http://schemas.openxmlformats.org/drawingml/2006/main" id="856" idx="3"/>
            <a:endCxn xmlns:a="http://schemas.openxmlformats.org/drawingml/2006/main" id="857" idx="1"/>
          </p:cNvCxnSpPr>
          <p:nvPr/>
        </p:nvCxnSpPr>
        <p:spPr>
          <a:xfrm xmlns:a="http://schemas.openxmlformats.org/drawingml/2006/main">
            <a:off x="26039436" y="9643162"/>
            <a:ext cx="662751" cy="2448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D3AFE485-8A7C-449D-AA29-DAF887C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187" y="9887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41E09712-5CF6-4C1A-B5E7-DD8A37C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567" y="10171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2" name=""/>
          <p:cNvCxnSpPr>
            <a:stCxn xmlns:a="http://schemas.openxmlformats.org/drawingml/2006/main" id="859" idx="3"/>
            <a:endCxn xmlns:a="http://schemas.openxmlformats.org/drawingml/2006/main" id="860" idx="1"/>
          </p:cNvCxnSpPr>
          <p:nvPr/>
        </p:nvCxnSpPr>
        <p:spPr>
          <a:xfrm xmlns:a="http://schemas.openxmlformats.org/drawingml/2006/main">
            <a:off x="26702282" y="9888011"/>
            <a:ext cx="767285" cy="2832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B1296C4F-B774-4F59-ADF2-252D585A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567" y="10171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A23877EA-5BF4-4C8F-8CC0-3B3FB017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839" y="10420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5" name=""/>
          <p:cNvCxnSpPr>
            <a:stCxn xmlns:a="http://schemas.openxmlformats.org/drawingml/2006/main" id="862" idx="3"/>
            <a:endCxn xmlns:a="http://schemas.openxmlformats.org/drawingml/2006/main" id="863" idx="1"/>
          </p:cNvCxnSpPr>
          <p:nvPr/>
        </p:nvCxnSpPr>
        <p:spPr>
          <a:xfrm xmlns:a="http://schemas.openxmlformats.org/drawingml/2006/main">
            <a:off x="27469662" y="10171265"/>
            <a:ext cx="674177" cy="248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24037F49-9AE9-4D7B-93D6-809ED9A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839" y="10420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4A7F148E-CEC4-4B70-8D44-D124A52E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8946" y="104629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8" name=""/>
          <p:cNvCxnSpPr>
            <a:stCxn xmlns:a="http://schemas.openxmlformats.org/drawingml/2006/main" id="865" idx="3"/>
            <a:endCxn xmlns:a="http://schemas.openxmlformats.org/drawingml/2006/main" id="866" idx="1"/>
          </p:cNvCxnSpPr>
          <p:nvPr/>
        </p:nvCxnSpPr>
        <p:spPr>
          <a:xfrm xmlns:a="http://schemas.openxmlformats.org/drawingml/2006/main">
            <a:off x="28143934" y="10420081"/>
            <a:ext cx="115012" cy="429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FF24D46F-366C-4A43-A70C-8DA416A9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376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BCF29423-69FB-4BA1-B907-9873DEBA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7837" y="7828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1" name=""/>
          <p:cNvCxnSpPr>
            <a:stCxn xmlns:a="http://schemas.openxmlformats.org/drawingml/2006/main" id="868" idx="3"/>
            <a:endCxn xmlns:a="http://schemas.openxmlformats.org/drawingml/2006/main" id="869" idx="1"/>
          </p:cNvCxnSpPr>
          <p:nvPr/>
        </p:nvCxnSpPr>
        <p:spPr>
          <a:xfrm xmlns:a="http://schemas.openxmlformats.org/drawingml/2006/main">
            <a:off x="21272471" y="7586282"/>
            <a:ext cx="535366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EAFAA634-0CBF-41D4-B779-3BAE45E7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7837" y="7828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7773E85A-75F0-4B56-B00F-D859F30C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027" y="810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4" name=""/>
          <p:cNvCxnSpPr>
            <a:stCxn xmlns:a="http://schemas.openxmlformats.org/drawingml/2006/main" id="871" idx="3"/>
            <a:endCxn xmlns:a="http://schemas.openxmlformats.org/drawingml/2006/main" id="872" idx="1"/>
          </p:cNvCxnSpPr>
          <p:nvPr/>
        </p:nvCxnSpPr>
        <p:spPr>
          <a:xfrm xmlns:a="http://schemas.openxmlformats.org/drawingml/2006/main">
            <a:off x="21807932" y="7828606"/>
            <a:ext cx="619095" cy="2800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CD6DB628-0366-42A4-9CD3-AA4A23F0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027" y="810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70AD9522-E602-47C2-B999-90DCED1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061" y="8355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7" name=""/>
          <p:cNvCxnSpPr>
            <a:stCxn xmlns:a="http://schemas.openxmlformats.org/drawingml/2006/main" id="874" idx="3"/>
            <a:endCxn xmlns:a="http://schemas.openxmlformats.org/drawingml/2006/main" id="875" idx="1"/>
          </p:cNvCxnSpPr>
          <p:nvPr/>
        </p:nvCxnSpPr>
        <p:spPr>
          <a:xfrm xmlns:a="http://schemas.openxmlformats.org/drawingml/2006/main">
            <a:off x="22427122" y="8108616"/>
            <a:ext cx="545939" cy="2470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D58981D0-CB06-411F-A34F-E1AFFA69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061" y="8355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377B0D21-F1A2-42F5-8AD0-970A94C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509" y="840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0" name=""/>
          <p:cNvCxnSpPr>
            <a:stCxn xmlns:a="http://schemas.openxmlformats.org/drawingml/2006/main" id="877" idx="3"/>
            <a:endCxn xmlns:a="http://schemas.openxmlformats.org/drawingml/2006/main" id="878" idx="1"/>
          </p:cNvCxnSpPr>
          <p:nvPr/>
        </p:nvCxnSpPr>
        <p:spPr>
          <a:xfrm xmlns:a="http://schemas.openxmlformats.org/drawingml/2006/main">
            <a:off x="22973156" y="8355629"/>
            <a:ext cx="115353" cy="51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5B3777DB-5D42-4FD6-930A-3497C0A2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894" y="7360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05295D5F-356A-45B8-8E81-D74D7D8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87" y="7739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3" name=""/>
          <p:cNvCxnSpPr>
            <a:stCxn xmlns:a="http://schemas.openxmlformats.org/drawingml/2006/main" id="880" idx="3"/>
            <a:endCxn xmlns:a="http://schemas.openxmlformats.org/drawingml/2006/main" id="881" idx="1"/>
          </p:cNvCxnSpPr>
          <p:nvPr/>
        </p:nvCxnSpPr>
        <p:spPr>
          <a:xfrm xmlns:a="http://schemas.openxmlformats.org/drawingml/2006/main">
            <a:off x="21574989" y="7360905"/>
            <a:ext cx="1644998" cy="3786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378CD267-0819-4C76-997E-EE98F8CA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87" y="7739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5D4A74C3-C982-494C-98CE-8F355E8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3859" y="8283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6" name=""/>
          <p:cNvCxnSpPr>
            <a:stCxn xmlns:a="http://schemas.openxmlformats.org/drawingml/2006/main" id="883" idx="3"/>
            <a:endCxn xmlns:a="http://schemas.openxmlformats.org/drawingml/2006/main" id="884" idx="1"/>
          </p:cNvCxnSpPr>
          <p:nvPr/>
        </p:nvCxnSpPr>
        <p:spPr>
          <a:xfrm xmlns:a="http://schemas.openxmlformats.org/drawingml/2006/main">
            <a:off x="23220082" y="7739538"/>
            <a:ext cx="2363777" cy="544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F4DD2508-4C56-4AE1-940B-8B39C250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3859" y="8283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A93DEAA0-0A28-4E89-AC60-5AB4513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2000" y="8420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9" name=""/>
          <p:cNvCxnSpPr>
            <a:stCxn xmlns:a="http://schemas.openxmlformats.org/drawingml/2006/main" id="886" idx="3"/>
            <a:endCxn xmlns:a="http://schemas.openxmlformats.org/drawingml/2006/main" id="887" idx="1"/>
          </p:cNvCxnSpPr>
          <p:nvPr/>
        </p:nvCxnSpPr>
        <p:spPr>
          <a:xfrm xmlns:a="http://schemas.openxmlformats.org/drawingml/2006/main">
            <a:off x="25583954" y="8283688"/>
            <a:ext cx="558046" cy="1370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FC787994-CC4A-4F32-9D1D-70402224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2000" y="8420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47EE6331-F601-4E61-B498-CBBCA005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0347" y="845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2" name=""/>
          <p:cNvCxnSpPr>
            <a:stCxn xmlns:a="http://schemas.openxmlformats.org/drawingml/2006/main" id="889" idx="3"/>
            <a:endCxn xmlns:a="http://schemas.openxmlformats.org/drawingml/2006/main" id="890" idx="1"/>
          </p:cNvCxnSpPr>
          <p:nvPr/>
        </p:nvCxnSpPr>
        <p:spPr>
          <a:xfrm xmlns:a="http://schemas.openxmlformats.org/drawingml/2006/main">
            <a:off x="26142095" y="8420717"/>
            <a:ext cx="118252" cy="313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E85CCDA7-979E-4684-B2D5-5CBD068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767" y="5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E9A46439-9709-4928-ACE9-EB3E988E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876" y="572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5" name=""/>
          <p:cNvCxnSpPr>
            <a:stCxn xmlns:a="http://schemas.openxmlformats.org/drawingml/2006/main" id="892" idx="3"/>
            <a:endCxn xmlns:a="http://schemas.openxmlformats.org/drawingml/2006/main" id="893" idx="1"/>
          </p:cNvCxnSpPr>
          <p:nvPr/>
        </p:nvCxnSpPr>
        <p:spPr>
          <a:xfrm xmlns:a="http://schemas.openxmlformats.org/drawingml/2006/main">
            <a:off x="15056862" y="5433302"/>
            <a:ext cx="954014" cy="2960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0AA71ACD-C653-460C-B4D7-3B4331B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876" y="572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73C2BA6D-4474-4C81-8096-E388E4F9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686" y="6103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8" name=""/>
          <p:cNvCxnSpPr>
            <a:stCxn xmlns:a="http://schemas.openxmlformats.org/drawingml/2006/main" id="895" idx="3"/>
            <a:endCxn xmlns:a="http://schemas.openxmlformats.org/drawingml/2006/main" id="896" idx="1"/>
          </p:cNvCxnSpPr>
          <p:nvPr/>
        </p:nvCxnSpPr>
        <p:spPr>
          <a:xfrm xmlns:a="http://schemas.openxmlformats.org/drawingml/2006/main">
            <a:off x="16010971" y="5729357"/>
            <a:ext cx="1205715" cy="374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7C2CE344-D3C4-443F-936C-60A4CAA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686" y="6103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A6BBB557-CF80-498A-825E-7134F5C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1771" y="6405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1" name=""/>
          <p:cNvCxnSpPr>
            <a:stCxn xmlns:a="http://schemas.openxmlformats.org/drawingml/2006/main" id="898" idx="3"/>
            <a:endCxn xmlns:a="http://schemas.openxmlformats.org/drawingml/2006/main" id="899" idx="1"/>
          </p:cNvCxnSpPr>
          <p:nvPr/>
        </p:nvCxnSpPr>
        <p:spPr>
          <a:xfrm xmlns:a="http://schemas.openxmlformats.org/drawingml/2006/main">
            <a:off x="17216781" y="6103482"/>
            <a:ext cx="974990" cy="302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65B6213A-BAFD-40F4-A89F-9E1D9127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1771" y="6405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30017A17-CFE3-4B51-8CE0-376092D6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0288" y="6441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4" name=""/>
          <p:cNvCxnSpPr>
            <a:stCxn xmlns:a="http://schemas.openxmlformats.org/drawingml/2006/main" id="901" idx="3"/>
            <a:endCxn xmlns:a="http://schemas.openxmlformats.org/drawingml/2006/main" id="902" idx="1"/>
          </p:cNvCxnSpPr>
          <p:nvPr/>
        </p:nvCxnSpPr>
        <p:spPr>
          <a:xfrm xmlns:a="http://schemas.openxmlformats.org/drawingml/2006/main">
            <a:off x="18191866" y="6405847"/>
            <a:ext cx="118422" cy="358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E2AC0697-51A3-4C2D-B837-0B9DF35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462" y="3472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0138D93D-5C12-4FAB-9E18-1673445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787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7" name=""/>
          <p:cNvCxnSpPr>
            <a:stCxn xmlns:a="http://schemas.openxmlformats.org/drawingml/2006/main" id="904" idx="2"/>
            <a:endCxn xmlns:a="http://schemas.openxmlformats.org/drawingml/2006/main" id="905" idx="0"/>
          </p:cNvCxnSpPr>
          <p:nvPr/>
        </p:nvCxnSpPr>
        <p:spPr>
          <a:xfrm xmlns:a="http://schemas.openxmlformats.org/drawingml/2006/main">
            <a:off x="12195510" y="3472570"/>
            <a:ext cx="198325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135DA1E0-9EAB-452E-A01E-3D4F9704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787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5F294C1F-7FC3-4954-809D-965AF3F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102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0" name=""/>
          <p:cNvCxnSpPr>
            <a:stCxn xmlns:a="http://schemas.openxmlformats.org/drawingml/2006/main" id="907" idx="2"/>
            <a:endCxn xmlns:a="http://schemas.openxmlformats.org/drawingml/2006/main" id="908" idx="0"/>
          </p:cNvCxnSpPr>
          <p:nvPr/>
        </p:nvCxnSpPr>
        <p:spPr>
          <a:xfrm xmlns:a="http://schemas.openxmlformats.org/drawingml/2006/main">
            <a:off x="12393835" y="3700651"/>
            <a:ext cx="227315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13A79B18-7865-42A6-895D-C3179BC1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102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03EC8AEF-9455-4FBB-AE54-A77BF2D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6248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3" name=""/>
          <p:cNvCxnSpPr>
            <a:stCxn xmlns:a="http://schemas.openxmlformats.org/drawingml/2006/main" id="910" idx="2"/>
            <a:endCxn xmlns:a="http://schemas.openxmlformats.org/drawingml/2006/main" id="911" idx="0"/>
          </p:cNvCxnSpPr>
          <p:nvPr/>
        </p:nvCxnSpPr>
        <p:spPr>
          <a:xfrm xmlns:a="http://schemas.openxmlformats.org/drawingml/2006/main">
            <a:off x="12621150" y="3962269"/>
            <a:ext cx="205146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5F08201F-FD83-484C-8D74-56E874F1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6248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A1943172-7808-4967-AEE9-1D1B031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536" y="42978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6" name=""/>
          <p:cNvCxnSpPr>
            <a:stCxn xmlns:a="http://schemas.openxmlformats.org/drawingml/2006/main" id="913" idx="2"/>
            <a:endCxn xmlns:a="http://schemas.openxmlformats.org/drawingml/2006/main" id="914" idx="0"/>
          </p:cNvCxnSpPr>
          <p:nvPr/>
        </p:nvCxnSpPr>
        <p:spPr>
          <a:xfrm xmlns:a="http://schemas.openxmlformats.org/drawingml/2006/main">
            <a:off x="12826296" y="4198103"/>
            <a:ext cx="86288" cy="99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E91E878B-EDCC-4AA4-8C56-D6949DB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653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6BCE4997-E703-4D66-9766-DF4E84C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7976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9" name=""/>
          <p:cNvCxnSpPr>
            <a:stCxn xmlns:a="http://schemas.openxmlformats.org/drawingml/2006/main" id="916" idx="2"/>
            <a:endCxn xmlns:a="http://schemas.openxmlformats.org/drawingml/2006/main" id="917" idx="0"/>
          </p:cNvCxnSpPr>
          <p:nvPr/>
        </p:nvCxnSpPr>
        <p:spPr>
          <a:xfrm xmlns:a="http://schemas.openxmlformats.org/drawingml/2006/main">
            <a:off x="11673350" y="1653869"/>
            <a:ext cx="0" cy="1437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FA1BA3EC-2DF2-4C80-90EE-845AADD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7976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6D5756DC-3910-4016-AAE1-B2E88E6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95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2" name=""/>
          <p:cNvCxnSpPr>
            <a:stCxn xmlns:a="http://schemas.openxmlformats.org/drawingml/2006/main" id="919" idx="2"/>
            <a:endCxn xmlns:a="http://schemas.openxmlformats.org/drawingml/2006/main" id="920" idx="0"/>
          </p:cNvCxnSpPr>
          <p:nvPr/>
        </p:nvCxnSpPr>
        <p:spPr>
          <a:xfrm xmlns:a="http://schemas.openxmlformats.org/drawingml/2006/main">
            <a:off x="11673350" y="1797749"/>
            <a:ext cx="0" cy="1551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A7BD39A0-AEA2-4F3E-95E2-FFD4652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95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D63CCF1E-0375-4E65-AFDC-B8619362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1020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5" name=""/>
          <p:cNvCxnSpPr>
            <a:stCxn xmlns:a="http://schemas.openxmlformats.org/drawingml/2006/main" id="922" idx="2"/>
            <a:endCxn xmlns:a="http://schemas.openxmlformats.org/drawingml/2006/main" id="923" idx="0"/>
          </p:cNvCxnSpPr>
          <p:nvPr/>
        </p:nvCxnSpPr>
        <p:spPr>
          <a:xfrm xmlns:a="http://schemas.openxmlformats.org/drawingml/2006/main">
            <a:off x="11673350" y="1952989"/>
            <a:ext cx="0" cy="1490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3D0A4B01-6999-4D1D-983A-F1995FF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1020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194F6AAA-2A84-4D78-8A0E-1398CA7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237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8" name=""/>
          <p:cNvCxnSpPr>
            <a:stCxn xmlns:a="http://schemas.openxmlformats.org/drawingml/2006/main" id="925" idx="2"/>
            <a:endCxn xmlns:a="http://schemas.openxmlformats.org/drawingml/2006/main" id="926" idx="0"/>
          </p:cNvCxnSpPr>
          <p:nvPr/>
        </p:nvCxnSpPr>
        <p:spPr>
          <a:xfrm xmlns:a="http://schemas.openxmlformats.org/drawingml/2006/main">
            <a:off x="11673350" y="2102098"/>
            <a:ext cx="0" cy="1349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02683E16-A075-4C14-B3B9-ACF2F6D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58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A3CA1836-C473-4D13-A778-AC1D51B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58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756EA4FC-C4F5-4658-AA21-CFB8E4A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37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4A835DC0-F4B4-4698-BBEE-3223D777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37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5C3F534C-D72A-4014-A98B-F7A861DE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878" y="369381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3C207785-01AF-4069-A314-73262AC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878" y="369381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DA27705D-B1ED-4FA5-9B2D-30DD8F29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148" y="780829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60166EF5-92AF-47C2-A00A-314E9B7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148" y="780829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2AA7C627-BC54-495F-9AC6-F97857B0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55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F3894C3B-5800-4D90-928F-8415F404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55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D7774E6E-1E94-4ACA-B917-49E059D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334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58506B9D-45BC-4E66-A6EE-7A0BC056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334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CEB42E41-E078-493E-81FD-F3EDE0C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239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3B4D51BD-C872-4E1C-B7CF-0416F4A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239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225CA00D-864C-4529-925C-D9FC2BC4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417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841981E5-0E7A-4E60-9B3F-076F2FB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417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66F4FC51-E094-472C-89E5-FB92E8E3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D9CE1112-9D6C-4F12-80FD-3B91168E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4689BDED-8B18-452B-A5C4-C39E7EA4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3EC8EC07-1DA6-4CDC-B733-3412C9F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D2AB1C68-0960-42C1-8B5F-8EE499B2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65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C91DFA5D-BBE2-4E5E-B25E-7F158F61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65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D2C58D59-964D-4FC4-8A9C-33130A8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83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2400AE86-4B64-407B-8D4A-6D68497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83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F4085BE9-F7CC-4D81-AC9B-AA86358A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449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54CB22E6-3DB2-420F-885C-56DE91C6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449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DA9CB268-73E0-496D-96AB-55669FD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4CB7EA52-4765-4290-9C31-E891C155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E321F145-8B52-42BD-9A28-3F60C1B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91" y="26320213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3D84E2E5-20DC-4D6D-802F-2A44590E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91" y="26320213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B18D7CC7-F8D5-4B16-B529-F0ADFC99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586" y="26320213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B163CDA7-040D-4B83-932B-DAC5A0D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586" y="26320213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04D94A63-4F6E-4C04-B1DB-1EEA3CB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599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FC4B41FF-4C35-410E-8E52-960E8E8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599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E417BF2D-C60D-46BD-B4D5-20A2AE7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26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F627F256-F42F-4799-9A27-7952F8E8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26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311EDB65-9CA1-4546-9FD8-1AA7EEC1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3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31C7D549-06C3-4A39-9F34-C81C9CE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3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BEFA7549-A410-44B2-900F-1AAD815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4788D709-B74F-4EBC-A3F2-DF74C84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D3F55D38-A11C-4636-9E99-52CAF9F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786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61764876-9FE7-45A3-9BBA-89ACBC70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786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611A71CB-83D6-4EA9-A010-9BFE6962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965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5E9DED2A-9942-41CB-A040-1CF5C56E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965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AF5252F1-40AA-4111-84FC-BCAD506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20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59D76BAC-30D6-4461-A77F-980DA41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20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911216D6-8BF0-4158-85B7-6B199F9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64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F839C4A9-37C3-4550-BDC0-7A0155FB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64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1F2C683B-261B-4550-9872-4EB72D24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978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E034AE8-3590-44F4-969D-E30F407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978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0F55598F-7247-472B-A81F-0B8BA24E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65AAE808-78F9-4A59-9B7C-20A3ABB1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81AC208D-632E-4038-A0E7-B3C3D47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5635D287-42F7-4D45-9C21-85B766B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3044A44F-B4C2-4BF3-BF25-09BAB20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A1913B64-6126-4697-920F-C4D13F6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E891D077-0EB0-424D-8DD7-3D90527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9816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E87054B9-2AC2-4947-8B47-0987107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9816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B5B2EFD5-9D19-45AA-B15B-BDD3719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050A1C95-2349-4B9E-9E88-8090526F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5282BE73-7E14-4747-8E05-2EE01272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780829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50E63765-2CB8-4925-8D13-6AD3FA20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780829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534719F2-13E4-4475-A18E-888C05F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B861E5AC-58E7-401D-8D62-EA9A53F5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C4EBC447-9C03-4E37-A95C-9BA103C4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55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87F92AC3-9C59-4C72-AF2F-5DEC24D3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55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CF442748-2FB8-4513-B903-4B742B7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8970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E85D362A-1F8A-4999-860F-3936AFC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8970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ECE3613F-360D-4CC5-94F2-5B58728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78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52162870-B9F6-42E9-881F-8A3C9CB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78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4C95C61F-1850-4DD1-824F-46826AD3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4904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BEA6F1DB-546A-4244-97AB-540ED71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4904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65297EC3-DE50-4E69-B161-3D4E1161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299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2E97A0C0-6B06-4ADF-B398-4EF9507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299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DD857153-AECF-43CB-87EE-AA4E7A33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866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19283C22-FE2F-460E-8F22-5EAE033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866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DF9C1E68-0C7B-478E-B476-285FE890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8597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06BE671B-C22D-494C-A08C-E69499E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8597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8BD57072-D94E-452E-B54A-32C465AB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12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878AAE12-610E-4CF7-B34C-B5DC1C89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12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8EE0B3CB-FD88-4D8C-A0F4-3840AD4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8569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A4518016-1C25-4177-B816-E3341D8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8569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0FC85CF6-B83F-416B-BE69-0FE25ADC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62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6A22D8B4-4B8F-43F9-9D2F-C1157BB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62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4EAEBF60-52DB-46E1-B19C-0C72B12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1286" y="10893617"/>
            <a:ext cx="586620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441E6C9F-2EF5-4014-9C92-EA233DE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1286" y="10893617"/>
            <a:ext cx="586620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76FEAE5E-A484-436E-8141-FA1065A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925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EE8DF841-56A6-479E-B992-AEAEC037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925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BD081A6D-A71C-4EC2-8F15-F9962917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716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62E3F288-A601-41A9-B5AC-012014F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716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C3841834-D702-46CD-AAD0-03D92C0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1555" y="7808297"/>
            <a:ext cx="586620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E09D0DD5-2504-401A-B5F6-6E2EE2D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1555" y="7808297"/>
            <a:ext cx="586620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DB9FE171-1D03-45FC-BBC1-E3F9418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3779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72EEE22E-C39A-4812-B7CA-B4ED56D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3779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A5CC17CA-228A-4A42-BDDE-7D950520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924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6BCE506C-F2F6-4AB8-B75F-7351C0C7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924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47957A76-6C9A-47F7-8F60-7C05643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65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A697852F-909E-460D-94D0-64AFF180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65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933BA6C3-A543-403B-B0FC-28369C80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5150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60C1EFE7-E16E-4252-90D7-7B7264D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5150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276B56FE-8F66-4A88-BCFA-DD65883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153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7D8FF47B-F713-48E2-95B1-D19F010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153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8D5A9D1D-F111-4A72-9D67-ED4493E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5717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AD1EABE9-F9AF-4DDB-8551-178D483C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5717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F775652E-526F-42B9-8E1E-A167BDF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3181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0BF57449-10D5-4AC3-AB80-D7F49F1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3181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B6E8A9FB-3008-4F18-BDFB-D3DCD54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71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CD97EA04-DDE3-4C2B-8867-A06AA395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71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9E9064E1-B6D6-4747-A859-A810C75A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23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3D8E9FE9-0166-4BC8-AC30-DAA94D8A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23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D9BA7358-42AB-40EB-8CCC-FA3F2C9E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781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65F8EF2F-D2C9-42B2-AC23-C98C937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781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66F007B5-0D4A-48A1-9584-F7F1077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78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72A56CB0-7C32-4C20-A783-EFF023CD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78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76DEA1C3-459C-472B-A8B3-FA861FE8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2567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AB15DE46-DDC4-49F1-B216-EDDFE94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2567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A7A95CDE-1D97-4DAF-8521-001E005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079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D8B95D22-B494-466A-8286-DEDD4885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079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6D6DDECA-6E8F-4E78-A3F8-904178F8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362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C91DC74D-3723-4F8A-98A6-E877F34B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362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559DA578-1031-41FA-9F81-2F512DE5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254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48EC0AD0-F015-4160-A23C-D7AB1C1F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254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D8AB5A4C-A076-4D05-B7F4-0BE3E1FE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3575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1FD25566-2EE5-4CB1-9982-A7A95811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3575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79D90351-B2BC-4092-A9A6-60B09F83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2044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9EF4B027-64EC-4E37-90F6-64C1211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2044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980E88F2-A35E-4D3E-AC41-1F2C0E8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026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9EA5A8A3-A04D-489A-9E4C-34F301D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026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14580670-D5EF-42AC-BEE7-AB59357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600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9D3A0C0C-C081-435F-8BD6-00A4DD3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600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ABEE4CD0-644D-4410-B643-575ADEC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8520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AF998F46-0454-40F4-9462-85B8FD2E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8520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E861F881-C169-40CF-B8DB-BAA0C452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934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3620D207-47B5-4CCE-A59D-07698DED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934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5A70DC11-13C6-41BF-BA14-D98FA6A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452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62F1E75D-9DE8-4424-A144-98F17796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452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8C58C05E-BE7D-47C3-B294-F80659B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235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0FB8AFFD-09BC-497F-BB94-44F0517C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235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F791BC6B-187B-4F10-AD5D-9118CED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979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799C27AC-1A0B-49E1-9C99-356A7EE0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979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4B21D66B-145F-41D2-8C06-3C2EC4FD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234" y="7808297"/>
            <a:ext cx="1374463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58736BE3-CBDE-447D-BC36-1D3E98F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234" y="7808297"/>
            <a:ext cx="1374463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3AF69E34-DB1E-4B0B-B337-5996AFD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481" y="7808297"/>
            <a:ext cx="545693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83E471FE-9921-48B0-8AB1-CFB938A3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481" y="7808297"/>
            <a:ext cx="545693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EEBE80E9-698A-4B22-8914-0A6F4FA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429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C07896D6-184C-4EFB-8079-567DCB4F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429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662B0D6B-BA0D-4D30-B13B-D595D37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320" y="369381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43738CF7-C356-40A4-A830-2C7F184D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320" y="369381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2BED8A2E-2E21-4F01-95C9-E0AA1269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456" y="224354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297F75A0-15CC-4BC4-A059-053D27C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74" y="229469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需要严格保证归约顺序？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5086E390-B4CF-493C-B7EA-B52C401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430078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24B9151E-AC27-4B43-833F-E900AF1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435193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&gt; 8？</a:t>
            </a:r>
          </a:p>
        </p:txBody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751F98EC-3FA4-42A9-86AE-627D8C0D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2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BD513A20-19E8-49CB-A223-DA87312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64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GroupMesh</a:t>
            </a:r>
          </a:p>
        </p:txBody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B56F64CF-993E-4148-BF39-C8DC0D0A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A7F22AD7-792B-47D6-9799-7D12C37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StrictOrderedMesh</a:t>
            </a:r>
          </a:p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C3DC71CE-356A-400B-8E37-A81E2ED5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430078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F9318DDE-2990-4630-867F-5948036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435193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C1EF5AB9-8225-45A6-879B-B68CBEBD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92F3F1A1-4F95-46C2-BC6A-B69CE799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F486D270-5BC5-46FB-914F-9751B48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9" name="">
            <a:extLst xmlns:a="http://schemas.openxmlformats.org/drawingml/2006/main">
              <a:ext uri="{FF2B5EF4-FFF2-40B4-BE49-F238E27FC236}">
                <a16:creationId xmlns:a16="http://schemas.microsoft.com/office/drawing/2014/main" id="{BE6D8E6C-2887-46CA-A02D-758F2CF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7FCCFF28-6109-4FD4-9F54-AD44CE94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E4D2050E-8545-4B54-8E1E-C8E0D75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每模块8卡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1092" name="">
            <a:extLst xmlns:a="http://schemas.openxmlformats.org/drawingml/2006/main">
              <a:ext uri="{FF2B5EF4-FFF2-40B4-BE49-F238E27FC236}">
                <a16:creationId xmlns:a16="http://schemas.microsoft.com/office/drawing/2014/main" id="{33A906D1-3F79-4B42-BC9F-0C3DBF4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911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2DA1BCD4-C38F-4B93-A7AB-C5504968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228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2？</a:t>
            </a:r>
          </a:p>
        </p:txBody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1020E711-80F6-421D-9B75-DF69F93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12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10B39FF2-2234-43BC-B2CA-7FF060E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43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DC46DD4F-5FC5-4EF3-8314-ADB763BC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91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2F541C0B-F1F5-4ED4-A833-95E0B150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22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PipeLineMeshNHRMesh</a:t>
            </a:r>
          </a:p>
        </p:txBody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139B3704-255F-4DD9-B1A1-DA7D1C92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9" name="">
            <a:extLst xmlns:a="http://schemas.openxmlformats.org/drawingml/2006/main">
              <a:ext uri="{FF2B5EF4-FFF2-40B4-BE49-F238E27FC236}">
                <a16:creationId xmlns:a16="http://schemas.microsoft.com/office/drawing/2014/main" id="{CEFE56B4-9DC7-47EF-9068-8FD9E5C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逻辑3层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1100" name="">
            <a:extLst xmlns:a="http://schemas.openxmlformats.org/drawingml/2006/main">
              <a:ext uri="{FF2B5EF4-FFF2-40B4-BE49-F238E27FC236}">
                <a16:creationId xmlns:a16="http://schemas.microsoft.com/office/drawing/2014/main" id="{6C7114D7-EE6F-4C75-A43F-1B44E830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1" name="">
            <a:extLst xmlns:a="http://schemas.openxmlformats.org/drawingml/2006/main">
              <a:ext uri="{FF2B5EF4-FFF2-40B4-BE49-F238E27FC236}">
                <a16:creationId xmlns:a16="http://schemas.microsoft.com/office/drawing/2014/main" id="{C53A2D9C-64A2-4015-BA81-4B409F32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02" name="">
            <a:extLst xmlns:a="http://schemas.openxmlformats.org/drawingml/2006/main">
              <a:ext uri="{FF2B5EF4-FFF2-40B4-BE49-F238E27FC236}">
                <a16:creationId xmlns:a16="http://schemas.microsoft.com/office/drawing/2014/main" id="{07597AD0-7A59-48E7-B057-A7674FA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3" name="">
            <a:extLst xmlns:a="http://schemas.openxmlformats.org/drawingml/2006/main">
              <a:ext uri="{FF2B5EF4-FFF2-40B4-BE49-F238E27FC236}">
                <a16:creationId xmlns:a16="http://schemas.microsoft.com/office/drawing/2014/main" id="{4CFA677F-0420-4455-B696-A119F02E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需退化为单级 NHR</a:t>
            </a:r>
          </a:p>
        </p:txBody>
      </p:sp>
      <p:sp>
        <p:nvSpPr>
          <p:cNvPr id="1104" name="">
            <a:extLst xmlns:a="http://schemas.openxmlformats.org/drawingml/2006/main">
              <a:ext uri="{FF2B5EF4-FFF2-40B4-BE49-F238E27FC236}">
                <a16:creationId xmlns:a16="http://schemas.microsoft.com/office/drawing/2014/main" id="{EBE075AC-4760-40D2-B04A-1846822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5" name="">
            <a:extLst xmlns:a="http://schemas.openxmlformats.org/drawingml/2006/main">
              <a:ext uri="{FF2B5EF4-FFF2-40B4-BE49-F238E27FC236}">
                <a16:creationId xmlns:a16="http://schemas.microsoft.com/office/drawing/2014/main" id="{64F18300-0BC0-4E65-9F49-99DC840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06" name="">
            <a:extLst xmlns:a="http://schemas.openxmlformats.org/drawingml/2006/main">
              <a:ext uri="{FF2B5EF4-FFF2-40B4-BE49-F238E27FC236}">
                <a16:creationId xmlns:a16="http://schemas.microsoft.com/office/drawing/2014/main" id="{5D479938-441A-4679-89F8-0CF81B54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7" name="">
            <a:extLst xmlns:a="http://schemas.openxmlformats.org/drawingml/2006/main">
              <a:ext uri="{FF2B5EF4-FFF2-40B4-BE49-F238E27FC236}">
                <a16:creationId xmlns:a16="http://schemas.microsoft.com/office/drawing/2014/main" id="{D60CC82C-F80D-4607-B846-DACF90A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代码中的退化标记</a:t>
            </a:r>
          </a:p>
        </p:txBody>
      </p:sp>
      <p:sp>
        <p:nvSp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66FB95CA-B7F3-48D4-B68C-FC953559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A829FB23-7787-49C2-A0D0-DE033D2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10" name="">
            <a:extLst xmlns:a="http://schemas.openxmlformats.org/drawingml/2006/main">
              <a:ext uri="{FF2B5EF4-FFF2-40B4-BE49-F238E27FC236}">
                <a16:creationId xmlns:a16="http://schemas.microsoft.com/office/drawing/2014/main" id="{466EF4BD-8973-4928-9364-61EDCC5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96CC960B-2093-451B-98FF-1972C4E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第0层本地实例 &gt; 1 rank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且第0层是 Mesh？</a:t>
            </a:r>
          </a:p>
        </p:txBody>
      </p:sp>
      <p:sp>
        <p:nvSp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D31378FC-6EDF-4F0D-8FD9-49930BB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3" name="">
            <a:extLst xmlns:a="http://schemas.openxmlformats.org/drawingml/2006/main">
              <a:ext uri="{FF2B5EF4-FFF2-40B4-BE49-F238E27FC236}">
                <a16:creationId xmlns:a16="http://schemas.microsoft.com/office/drawing/2014/main" id="{DA25A71A-E53A-4B1A-845F-137A98B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3？</a:t>
            </a:r>
          </a:p>
        </p:txBody>
      </p:sp>
      <p:sp>
        <p:nvSpPr>
          <p:cNvPr id="1114" name="">
            <a:extLst xmlns:a="http://schemas.openxmlformats.org/drawingml/2006/main">
              <a:ext uri="{FF2B5EF4-FFF2-40B4-BE49-F238E27FC236}">
                <a16:creationId xmlns:a16="http://schemas.microsoft.com/office/drawing/2014/main" id="{E89899F4-5F2C-4786-BDEA-099406C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41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5" name="">
            <a:extLst xmlns:a="http://schemas.openxmlformats.org/drawingml/2006/main">
              <a:ext uri="{FF2B5EF4-FFF2-40B4-BE49-F238E27FC236}">
                <a16:creationId xmlns:a16="http://schemas.microsoft.com/office/drawing/2014/main" id="{76135F47-D17C-4510-B085-F5202DC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732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116" name="">
            <a:extLst xmlns:a="http://schemas.openxmlformats.org/drawingml/2006/main">
              <a:ext uri="{FF2B5EF4-FFF2-40B4-BE49-F238E27FC236}">
                <a16:creationId xmlns:a16="http://schemas.microsoft.com/office/drawing/2014/main" id="{5F8BA36A-F7B7-4F28-92AA-AE96605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7" name="">
            <a:extLst xmlns:a="http://schemas.openxmlformats.org/drawingml/2006/main">
              <a:ext uri="{FF2B5EF4-FFF2-40B4-BE49-F238E27FC236}">
                <a16:creationId xmlns:a16="http://schemas.microsoft.com/office/drawing/2014/main" id="{24683AE5-E9A6-4AB2-A932-018E159C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42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1118" name="">
            <a:extLst xmlns:a="http://schemas.openxmlformats.org/drawingml/2006/main">
              <a:ext uri="{FF2B5EF4-FFF2-40B4-BE49-F238E27FC236}">
                <a16:creationId xmlns:a16="http://schemas.microsoft.com/office/drawing/2014/main" id="{419080CD-25F4-40CE-9F7E-9736DD2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41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9" name="">
            <a:extLst xmlns:a="http://schemas.openxmlformats.org/drawingml/2006/main">
              <a:ext uri="{FF2B5EF4-FFF2-40B4-BE49-F238E27FC236}">
                <a16:creationId xmlns:a16="http://schemas.microsoft.com/office/drawing/2014/main" id="{06F4D61B-8266-4C59-9ECA-2E2AA99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732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88F049EC-0715-436E-A179-5EDDBC74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1" name="">
            <a:extLst xmlns:a="http://schemas.openxmlformats.org/drawingml/2006/main">
              <a:ext uri="{FF2B5EF4-FFF2-40B4-BE49-F238E27FC236}">
                <a16:creationId xmlns:a16="http://schemas.microsoft.com/office/drawing/2014/main" id="{2E1ACC98-9549-4756-990F-EEEC266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≥ 1GiB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 P ≥ 256？</a:t>
            </a:r>
          </a:p>
        </p:txBody>
      </p:sp>
      <p:sp>
        <p:nvSpPr>
          <p:cNvPr id="1122" name="">
            <a:extLst xmlns:a="http://schemas.openxmlformats.org/drawingml/2006/main">
              <a:ext uri="{FF2B5EF4-FFF2-40B4-BE49-F238E27FC236}">
                <a16:creationId xmlns:a16="http://schemas.microsoft.com/office/drawing/2014/main" id="{018AB47A-9583-4AF0-87EB-7B1CDB7D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F77CFBF0-F07B-4D5C-96C6-EABE4E5E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F84A8DA9-10F0-402A-9526-F816E75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99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5" name="">
            <a:extLst xmlns:a="http://schemas.openxmlformats.org/drawingml/2006/main">
              <a:ext uri="{FF2B5EF4-FFF2-40B4-BE49-F238E27FC236}">
                <a16:creationId xmlns:a16="http://schemas.microsoft.com/office/drawing/2014/main" id="{83FD53E3-ED26-413E-B455-88E9D66B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31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4MiB？</a:t>
            </a:r>
          </a:p>
        </p:txBody>
      </p: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CFE6BAC3-B62C-4372-A904-A6A0431D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73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0E0CCAB4-191C-4810-9EC0-D3CFBF2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590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4GiB？</a:t>
            </a:r>
          </a:p>
        </p:txBody>
      </p:sp>
      <p:sp>
        <p:nvSpPr>
          <p:cNvPr id="1128" name="">
            <a:extLst xmlns:a="http://schemas.openxmlformats.org/drawingml/2006/main">
              <a:ext uri="{FF2B5EF4-FFF2-40B4-BE49-F238E27FC236}">
                <a16:creationId xmlns:a16="http://schemas.microsoft.com/office/drawing/2014/main" id="{3CE7974A-E2D2-4619-9E3F-31F49F1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878" y="2692609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9" name="">
            <a:extLst xmlns:a="http://schemas.openxmlformats.org/drawingml/2006/main">
              <a:ext uri="{FF2B5EF4-FFF2-40B4-BE49-F238E27FC236}">
                <a16:creationId xmlns:a16="http://schemas.microsoft.com/office/drawing/2014/main" id="{515C4165-21DB-4EEC-83EB-55843AA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195" y="26977253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1130" name="">
            <a:extLst xmlns:a="http://schemas.openxmlformats.org/drawingml/2006/main">
              <a:ext uri="{FF2B5EF4-FFF2-40B4-BE49-F238E27FC236}">
                <a16:creationId xmlns:a16="http://schemas.microsoft.com/office/drawing/2014/main" id="{229AFBD3-6677-4967-8DBE-8DCE2D18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4668" y="2692609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1" name="">
            <a:extLst xmlns:a="http://schemas.openxmlformats.org/drawingml/2006/main">
              <a:ext uri="{FF2B5EF4-FFF2-40B4-BE49-F238E27FC236}">
                <a16:creationId xmlns:a16="http://schemas.microsoft.com/office/drawing/2014/main" id="{8C9D7BF8-DF05-43E0-9412-12F23FDB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985" y="26977253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32" name="">
            <a:extLst xmlns:a="http://schemas.openxmlformats.org/drawingml/2006/main">
              <a:ext uri="{FF2B5EF4-FFF2-40B4-BE49-F238E27FC236}">
                <a16:creationId xmlns:a16="http://schemas.microsoft.com/office/drawing/2014/main" id="{A9BC08DD-791C-40F2-83A8-B0075DE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063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3" name="">
            <a:extLst xmlns:a="http://schemas.openxmlformats.org/drawingml/2006/main">
              <a:ext uri="{FF2B5EF4-FFF2-40B4-BE49-F238E27FC236}">
                <a16:creationId xmlns:a16="http://schemas.microsoft.com/office/drawing/2014/main" id="{972E3CA2-E28A-40DB-91D6-165C2537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380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34" name="">
            <a:extLst xmlns:a="http://schemas.openxmlformats.org/drawingml/2006/main">
              <a:ext uri="{FF2B5EF4-FFF2-40B4-BE49-F238E27FC236}">
                <a16:creationId xmlns:a16="http://schemas.microsoft.com/office/drawing/2014/main" id="{CBFE9BF2-43BC-43E5-B389-C1AB5CFF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5" name="">
            <a:extLst xmlns:a="http://schemas.openxmlformats.org/drawingml/2006/main">
              <a:ext uri="{FF2B5EF4-FFF2-40B4-BE49-F238E27FC236}">
                <a16:creationId xmlns:a16="http://schemas.microsoft.com/office/drawing/2014/main" id="{57592E9D-71B8-4381-80FF-4C441F6D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1136" name="">
            <a:extLst xmlns:a="http://schemas.openxmlformats.org/drawingml/2006/main">
              <a:ext uri="{FF2B5EF4-FFF2-40B4-BE49-F238E27FC236}">
                <a16:creationId xmlns:a16="http://schemas.microsoft.com/office/drawing/2014/main" id="{5AB9388F-41E8-4687-8C50-A3656E23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99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7" name="">
            <a:extLst xmlns:a="http://schemas.openxmlformats.org/drawingml/2006/main">
              <a:ext uri="{FF2B5EF4-FFF2-40B4-BE49-F238E27FC236}">
                <a16:creationId xmlns:a16="http://schemas.microsoft.com/office/drawing/2014/main" id="{0ED72557-ED91-4923-BAB1-CC3B377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31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38" name="">
            <a:extLst xmlns:a="http://schemas.openxmlformats.org/drawingml/2006/main">
              <a:ext uri="{FF2B5EF4-FFF2-40B4-BE49-F238E27FC236}">
                <a16:creationId xmlns:a16="http://schemas.microsoft.com/office/drawing/2014/main" id="{E4051AD3-B2E0-4619-ACD0-AC81BA1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78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9" name="">
            <a:extLst xmlns:a="http://schemas.openxmlformats.org/drawingml/2006/main">
              <a:ext uri="{FF2B5EF4-FFF2-40B4-BE49-F238E27FC236}">
                <a16:creationId xmlns:a16="http://schemas.microsoft.com/office/drawing/2014/main" id="{5F56F60E-CB5B-43EC-A22B-52A09CBE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10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第0层是 CLOS？</a:t>
            </a:r>
          </a:p>
        </p:txBody>
      </p:sp>
      <p:sp>
        <p:nvSp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609F2119-97BE-45AA-AB32-40BDEADA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78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1" name="">
            <a:extLst xmlns:a="http://schemas.openxmlformats.org/drawingml/2006/main">
              <a:ext uri="{FF2B5EF4-FFF2-40B4-BE49-F238E27FC236}">
                <a16:creationId xmlns:a16="http://schemas.microsoft.com/office/drawing/2014/main" id="{5C74B179-CCE3-427A-8AE2-397FFE22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10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2E94F4FE-4E43-4412-8077-0E819FE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3" name="">
            <a:extLst xmlns:a="http://schemas.openxmlformats.org/drawingml/2006/main">
              <a:ext uri="{FF2B5EF4-FFF2-40B4-BE49-F238E27FC236}">
                <a16:creationId xmlns:a16="http://schemas.microsoft.com/office/drawing/2014/main" id="{69E3597A-FA7F-4DB9-8B5E-D4E951A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C8309093-721D-41DE-8C10-71A9AC2A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109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D880A079-9D55-4B6B-8C63-257B9AD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146" name="">
            <a:extLst xmlns:a="http://schemas.openxmlformats.org/drawingml/2006/main">
              <a:ext uri="{FF2B5EF4-FFF2-40B4-BE49-F238E27FC236}">
                <a16:creationId xmlns:a16="http://schemas.microsoft.com/office/drawing/2014/main" id="{3B28F0E5-8FF3-4643-BBA0-0AA5F063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6984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52C7BA12-8D2E-4975-9D0F-7782922D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9301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571B04B2-88F4-4DE8-B981-A3A8B2A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1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9" name="">
            <a:extLst xmlns:a="http://schemas.openxmlformats.org/drawingml/2006/main">
              <a:ext uri="{FF2B5EF4-FFF2-40B4-BE49-F238E27FC236}">
                <a16:creationId xmlns:a16="http://schemas.microsoft.com/office/drawing/2014/main" id="{09A7CE64-0090-4B31-8D25-BBB15F2B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0233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40810C55-00C6-424E-B957-83C5375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0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CDE2276E-2C21-4137-BA26-2C705BDA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3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路径条件？</a:t>
            </a:r>
          </a:p>
        </p:txBody>
      </p:sp>
      <p:sp>
        <p:nvSpPr>
          <p:cNvPr id="1152" name="">
            <a:extLst xmlns:a="http://schemas.openxmlformats.org/drawingml/2006/main">
              <a:ext uri="{FF2B5EF4-FFF2-40B4-BE49-F238E27FC236}">
                <a16:creationId xmlns:a16="http://schemas.microsoft.com/office/drawing/2014/main" id="{E5299DC3-CD78-432D-91CA-D4B40D20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06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3" name="">
            <a:extLst xmlns:a="http://schemas.openxmlformats.org/drawingml/2006/main">
              <a:ext uri="{FF2B5EF4-FFF2-40B4-BE49-F238E27FC236}">
                <a16:creationId xmlns:a16="http://schemas.microsoft.com/office/drawing/2014/main" id="{9D202542-817A-463F-8CA8-920EA2AB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3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2 且 S ≥ 4MiB？</a:t>
            </a:r>
          </a:p>
        </p:txBody>
      </p:sp>
      <p:sp>
        <p:nvSpPr>
          <p:cNvPr id="1154" name="">
            <a:extLst xmlns:a="http://schemas.openxmlformats.org/drawingml/2006/main">
              <a:ext uri="{FF2B5EF4-FFF2-40B4-BE49-F238E27FC236}">
                <a16:creationId xmlns:a16="http://schemas.microsoft.com/office/drawing/2014/main" id="{179F8E3A-14C3-466D-921B-F363785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5" name="">
            <a:extLst xmlns:a="http://schemas.openxmlformats.org/drawingml/2006/main">
              <a:ext uri="{FF2B5EF4-FFF2-40B4-BE49-F238E27FC236}">
                <a16:creationId xmlns:a16="http://schemas.microsoft.com/office/drawing/2014/main" id="{38EFD0D9-4FD6-47FA-9594-5636AC64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156" name="">
            <a:extLst xmlns:a="http://schemas.openxmlformats.org/drawingml/2006/main">
              <a:ext uri="{FF2B5EF4-FFF2-40B4-BE49-F238E27FC236}">
                <a16:creationId xmlns:a16="http://schemas.microsoft.com/office/drawing/2014/main" id="{F1390B2E-FCCF-4340-AA68-A0A0B27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7" name="">
            <a:extLst xmlns:a="http://schemas.openxmlformats.org/drawingml/2006/main">
              <a:ext uri="{FF2B5EF4-FFF2-40B4-BE49-F238E27FC236}">
                <a16:creationId xmlns:a16="http://schemas.microsoft.com/office/drawing/2014/main" id="{8D05311C-DC7D-4813-A807-5483089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1536MiB？</a:t>
            </a:r>
          </a:p>
        </p:txBody>
      </p:sp>
      <p:sp>
        <p:nvSpPr>
          <p:cNvPr id="1158" name="">
            <a:extLst xmlns:a="http://schemas.openxmlformats.org/drawingml/2006/main">
              <a:ext uri="{FF2B5EF4-FFF2-40B4-BE49-F238E27FC236}">
                <a16:creationId xmlns:a16="http://schemas.microsoft.com/office/drawing/2014/main" id="{01353074-C921-4A08-ADF8-BA7C1BE2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9" name="">
            <a:extLst xmlns:a="http://schemas.openxmlformats.org/drawingml/2006/main">
              <a:ext uri="{FF2B5EF4-FFF2-40B4-BE49-F238E27FC236}">
                <a16:creationId xmlns:a16="http://schemas.microsoft.com/office/drawing/2014/main" id="{BE553DB6-95B8-423E-8CE0-DF66A74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</a:t>
            </a:r>
          </a:p>
        </p:txBody>
      </p:sp>
      <p:sp>
        <p:nvSpPr>
          <p:cNvPr id="1160" name="">
            <a:extLst xmlns:a="http://schemas.openxmlformats.org/drawingml/2006/main">
              <a:ext uri="{FF2B5EF4-FFF2-40B4-BE49-F238E27FC236}">
                <a16:creationId xmlns:a16="http://schemas.microsoft.com/office/drawing/2014/main" id="{DC0B1845-2DBB-4CA9-B96C-3E07A9E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15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1" name="">
            <a:extLst xmlns:a="http://schemas.openxmlformats.org/drawingml/2006/main">
              <a:ext uri="{FF2B5EF4-FFF2-40B4-BE49-F238E27FC236}">
                <a16:creationId xmlns:a16="http://schemas.microsoft.com/office/drawing/2014/main" id="{B405C672-857A-43DF-8AFD-591E98B5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247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(8/P)² &gt; 16MiB？</a:t>
            </a:r>
          </a:p>
        </p:txBody>
      </p:sp>
      <p:sp>
        <p:nvSpPr>
          <p:cNvPr id="1162" name="">
            <a:extLst xmlns:a="http://schemas.openxmlformats.org/drawingml/2006/main">
              <a:ext uri="{FF2B5EF4-FFF2-40B4-BE49-F238E27FC236}">
                <a16:creationId xmlns:a16="http://schemas.microsoft.com/office/drawing/2014/main" id="{232399A2-E542-47BB-8266-5135AAF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761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3" name="">
            <a:extLst xmlns:a="http://schemas.openxmlformats.org/drawingml/2006/main">
              <a:ext uri="{FF2B5EF4-FFF2-40B4-BE49-F238E27FC236}">
                <a16:creationId xmlns:a16="http://schemas.microsoft.com/office/drawing/2014/main" id="{03EC32F6-A02E-40C7-93CF-AF7FA93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3078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</a:t>
            </a:r>
          </a:p>
        </p:txBody>
      </p:sp>
      <p:sp>
        <p:nvSpPr>
          <p:cNvPr id="1164" name="">
            <a:extLst xmlns:a="http://schemas.openxmlformats.org/drawingml/2006/main">
              <a:ext uri="{FF2B5EF4-FFF2-40B4-BE49-F238E27FC236}">
                <a16:creationId xmlns:a16="http://schemas.microsoft.com/office/drawing/2014/main" id="{9C7AF3DC-6E41-4753-B29C-48720FF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551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5" name="">
            <a:extLst xmlns:a="http://schemas.openxmlformats.org/drawingml/2006/main">
              <a:ext uri="{FF2B5EF4-FFF2-40B4-BE49-F238E27FC236}">
                <a16:creationId xmlns:a16="http://schemas.microsoft.com/office/drawing/2014/main" id="{4A0AA20E-0D54-4B84-959E-2804673A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868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66" name="">
            <a:extLst xmlns:a="http://schemas.openxmlformats.org/drawingml/2006/main">
              <a:ext uri="{FF2B5EF4-FFF2-40B4-BE49-F238E27FC236}">
                <a16:creationId xmlns:a16="http://schemas.microsoft.com/office/drawing/2014/main" id="{A8D9DB8E-5E00-4258-8301-2ABE723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109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7" name="">
            <a:extLst xmlns:a="http://schemas.openxmlformats.org/drawingml/2006/main">
              <a:ext uri="{FF2B5EF4-FFF2-40B4-BE49-F238E27FC236}">
                <a16:creationId xmlns:a16="http://schemas.microsoft.com/office/drawing/2014/main" id="{C874F8B9-5A9D-46B3-8878-C389999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68" name="">
            <a:extLst xmlns:a="http://schemas.openxmlformats.org/drawingml/2006/main">
              <a:ext uri="{FF2B5EF4-FFF2-40B4-BE49-F238E27FC236}">
                <a16:creationId xmlns:a16="http://schemas.microsoft.com/office/drawing/2014/main" id="{1C50E9BF-8FC7-4DF2-B61C-2268EE47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FCD8763E-9005-4352-B943-842EEEA0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170" name="">
            <a:extLst xmlns:a="http://schemas.openxmlformats.org/drawingml/2006/main">
              <a:ext uri="{FF2B5EF4-FFF2-40B4-BE49-F238E27FC236}">
                <a16:creationId xmlns:a16="http://schemas.microsoft.com/office/drawing/2014/main" id="{66E54F38-636F-4C6D-B7A1-3207C683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1" name="">
            <a:extLst xmlns:a="http://schemas.openxmlformats.org/drawingml/2006/main">
              <a:ext uri="{FF2B5EF4-FFF2-40B4-BE49-F238E27FC236}">
                <a16:creationId xmlns:a16="http://schemas.microsoft.com/office/drawing/2014/main" id="{C633AC4B-1E68-4656-AF09-1F2CE3A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172" name="">
            <a:extLst xmlns:a="http://schemas.openxmlformats.org/drawingml/2006/main">
              <a:ext uri="{FF2B5EF4-FFF2-40B4-BE49-F238E27FC236}">
                <a16:creationId xmlns:a16="http://schemas.microsoft.com/office/drawing/2014/main" id="{738218D8-9D38-4B0D-BB0F-A1F083D2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4967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3" name="">
            <a:extLst xmlns:a="http://schemas.openxmlformats.org/drawingml/2006/main">
              <a:ext uri="{FF2B5EF4-FFF2-40B4-BE49-F238E27FC236}">
                <a16:creationId xmlns:a16="http://schemas.microsoft.com/office/drawing/2014/main" id="{5A5DD12B-3CA3-4373-8FB4-4499C50D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7285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较大整倍数关系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查询成功？</a:t>
            </a:r>
          </a:p>
        </p:txBody>
      </p:sp>
      <p:sp>
        <p:nvSpPr>
          <p:cNvPr id="1174" name="">
            <a:extLst xmlns:a="http://schemas.openxmlformats.org/drawingml/2006/main">
              <a:ext uri="{FF2B5EF4-FFF2-40B4-BE49-F238E27FC236}">
                <a16:creationId xmlns:a16="http://schemas.microsoft.com/office/drawing/2014/main" id="{7FF02B81-4C18-4D9B-B6C8-EB68D4C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15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5" name="">
            <a:extLst xmlns:a="http://schemas.openxmlformats.org/drawingml/2006/main">
              <a:ext uri="{FF2B5EF4-FFF2-40B4-BE49-F238E27FC236}">
                <a16:creationId xmlns:a16="http://schemas.microsoft.com/office/drawing/2014/main" id="{FE3BF9E7-9EC4-4AA3-808B-425467AB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247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1176" name="">
            <a:extLst xmlns:a="http://schemas.openxmlformats.org/drawingml/2006/main">
              <a:ext uri="{FF2B5EF4-FFF2-40B4-BE49-F238E27FC236}">
                <a16:creationId xmlns:a16="http://schemas.microsoft.com/office/drawing/2014/main" id="{54527235-1F4C-46D0-BF2D-197F940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295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7" name="">
            <a:extLst xmlns:a="http://schemas.openxmlformats.org/drawingml/2006/main">
              <a:ext uri="{FF2B5EF4-FFF2-40B4-BE49-F238E27FC236}">
                <a16:creationId xmlns:a16="http://schemas.microsoft.com/office/drawing/2014/main" id="{7B4EA685-B16B-462F-B66E-4EF66CF5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612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178" name="">
            <a:extLst xmlns:a="http://schemas.openxmlformats.org/drawingml/2006/main">
              <a:ext uri="{FF2B5EF4-FFF2-40B4-BE49-F238E27FC236}">
                <a16:creationId xmlns:a16="http://schemas.microsoft.com/office/drawing/2014/main" id="{40697AAF-4E45-45E1-9BCE-DBF3F40D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295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9" name="">
            <a:extLst xmlns:a="http://schemas.openxmlformats.org/drawingml/2006/main">
              <a:ext uri="{FF2B5EF4-FFF2-40B4-BE49-F238E27FC236}">
                <a16:creationId xmlns:a16="http://schemas.microsoft.com/office/drawing/2014/main" id="{E580672F-AF92-407C-AA35-A2C02112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612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80" name="">
            <a:extLst xmlns:a="http://schemas.openxmlformats.org/drawingml/2006/main">
              <a:ext uri="{FF2B5EF4-FFF2-40B4-BE49-F238E27FC236}">
                <a16:creationId xmlns:a16="http://schemas.microsoft.com/office/drawing/2014/main" id="{531C0090-734E-4B5B-860D-6950BD4D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49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1" name="">
            <a:extLst xmlns:a="http://schemas.openxmlformats.org/drawingml/2006/main">
              <a:ext uri="{FF2B5EF4-FFF2-40B4-BE49-F238E27FC236}">
                <a16:creationId xmlns:a16="http://schemas.microsoft.com/office/drawing/2014/main" id="{BB1AD2D6-279E-4D63-8A44-02FCA37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81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182" name="">
            <a:extLst xmlns:a="http://schemas.openxmlformats.org/drawingml/2006/main">
              <a:ext uri="{FF2B5EF4-FFF2-40B4-BE49-F238E27FC236}">
                <a16:creationId xmlns:a16="http://schemas.microsoft.com/office/drawing/2014/main" id="{16E34CEE-819D-42E7-9F14-7849850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28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3" name="">
            <a:extLst xmlns:a="http://schemas.openxmlformats.org/drawingml/2006/main">
              <a:ext uri="{FF2B5EF4-FFF2-40B4-BE49-F238E27FC236}">
                <a16:creationId xmlns:a16="http://schemas.microsoft.com/office/drawing/2014/main" id="{7A843045-0458-480B-BA28-902C8767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0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1184" name="">
            <a:extLst xmlns:a="http://schemas.openxmlformats.org/drawingml/2006/main">
              <a:ext uri="{FF2B5EF4-FFF2-40B4-BE49-F238E27FC236}">
                <a16:creationId xmlns:a16="http://schemas.microsoft.com/office/drawing/2014/main" id="{E6DAAAE2-16DD-4B0A-AE40-285D04D6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353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5" name="">
            <a:extLst xmlns:a="http://schemas.openxmlformats.org/drawingml/2006/main">
              <a:ext uri="{FF2B5EF4-FFF2-40B4-BE49-F238E27FC236}">
                <a16:creationId xmlns:a16="http://schemas.microsoft.com/office/drawing/2014/main" id="{B46C03C3-1BB9-4DF0-92B8-A33B5D9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584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86" name="">
            <a:extLst xmlns:a="http://schemas.openxmlformats.org/drawingml/2006/main">
              <a:ext uri="{FF2B5EF4-FFF2-40B4-BE49-F238E27FC236}">
                <a16:creationId xmlns:a16="http://schemas.microsoft.com/office/drawing/2014/main" id="{0ED9B196-AE8D-4286-87C9-977C875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32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7" name="">
            <a:extLst xmlns:a="http://schemas.openxmlformats.org/drawingml/2006/main">
              <a:ext uri="{FF2B5EF4-FFF2-40B4-BE49-F238E27FC236}">
                <a16:creationId xmlns:a16="http://schemas.microsoft.com/office/drawing/2014/main" id="{7CEEC3CD-B80C-40D9-B801-C114523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63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188" name="">
            <a:extLst xmlns:a="http://schemas.openxmlformats.org/drawingml/2006/main">
              <a:ext uri="{FF2B5EF4-FFF2-40B4-BE49-F238E27FC236}">
                <a16:creationId xmlns:a16="http://schemas.microsoft.com/office/drawing/2014/main" id="{E25B913F-76BF-4936-ACEE-7EE867D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2144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9" name="">
            <a:extLst xmlns:a="http://schemas.openxmlformats.org/drawingml/2006/main">
              <a:ext uri="{FF2B5EF4-FFF2-40B4-BE49-F238E27FC236}">
                <a16:creationId xmlns:a16="http://schemas.microsoft.com/office/drawing/2014/main" id="{59CD7353-6FFD-4343-90A1-6AF8DF1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462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190" name="">
            <a:extLst xmlns:a="http://schemas.openxmlformats.org/drawingml/2006/main">
              <a:ext uri="{FF2B5EF4-FFF2-40B4-BE49-F238E27FC236}">
                <a16:creationId xmlns:a16="http://schemas.microsoft.com/office/drawing/2014/main" id="{A1D1D910-D056-4EB6-8B9B-DAD570C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2144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1" name="">
            <a:extLst xmlns:a="http://schemas.openxmlformats.org/drawingml/2006/main">
              <a:ext uri="{FF2B5EF4-FFF2-40B4-BE49-F238E27FC236}">
                <a16:creationId xmlns:a16="http://schemas.microsoft.com/office/drawing/2014/main" id="{97C71225-E48A-47B8-B0A8-3F97A20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462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92" name="">
            <a:extLst xmlns:a="http://schemas.openxmlformats.org/drawingml/2006/main">
              <a:ext uri="{FF2B5EF4-FFF2-40B4-BE49-F238E27FC236}">
                <a16:creationId xmlns:a16="http://schemas.microsoft.com/office/drawing/2014/main" id="{F36CCD22-2E09-4B17-A1B1-7B2D20CB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07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3" name="">
            <a:extLst xmlns:a="http://schemas.openxmlformats.org/drawingml/2006/main">
              <a:ext uri="{FF2B5EF4-FFF2-40B4-BE49-F238E27FC236}">
                <a16:creationId xmlns:a16="http://schemas.microsoft.com/office/drawing/2014/main" id="{5195349F-0F2E-4F95-94A2-A8159E5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39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94" name="">
            <a:extLst xmlns:a="http://schemas.openxmlformats.org/drawingml/2006/main">
              <a:ext uri="{FF2B5EF4-FFF2-40B4-BE49-F238E27FC236}">
                <a16:creationId xmlns:a16="http://schemas.microsoft.com/office/drawing/2014/main" id="{D1A5A77A-4ABF-42E7-9284-3489161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186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5" name="">
            <a:extLst xmlns:a="http://schemas.openxmlformats.org/drawingml/2006/main">
              <a:ext uri="{FF2B5EF4-FFF2-40B4-BE49-F238E27FC236}">
                <a16:creationId xmlns:a16="http://schemas.microsoft.com/office/drawing/2014/main" id="{025C053E-2A0C-4A05-BD73-B2B5F471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18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512KiB？</a:t>
            </a:r>
          </a:p>
        </p:txBody>
      </p:sp>
      <p:sp>
        <p:nvSpPr>
          <p:cNvPr id="1196" name="">
            <a:extLst xmlns:a="http://schemas.openxmlformats.org/drawingml/2006/main">
              <a:ext uri="{FF2B5EF4-FFF2-40B4-BE49-F238E27FC236}">
                <a16:creationId xmlns:a16="http://schemas.microsoft.com/office/drawing/2014/main" id="{46B3F471-1EF9-480B-887C-A339B6B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11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7" name="">
            <a:extLst xmlns:a="http://schemas.openxmlformats.org/drawingml/2006/main">
              <a:ext uri="{FF2B5EF4-FFF2-40B4-BE49-F238E27FC236}">
                <a16:creationId xmlns:a16="http://schemas.microsoft.com/office/drawing/2014/main" id="{310D0378-A4D2-42D9-8E3D-4481DC5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42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1198" name="">
            <a:extLst xmlns:a="http://schemas.openxmlformats.org/drawingml/2006/main">
              <a:ext uri="{FF2B5EF4-FFF2-40B4-BE49-F238E27FC236}">
                <a16:creationId xmlns:a16="http://schemas.microsoft.com/office/drawing/2014/main" id="{DFF634DF-1C88-40A2-83DF-1330D75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0657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9" name="">
            <a:extLst xmlns:a="http://schemas.openxmlformats.org/drawingml/2006/main">
              <a:ext uri="{FF2B5EF4-FFF2-40B4-BE49-F238E27FC236}">
                <a16:creationId xmlns:a16="http://schemas.microsoft.com/office/drawing/2014/main" id="{791CBC18-8BB7-472F-BE54-6CA58C8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974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200" name="">
            <a:extLst xmlns:a="http://schemas.openxmlformats.org/drawingml/2006/main">
              <a:ext uri="{FF2B5EF4-FFF2-40B4-BE49-F238E27FC236}">
                <a16:creationId xmlns:a16="http://schemas.microsoft.com/office/drawing/2014/main" id="{0FE96EAB-F70D-4D07-B781-785EB09B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065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1" name="">
            <a:extLst xmlns:a="http://schemas.openxmlformats.org/drawingml/2006/main">
              <a:ext uri="{FF2B5EF4-FFF2-40B4-BE49-F238E27FC236}">
                <a16:creationId xmlns:a16="http://schemas.microsoft.com/office/drawing/2014/main" id="{7C2018C8-098E-4F94-B802-DBA2294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97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202" name="">
            <a:extLst xmlns:a="http://schemas.openxmlformats.org/drawingml/2006/main">
              <a:ext uri="{FF2B5EF4-FFF2-40B4-BE49-F238E27FC236}">
                <a16:creationId xmlns:a16="http://schemas.microsoft.com/office/drawing/2014/main" id="{AA54182A-243E-49D9-AF50-E169B6E0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944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3" name="">
            <a:extLst xmlns:a="http://schemas.openxmlformats.org/drawingml/2006/main">
              <a:ext uri="{FF2B5EF4-FFF2-40B4-BE49-F238E27FC236}">
                <a16:creationId xmlns:a16="http://schemas.microsoft.com/office/drawing/2014/main" id="{98273C7A-0D2F-4FC5-ACA9-1DCDD5FA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176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较大整倍数？</a:t>
            </a:r>
          </a:p>
        </p:txBody>
      </p: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8846EA8F-01FE-4E45-BA9E-0401521B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8893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4AF3E8AF-F5BE-4348-980D-3DC16999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1210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19DE3D95-CCB2-450B-A97A-BD99871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8440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F40D2E29-0053-451F-B046-AB69934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0757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支持对称内存？</a:t>
            </a:r>
          </a:p>
        </p:txBody>
      </p:sp>
      <p:sp>
        <p:nvSpPr>
          <p:cNvPr id="1208" name="">
            <a:extLst xmlns:a="http://schemas.openxmlformats.org/drawingml/2006/main">
              <a:ext uri="{FF2B5EF4-FFF2-40B4-BE49-F238E27FC236}">
                <a16:creationId xmlns:a16="http://schemas.microsoft.com/office/drawing/2014/main" id="{62F8F79B-79C4-45B7-9DDA-7C93DF2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478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33B61078-A186-4FF5-8A2A-40A08C6B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5795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210" name="">
            <a:extLst xmlns:a="http://schemas.openxmlformats.org/drawingml/2006/main">
              <a:ext uri="{FF2B5EF4-FFF2-40B4-BE49-F238E27FC236}">
                <a16:creationId xmlns:a16="http://schemas.microsoft.com/office/drawing/2014/main" id="{CBB1ABD3-B28D-4201-B94F-96CBD5F9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2268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26AC525B-1CFB-4D95-8F59-538EAF34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4586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DB9BA2B5-BBB2-4568-A38F-5766E10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7230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78425217-FB32-492E-AFB8-6EFE6C4E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9548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B023867B-0803-46D2-8419-CABE60C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683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42F0CF34-F762-459F-87EA-A800351B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0000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60AB9635-6F7E-4402-8068-B8E63E1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894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7" name="">
            <a:extLst xmlns:a="http://schemas.openxmlformats.org/drawingml/2006/main">
              <a:ext uri="{FF2B5EF4-FFF2-40B4-BE49-F238E27FC236}">
                <a16:creationId xmlns:a16="http://schemas.microsoft.com/office/drawing/2014/main" id="{1400FBB6-67F3-4282-8D64-881D30B2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26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FAB92ABE-2F77-4382-BA25-6707D4F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757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9" name="">
            <a:extLst xmlns:a="http://schemas.openxmlformats.org/drawingml/2006/main">
              <a:ext uri="{FF2B5EF4-FFF2-40B4-BE49-F238E27FC236}">
                <a16:creationId xmlns:a16="http://schemas.microsoft.com/office/drawing/2014/main" id="{0F92BDFD-AB18-42AB-A0FC-DE4C8E39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6075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A25F6BE9-C03F-4C0F-A590-D5C3EAA5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456" y="42790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1" name="">
            <a:extLst xmlns:a="http://schemas.openxmlformats.org/drawingml/2006/main">
              <a:ext uri="{FF2B5EF4-FFF2-40B4-BE49-F238E27FC236}">
                <a16:creationId xmlns:a16="http://schemas.microsoft.com/office/drawing/2014/main" id="{03E265E5-8894-4C18-A7EA-8A67A820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74" y="479062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ReduceScatter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AicpuReduceScatter</a:t>
            </a:r>
          </a:p>
        </p:txBody>
      </p:sp>
    </p:spTree>
    <p:extLst>
      <p:ext uri="{BB962C8B-B14F-4D97-AF65-F5344CB8AC3E}">
        <p14:creationId xmlns:p14="http://schemas.microsoft.com/office/powerpoint/2010/main" val="1252087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35915139-A6B1-46CA-83AF-2A5B8D6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923" y="4757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A599D-B277-4CF3-8C11-A2CD3857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652" y="5067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9" name=""/>
          <p:cNvCxnSpPr>
            <a:stCxn xmlns:a="http://schemas.openxmlformats.org/drawingml/2006/main" id="1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12947700" y="4757920"/>
            <a:ext cx="24271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3E039-5DCC-4E1E-995D-2830D97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652" y="5067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BED0F-198E-4CF9-896B-006AAB1F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087" y="5421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2920135" y="5067918"/>
            <a:ext cx="27565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9DEEF-ED9E-46CF-A8CD-876FEC5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087" y="5421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ACCEA-2A88-491F-B9A2-0D3DD223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603" y="57444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894651" y="5421248"/>
            <a:ext cx="25484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0C164-76A7-4348-B070-4019D34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603" y="57444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397F2-8804-4FD2-8150-3E1462B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040" y="5931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2880088" y="5744579"/>
            <a:ext cx="14563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55ADC-A680-4D7B-864D-71C55ECA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61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5327C-FC45-44A8-9D24-D36CDD4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09467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1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744920" y="10608087"/>
            <a:ext cx="416841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63EE1-1E54-4144-8C2C-FF349A45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09467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1DB72-4698-4E25-8374-832BF3AA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133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4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8264185" y="10946803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BC2B8-11B5-4B93-8FF9-64749877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133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349E5-05CF-420D-9416-B2D8AAE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16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7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837193" y="11337569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91713-91D4-4854-BA44-13E7AA6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16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1F381-832F-435C-A6B0-60CEEB1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066" y="11776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0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724161" y="11684490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62744-9B96-476B-9606-0883A0F6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61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DD141-09E0-4236-B342-540F45F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3871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3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8744920" y="13533194"/>
            <a:ext cx="416841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FCE9B-79F8-491C-8DA7-F7C226C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3871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B34B5-CD49-4825-B523-E8B30DAD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42626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6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8264185" y="13871910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2143A-7BD9-49EB-9F37-ADB41388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42626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7F9AD-A6EC-4C47-95EC-92137D3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46095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9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7837193" y="14262676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8BC043-4C5D-4165-A143-3261991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46095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96993-7795-4376-925B-82F2F0A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066" y="14701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2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7724161" y="14609597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26A0C-BFD5-4497-AA4F-03572CDA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65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52408E-7118-4C4E-893B-A952E6C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718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5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4150813" y="19383409"/>
            <a:ext cx="416842" cy="33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632F2-920C-45BC-B521-6B92CC1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718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A7039B-6C12-4B38-AE67-E2ECAE7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984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8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3670079" y="19722124"/>
            <a:ext cx="480639" cy="3907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40D533-85CA-45D3-9B36-5BDB0C7A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984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A03413-4840-4B7F-B04A-9509F313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9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1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3243087" y="20112891"/>
            <a:ext cx="426897" cy="34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35A76-0484-4DA5-AADA-F878CD5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9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FD86B3-298B-425F-BA70-A4B4D1CB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60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4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130055" y="20459811"/>
            <a:ext cx="112937" cy="917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CF36F4-75D3-42D7-8C7E-51AA284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7B8637-B246-4A26-ABFF-0C59E1FD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7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5619147" y="19383456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ED71AD-9028-4826-ACCE-221401A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818869-D0BB-48B2-A725-1C04328F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0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5619147" y="19693454"/>
            <a:ext cx="0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43AC48-6B77-405E-90C5-F698319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7A63B3-E1E9-4379-953A-20E5C41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3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5619147" y="20046784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489B73-24D4-4640-ADC7-84821CD2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485AB3-1BDC-48AC-B43E-88E3F014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6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5619147" y="20370115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416D41-3E6B-4C21-AE75-E1DD88A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82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CDFCF8-5B1F-47C7-91A2-71C844B3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82" y="168028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9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8296777" y="16458302"/>
            <a:ext cx="550505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189490-3EFF-4C2D-8729-E31CBDFE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82" y="168028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DEABDF-74C9-401C-8C3A-645CA4E5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95" y="172010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2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7660190" y="16802915"/>
            <a:ext cx="636492" cy="3982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2F8253-0323-4F3A-91D6-438F22C5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95" y="172010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80DD1F-3819-43BD-80B2-B0B7DB3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401" y="175523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5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7098496" y="17201117"/>
            <a:ext cx="561599" cy="351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F2A8F1-56B5-4480-9FBD-2ABC2981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401" y="175523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F05E8E-E3A7-4C9F-B353-3169C7A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821" y="17626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8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6979916" y="17552396"/>
            <a:ext cx="118485" cy="741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ADC7E0-5EBC-4F70-94A9-628C4727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250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95AC43-E7A5-4259-AA7E-CF75FF4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13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1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687408" y="22308516"/>
            <a:ext cx="416842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95661B-741D-431E-BFA2-6EC2AB1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13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AC413A-46E3-40BA-8DC4-0E6632F2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79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4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7206674" y="22647232"/>
            <a:ext cx="480639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3B0631-FB27-45B1-A6E4-1EA6E971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79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53E612-A6E9-4237-9FF5-0830B5C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587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7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6779682" y="23037998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E0B7CB-5E93-498A-88D9-B0F500E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587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F6AD3A-CC11-4F08-9B4E-7BD6C01F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555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0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6666650" y="23384919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7B1BEB-0FCC-4DE7-B6D9-BCB5578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E931AE-921D-40AD-B55F-B87AA92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3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9155742" y="22308563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D492070-AB7A-4C2C-BD1D-0294D97F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4BA318-23C1-42E0-A145-D35DE8A6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6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9155742" y="22618561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2C8EC4-10DE-42DF-8D16-42C3738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DD2CF3-4FBD-42DA-A46B-760550C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9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9155742" y="22971892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DE2DA98-146A-4068-81F4-BDD2D22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99D806-F4E8-403D-933D-3CADAC2D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2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9155742" y="23295223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E2CE07-5205-44D5-BFBF-AA6937C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72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500B3EF-A66E-4F80-AB8F-0FE42654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573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5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9782621" y="19383456"/>
            <a:ext cx="116152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F4DA90-9E1C-4154-97AC-0570875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573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69FD54C-B3E0-4D98-92FE-0B43BDFB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950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8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 flipH="1">
            <a:off x="9649998" y="19699095"/>
            <a:ext cx="132623" cy="360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BC1F2C-8DBA-49FD-9DFE-569C3449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950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D4F8D10-1A89-426A-A510-8FE3A5B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17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1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 flipH="1">
            <a:off x="9529165" y="20059861"/>
            <a:ext cx="120833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A64022-A249-4A73-9664-F02B92F5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17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B9DD42B-9C06-4584-90D8-C7CA9306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053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4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flipH="1">
            <a:off x="9467101" y="20388320"/>
            <a:ext cx="62064" cy="168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8FA64E-781F-447E-BD84-2A099A1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4B2C6B-A6E9-4778-A046-488BEC15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7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12692337" y="22308563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27D89C1-1E4E-41C4-829F-342FADD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C95D29B-42B2-4346-ABEF-386C735A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2692337" y="22618561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D3E42A5-6E70-4991-B792-D0B2AAC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649C27-51C4-4118-BBDA-28F2622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2692337" y="22971892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62BA02-DE6B-42AE-98A7-9336B6B4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4FD28D-B912-4554-B4A1-97C5FBE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6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2692337" y="23295223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B05E272-CF27-478B-947B-40786E3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076" y="25233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F2548FA-9495-4383-A466-8102AFE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535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9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15503583" y="25233670"/>
            <a:ext cx="199541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265AF38-453B-452A-9358-30BB3783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535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40FDDD8-E992-4010-8508-4557140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697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2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 flipH="1">
            <a:off x="15274745" y="25558027"/>
            <a:ext cx="228838" cy="37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2B494D4-32B0-4DD1-9227-60C3BA69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697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B9FCE1F-208B-4160-BE91-BD32A70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222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5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 flipH="1">
            <a:off x="15068270" y="25930076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33914C-2EE2-432C-9178-B2868A6E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222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B614D72-ACC0-4D8C-9F22-67F415AC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194" y="26406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8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 flipH="1">
            <a:off x="14981242" y="26265458"/>
            <a:ext cx="87028" cy="141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8DF6941-30E5-4590-921F-105A2789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693" y="25233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C8CA25E-0874-4BB0-8409-36EA924F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233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1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6754741" y="25233670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7EC1869-3EFB-4FC6-85DA-4E542D84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233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7C95925-5428-4ECA-B8CC-81C55E44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071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4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16954281" y="25558027"/>
            <a:ext cx="228838" cy="37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54EED83-8F7F-4C17-AAA0-A7C481A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071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5E51D70-F487-4651-ADB2-FA01FF7C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546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7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17183119" y="25930076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7E03FD-2C1C-4E7E-B5C3-1B4D0FA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546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4E45097-C25C-4ECA-B886-AB94942F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6574" y="26406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0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17389594" y="26265458"/>
            <a:ext cx="87028" cy="141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C9D9FAB-D0E6-4A95-B27E-E599A949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732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20154A4-02DE-4CEF-BDF2-34D99E0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669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3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3743827" y="22308516"/>
            <a:ext cx="416842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0A7219B-CD01-4B9E-B189-DA869F6E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669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09DC97F-9807-46DF-818D-B7C28A2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04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6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14160764" y="22647232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9F2C7E-81CD-45AC-BCE3-F06EBFE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04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CB09D11-82C9-40AE-942C-FCA0917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395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9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14641499" y="23037998"/>
            <a:ext cx="426896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659D91E-864B-4754-B639-7A87534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395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B339305-D42C-4A12-8248-79D52E5E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428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2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15068490" y="23384919"/>
            <a:ext cx="112938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F35857B-12E6-4705-9DC2-238AADA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342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5F3923D-3C1A-4A8C-8C96-2527219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604" y="19716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5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10950390" y="19383456"/>
            <a:ext cx="287262" cy="3329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F8E8FFC-C424-4FA6-90A0-83840C0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604" y="19716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6D2E67F-5641-4705-98C6-082E754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33" y="2009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8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1237652" y="19716530"/>
            <a:ext cx="330429" cy="38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C266BA7-48B9-4AA7-8B46-216BD4DF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33" y="2009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6235B21-5E5A-45E6-BB62-0F0B3E4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616" y="20442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1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11568081" y="20099861"/>
            <a:ext cx="295583" cy="3422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59798CB-A2BA-4C3A-9720-72A086B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616" y="20442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2FB5D65-09A3-4470-855F-5A750506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259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4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1863664" y="20442166"/>
            <a:ext cx="98643" cy="114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F0BEDA-3F11-4E53-B9DD-C7D682F8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148D11E-48BF-4F2E-9C77-C5D0565E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7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10213253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07F0F7-AD9F-4DF9-B43E-0BC74EE7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5EC16EA-FA5F-43BB-B4E8-50EB7F4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0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10213253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29C1BD5-68D8-4B6A-9865-A221CCB8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4A4BCDB-EB17-4D02-81CA-C0C49E2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3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>
            <a:off x="10213253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D78E5D1-EDCA-4A47-8F9A-637DA10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B3AF23E-CF47-4FEE-BBF6-6A782DD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6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10213253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39E55A0-D164-4855-963C-518E231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23BB872-8335-418A-8589-920C01D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9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10213253" y="13533241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FEE16E0-7631-4B4C-B02E-A1CF2DCF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EBD3F23-2163-4A21-AAEC-ADB7385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2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0213253" y="13843239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49F5C40-EE45-4FA9-9383-B98EBA0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983B2C-4AE1-4388-B3E5-26C36E4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5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0213253" y="14196570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66CB356-9DEA-4FD6-B18F-ED2D6D1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EBA4C56-A1E9-40E7-ADFA-8779A0F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8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0213253" y="14519901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F7F70A2-A6DB-4534-AA0B-A63F927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4E18E19-99E4-4287-B2C9-9D16217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1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0213253" y="10608134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50BA790-C4C9-4EBB-BE97-6A3C9F31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027F7E6-8997-4586-A065-08C45D4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4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0213253" y="10918132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A1CF0B4-ECED-44B3-9C24-D0862B9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920977B-35B7-4909-8AE1-C3C19404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7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0213253" y="11271463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4715956-9705-4A40-936A-EFDC0DE1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176FD27-BC25-4B7B-B919-FAB1505C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781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0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0213253" y="11594794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5F8A940-DB0D-40CF-AD84-5031A54E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545" y="76180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1CC353E-3D4F-4CA0-ABE5-34077BC6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027" y="76511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3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4623122" y="7618108"/>
            <a:ext cx="69423" cy="330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9032A4A-D6FE-44A4-9B89-D8888133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027" y="76511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239D003-EF9A-4C96-9355-C26CD281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940" y="76706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6" name=""/>
          <p:cNvCxnSpPr>
            <a:stCxn xmlns:a="http://schemas.openxmlformats.org/drawingml/2006/main" id="208" idx="1"/>
            <a:endCxn xmlns:a="http://schemas.openxmlformats.org/drawingml/2006/main" id="209" idx="3"/>
          </p:cNvCxnSpPr>
          <p:nvPr/>
        </p:nvCxnSpPr>
        <p:spPr>
          <a:xfrm xmlns:a="http://schemas.openxmlformats.org/drawingml/2006/main" flipH="1">
            <a:off x="14582035" y="7651185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64C33DE-0C7A-469F-BB5B-A807C28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940" y="76706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3E48E51-B435-4A3F-8E14-E7A53BC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188" y="8311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9" name=""/>
          <p:cNvCxnSpPr>
            <a:stCxn xmlns:a="http://schemas.openxmlformats.org/drawingml/2006/main" id="211" idx="1"/>
            <a:endCxn xmlns:a="http://schemas.openxmlformats.org/drawingml/2006/main" id="212" idx="3"/>
          </p:cNvCxnSpPr>
          <p:nvPr/>
        </p:nvCxnSpPr>
        <p:spPr>
          <a:xfrm xmlns:a="http://schemas.openxmlformats.org/drawingml/2006/main" flipH="1">
            <a:off x="13203283" y="7670672"/>
            <a:ext cx="1378657" cy="6412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6AC6581-B565-4BE7-AAA7-6AF37DB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188" y="8311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C015FC3-FA98-4C41-BD96-D4CA75A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851" y="8873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2" name=""/>
          <p:cNvCxnSpPr>
            <a:stCxn xmlns:a="http://schemas.openxmlformats.org/drawingml/2006/main" id="214" idx="1"/>
            <a:endCxn xmlns:a="http://schemas.openxmlformats.org/drawingml/2006/main" id="215" idx="3"/>
          </p:cNvCxnSpPr>
          <p:nvPr/>
        </p:nvCxnSpPr>
        <p:spPr>
          <a:xfrm xmlns:a="http://schemas.openxmlformats.org/drawingml/2006/main" flipH="1">
            <a:off x="11994946" y="8311950"/>
            <a:ext cx="1208242" cy="5617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63448C0-CB4E-41BC-83DE-78D41E18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851" y="8873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D852A31-FC06-4A5B-88DC-33A6ECDC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071" y="89313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5" name=""/>
          <p:cNvCxnSpPr>
            <a:stCxn xmlns:a="http://schemas.openxmlformats.org/drawingml/2006/main" id="217" idx="1"/>
            <a:endCxn xmlns:a="http://schemas.openxmlformats.org/drawingml/2006/main" id="218" idx="3"/>
          </p:cNvCxnSpPr>
          <p:nvPr/>
        </p:nvCxnSpPr>
        <p:spPr>
          <a:xfrm xmlns:a="http://schemas.openxmlformats.org/drawingml/2006/main" flipH="1">
            <a:off x="11871166" y="8873741"/>
            <a:ext cx="123685" cy="576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11AD143-ED3E-4F3E-B0BE-E4A23D59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1373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F12A3F5-DDFF-493A-80A3-BFB2B37E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1833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8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 flipH="1">
            <a:off x="17271881" y="19383456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4C23FD7-737A-4E62-AA84-0C0F735A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1833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69AAF70-DE33-4E7C-A786-2E52C9B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994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1" name=""/>
          <p:cNvCxnSpPr>
            <a:stCxn xmlns:a="http://schemas.openxmlformats.org/drawingml/2006/main" id="223" idx="2"/>
            <a:endCxn xmlns:a="http://schemas.openxmlformats.org/drawingml/2006/main" id="224" idx="0"/>
          </p:cNvCxnSpPr>
          <p:nvPr/>
        </p:nvCxnSpPr>
        <p:spPr>
          <a:xfrm xmlns:a="http://schemas.openxmlformats.org/drawingml/2006/main" flipH="1">
            <a:off x="17043042" y="19707813"/>
            <a:ext cx="228839" cy="3719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FED956D-4FF3-4326-AECE-C189F9F0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994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BB37D25-D35E-4F84-AC21-3EEF510A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20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4" name=""/>
          <p:cNvCxnSpPr>
            <a:stCxn xmlns:a="http://schemas.openxmlformats.org/drawingml/2006/main" id="226" idx="2"/>
            <a:endCxn xmlns:a="http://schemas.openxmlformats.org/drawingml/2006/main" id="227" idx="0"/>
          </p:cNvCxnSpPr>
          <p:nvPr/>
        </p:nvCxnSpPr>
        <p:spPr>
          <a:xfrm xmlns:a="http://schemas.openxmlformats.org/drawingml/2006/main" flipH="1">
            <a:off x="16836568" y="20079861"/>
            <a:ext cx="206474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2B70B48-88FD-4672-B9CD-819B0E2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20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386F9AC-B3A4-41DB-95E1-691B0D8A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9492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7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 flipH="1">
            <a:off x="16749540" y="20415243"/>
            <a:ext cx="87028" cy="1414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BF30E9C-F859-48CC-A5B5-4E385DC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990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808AC26-7BFF-41B4-8967-C21A485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2530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0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18523038" y="19383456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55B2501-DF81-4A3F-9B39-1C7DDDE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2530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4428E97-F68F-434C-B266-413F6979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369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3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18722578" y="19707813"/>
            <a:ext cx="228839" cy="3719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B9B3661-6055-4163-BE9A-0DA2143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369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A0F13B2-36C5-4098-8247-4511EB2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844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6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18951417" y="20079861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71FE025-8081-4ABF-9E10-1769AB2D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844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EAA727F-80E9-46E6-B30F-B6F7F6B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392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9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19157892" y="20415243"/>
            <a:ext cx="87548" cy="1414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511C629-7659-4FFC-B160-C87C827A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353" y="10603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E708FF1-59F2-4A58-8F3F-EFD161C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4" y="11160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2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 flipH="1">
            <a:off x="18211852" y="10603775"/>
            <a:ext cx="484549" cy="5565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1053593-EB80-4431-BE04-E0A7A3B3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4" y="11160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D346FD4-6DC6-4EA0-98D0-4113EC5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793" y="117854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5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 flipH="1">
            <a:off x="17667841" y="11160438"/>
            <a:ext cx="544011" cy="6250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96A25CF-B160-4D4F-9076-011D535A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793" y="117854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41C258C-8D6C-42B8-B33B-3D13F6D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4710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8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 flipH="1">
            <a:off x="17165090" y="11785562"/>
            <a:ext cx="502751" cy="29250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23FA657-2CFF-4233-9452-5D0D7497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4710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2FDC1C6-2743-483E-B984-5F2249BE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1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7165090" y="14710669"/>
            <a:ext cx="0" cy="17352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20E344E-B49A-45D0-9F27-5E199C7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2EC5DBC-AEC1-4BB5-9214-8EC6DB9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423" y="169549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4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17165090" y="16446041"/>
            <a:ext cx="208381" cy="5088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60EAB37-730B-4574-AFCA-AFF2606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423" y="169549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626798F-8808-419C-AA86-E144206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805" y="17463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7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17373471" y="16955012"/>
            <a:ext cx="208382" cy="50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86D795F-EAAF-47BD-B17A-FAFB8D85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805" y="17463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8D1ADB2-FCE6-4984-BF6A-1509F34C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070" y="176277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0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17581853" y="17463470"/>
            <a:ext cx="67265" cy="16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A4E5986-130D-42E9-8898-390AF73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6652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8626C49-95DF-4442-A241-FAD01F8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390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3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 flipH="1">
            <a:off x="19232438" y="13533241"/>
            <a:ext cx="54262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3A96384-A5B5-440F-A26E-FBC557F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390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911F7EA-1E93-44B6-B447-01FC00D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0672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6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 flipH="1">
            <a:off x="19170720" y="13843239"/>
            <a:ext cx="61718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CC78D3B-2396-4BEB-B75D-C81091A9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0672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0CD8F29-D719-410E-9666-F3F11D7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983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9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 flipH="1">
            <a:off x="19114031" y="14196570"/>
            <a:ext cx="56689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50866AC-49A5-4B0C-807F-4873EE19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983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1A80030-3E93-4032-95A9-ACF5BAB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697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2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 flipH="1">
            <a:off x="19080745" y="14519901"/>
            <a:ext cx="33286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8051DF7-FE00-4C6E-AD19-8C3FB60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96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18D2EF6-4D3F-490F-9048-9AFCE94F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2622" y="138690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5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20338191" y="13533194"/>
            <a:ext cx="354431" cy="33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FC541BC-E258-4EFF-AF46-70D6FA10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2622" y="138690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8B8AAA2-7CE0-4536-BF7D-2FA9CC11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64" y="142559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8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20692717" y="13869089"/>
            <a:ext cx="408347" cy="38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B6C907B-EC4C-44E4-A3EE-26E4512F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64" y="142559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78052C5-2138-485B-9300-576399DD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952" y="1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1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21101159" y="14256010"/>
            <a:ext cx="363793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0BE8A8B-8C4A-4BA8-80C8-96949E7F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952" y="1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5145754-4791-4047-8D87-D4B68C6E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917" y="14701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4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21465047" y="14600623"/>
            <a:ext cx="106870" cy="1007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7573347-D808-4E43-97B1-A9AB694A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4291F94-F622-4F6F-8000-908D9EED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7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19436138" y="10608134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F911594-6548-4610-956A-DAD9A637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258B445-960C-47D0-BE7E-2F71C88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0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19436138" y="10918132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39C3EC1-B282-4B44-BF08-91A583F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12132DD0-A560-4093-970F-0C1737A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3" name=""/>
          <p:cNvCxnSpPr>
            <a:stCxn xmlns:a="http://schemas.openxmlformats.org/drawingml/2006/main" id="295" idx="2"/>
            <a:endCxn xmlns:a="http://schemas.openxmlformats.org/drawingml/2006/main" id="296" idx="0"/>
          </p:cNvCxnSpPr>
          <p:nvPr/>
        </p:nvCxnSpPr>
        <p:spPr>
          <a:xfrm xmlns:a="http://schemas.openxmlformats.org/drawingml/2006/main">
            <a:off x="19436138" y="11271463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D5FEB65-6CBF-4832-A786-3D768C60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401C39C-5C15-44A6-A460-B28385A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781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6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19436138" y="11594794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0B694F5-6403-4E11-9532-4149170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8837" y="1639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73E2C48A-DCAF-42A2-AF20-65C5A20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319" y="1642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9" name=""/>
          <p:cNvCxnSpPr>
            <a:stCxn xmlns:a="http://schemas.openxmlformats.org/drawingml/2006/main" id="301" idx="1"/>
            <a:endCxn xmlns:a="http://schemas.openxmlformats.org/drawingml/2006/main" id="302" idx="3"/>
          </p:cNvCxnSpPr>
          <p:nvPr/>
        </p:nvCxnSpPr>
        <p:spPr>
          <a:xfrm xmlns:a="http://schemas.openxmlformats.org/drawingml/2006/main" flipH="1">
            <a:off x="24279414" y="16393430"/>
            <a:ext cx="69423" cy="330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488F296-6A4A-484C-9C2A-CBBD4CE5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319" y="1642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D23C08B-5351-44A1-A868-63981EC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23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2" name=""/>
          <p:cNvCxnSpPr>
            <a:stCxn xmlns:a="http://schemas.openxmlformats.org/drawingml/2006/main" id="304" idx="1"/>
            <a:endCxn xmlns:a="http://schemas.openxmlformats.org/drawingml/2006/main" id="305" idx="3"/>
          </p:cNvCxnSpPr>
          <p:nvPr/>
        </p:nvCxnSpPr>
        <p:spPr>
          <a:xfrm xmlns:a="http://schemas.openxmlformats.org/drawingml/2006/main" flipH="1">
            <a:off x="24238327" y="16426507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D9D2E8B-D770-496A-9B94-02419A4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23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FF45967-7F5C-4417-A7B9-A42B82AB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752" y="1729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5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21623847" y="16445994"/>
            <a:ext cx="2614385" cy="851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A2B9DA3-AD8A-48BE-A452-2C6BA17A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752" y="1729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883CA6B-CB58-4427-8EF8-DF9C962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175" y="178974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8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19779270" y="17297014"/>
            <a:ext cx="1844482" cy="6005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A662B73-F46F-44F3-A949-1D33184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175" y="178974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8AC03BC-7912-47F4-A2DA-FEF3043E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2794" y="179384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1" name=""/>
          <p:cNvCxnSpPr>
            <a:stCxn xmlns:a="http://schemas.openxmlformats.org/drawingml/2006/main" id="313" idx="1"/>
            <a:endCxn xmlns:a="http://schemas.openxmlformats.org/drawingml/2006/main" id="314" idx="3"/>
          </p:cNvCxnSpPr>
          <p:nvPr/>
        </p:nvCxnSpPr>
        <p:spPr>
          <a:xfrm xmlns:a="http://schemas.openxmlformats.org/drawingml/2006/main" flipH="1">
            <a:off x="19652889" y="17897522"/>
            <a:ext cx="126286" cy="4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6399198-4162-4B99-A78F-797FEE96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2474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F22E759-B800-4FD6-94A0-0A76EA7F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821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4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 flipH="1">
            <a:off x="24887869" y="19383456"/>
            <a:ext cx="314653" cy="334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600C4220-3893-48B3-A992-B9E3099B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821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DE0B8CA-436C-4546-8D9A-3679CBFA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5494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7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24525542" y="19717812"/>
            <a:ext cx="362327" cy="3850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DDD584D-E211-4887-A001-D34F6F1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5494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B3D7CEF-B20D-4CE7-89DE-B66682A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999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0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24202047" y="20102938"/>
            <a:ext cx="323495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70E54DB-33E6-4230-8DF7-C8DE19D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999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A172EC3-5966-4C2C-AAAE-BFCD1C7D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09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3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 flipH="1">
            <a:off x="24103057" y="20446525"/>
            <a:ext cx="98990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1DC6485-B2E4-4601-BA00-2276A5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3918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030965B-3A36-49C3-9EC5-0CF78F0A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280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6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>
            <a:off x="26253966" y="19383456"/>
            <a:ext cx="91362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D8BF8EA-5B12-40B9-B91F-A16F1DD3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280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7768C0B-554E-4944-AA16-28A17A0D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9817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9" name=""/>
          <p:cNvCxnSpPr>
            <a:stCxn xmlns:a="http://schemas.openxmlformats.org/drawingml/2006/main" id="331" idx="2"/>
            <a:endCxn xmlns:a="http://schemas.openxmlformats.org/drawingml/2006/main" id="332" idx="0"/>
          </p:cNvCxnSpPr>
          <p:nvPr/>
        </p:nvCxnSpPr>
        <p:spPr>
          <a:xfrm xmlns:a="http://schemas.openxmlformats.org/drawingml/2006/main">
            <a:off x="26345328" y="19699095"/>
            <a:ext cx="104537" cy="360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7AEF251B-29CA-4CC6-B0B4-0F494D37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9817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45430B1-1141-4123-AF29-0A43328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4820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2" name=""/>
          <p:cNvCxnSpPr>
            <a:stCxn xmlns:a="http://schemas.openxmlformats.org/drawingml/2006/main" id="334" idx="2"/>
            <a:endCxn xmlns:a="http://schemas.openxmlformats.org/drawingml/2006/main" id="335" idx="0"/>
          </p:cNvCxnSpPr>
          <p:nvPr/>
        </p:nvCxnSpPr>
        <p:spPr>
          <a:xfrm xmlns:a="http://schemas.openxmlformats.org/drawingml/2006/main">
            <a:off x="26449865" y="20059861"/>
            <a:ext cx="95003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E288FB6-CCF8-490A-B6C9-23423B60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4820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045898A-B81B-4F93-9662-95974649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228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5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26544868" y="20388320"/>
            <a:ext cx="49408" cy="168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D855640-E146-4AED-930B-3F5B0D4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1D864110-DC45-42D5-90DA-8C685F9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8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26006578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06B129C-1E87-4414-859F-D68E963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F460967-98D5-4E02-B123-81DB6B7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1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26006578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ACDAD50-FA01-48EB-B739-2CE99B3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BB96CE5-FC62-4E2E-8041-C651CB4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4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26006578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3BE6901-BA5D-42E2-8C0F-F728490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F0DF3B6-8108-4A1C-841E-F92CE8BB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7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26006578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04FA9D8-B3D7-44FA-98E0-49EDCA5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9008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84DE877-D0A3-49FE-9814-9BDF9341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2007" y="138603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0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24569056" y="13533241"/>
            <a:ext cx="232999" cy="327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9E03098-54F2-4E15-9BAF-A438F99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2007" y="138603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FF5ABD87-DDA6-4502-8300-6F8C9AC6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332" y="142362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3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24802055" y="13860419"/>
            <a:ext cx="267325" cy="3757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9972825-B4D8-4AA1-A56E-C862E4C2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332" y="142362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6D72E180-0A68-44D3-8D72-CCB42207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959" y="14574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6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25069380" y="14236313"/>
            <a:ext cx="240627" cy="337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E454B51-500F-444A-BAB4-7B75FED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959" y="14574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D4BF35A-0968-4515-89AC-43597205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4962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9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25310007" y="14574260"/>
            <a:ext cx="95003" cy="1322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665ACAC2-1D78-485F-8022-515A7B5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881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D3CAD67-68C0-43F9-A611-B301952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9120" y="196961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2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 flipH="1">
            <a:off x="30859168" y="19383456"/>
            <a:ext cx="88761" cy="312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57378CC1-BE22-4D55-A25B-93F6A94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9120" y="196961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D867700-9C46-44DD-9895-0DD86B02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876" y="20053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5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 flipH="1">
            <a:off x="30757924" y="19696274"/>
            <a:ext cx="101244" cy="3568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C0E6140-9E01-4986-90F0-008C527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876" y="20053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90E18FF-E6DE-4A63-8B5E-2AAACE7A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5474" y="20379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8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 flipH="1">
            <a:off x="30665522" y="20053195"/>
            <a:ext cx="92402" cy="3260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EAFF9BB-237D-454A-A22B-7A9594BB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5474" y="20379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02AF4EE0-8870-422E-9315-98420D3E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505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1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 flipH="1">
            <a:off x="30614553" y="20379346"/>
            <a:ext cx="50969" cy="1773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54167283-2BD8-46AD-8027-60687D3F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234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636C790-D29F-4FCB-8DEB-A8404F70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4649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4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 flipH="1">
            <a:off x="32814697" y="22308563"/>
            <a:ext cx="308585" cy="33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137CD06-9520-4FC2-AB74-CB91CB7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4649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F8529A1-5054-4352-9A3B-473AB24E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2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7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 flipH="1">
            <a:off x="32459303" y="22642920"/>
            <a:ext cx="355394" cy="3850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C8A3D36F-D380-437E-99C2-1E133D0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2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BBC6412-9FAF-454D-AA3F-CD896A89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17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0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 flipH="1">
            <a:off x="32142223" y="23028045"/>
            <a:ext cx="317080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F0E2D5F-C63F-442A-8ABE-83834AE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17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1DDA7B8-B6A9-456F-A175-36413C03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4746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3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 flipH="1">
            <a:off x="32044794" y="23371632"/>
            <a:ext cx="97429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0041C56-2650-422B-BBBA-9B69A10B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4677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5EEA48B-8824-4C7F-9F8A-231466A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176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6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>
            <a:off x="34174725" y="22308563"/>
            <a:ext cx="97083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B4DB689-77E9-40BA-8560-38D2DA89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176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EE6F3C32-1FB0-4564-BB54-317C162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86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9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>
            <a:off x="34271808" y="22624202"/>
            <a:ext cx="111126" cy="3606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11325F1-97D8-4D2C-96DE-BB0E926D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86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7DB297F-9A17-4CFF-8AF0-142DDD2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3783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2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>
            <a:off x="34382934" y="22984969"/>
            <a:ext cx="100897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045BBF9D-ED98-4D51-86B6-8A2149C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3783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55C8B5E1-739B-485B-A154-D8A4690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965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5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34483831" y="23313428"/>
            <a:ext cx="52182" cy="168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EF303C83-063E-400F-8447-98C3C44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932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32E43C8-8AB3-4548-8FC0-63C93A26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6058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8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31999373" y="19383456"/>
            <a:ext cx="316733" cy="334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57AB832-8F3A-4A22-A498-61FE650B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6058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5602146-97F0-47B5-93F6-3BE68F2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639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1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>
            <a:off x="32316106" y="19717812"/>
            <a:ext cx="364581" cy="3850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9F066A4-1DBA-4FA5-9A23-DE5F3D1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639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405A989-6864-4436-B188-DA354E2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41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4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>
            <a:off x="32680687" y="20102938"/>
            <a:ext cx="325402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5C04388-85FA-41A6-A4D4-166ABB7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41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7164B259-CCC1-4A99-AD45-6B620DC7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5724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7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>
            <a:off x="33006089" y="20446525"/>
            <a:ext cx="99683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EDAED0F-462C-47B7-B3FA-7B35A14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DB9B03E-CCBC-423E-98F3-0B7355F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0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31190117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ECB6475-E237-47AB-B83C-28F2790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56A6F9FD-6B20-4419-BBB0-7A234BB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3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31190117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8F158B0-268B-43CC-9A7B-7EFD3B6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57CA8D37-D576-429B-B160-B8728143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6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31190117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D6345B9-C2DF-4571-AA0E-EB889AB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9B4F108-831E-4402-A43D-F18B21B0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9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31190117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5C814C1B-F858-4034-99B5-0FC24EA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03E1F71-DF5D-4394-BFA4-06A58F6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2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>
            <a:off x="37448503" y="19383456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1428915D-093C-4927-A73F-B9D8BB0F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C621AF05-BDD3-4659-AE2A-CB18AB0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5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>
            <a:off x="37448503" y="19693454"/>
            <a:ext cx="0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3EF7237A-4620-445C-847A-95DE0D35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93A4623-5623-40E1-8AEC-DA2047B4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8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>
            <a:off x="37448503" y="20046784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6365C06-4D71-45F7-B299-9EB204E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BACB33E-6D94-4358-B90B-1DA769AC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1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37448503" y="20370115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7BCD7D5-8095-4BA5-B445-1E0097B2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2233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2A2C60B-C895-4C6D-9D84-D4BE18B8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15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4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 flipH="1">
            <a:off x="40625198" y="22308563"/>
            <a:ext cx="97083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8FE0F15-A672-4446-95E5-663EA377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15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4FA81B2-00E2-4E24-BC66-FC25DDE1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4024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7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 flipH="1">
            <a:off x="40514072" y="22624202"/>
            <a:ext cx="111126" cy="3606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9542DA3-D609-4CA5-AC51-B9B2A0B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4024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E1B7A12-7AEB-46C8-9328-9061DC39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127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0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 flipH="1">
            <a:off x="40413175" y="22984969"/>
            <a:ext cx="100897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15D6AF46-8194-49BB-912B-F4FB33A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127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5B6CE15-B924-4C4F-B3FB-B81D006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945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3" name=""/>
          <p:cNvCxnSpPr>
            <a:stCxn xmlns:a="http://schemas.openxmlformats.org/drawingml/2006/main" id="445" idx="2"/>
            <a:endCxn xmlns:a="http://schemas.openxmlformats.org/drawingml/2006/main" id="446" idx="0"/>
          </p:cNvCxnSpPr>
          <p:nvPr/>
        </p:nvCxnSpPr>
        <p:spPr>
          <a:xfrm xmlns:a="http://schemas.openxmlformats.org/drawingml/2006/main" flipH="1">
            <a:off x="40360993" y="23313428"/>
            <a:ext cx="52182" cy="168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27D2CED-1709-4A23-B7E4-E834987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3676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025F868-54A0-464E-B8CE-67E20A0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2262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6" name=""/>
          <p:cNvCxnSpPr>
            <a:stCxn xmlns:a="http://schemas.openxmlformats.org/drawingml/2006/main" id="448" idx="2"/>
            <a:endCxn xmlns:a="http://schemas.openxmlformats.org/drawingml/2006/main" id="449" idx="0"/>
          </p:cNvCxnSpPr>
          <p:nvPr/>
        </p:nvCxnSpPr>
        <p:spPr>
          <a:xfrm xmlns:a="http://schemas.openxmlformats.org/drawingml/2006/main">
            <a:off x="41773723" y="22308563"/>
            <a:ext cx="308586" cy="33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671367E-8125-410C-81A1-7848740C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2262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0D39672-6FE9-4570-BF7B-BEB9336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76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9" name=""/>
          <p:cNvCxnSpPr>
            <a:stCxn xmlns:a="http://schemas.openxmlformats.org/drawingml/2006/main" id="451" idx="2"/>
            <a:endCxn xmlns:a="http://schemas.openxmlformats.org/drawingml/2006/main" id="452" idx="0"/>
          </p:cNvCxnSpPr>
          <p:nvPr/>
        </p:nvCxnSpPr>
        <p:spPr>
          <a:xfrm xmlns:a="http://schemas.openxmlformats.org/drawingml/2006/main">
            <a:off x="42082310" y="22642920"/>
            <a:ext cx="355393" cy="3850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F3C9D0D-0615-40E3-99C3-FC9C612B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76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5AA47F37-831D-4AEC-BAD3-AA420C10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473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2" name=""/>
          <p:cNvCxnSpPr>
            <a:stCxn xmlns:a="http://schemas.openxmlformats.org/drawingml/2006/main" id="454" idx="2"/>
            <a:endCxn xmlns:a="http://schemas.openxmlformats.org/drawingml/2006/main" id="455" idx="0"/>
          </p:cNvCxnSpPr>
          <p:nvPr/>
        </p:nvCxnSpPr>
        <p:spPr>
          <a:xfrm xmlns:a="http://schemas.openxmlformats.org/drawingml/2006/main">
            <a:off x="42437703" y="23028045"/>
            <a:ext cx="317080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D11FA26-BBE3-48BB-8984-A25B7E6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473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3122011C-71A4-41F1-B9ED-9DAE9AF5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165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5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42754782" y="23371632"/>
            <a:ext cx="97430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ACA378D8-1167-4BB1-9130-24A0681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9899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0DE87D4-4CC3-4E94-BCEC-29A5F50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6836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8" name=""/>
          <p:cNvCxnSpPr>
            <a:stCxn xmlns:a="http://schemas.openxmlformats.org/drawingml/2006/main" id="460" idx="3"/>
            <a:endCxn xmlns:a="http://schemas.openxmlformats.org/drawingml/2006/main" id="461" idx="1"/>
          </p:cNvCxnSpPr>
          <p:nvPr/>
        </p:nvCxnSpPr>
        <p:spPr>
          <a:xfrm xmlns:a="http://schemas.openxmlformats.org/drawingml/2006/main">
            <a:off x="38499994" y="19383409"/>
            <a:ext cx="416842" cy="33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8527B6E6-CC27-4DAE-BBB3-0CC90BA8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6836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C19A99B-6F92-4FBA-806C-1AF220BE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570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1" name=""/>
          <p:cNvCxnSpPr>
            <a:stCxn xmlns:a="http://schemas.openxmlformats.org/drawingml/2006/main" id="463" idx="3"/>
            <a:endCxn xmlns:a="http://schemas.openxmlformats.org/drawingml/2006/main" id="464" idx="1"/>
          </p:cNvCxnSpPr>
          <p:nvPr/>
        </p:nvCxnSpPr>
        <p:spPr>
          <a:xfrm xmlns:a="http://schemas.openxmlformats.org/drawingml/2006/main">
            <a:off x="38916931" y="19722124"/>
            <a:ext cx="480639" cy="3907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ED4DD9D6-E4B7-44E2-8139-05F073F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570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CA90B91-E143-4F62-B1CD-0F93CC7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56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4" name=""/>
          <p:cNvCxnSpPr>
            <a:stCxn xmlns:a="http://schemas.openxmlformats.org/drawingml/2006/main" id="466" idx="3"/>
            <a:endCxn xmlns:a="http://schemas.openxmlformats.org/drawingml/2006/main" id="467" idx="1"/>
          </p:cNvCxnSpPr>
          <p:nvPr/>
        </p:nvCxnSpPr>
        <p:spPr>
          <a:xfrm xmlns:a="http://schemas.openxmlformats.org/drawingml/2006/main">
            <a:off x="39397665" y="20112891"/>
            <a:ext cx="426897" cy="34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44A06341-14C0-4B43-8AE8-2F52C5F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56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A82CAA0-F6A4-440F-B287-8EEBCE6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7941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7" name=""/>
          <p:cNvCxnSpPr>
            <a:stCxn xmlns:a="http://schemas.openxmlformats.org/drawingml/2006/main" id="469" idx="3"/>
            <a:endCxn xmlns:a="http://schemas.openxmlformats.org/drawingml/2006/main" id="470" idx="1"/>
          </p:cNvCxnSpPr>
          <p:nvPr/>
        </p:nvCxnSpPr>
        <p:spPr>
          <a:xfrm xmlns:a="http://schemas.openxmlformats.org/drawingml/2006/main">
            <a:off x="39824657" y="20459811"/>
            <a:ext cx="113284" cy="917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0D8E2323-9C8D-412B-81BB-137B9B6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0708" y="1636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F48193B7-A43E-4908-8089-5F5D70CD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907" y="1676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0" name=""/>
          <p:cNvCxnSpPr>
            <a:stCxn xmlns:a="http://schemas.openxmlformats.org/drawingml/2006/main" id="472" idx="3"/>
            <a:endCxn xmlns:a="http://schemas.openxmlformats.org/drawingml/2006/main" id="473" idx="1"/>
          </p:cNvCxnSpPr>
          <p:nvPr/>
        </p:nvCxnSpPr>
        <p:spPr>
          <a:xfrm xmlns:a="http://schemas.openxmlformats.org/drawingml/2006/main">
            <a:off x="32850803" y="16366507"/>
            <a:ext cx="868104" cy="39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03FC72B-923A-4EFC-895E-90FD229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907" y="1676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75198D82-EC7D-45C7-A9AA-91D41A6D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966" y="17253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3" name=""/>
          <p:cNvCxnSpPr>
            <a:stCxn xmlns:a="http://schemas.openxmlformats.org/drawingml/2006/main" id="475" idx="3"/>
            <a:endCxn xmlns:a="http://schemas.openxmlformats.org/drawingml/2006/main" id="476" idx="1"/>
          </p:cNvCxnSpPr>
          <p:nvPr/>
        </p:nvCxnSpPr>
        <p:spPr>
          <a:xfrm xmlns:a="http://schemas.openxmlformats.org/drawingml/2006/main">
            <a:off x="33719002" y="16765223"/>
            <a:ext cx="1062964" cy="4882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7821A59C-1E7B-40A5-9F73-85FF057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966" y="17253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F315CEEE-C729-4D94-A81B-3FCFF2BA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155" y="176597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6" name=""/>
          <p:cNvCxnSpPr>
            <a:stCxn xmlns:a="http://schemas.openxmlformats.org/drawingml/2006/main" id="478" idx="3"/>
            <a:endCxn xmlns:a="http://schemas.openxmlformats.org/drawingml/2006/main" id="479" idx="1"/>
          </p:cNvCxnSpPr>
          <p:nvPr/>
        </p:nvCxnSpPr>
        <p:spPr>
          <a:xfrm xmlns:a="http://schemas.openxmlformats.org/drawingml/2006/main">
            <a:off x="34782061" y="17253424"/>
            <a:ext cx="885094" cy="406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1667AD5-FD48-4FD3-9495-EC62C0E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155" y="176597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19668B4-7DD0-4314-8301-53F67B9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1110" y="17716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9" name=""/>
          <p:cNvCxnSpPr>
            <a:stCxn xmlns:a="http://schemas.openxmlformats.org/drawingml/2006/main" id="481" idx="3"/>
            <a:endCxn xmlns:a="http://schemas.openxmlformats.org/drawingml/2006/main" id="482" idx="1"/>
          </p:cNvCxnSpPr>
          <p:nvPr/>
        </p:nvCxnSpPr>
        <p:spPr>
          <a:xfrm xmlns:a="http://schemas.openxmlformats.org/drawingml/2006/main">
            <a:off x="35667250" y="17659832"/>
            <a:ext cx="123860" cy="56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A2A18F7-9BCA-4918-A279-3141F50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8544" y="13468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9F22F7E-A79D-4282-96F9-ADD1C77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8063" y="13501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2" name=""/>
          <p:cNvCxnSpPr>
            <a:stCxn xmlns:a="http://schemas.openxmlformats.org/drawingml/2006/main" id="484" idx="3"/>
            <a:endCxn xmlns:a="http://schemas.openxmlformats.org/drawingml/2006/main" id="485" idx="1"/>
          </p:cNvCxnSpPr>
          <p:nvPr/>
        </p:nvCxnSpPr>
        <p:spPr>
          <a:xfrm xmlns:a="http://schemas.openxmlformats.org/drawingml/2006/main">
            <a:off x="25618639" y="13468323"/>
            <a:ext cx="69424" cy="330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3481B29-0C51-4DF5-A6E2-A1774D6D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8063" y="13501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2CD3109-F57E-494F-8742-E1760989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150" y="13520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5" name=""/>
          <p:cNvCxnSpPr>
            <a:stCxn xmlns:a="http://schemas.openxmlformats.org/drawingml/2006/main" id="487" idx="3"/>
            <a:endCxn xmlns:a="http://schemas.openxmlformats.org/drawingml/2006/main" id="488" idx="1"/>
          </p:cNvCxnSpPr>
          <p:nvPr/>
        </p:nvCxnSpPr>
        <p:spPr>
          <a:xfrm xmlns:a="http://schemas.openxmlformats.org/drawingml/2006/main">
            <a:off x="25688158" y="13501400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B2A9E85-CC94-4EF9-9903-E6B03E1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150" y="13520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11DB9C7-8BFF-4A19-8A2B-A59BF54A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794" y="1429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8" name=""/>
          <p:cNvCxnSpPr>
            <a:stCxn xmlns:a="http://schemas.openxmlformats.org/drawingml/2006/main" id="490" idx="3"/>
            <a:endCxn xmlns:a="http://schemas.openxmlformats.org/drawingml/2006/main" id="491" idx="1"/>
          </p:cNvCxnSpPr>
          <p:nvPr/>
        </p:nvCxnSpPr>
        <p:spPr>
          <a:xfrm xmlns:a="http://schemas.openxmlformats.org/drawingml/2006/main">
            <a:off x="25729245" y="13520887"/>
            <a:ext cx="2083549" cy="7751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E73A83A1-8900-43B2-B8F4-6591D03D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794" y="1429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49B5A35-9743-4B4E-9637-CE20404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5822" y="14888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1" name=""/>
          <p:cNvCxnSpPr>
            <a:stCxn xmlns:a="http://schemas.openxmlformats.org/drawingml/2006/main" id="493" idx="3"/>
            <a:endCxn xmlns:a="http://schemas.openxmlformats.org/drawingml/2006/main" id="494" idx="1"/>
          </p:cNvCxnSpPr>
          <p:nvPr/>
        </p:nvCxnSpPr>
        <p:spPr>
          <a:xfrm xmlns:a="http://schemas.openxmlformats.org/drawingml/2006/main">
            <a:off x="27812889" y="14296009"/>
            <a:ext cx="1592933" cy="5928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5B2403F6-8118-47EF-BA7A-B12B93DB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5822" y="14888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CA086C9-D351-441C-A27E-00CAE2A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9256" y="14934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4" name=""/>
          <p:cNvCxnSpPr>
            <a:stCxn xmlns:a="http://schemas.openxmlformats.org/drawingml/2006/main" id="496" idx="3"/>
            <a:endCxn xmlns:a="http://schemas.openxmlformats.org/drawingml/2006/main" id="497" idx="1"/>
          </p:cNvCxnSpPr>
          <p:nvPr/>
        </p:nvCxnSpPr>
        <p:spPr>
          <a:xfrm xmlns:a="http://schemas.openxmlformats.org/drawingml/2006/main">
            <a:off x="29405917" y="14888826"/>
            <a:ext cx="123339" cy="458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947B587-DFB9-4DB0-93FC-3CAF93D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384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7526691D-577B-4BA4-810E-AE3F9F58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835" y="109526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7" name=""/>
          <p:cNvCxnSpPr>
            <a:stCxn xmlns:a="http://schemas.openxmlformats.org/drawingml/2006/main" id="499" idx="3"/>
            <a:endCxn xmlns:a="http://schemas.openxmlformats.org/drawingml/2006/main" id="500" idx="1"/>
          </p:cNvCxnSpPr>
          <p:nvPr/>
        </p:nvCxnSpPr>
        <p:spPr>
          <a:xfrm xmlns:a="http://schemas.openxmlformats.org/drawingml/2006/main">
            <a:off x="20781479" y="10608087"/>
            <a:ext cx="542356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029F01F-3FE0-48EE-B9A1-89FC7504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835" y="109526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7C7392E-4C88-4432-95D9-7DB1062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714" y="11350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0" name=""/>
          <p:cNvCxnSpPr>
            <a:stCxn xmlns:a="http://schemas.openxmlformats.org/drawingml/2006/main" id="502" idx="3"/>
            <a:endCxn xmlns:a="http://schemas.openxmlformats.org/drawingml/2006/main" id="503" idx="1"/>
          </p:cNvCxnSpPr>
          <p:nvPr/>
        </p:nvCxnSpPr>
        <p:spPr>
          <a:xfrm xmlns:a="http://schemas.openxmlformats.org/drawingml/2006/main">
            <a:off x="21323930" y="10952700"/>
            <a:ext cx="626784" cy="3982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202128C-7B13-4EA3-97AA-0C77AC38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714" y="11350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92BDF3E-ECEF-4FE4-8CD2-BB2D861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913" y="117021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3" name=""/>
          <p:cNvCxnSpPr>
            <a:stCxn xmlns:a="http://schemas.openxmlformats.org/drawingml/2006/main" id="505" idx="3"/>
            <a:endCxn xmlns:a="http://schemas.openxmlformats.org/drawingml/2006/main" id="506" idx="1"/>
          </p:cNvCxnSpPr>
          <p:nvPr/>
        </p:nvCxnSpPr>
        <p:spPr>
          <a:xfrm xmlns:a="http://schemas.openxmlformats.org/drawingml/2006/main">
            <a:off x="21950809" y="11350902"/>
            <a:ext cx="553104" cy="351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8E150B45-7A4D-4E5B-956E-6002230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913" y="117021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67E1245-7CF1-46E4-8ED9-9C82F3C9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0760" y="11776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6" name=""/>
          <p:cNvCxnSpPr>
            <a:stCxn xmlns:a="http://schemas.openxmlformats.org/drawingml/2006/main" id="508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22504008" y="11702182"/>
            <a:ext cx="116752" cy="741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D38A4D6-59BD-4737-B294-D63D7D40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770" y="102900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D199D98-EC67-415B-8294-D2988B5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5517" y="10828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9" name=""/>
          <p:cNvCxnSpPr>
            <a:stCxn xmlns:a="http://schemas.openxmlformats.org/drawingml/2006/main" id="511" idx="3"/>
            <a:endCxn xmlns:a="http://schemas.openxmlformats.org/drawingml/2006/main" id="512" idx="1"/>
          </p:cNvCxnSpPr>
          <p:nvPr/>
        </p:nvCxnSpPr>
        <p:spPr>
          <a:xfrm xmlns:a="http://schemas.openxmlformats.org/drawingml/2006/main">
            <a:off x="21097865" y="10290141"/>
            <a:ext cx="1667652" cy="5384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7639136-00CC-4B9B-AED8-43FA46F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5517" y="10828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D4CE35F7-73A0-4516-92E1-48E45CF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493" y="1160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2" name=""/>
          <p:cNvCxnSpPr>
            <a:stCxn xmlns:a="http://schemas.openxmlformats.org/drawingml/2006/main" id="514" idx="3"/>
            <a:endCxn xmlns:a="http://schemas.openxmlformats.org/drawingml/2006/main" id="515" idx="1"/>
          </p:cNvCxnSpPr>
          <p:nvPr/>
        </p:nvCxnSpPr>
        <p:spPr>
          <a:xfrm xmlns:a="http://schemas.openxmlformats.org/drawingml/2006/main">
            <a:off x="22765612" y="10828598"/>
            <a:ext cx="2389881" cy="7717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E1A62E3-EB06-48D3-9B85-10943EC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493" y="1160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3FDEED3F-79EC-4D5A-96CA-E42EC993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308" y="117946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5" name=""/>
          <p:cNvCxnSpPr>
            <a:stCxn xmlns:a="http://schemas.openxmlformats.org/drawingml/2006/main" id="517" idx="3"/>
            <a:endCxn xmlns:a="http://schemas.openxmlformats.org/drawingml/2006/main" id="518" idx="1"/>
          </p:cNvCxnSpPr>
          <p:nvPr/>
        </p:nvCxnSpPr>
        <p:spPr>
          <a:xfrm xmlns:a="http://schemas.openxmlformats.org/drawingml/2006/main">
            <a:off x="25155588" y="11600388"/>
            <a:ext cx="564720" cy="1943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818C1780-B125-4F3F-9FDF-DDA7C39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308" y="117946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26F5173D-94F7-417E-8F15-D8FC662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0102" y="118380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8" name=""/>
          <p:cNvCxnSpPr>
            <a:stCxn xmlns:a="http://schemas.openxmlformats.org/drawingml/2006/main" id="520" idx="3"/>
            <a:endCxn xmlns:a="http://schemas.openxmlformats.org/drawingml/2006/main" id="521" idx="1"/>
          </p:cNvCxnSpPr>
          <p:nvPr/>
        </p:nvCxnSpPr>
        <p:spPr>
          <a:xfrm xmlns:a="http://schemas.openxmlformats.org/drawingml/2006/main">
            <a:off x="25720403" y="11794745"/>
            <a:ext cx="119699" cy="433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BBF7BD0F-2818-4F08-BBE2-1C6AC3D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7672" y="7682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742E6FAF-E71E-440A-8DC8-45AA583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66" y="8018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1" name=""/>
          <p:cNvCxnSpPr>
            <a:stCxn xmlns:a="http://schemas.openxmlformats.org/drawingml/2006/main" id="523" idx="3"/>
            <a:endCxn xmlns:a="http://schemas.openxmlformats.org/drawingml/2006/main" id="524" idx="1"/>
          </p:cNvCxnSpPr>
          <p:nvPr/>
        </p:nvCxnSpPr>
        <p:spPr>
          <a:xfrm xmlns:a="http://schemas.openxmlformats.org/drawingml/2006/main">
            <a:off x="17267767" y="7682980"/>
            <a:ext cx="360499" cy="33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03C58FC-961D-4795-ACA2-CC4DC03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66" y="8018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269924D-AAAB-4CE8-8509-9C14B1F9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3816" y="8405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4" name=""/>
          <p:cNvCxnSpPr>
            <a:stCxn xmlns:a="http://schemas.openxmlformats.org/drawingml/2006/main" id="526" idx="3"/>
            <a:endCxn xmlns:a="http://schemas.openxmlformats.org/drawingml/2006/main" id="527" idx="1"/>
          </p:cNvCxnSpPr>
          <p:nvPr/>
        </p:nvCxnSpPr>
        <p:spPr>
          <a:xfrm xmlns:a="http://schemas.openxmlformats.org/drawingml/2006/main">
            <a:off x="17628361" y="8018875"/>
            <a:ext cx="415455" cy="38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E1327524-D44C-45E2-A37C-570584E4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3816" y="8405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FDA7899-D2E5-4F42-B633-4D32013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3945" y="87503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7" name=""/>
          <p:cNvCxnSpPr>
            <a:stCxn xmlns:a="http://schemas.openxmlformats.org/drawingml/2006/main" id="529" idx="3"/>
            <a:endCxn xmlns:a="http://schemas.openxmlformats.org/drawingml/2006/main" id="530" idx="1"/>
          </p:cNvCxnSpPr>
          <p:nvPr/>
        </p:nvCxnSpPr>
        <p:spPr>
          <a:xfrm xmlns:a="http://schemas.openxmlformats.org/drawingml/2006/main">
            <a:off x="18043911" y="8405795"/>
            <a:ext cx="370034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6946AD5B-502C-4894-9835-9E836B3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3945" y="87503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1E1538D6-BE23-4F8E-8660-2B7AB0C8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470" y="88511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0" name=""/>
          <p:cNvCxnSpPr>
            <a:stCxn xmlns:a="http://schemas.openxmlformats.org/drawingml/2006/main" id="532" idx="3"/>
            <a:endCxn xmlns:a="http://schemas.openxmlformats.org/drawingml/2006/main" id="533" idx="1"/>
          </p:cNvCxnSpPr>
          <p:nvPr/>
        </p:nvCxnSpPr>
        <p:spPr>
          <a:xfrm xmlns:a="http://schemas.openxmlformats.org/drawingml/2006/main">
            <a:off x="18414040" y="8750408"/>
            <a:ext cx="108430" cy="1007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CC1CF10-562D-4F9B-AADF-D29070B1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540" y="4757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7A57372-F164-4BA5-B77D-AC8D527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045" y="5095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3" name=""/>
          <p:cNvCxnSpPr>
            <a:stCxn xmlns:a="http://schemas.openxmlformats.org/drawingml/2006/main" id="535" idx="3"/>
            <a:endCxn xmlns:a="http://schemas.openxmlformats.org/drawingml/2006/main" id="536" idx="1"/>
          </p:cNvCxnSpPr>
          <p:nvPr/>
        </p:nvCxnSpPr>
        <p:spPr>
          <a:xfrm xmlns:a="http://schemas.openxmlformats.org/drawingml/2006/main">
            <a:off x="14023635" y="4757873"/>
            <a:ext cx="388410" cy="3374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B4F5FC3-6D50-47F1-AA7A-E7AD31E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045" y="5095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81C9490-28D1-41BD-97A3-9EAA6EA8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014" y="548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6" name=""/>
          <p:cNvCxnSpPr>
            <a:stCxn xmlns:a="http://schemas.openxmlformats.org/drawingml/2006/main" id="538" idx="3"/>
            <a:endCxn xmlns:a="http://schemas.openxmlformats.org/drawingml/2006/main" id="539" idx="1"/>
          </p:cNvCxnSpPr>
          <p:nvPr/>
        </p:nvCxnSpPr>
        <p:spPr>
          <a:xfrm xmlns:a="http://schemas.openxmlformats.org/drawingml/2006/main">
            <a:off x="14412140" y="5095305"/>
            <a:ext cx="447874" cy="38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04808C2-A45E-4CA5-956E-EB877EC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014" y="548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94820D3-A049-48C5-93D7-0E14BFF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8574" y="58298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9" name=""/>
          <p:cNvCxnSpPr>
            <a:stCxn xmlns:a="http://schemas.openxmlformats.org/drawingml/2006/main" id="541" idx="3"/>
            <a:endCxn xmlns:a="http://schemas.openxmlformats.org/drawingml/2006/main" id="542" idx="1"/>
          </p:cNvCxnSpPr>
          <p:nvPr/>
        </p:nvCxnSpPr>
        <p:spPr>
          <a:xfrm xmlns:a="http://schemas.openxmlformats.org/drawingml/2006/main">
            <a:off x="14860109" y="5484021"/>
            <a:ext cx="398465" cy="34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628A316-7AA6-436A-A381-0C9966DE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8574" y="58298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9B8BFB0-C914-42D9-BD78-D7E611BF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9526" y="59260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2" name=""/>
          <p:cNvCxnSpPr>
            <a:stCxn xmlns:a="http://schemas.openxmlformats.org/drawingml/2006/main" id="544" idx="3"/>
            <a:endCxn xmlns:a="http://schemas.openxmlformats.org/drawingml/2006/main" id="545" idx="1"/>
          </p:cNvCxnSpPr>
          <p:nvPr/>
        </p:nvCxnSpPr>
        <p:spPr>
          <a:xfrm xmlns:a="http://schemas.openxmlformats.org/drawingml/2006/main">
            <a:off x="15258669" y="5829916"/>
            <a:ext cx="110857" cy="96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0AA2533-F880-4F5E-9B61-3E2210EB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171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B564A37-331C-4BB1-BEA5-4AC839E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376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5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>
            <a:off x="13039062" y="2171528"/>
            <a:ext cx="0" cy="204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8594767-39DC-462F-9507-B58D306B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376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6AC9DC3-C5DD-4C1C-8EF7-6461546C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5968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8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>
            <a:off x="13039062" y="2376142"/>
            <a:ext cx="0" cy="2206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98B3D77-15DA-4895-A176-976A6C2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5968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8659277-BC8D-4928-B943-D8F6BD6C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8088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1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>
            <a:off x="13039062" y="2596910"/>
            <a:ext cx="0" cy="21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C90882E-68DC-4AED-B297-A21B8C3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8088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4E56FD8-0A0C-4DB5-8913-FE9C352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300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4" name=""/>
          <p:cNvCxnSpPr>
            <a:stCxn xmlns:a="http://schemas.openxmlformats.org/drawingml/2006/main" id="556" idx="2"/>
            <a:endCxn xmlns:a="http://schemas.openxmlformats.org/drawingml/2006/main" id="557" idx="0"/>
          </p:cNvCxnSpPr>
          <p:nvPr/>
        </p:nvCxnSpPr>
        <p:spPr>
          <a:xfrm xmlns:a="http://schemas.openxmlformats.org/drawingml/2006/main">
            <a:off x="13039062" y="2808959"/>
            <a:ext cx="0" cy="1916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01A35E8-541F-4A22-A2FE-26633C3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161" y="5149686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262D532-70DF-4D30-AAE8-EC1C2609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161" y="5149686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FD5C120C-EE60-47C6-9ECA-ED03D92B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0999900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761B84F-0E5C-421E-A9FE-5683E410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0999900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F41709E8-D436-4DC2-AEC7-58179ED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F82096B3-34F1-4891-9E44-0C774A0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5D24FA3-E141-49DB-BCDB-E965584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78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A28019FC-DE91-415B-9630-7EEE284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78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E175BE9-5381-4BA6-9CF3-0DB4CDD1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09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7C9739B-9D8E-4ADC-85E5-1B14DFC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09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1CBCEB2-0AFC-4EA9-84D6-014EE8A4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88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9BF3FF0-581E-4CF6-A36D-E5C10DE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88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BDD384D-B213-406B-9767-AC9334F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382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E121F2B-16E5-4F47-9E87-B2CA9DB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382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F985B9A-1784-483C-9CF5-38D0E82A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4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B988FD9-B0D4-4A11-8770-482AA61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4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FC9366F-10FC-4E95-ADFD-0CE2AF4C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03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7ABC8B5-48CE-4833-8ABB-F4F4054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03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783D898-39F0-4345-9D3E-2C07A67B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599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06AB868-16A1-4DA7-BEB9-305CFC1D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599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BDC9DB4-DF3D-45D7-8269-62468FB2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1970" y="25625437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D940E94-BA46-40DF-8810-B3A9BAC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1970" y="25625437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0618740-3C57-4A5E-8951-BF8E94A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25625437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85F01676-DC80-41C5-94E2-3CC33E25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25625437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243D137F-0041-4A26-9FE8-147B7F80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572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C8E30DEB-4906-4C6D-8B6A-5C7DEEA7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572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BF55132F-4F88-4B30-9F7A-A8F8074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45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ACA34FE-0A78-4218-AF44-BF5070C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45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1BA9960-4DAB-4B0F-8BBF-12B4AB0B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8E0F7DB-69E8-418F-94AD-F7662C12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3E08773F-E2B9-4063-AAF3-155C94C8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471B23C-32DE-4BD1-9D61-EF754D93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D2FED822-8CA1-4D0C-9071-27228EE1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0999900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8F838F13-EA96-4CDA-A407-4E17FBA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0999900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5137D276-AE39-4F4B-8702-0C9FB76C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38" y="8074793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7D099FEA-F41A-4D3D-AA2F-9EE0F79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38" y="8074793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E58ED2CE-0087-44EC-BDAB-92085532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ADCC96BD-39E2-41F8-B6D1-DC0E022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956CE9E4-2B7A-4A57-BBF4-90261F4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392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5633ABC-8377-40A9-A0AE-73EB85B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392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46495762-689E-4601-AF7A-AD5BB40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786" y="13925008"/>
            <a:ext cx="596367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FC8F7FF3-BCE4-4970-AB84-15CB169B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786" y="13925008"/>
            <a:ext cx="596367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EA5EA2B6-01C8-4E35-A4A6-1E08D36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96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A2E6F510-7EBD-4001-A388-36B1F6C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96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781895AB-B8DA-4D34-9379-D7040C1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353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F8058912-E7ED-43E5-8594-C39910F3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353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AF40B520-1477-4E73-8F5C-7058D42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3152" y="10999900"/>
            <a:ext cx="596367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E87BB1AB-061E-40D5-8322-F05C10F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3152" y="10999900"/>
            <a:ext cx="596367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4E1749BE-047E-463C-A8AD-3819DEC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0782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A3340166-AA15-41C8-B099-AEE8E934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0782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A71F7C7F-100D-4444-A131-2876DAC1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6839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0C168C09-3810-4ADB-B6F8-4406D43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6839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A05DB846-0C5E-4925-AD42-DB55354D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18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5CE29597-C27D-4CFB-A34C-9F1B0283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18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760CC9D6-2A15-424A-B1C2-FB67A42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7840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915948B0-4F94-4AC1-90B4-58B829EB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7840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4CFF3C1B-FBB0-47CD-81DF-51F9D4F0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8088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F454071-79F0-436E-9E0A-0CC371C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8088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371961F2-4C39-4EE6-9EC4-8F6B0B1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2518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B1E815AC-67FE-424A-AD01-5375D0C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2518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8CD9FE8C-FC01-4894-95F2-730A585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440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CE69775E-1227-4727-AEF3-8548031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440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EB5B9BF6-3A41-4CC9-B2D5-0767D9D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8987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8A5BCE71-B994-4C0E-8BDD-5CAE588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8987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83883E02-0956-4E67-9918-D421E42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23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F2E805B0-1139-4790-B706-385FA37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23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52037A0C-A72F-4B07-9C32-732605D3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379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21138304-9402-4DD7-A7E8-1F11544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379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3AD51A95-7840-43B6-800A-80A3947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976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393E1C06-5C25-4672-B01A-E2E16F1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976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AD18C00E-39D2-4533-912C-88EEF84C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028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0356C6E0-AE91-40FC-834E-58E2E6BD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028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04C9068D-FBC8-4BAD-9277-A9134431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2077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B361CF74-829E-484A-BE8E-FE8FA0E9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2077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53348546-CC2E-4E8E-B33B-47C3079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956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1D5C2339-0F80-456D-95A5-7FC1E13F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956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8B6045EA-B5FD-4ECC-BD7B-2A644A6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035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0927C5F2-D7FB-4244-B005-1193E692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035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94627701-FC9E-4C3D-8742-2EAEC9A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810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C4D21F8B-F658-4804-A83B-30AAA83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810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C32A7691-C6F6-4198-A7FB-242C83F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8768" y="10999900"/>
            <a:ext cx="1397302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40598308-040D-4037-888F-CA28163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8768" y="10999900"/>
            <a:ext cx="1397302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9404A796-FF46-4A8F-BFAA-3936578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634" y="10999900"/>
            <a:ext cx="554760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8956B149-3BBA-4860-B5B4-FDFE56F1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634" y="10999900"/>
            <a:ext cx="554760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B3ED8886-862D-4FF1-BFED-F3272555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972" y="8074793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63B134A-191A-4FA9-BD70-0F4991A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972" y="8074793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67CFC749-149E-4F32-83C9-E63F8675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63" y="5149686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71427236-4F68-42ED-B5A0-FE6336DD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63" y="5149686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9D8B439C-4D93-48BB-95F9-49495BA8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136" y="3010145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0C20DF20-31EA-451E-8D1D-82D6556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153" y="306215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topoInfo 为空？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42E33EFA-1B4E-4445-A110-CA070B67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764" y="5935252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FDF07125-3791-496C-9253-26313DE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782" y="5987261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F99DD685-C3BA-4B13-A669-64FA3B8B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6359" y="5935252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53B76070-3043-45F4-AB95-D853151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377" y="5987261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48E40270-B897-4A25-BBEA-3B45D75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886035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57A9F854-F294-4418-A6EC-A4298EA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891236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AC302C9-C2DB-491B-AF3F-9C23EC1A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31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57F0F24-2B05-4BD3-8237-FF20C587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749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42310553-9026-4962-8334-433146F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83A4943E-8F6C-4644-BA08-B64FF3A6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第0层本地实例只有1 rank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或第0层是 CLOS？</a:t>
            </a:r>
          </a:p>
        </p:txBody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1E51335-F8AB-4DF5-AF64-87718E08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3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ABCBE026-B76D-465D-B01C-0931B24C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749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4466CEB7-44B9-42A0-B356-38D6486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20961A20-4098-4400-A835-B12ADC9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逻辑3层且最高层 UboE？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C8E5A663-4A22-403E-A1DF-F474B6B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5FE864B8-1E6F-4579-9417-18FA95D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或第1层本地实例仅1 rank？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01E9B0CC-1449-4EF1-A625-B4D07ACF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399E735D-961E-4B5F-B4CE-5FFBE52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4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9B5DD417-0B4E-457C-A2E8-193C4A99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7756A961-9757-442A-A8F2-AB5098E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60CF13D4-AD8F-4CD5-8C82-2E99F0EA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844B2329-4E0D-48D3-8F2A-FB88446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逻辑3层且第0层 Mesh？</a:t>
            </a:r>
          </a:p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33D9CA7B-9F19-4A39-9561-D2E3588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15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22CD5145-E220-4E94-A03B-3DC6EDB3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83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E8320541-5DF3-41B9-8AF0-FE7F7FBA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727CA312-D2AE-4F5E-B81C-054FA68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28811E94-0420-44A1-AD6F-DD9F39F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15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D1321BF1-2E9D-4471-9356-3B0C06A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83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ECBD798E-18EE-4178-9DB7-4BD2A5F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41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4B4AE225-9552-4295-9D76-B367BA24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42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944C1DF9-F25F-43C0-82B5-C0C2E611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411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E5BE3EF7-0A09-4524-A9B3-1FDCEC85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42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2D702993-AB6B-4FAB-8402-0C305986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006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5773AF5F-F32F-4B53-BFDC-165C543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2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每模块设备数 &gt; 1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且第0层 Mesh？</a:t>
            </a:r>
          </a:p>
        </p:txBody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EACF8A05-EBCF-407A-A22F-64E0F25F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708" y="26411003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74CC4690-B459-4DFA-AA92-7BE48E9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726" y="26463012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BE624BF2-8EEC-400A-820C-41B3B431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303" y="26411003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F50B2363-A2D4-48ED-A550-DAF4461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321" y="26463012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DDE8A2F6-4AB6-4DA8-8A48-78FE01C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2212" y="886035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D827C0D1-28FF-4B32-B09E-82BA47EF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30" y="891236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82F568C9-9634-41D4-97FA-4B550FB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303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B937413D-B24D-4F6D-8EAC-5516D977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321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8MiB？</a:t>
            </a:r>
          </a:p>
        </p:txBody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7B39B09A-5470-4A64-BE99-E9B89D68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00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E63B76A8-C1EC-4B33-BB41-04E4CCBC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2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AD68FFA5-2EDE-466F-AD5D-8FC7B58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160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94EEF5C3-29CC-40EB-B41C-CD9530C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561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75F0E8A9-FF3A-4F24-B436-CFE873D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2212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8ACA4425-16D6-4FEB-A9A4-2D955AA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30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6AE27201-8C1E-4180-9A4F-317A4CA9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946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2EDEA935-DDE9-49FA-91A9-ECB1B6F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478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328B5F67-27F4-4B04-A571-C43B751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056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A3C7BFB4-6458-44BD-B16A-22AC20E9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0074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6FF1EC7A-546C-4AFF-BCEA-269B6477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974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F006F727-A3C0-4732-966B-99E1CF9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91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FE8B8CB8-DD10-43BA-96F0-9D72F9CF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65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E5BE4ECC-C7CA-437A-9CE0-779A35C6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6669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C01F1056-5D4E-46FE-A843-6941902C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651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E5E2D9D9-8DB1-42C4-993C-FE888505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6669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C8C62C84-2089-421B-8399-0F29C22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19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2DB5B0B4-ED63-4CC7-9825-280B92F5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1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3E89B5A6-E21C-443F-B666-C442799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479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BFFB4D63-B506-4E33-9370-2AFC91E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0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23EBC52F-13B8-4950-990D-287299C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190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AD34A222-0115-4428-BBD6-253C412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0208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A85A1939-A6F9-4D9A-A547-965302EF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190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969094C0-517D-44DC-AEAC-D1B7A218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0208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EAECDE0C-CC94-4E72-AEC9-693EBA95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138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2CB91959-D420-48AB-88A4-5F58F6B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540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D7A964AC-1C35-4242-99EF-0CC1DDC6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7982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2AAC5E50-A55C-452D-B7D0-EB714D85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99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2MiB？</a:t>
            </a:r>
          </a:p>
        </p:txBody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C00FB742-EBF5-4EE4-B0B6-88A85F59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5535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895B83A1-F8D9-4877-9545-E491AD52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55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DD00A6F0-5812-4198-9ADF-B134E1C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2130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06F6C277-E253-4C71-911A-31D11679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14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E4EE8E0B-C76E-44BD-B778-70FC817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577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D40AC36D-4BCA-4FE8-9F97-8B0355FB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8594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61226B13-89D1-41EF-9742-D4B44A4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577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C615E570-570C-43AA-8B52-B10D6982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859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FEDF32BD-1998-4939-99FD-29D0948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1172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9BEE5D64-1EDC-4E8F-842C-CC46BFEB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18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F1595CDC-6665-4033-B3C7-DFF715FC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7023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66AC084B-233B-4CDB-A7A5-C18A007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1041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5E674C35-5D63-43C9-A487-E9C16B84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18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AEC3B346-B878-41DC-977E-9D7F78C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7636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19CAF97F-3AB6-4BC6-B9AA-DCB0B405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569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9D022CA2-C73F-40FF-9DF2-694EE5FD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7586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88CC3361-F479-4ABE-9D4D-E6CDB1B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136" y="42759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54523375-FE79-456B-83DA-725041F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153" y="47960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</p:spTree>
    <p:extLst>
      <p:ext uri="{BB962C8B-B14F-4D97-AF65-F5344CB8AC3E}">
        <p14:creationId xmlns:p14="http://schemas.microsoft.com/office/powerpoint/2010/main" val="1487682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19AC416-8366-448C-ABD2-57B7965D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2C61F-77D5-4B4B-8CE2-D3E240CA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71291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2C2F8-ECC3-4CC6-8681-6AECE0A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4F1A1-4840-4190-84E7-C32FBC6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030425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05D7E-6940-45D0-AE51-963AE4F0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4FDC9-5AF8-4C0A-A015-AD79A502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424232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F1F55-EB66-4FEE-A628-0209354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BFC25-62C4-4CB3-8094-1DD3F52E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6376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9A95C-2240-414C-A1F3-B99AF14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899FD-C9C1-4B19-AD3C-00A8DFA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71291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3FC72-985E-409C-945A-17369B88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434CE-3F2F-427A-B195-17FB0CF6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030425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DC7B9-0B02-4114-AC45-CDF0502B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73AAF-3037-44EE-9E05-8BED4B5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424232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14929-E124-43A6-A4F4-4D3BC35F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40268-56BF-42C0-B57C-481BEFAE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26376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7F4C0-C5D9-4930-B342-2E572DD2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7C804-B261-4A73-817C-38B7050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797505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3E776-65C3-459C-9BA8-C251662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C026C-5833-4A8E-B0F5-B6D88A78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797505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511CCA-8A91-4DE9-A071-8CCDA5D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EB0EE-58AA-43EE-AD5E-13BBCCD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7797505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245F9-2DC4-43C8-9F5F-8E69E2A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FAA3F-48A3-4273-A2EE-6B8BD9E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797505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927174-83D8-4429-8EB3-7C9BA7D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7DF540-A783-4BDF-940C-B94D476A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97505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D2913F-6008-4957-9A2B-8DD1AE33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14A713-ADA7-4E74-84E1-FD4EBF2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797505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6BC1B1-B1C9-4ED9-9C71-C8DDAFC7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09512C-0EE8-4B46-8821-350B416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797505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BDC8A2-784B-4720-906B-E95998A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3B54CA-60D9-452C-A423-DF2BAB82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797505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0905A2-C4D9-4A05-A2F8-BFD3F3D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587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D5941-B59E-4504-A32A-66851C03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669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0733764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ABB383-8EA1-47C9-AA78-CAB10AC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669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C21699-6798-4999-8BEE-86A0FE66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178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0051273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49EF0C-35E9-4D32-BFDD-B50ED68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178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2E6D98-276A-440A-8C80-6CFD4DE1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84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445079" y="12111054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64EFD6-38D2-44F8-A31C-FD552F0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84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9575AE-D71A-4888-A4B0-C4A75A4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514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9284609" y="12618690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202A75-CD38-4FB0-B117-C787C6B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367306-B498-452D-BC5D-BCA6E29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818353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85574C-9B34-47B3-A035-E4619E9C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508952-6CBA-44D2-AFBC-CD9120D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2818353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A8EA7DB-ACC8-4317-A714-D7275C9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BAC2CF-4F0F-4A65-96AD-0A15B10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9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12818353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0DBF9A-B997-4C6F-BB33-EC501632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7416FF-1D4D-4818-8773-FFCE014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2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2818353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5DE7BBF-93EE-465D-941A-EA3FA50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4FC587-AC8C-47F6-A6B9-F5C6B51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5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5754611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D877B8-D312-442E-97F0-3A6ABB4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0259B8-A289-4B6A-9DA9-0FD352C4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8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5072120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06F080-709F-4F51-BD3C-1190F847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3E11A3-79DE-41DA-B3BA-053C2FA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1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4465927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76C1C5-B880-4312-ABE5-ED72EE11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F96C5FE-4ADB-4A11-AB64-79FF383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4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14305457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B9177E-1F61-4218-8EB0-B6BA69CC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A4CA661-93FA-423A-8140-EC9E3E6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7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5754611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6DEC54-13FD-44DA-B5A9-93208BD3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21A09A-9556-4C8F-8A15-50007D01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5072120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5F170D-0AC1-476B-81A2-33C22412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AA56C2-B896-465F-BDF7-C74DCE1D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3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4465927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769768-303D-47F7-9F00-DE726A3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43E1AA-6390-4252-B30C-8000D24A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4305457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E14DBD-773B-4945-ABB9-0F935E5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2B502F-4DF6-42F7-AE9A-442256C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7839200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388181-7C51-49D3-940D-C1506EB7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EEDC67-C428-45CA-902F-2D9324B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2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7839200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612B4E-FAD6-476B-B361-174B3BD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ACC344-AAB5-4860-996A-45350C9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5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7839200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9E8FF7-9B7A-43F9-ADC3-9717F83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26F88A1-B654-4410-A359-59D5B95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7839200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20D5960-321E-4851-81BF-A8A9D88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87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D5173CF-1BBC-4F38-B6FD-4290E0F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933196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2A7C329-0AF7-40AE-9C09-762E23F9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EB1AF4F-DDB5-48D7-B46B-6C180954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9923884" y="24379862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B1019A1-3450-49A8-BB74-89F84D9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8B12AFC-07EA-4D7A-B13C-E24A986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0606374" y="24951656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0147B1-A709-4346-81D4-6D72C51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6C324DE-2EF2-44A6-A43F-AE54B75F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2943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1212568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F75E72B-B216-47BF-B01D-DFEDAD1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889E50-722F-4326-B5BF-3810A12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7839200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E57545-E426-411E-A3C0-2AE7A14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83317D0-F9B6-40EA-8434-405FC4C0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7839200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EA84CE4-0C42-4B9E-9C55-75318D74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4D36BD2-71DF-44D0-B603-BD4BD05C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7839200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03301F3-C4CC-4AE3-A33D-0CAE9312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BE02CE5-F5CC-4B68-AFC5-2405301F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7839200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6F7B91-BFAF-4DCE-AD77-4D11F10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022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353BBB5-AA2C-46FD-AA91-C19271DC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94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14311117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FF795F2-BC2F-4DBA-946D-6A1771F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94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CF3550A-47EF-4D08-BFBE-863919B1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43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4903036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B0915AC-CD40-49F9-A2C3-E2171259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43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C55BEEE-FF99-4B3A-B7BF-6785F9C8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625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5585527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F12B2D-6D7E-43C8-9857-C745416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625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41A0B85-4E78-4CC7-B841-2BFB27A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095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16191720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08902AB-D7D8-4E38-951C-4172053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45A4E3A-C2E6-4576-9505-0F3D95F8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2818353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9E7E4C6-D969-405F-8300-ECEC49B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2C71562-4ACD-4528-8257-8BC9145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2818353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4D2B780-1ABE-4744-BF05-007FDB6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75983EC-2C80-4301-99D1-03D8862D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2818353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994715D-AABC-49B2-8FC7-D2EFB8C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1B41F5-0D8A-41DA-B153-48022B4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2818353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C9C5EED-9826-456F-B3DD-3E946FC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960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B7F2C2D-8277-472D-8E6B-3AA7FD3F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241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5740336" y="6763430"/>
            <a:ext cx="5886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8D6C645-E780-47C4-8568-8811FE3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241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BB65BC2-5320-4595-9AE4-DCFB4097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50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5061045" y="7259060"/>
            <a:ext cx="6791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BE9A3D9-C6EA-466D-8919-B952D61D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50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7CC76FD-31FA-48AE-8CF7-385A49F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956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4458051" y="7830854"/>
            <a:ext cx="6028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42CE06D-4BDA-4486-81B2-97B71A4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956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BA69DB0-358B-42B9-811B-AC1982C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978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4298073" y="8338490"/>
            <a:ext cx="15988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00FA407-929B-4720-9153-4F2E0F9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282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F31FB71-5E6F-4B49-ACDA-A168D79C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536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20775459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3A1EF9C-FD22-410A-9D9D-03295B2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536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853F87C-65F6-4C1A-9FD5-7881344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873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20092968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CF82D03-9BA4-46BC-B754-ACB13218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873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1D93D5E-66DA-4370-9AD8-7992042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68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19486775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4F9326B-DD0E-45A9-AA48-C1947DD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68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6549B17-B16F-4128-92A5-A062ED5B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6209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19326304" y="12618690"/>
            <a:ext cx="160376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5DF596B-6ABE-4693-B6EE-0F8BD16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9CE78B6-A5BE-4D75-99AC-CCBE433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22860048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DE1756-E08D-4CC7-9AB0-19C4ACD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63740EA-3F5C-417F-9F82-DDEEB0F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22860048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D7A6002-66D0-4C53-BA7E-535A2439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38D153C-E2A9-444F-BA26-7900560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22860048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D5BCA00-527D-465D-ABE8-CED38C2F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12E7F1-6B43-4306-8EFE-25435381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22860048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8E3609D-64F2-42BC-A8BB-6BDF456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4FD83EC-A3A5-489F-9E33-68D3BF9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193" idx="1"/>
            <a:endCxn xmlns:a="http://schemas.openxmlformats.org/drawingml/2006/main" id="194" idx="3"/>
          </p:cNvCxnSpPr>
          <p:nvPr/>
        </p:nvCxnSpPr>
        <p:spPr>
          <a:xfrm xmlns:a="http://schemas.openxmlformats.org/drawingml/2006/main" flipH="1">
            <a:off x="2579630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2165661-7631-4A74-A5E3-8001CA0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338839E-B636-4EFD-904F-2ED6C7F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196" idx="1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H="1">
            <a:off x="25113816" y="20099661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F04837A-894C-4555-A088-1133C94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A069840-88F3-4E48-A632-539E809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199" idx="1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H="1">
            <a:off x="24507622" y="206714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B81A824-1712-43B4-9B15-EA08052E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9EA6AF2-E7B6-4FA9-AF30-A8B4134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202" idx="1"/>
            <a:endCxn xmlns:a="http://schemas.openxmlformats.org/drawingml/2006/main" id="203" idx="3"/>
          </p:cNvCxnSpPr>
          <p:nvPr/>
        </p:nvCxnSpPr>
        <p:spPr>
          <a:xfrm xmlns:a="http://schemas.openxmlformats.org/drawingml/2006/main" flipH="1">
            <a:off x="2434715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8CE6A64-0DE2-436C-8894-D24B081E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C495AB6-0628-4C44-BD75-C55FF90E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205" idx="2"/>
            <a:endCxn xmlns:a="http://schemas.openxmlformats.org/drawingml/2006/main" id="206" idx="0"/>
          </p:cNvCxnSpPr>
          <p:nvPr/>
        </p:nvCxnSpPr>
        <p:spPr>
          <a:xfrm xmlns:a="http://schemas.openxmlformats.org/drawingml/2006/main">
            <a:off x="27880896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FB701B2-0F76-4267-9A18-AD7EDBB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A49C553-D341-41B7-9020-3E7C65D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27880896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59F3AE1-83C4-4C37-A2E2-0168F548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A6F2A4E-7A09-4C7B-9CC1-4B968F7B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27880896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C46FA4C-3116-490C-9A30-E4F2040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3B8194B-9D82-4319-9B3C-C3643B37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27880896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61D58C3-4D38-44BF-A094-CE86F218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0DE0343-C7E7-483C-98EA-E33ED61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29373660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3F9E2EC-7085-477D-A2C7-1A6A11C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8AE9AD9-D256-46B2-95FE-3EA4069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29965579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F583676-C12B-499A-BC65-B5DC6F7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B47D8AC-92E2-4A78-A880-1C902ED7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30648070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DF0CF3A-9403-4ED4-8278-2DDDC76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3A100F-C6F6-4D95-9F6F-0BB4D953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31254263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23A2254-4A6E-4404-83F8-C883C71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3C038A4-CC91-4BB0-970E-05FA62DE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>
            <a:off x="27880896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0C090F2-CC4F-41A9-AB2A-C899F44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FD5A5D5-3840-4F85-B215-74CAA944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27880896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7A99FEF-9327-4E95-BB00-DD1E86ED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732BB0F-B90B-4821-A53D-BE21F738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27880896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B380D60-F907-4EC3-B744-1F6E61AA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9A46405-12D7-44F5-9AED-25A1566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27880896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286EE67-B00D-4905-BDAF-3B7C240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8DC05FF-F011-4E69-904A-879F5D0C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27880896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D974F5A-5F87-49C9-83CD-F8D03C5E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783C463-FBFD-4BF7-807E-691D4B32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27880896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3B37C44-AB40-4FE0-9768-A7E4675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0E1CCF8-F803-4DFF-9228-870AB307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27880896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CF7993C-6880-491E-A4DA-02341071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9AAB84E6-FA28-4431-860A-1ABDAAE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27880896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5F75F66-2942-4261-993C-E81F894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96F7B2C-BF4E-4DF0-B9EB-F9A3EF1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32901743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53D9479-33D1-4E64-8029-96592FF9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8F7B767-B208-4D52-BBFA-B6D7D6C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32901743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BA66726-E5AE-4365-9E99-AE1E33B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93DC358-4A2F-46C4-83D1-504A2E8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32901743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1FAD183-E3DA-438A-9819-8EAF670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2987B75-2775-4D95-BBED-FD47447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32901743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7215F41-5549-4CE6-BC91-97AD909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96E545C-84B8-4428-85E5-E470EE8C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37922591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1D03EBC-ED98-4E01-A929-A8A6AD9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3DA47DD-61F8-4855-86DB-2676500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37922591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DA8D8B3-9B0D-42F6-A959-AE826C19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C831495-443A-4B20-B45C-2853A708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37922591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6FC1DFE-093D-4CC1-8A41-16DE589F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48B48F2-522A-47A1-BE89-63128B7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37922591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D978BCB-1F0E-473D-95BA-4E44BFAE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526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170E66C-0B2B-4F0F-9E8E-4C723ED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3941535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9697777-CB3A-421A-9F13-59E4CEB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B10CB38-9707-463F-9CC3-0461A7C4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40007274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E7ED652-673A-4FA7-B26B-FB29AEB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BA7BF22E-C427-40C6-9518-E3FE28B9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40689765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478067E-104C-4CB8-8CDB-6BD9681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45425E2-4461-457E-B330-A4BF6E6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6826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41295958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1F924BD-0D2A-462E-A28E-C9B8D651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413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16F4864-1D7C-4C5F-807A-6884476D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34394508" y="19604031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AEACCFF-76AD-40CA-8811-EF0CBED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003329D-87A1-4E12-8C33-729B58A0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34986426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B471495-CCE7-43C0-B4F7-77B5CC2C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19A3B78-3817-4E1D-A12A-56D47178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35668917" y="206714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0EF733B-45B7-4514-8954-B5A3D23B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AB05A64-7EA2-4E59-A3CF-6A73FFE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5978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36275111" y="21179091"/>
            <a:ext cx="160867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A913C13-5F53-4BFF-B34F-737C2406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019451F-5D0C-4EFE-AEFA-7D7CF0E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29373660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DC74770-3877-4821-8865-8880FD4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1EF7ED3-08DB-47F6-92C5-5B5966D9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29965579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BEE93ED-13FC-4515-95E6-FEF99AA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A3852E9-6367-4FE5-9221-2ACC9F4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30648070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AB0D2C4-CAEE-4678-AF22-C1E368B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EE92881-55FB-436C-9DEF-B5BA884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310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31254263" y="168988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B0F44E7-A4AC-49C9-83F5-CD39B93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718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2247B50-8AA4-46A0-9419-562D8BE1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4636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313" idx="3"/>
            <a:endCxn xmlns:a="http://schemas.openxmlformats.org/drawingml/2006/main" id="314" idx="1"/>
          </p:cNvCxnSpPr>
          <p:nvPr/>
        </p:nvCxnSpPr>
        <p:spPr>
          <a:xfrm xmlns:a="http://schemas.openxmlformats.org/drawingml/2006/main">
            <a:off x="24352813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A57439E-2D58-48CE-BF42-3775A6E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4636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91B2D54-C189-4EF5-A85B-98B1063C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127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316" idx="3"/>
            <a:endCxn xmlns:a="http://schemas.openxmlformats.org/drawingml/2006/main" id="317" idx="1"/>
          </p:cNvCxnSpPr>
          <p:nvPr/>
        </p:nvCxnSpPr>
        <p:spPr>
          <a:xfrm xmlns:a="http://schemas.openxmlformats.org/drawingml/2006/main">
            <a:off x="24944731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29CD4DB-F28C-4E3A-886E-8E1D018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127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959B6D1-30CE-4EB6-B7F5-7971002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332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319" idx="3"/>
            <a:endCxn xmlns:a="http://schemas.openxmlformats.org/drawingml/2006/main" id="320" idx="1"/>
          </p:cNvCxnSpPr>
          <p:nvPr/>
        </p:nvCxnSpPr>
        <p:spPr>
          <a:xfrm xmlns:a="http://schemas.openxmlformats.org/drawingml/2006/main">
            <a:off x="25627222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87832E7-00AB-4789-A6D3-7137CEF4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332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F5B323E-551F-45F5-8886-3F972AEE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4283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322" idx="3"/>
            <a:endCxn xmlns:a="http://schemas.openxmlformats.org/drawingml/2006/main" id="323" idx="1"/>
          </p:cNvCxnSpPr>
          <p:nvPr/>
        </p:nvCxnSpPr>
        <p:spPr>
          <a:xfrm xmlns:a="http://schemas.openxmlformats.org/drawingml/2006/main">
            <a:off x="26233415" y="12618690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D5BC5E2-F8D8-4B26-8B58-4670385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1923" y="1072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75CB05C-8859-483F-A54C-DDB5B5E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055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325" idx="3"/>
            <a:endCxn xmlns:a="http://schemas.openxmlformats.org/drawingml/2006/main" id="326" idx="1"/>
          </p:cNvCxnSpPr>
          <p:nvPr/>
        </p:nvCxnSpPr>
        <p:spPr>
          <a:xfrm xmlns:a="http://schemas.openxmlformats.org/drawingml/2006/main">
            <a:off x="25212018" y="10722090"/>
            <a:ext cx="1942037" cy="76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20EEDB2-C0D5-45BF-9D3F-8BB0C71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055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58A24FF-17B1-4D27-BB9E-A72F7F5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184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328" idx="3"/>
            <a:endCxn xmlns:a="http://schemas.openxmlformats.org/drawingml/2006/main" id="329" idx="1"/>
          </p:cNvCxnSpPr>
          <p:nvPr/>
        </p:nvCxnSpPr>
        <p:spPr>
          <a:xfrm xmlns:a="http://schemas.openxmlformats.org/drawingml/2006/main">
            <a:off x="27154150" y="11488609"/>
            <a:ext cx="2529034" cy="998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C5B8E19-A770-4E57-A54C-2F98E43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184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2A7BB97-E8A3-4DC9-9E01-171D871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797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29683279" y="12486997"/>
            <a:ext cx="690518" cy="2828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B3064F9-3551-4BE2-AF47-12D62789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797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D5349729-5A73-43CE-89EA-509A2C52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8788" y="128433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30373892" y="12769893"/>
            <a:ext cx="174896" cy="735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95AF215-7BAC-49B4-BD58-C2B7A03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4642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AE130DE-D677-47AE-A21B-201F5E2D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268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19314737" y="6763430"/>
            <a:ext cx="594531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563E564-310D-47F2-B992-5E37F94E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268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46D0954-03AF-4BE7-AC29-AEA404BB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204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19909363" y="7259060"/>
            <a:ext cx="685841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43C51C5-7190-4D51-84EF-59F1D7D1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204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0237925-BAE1-4D81-BAC2-5ADD57C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4351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343" idx="3"/>
            <a:endCxn xmlns:a="http://schemas.openxmlformats.org/drawingml/2006/main" id="344" idx="1"/>
          </p:cNvCxnSpPr>
          <p:nvPr/>
        </p:nvCxnSpPr>
        <p:spPr>
          <a:xfrm xmlns:a="http://schemas.openxmlformats.org/drawingml/2006/main">
            <a:off x="20595299" y="7830854"/>
            <a:ext cx="609052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1D8A35B3-EC66-483B-A7D2-7AF3E4B6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4351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2276FE3-1254-4B77-AB24-FCAE8782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5559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346" idx="3"/>
            <a:endCxn xmlns:a="http://schemas.openxmlformats.org/drawingml/2006/main" id="347" idx="1"/>
          </p:cNvCxnSpPr>
          <p:nvPr/>
        </p:nvCxnSpPr>
        <p:spPr>
          <a:xfrm xmlns:a="http://schemas.openxmlformats.org/drawingml/2006/main">
            <a:off x="21204446" y="8338490"/>
            <a:ext cx="16111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FC11D673-C079-4CCA-87E4-1AE23FC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2978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CA44A62-EE66-421D-99E6-6F25FABF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17814588" y="2978906"/>
            <a:ext cx="0" cy="299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EE70D55-6B56-4D51-97CC-54D534BD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597E982C-8274-47A5-85D2-0F339817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17814588" y="3278310"/>
            <a:ext cx="0" cy="32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1D02701-CEF7-4813-8344-94A8128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A55E775-8FFF-4F53-AAD3-CC36104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17814588" y="3601351"/>
            <a:ext cx="0" cy="310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48CB9B2-15BD-447A-90F4-B1DB391C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F4D2A0A-2F56-43C5-9816-A02C4E5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4192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17814588" y="3911636"/>
            <a:ext cx="0" cy="2805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AF783FE-8CDD-40A5-B494-CDBD004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B3A7113-E12B-430C-BBA8-219B9AD3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6F36B673-DDC3-43D3-B7C9-127C69B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67C84912-2A7D-419F-9E03-7491A44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3F76603-42F2-4905-A588-948AF192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15B38316-4311-4EE5-8DB6-1CBDABE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A2F07EE-A3E2-48FA-BB6B-97FBABFB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98FAA32-0D1F-49AD-8F75-2DE40232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81BEAE95-78F3-4C1A-B9D1-7CC87F9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98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456F02C3-A6C2-4652-B33C-71C96C94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98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E44E344B-588F-43F8-BAC1-75C4E9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C5F57AB-1319-4B0C-8E2B-A87C12D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D107DEDF-C620-407B-B075-D3C102D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1684174-EC34-4DF8-B8A2-B8E4949D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FF48CD0-A40F-4810-A3EC-791127D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5337135E-F4BE-4E98-A84D-299C7FF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01BF855-0113-4520-923D-B6750CA7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ACC625BE-3DEE-4D24-889B-FDD6906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17F955A-1C80-49E1-BF62-B056139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7F9E88D1-BA6E-4DC4-9BED-88E8D1E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49E6F94D-16E1-47C0-AB2A-AE6024A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955DA3A-D1D3-4BB3-B0B3-8132360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B5C8A14-B9E7-48AB-8942-D164548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A78E280-B0A0-495A-B1DC-837E5D1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4A3075F-7DEA-4322-9703-C2FD0A38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DEE2C37-0544-423F-8192-EFE8BEAC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1D04FA4-8C51-4667-9942-64F357FD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562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101B455-2C0F-45A8-A711-EFCE7EFF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562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60FDA319-6848-4635-9251-DA0E82CF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086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D32FB95-C971-4C77-8868-8A7B7DF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086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56C4217-9659-4CDC-9E0A-BE47412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222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F3F1B365-1AE9-432D-A565-C8C0C60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222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2EE53FB-4E7F-4AF1-A9DE-DF02F6C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5F93FBA1-F679-4FD9-A07B-AC304D7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490E8766-996E-4298-91FD-6F871C35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111BF57-0BA3-4D62-8605-7E7A437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66216A7-3CC3-494C-80E9-C543A68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C249CAF-14D9-4344-9157-EFDB4B9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8FB0F18-0FB2-41C0-BA41-8C2390E0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89F19E8-E365-442F-96D3-23C640B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0E04E19-9399-4BF9-8F40-689863E0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A226C4F-98CE-464D-9E90-4FC3C52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96FDB0D2-BD15-4455-9BD6-86D3F710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1BC100A-D5F6-4EAB-819A-00D98C48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C499DD0-78A6-429A-8834-3092264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93D60DF-3A34-4B0F-84B0-E48C8FE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62F3574-A95E-4300-865C-8A4F3C1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7D81755-EF9C-4357-AF73-D23599CF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4142B4A-F3C6-484F-ACDA-ACB25A28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2BBFD91-895E-4970-BCC0-4A61186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C5FCF1E-5013-4E67-8BBD-3F4541A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BF57512-AF08-412B-AD6A-05FD03F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04030A1-C562-4213-A0B6-DE198EB7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708" y="11625289"/>
            <a:ext cx="1983727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327C233-F7D4-45EF-9884-2C711E7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708" y="11625289"/>
            <a:ext cx="1983727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690115B-CF25-4540-98E5-09108B90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134" y="11625289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6ABDCFE-E14E-470C-875F-0FB9AB3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134" y="11625289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75D89841-CA2B-4161-BFFE-E926B11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2363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87470C4-466E-46D5-9A63-66C27E2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2363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7CC59EA-290D-488E-93E6-3284742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556" y="4206067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3C22C95-82FF-4470-ABCA-A1EBEA99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4228" y="4279903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B3767877-39C3-418D-83EA-5D3E06B1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FFE75545-8FCC-4F1D-851B-591548D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3070A34-90BC-4E8E-A628-613C002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40BE191E-BE39-4EA8-9A35-6CB0A428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或第0层本地实例仅1 rank？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F4D8999-A495-45E2-9777-3AEC00E5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E8468D11-F727-43E5-BFC0-0C9D9E2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1D84AD0-0819-4EA7-8ADA-8DBAA12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5BF593CE-9F36-476E-8A74-3AC029C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 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且最高层不是 UboE？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0795C984-8ED7-4EE5-A20C-A00FCFF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831E143-1763-4DAD-A989-CCC5D86C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0BFDCD7-3AD7-4E3C-ADE8-69B78DD6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EBCBD21-54F1-44F2-BF74-8B9C53C9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878BD9E-DAB5-4E87-82B0-757D39A9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75B794F-7E88-41D5-A730-2CCED60F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20076CF-D028-403D-AB4F-F917A85D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EB475B9-A11D-45DA-BE66-E004806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CAF9BD1-00C5-4A80-AA5D-A9F001D9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A1D7177-DCB8-44B0-A904-43ACF006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7E45306C-052C-462A-989A-6C73BD0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EA66705-54F4-43CC-849F-034369D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E6651004-F013-4427-8213-E2ED93E5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1E6669E-7575-4BF5-A1BE-272F8B01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2FD2C27-F175-4A62-8373-7FD8A83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25D4BC59-C9A4-4F24-959F-955AB93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3C8AB101-0E44-4743-A9F6-DFB358AB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47D7F0D8-DA3C-4A42-AD81-47CBDC60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3257A9F-ECD6-4144-8B93-2CF649F3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5719A9F-E1E6-42B9-90B5-D80C0CF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3F8ABF6-0347-4E76-933A-04F0F858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6915FD3E-4922-46AA-9159-B5C8CBD0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7DCACB68-E1A2-4CF4-86E7-41A5EE1A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D93A6C1-379C-4679-97E6-D1328D9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20F1C51-F244-4901-A9FF-9496D03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250656D-EC9A-4152-B7CB-85AC66B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6E6260CF-F980-435C-BF2B-01F598B4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7C1D07B-DE5A-4CF4-BD66-297EDA53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60723878-94E5-4E8C-AE98-BF82792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3174CC75-58CD-44A7-9E1F-33CAF43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D3AF5A1-DDDE-4A71-B32D-596F2387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0F38BE9-10F4-4CBB-95FE-7B1318C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FE80D83-D200-4E8E-86B4-0B13720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64408CBF-4D14-4EF6-B28E-F048AE2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2MiB？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A771CFE-472F-4D72-A26E-34B92147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A51E788-8028-43BB-8F89-F945D57E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E002865-B034-421F-B7A4-793E9BE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7D2C1A4-A0C1-4C8B-9FF9-DB3281AD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49981D67-133C-45A5-BCDF-E83187E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730DE338-EE9C-4066-AA10-150EDA0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A2D5902F-80D6-4898-944A-8A5DFF8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71EADBA-A8DF-4174-A759-1063DAD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43E0759-F103-4861-9E28-5ED5EA0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41A3200-D266-468D-88B0-B059C5E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8A2D57E5-5FED-409D-BB9C-2303CB5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808E8BB-4118-40BD-8298-5F73DBC0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A412E2F-809D-4724-8BAA-48113471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406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A516F4E-446A-4687-B817-8784288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3078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BBF785AA-5D0F-4209-8254-B6D438C3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B0845378-831B-481C-8B87-DD81A3CC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4937988-32C2-4365-89B3-1FDBD04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556" y="428625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62B71A6-B9AF-4ED4-BA09-0662136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4228" y="502461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Broadcast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AicpuBroadcast</a:t>
            </a:r>
          </a:p>
        </p:txBody>
      </p:sp>
    </p:spTree>
    <p:extLst>
      <p:ext uri="{BB962C8B-B14F-4D97-AF65-F5344CB8AC3E}">
        <p14:creationId xmlns:p14="http://schemas.microsoft.com/office/powerpoint/2010/main" val="1626325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EDC9DCC5-0B90-4A88-90CB-B730D23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9B4C1-C95C-40E6-9B7E-92A86F77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71291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36B5D-558D-4222-A313-3467BAB3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5AE0-459C-4DDE-8DC5-0E5E914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030425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7FABF-B731-4556-BD5D-D5F75D2E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3C542-DB6C-4B18-9B48-FCD5423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424232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F681D-89E9-4557-98CE-F6B2C820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32B5A-158B-40EA-8E9A-CB8D3C8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6376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BD94A-CB9E-403C-A1FB-0CD5128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78780-CDC6-4F65-A84E-13D4A43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71291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95C73-EA9E-4C34-BC00-0512DA2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53BA5-4647-4C3F-B5C0-D579FCE8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030425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62EDC-9863-4D0D-B6D9-C8EDD44B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A8E96-01DA-4788-AB54-FA2F5F1E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424232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446B4-42D9-4AF6-96D8-4F42B92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E4ADA-9823-40DA-952A-2AAB83C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26376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9BA50-4790-4314-8E8A-78E42787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B3670-F54F-4ADE-AD20-7421C44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797505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A3B95-FF04-4530-A86A-6903478C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E5BF3-50FB-4B16-B49B-11F6F63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797505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B7DE2E-9CCE-473E-BE2E-9D2F9AD7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BD36F-030E-411A-8B30-98FE852A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7797505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B20573-4C94-44C0-8A2E-4E0079ED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F73AE2-A708-44A6-A645-E85BD2D0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797505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383C3-44E8-4B86-AFF9-FE1C599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98E402-DFDF-4FA9-873C-61AB54A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97505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35CB16-B1EF-40FA-8241-25E10DB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4AD840-A406-4EAC-952F-B7E317FB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797505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FE89A1-BD94-4175-AEF2-CBBADBD1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B49DDA-A425-453C-8E39-FB1655D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797505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F06CF-168B-4EC9-B8BC-35A3EEDC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FB0ADD-EBDE-4DF8-A7E9-C20A9A2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797505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90A8F1-1C18-4C0C-AC60-7F1B449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2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5D2DA2-ED60-4DFD-AEEF-25311E0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579" y="11553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2277674" y="11043630"/>
            <a:ext cx="932946" cy="5095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75CEEF-63E4-4497-B916-4693FEE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579" y="11553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A9A14A-CAB3-44FB-AFD3-2837AA3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51" y="1214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1197946" y="11553142"/>
            <a:ext cx="1079633" cy="5894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08E76C-2F12-4989-A483-65DB3B8B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51" y="1214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6C6F85-8480-4BFD-9825-BC4025BF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058" y="12660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10249153" y="12142570"/>
            <a:ext cx="948698" cy="517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5E549E-796A-460E-BB21-882CF7F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058" y="12660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C4F0C2-6633-4709-BDB9-2A29069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635" y="12749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0085730" y="12660336"/>
            <a:ext cx="163328" cy="892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3A8A6F-3A00-4893-9D85-013BDBE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333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F25F67-CE4E-496F-A537-3B8EDA89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903" y="15802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14397951" y="15323878"/>
            <a:ext cx="305435" cy="478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D3C327-ED55-4D16-B25A-778919FC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903" y="15802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2F9E23-E0CD-421F-B848-C750BC4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182" y="163525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 flipH="1">
            <a:off x="14047230" y="15802624"/>
            <a:ext cx="350721" cy="549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42AFFD-D403-44B7-B9BE-5CA8122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182" y="163525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314137-E814-4ACE-ADEB-2179762D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902" y="16847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9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13731950" y="16352657"/>
            <a:ext cx="315280" cy="4944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08DE8B-DE16-44D1-919B-A5B20A5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902" y="16847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92D0E7-3E26-4C5C-B707-99C75701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8350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2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 flipH="1">
            <a:off x="13608398" y="16847161"/>
            <a:ext cx="123552" cy="1935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3572E4-FDE7-4EC0-9D85-1B45F088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D7ABD8B-090E-4B6F-9ACA-499849C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5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5754611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7CC70C-5321-457F-8B7D-5F6871B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4DC11C-9C86-4057-B21F-BB502AE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8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5072120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F7A0E8-C3EB-49A4-96D1-2DAB5E3F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7E4BD4-292D-42B3-A355-01CB49F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1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4465927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BAE876A-6B34-47CB-921E-7758007D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04916EE-CB2A-4209-ADA4-29FE442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4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14305457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054458-33B9-4CF9-A56F-172988A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8C9C74-E005-411D-933E-9C61BFF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7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5754611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CF68F9-D78C-4A89-B2F4-696C1BB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E51F42-4228-41C8-83AA-0A05B36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5072120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ADEF09-1732-4199-B05E-535CFAC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5086D2-2C81-48E7-8414-74DD0A57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3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4465927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C607A9D-70D7-4AAC-A2E4-6058378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571AEB-740A-4B66-AD78-6E0D844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4305457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5DB134-6277-4873-B6F8-E96C08F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5DFD91-C3E6-4E65-B4C8-5182CA0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7839200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ABA2EB-D16D-4722-8320-F52FC403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B1719D-ED31-4178-B101-57828335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2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7839200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10CDF4-FD15-4633-8707-43784554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FA2C39-4635-4218-9349-1D4B9FE8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5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7839200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47557C4-E8A1-4284-B667-747FFDE9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36C730-FF6D-45D1-BA81-EB77AB7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7839200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88791C-44F7-4918-8D8E-E2F2933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87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59843EF-D19F-4EDC-82FB-DD4DE0A4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933196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4D4D749-2D93-4377-8B60-AF446E3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B3E9789-1A96-4046-80A1-58F1249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9923884" y="24379862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6EC113-C4E5-4625-A46F-AC77441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BDBFE4-0BA4-47CC-B0E5-0D29585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0606374" y="24951656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AA0237-21FD-47F4-AC1C-3C06D86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BC1E8F9-D80F-4BAC-90F7-D15294C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2943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1212568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9F9B8A-C6A5-4BBE-9B03-AF3CB97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E7C56AA-95E6-44B2-908E-A00A287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7839200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32F9AE-C29F-45DC-805B-300E0B9D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5D8AE07-6338-4D07-B075-BB08843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7839200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B29B76A-8C26-4B8D-BDC3-C459D94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3B36A5B-7E22-4A02-B90C-09D34DD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7839200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BCE9E6A-3FF5-45A7-BCF7-DF1B2BEC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9C592E-E5B9-4756-A19B-316B3BD7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7839200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8AA7671-24BA-468A-86AC-64E6589F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6302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839DC91-54E4-45D9-99B8-8C9BCF9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142" y="157984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6196350" y="15323878"/>
            <a:ext cx="263840" cy="4745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82B8B15-B6DE-4695-83FD-E8BAAAD2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142" y="157984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05833AF-3474-43C8-9ADA-8804853A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624" y="16342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16460190" y="15798497"/>
            <a:ext cx="302482" cy="5443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7942F82-027D-421B-A9C1-700F1DA9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624" y="16342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87C26DB-85C2-4E85-84A8-46023A7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571" y="16833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16762672" y="16342902"/>
            <a:ext cx="272947" cy="4906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08B85C6-6DC4-43FB-829C-E9E386A4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571" y="16833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7E7C0C9-90F5-4E10-9B84-FEAE03D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75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17035619" y="16833654"/>
            <a:ext cx="115184" cy="2070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67F09C9-8452-4D84-8241-4E30163A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C479A89-64A8-41C3-B9D9-D711D17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5501061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832EA82-E934-48B3-8DA0-5272C61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33F0936-069B-4770-AB1C-D5EA2C6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5501061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BFCDFE0-46D1-4127-9C5F-B65F6828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052135-EABD-4A00-A74A-8BCFF43F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5501061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4F5ED41-602E-4169-A688-58DAFD1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BE7DC0E-4FA4-499D-AED0-EDF0BBF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5501061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4324E28-B51A-4410-A78E-61AA391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668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01D84E3-552E-4B80-B119-A7B72A0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949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8423044" y="6763430"/>
            <a:ext cx="5886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39FEE62-83F6-49FD-A5EF-35C1921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949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A407C1C-80F8-4144-BA18-92DE5C9F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658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7743753" y="7259060"/>
            <a:ext cx="6791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BF31F97-DBE5-4B73-930B-224A1066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658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18AC2EC-9F4C-4BA9-96A1-89D6FFBB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0664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7140759" y="7830854"/>
            <a:ext cx="6028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5A5E585-AA76-45D3-A2AE-71F75E6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0664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6EE2AF9-B9EC-479E-BFEB-0A6EDBF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0686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6980781" y="8338490"/>
            <a:ext cx="15988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8FF9871-AD55-4A5F-9A82-20731119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CB27E95-9BBB-4A4B-BB3F-1CB2B190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25796306" y="11043630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C6DD585-5620-4759-9A4E-8AF250A7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0501484-E301-4292-9C7B-2194EE47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25113816" y="11539260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4283470-B216-4970-940B-909038E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AE5BE86-C0E4-488D-8AB9-E40F00F8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24507622" y="12111054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40370F1-AE72-4DB9-8C15-12DF6F2A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D0A8B0C-49E6-4E41-9306-39F17FB5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24347152" y="12618690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8F32F3B-A9DF-4D7D-B310-BF143F8D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327090B-1A36-4BA7-BE02-232B74E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181" idx="1"/>
            <a:endCxn xmlns:a="http://schemas.openxmlformats.org/drawingml/2006/main" id="182" idx="3"/>
          </p:cNvCxnSpPr>
          <p:nvPr/>
        </p:nvCxnSpPr>
        <p:spPr>
          <a:xfrm xmlns:a="http://schemas.openxmlformats.org/drawingml/2006/main" flipH="1">
            <a:off x="2579630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5244300-B8F1-4A14-85F6-10BB3B7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4586978-A8F5-484F-BA0C-CF5DA1E0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184" idx="1"/>
            <a:endCxn xmlns:a="http://schemas.openxmlformats.org/drawingml/2006/main" id="185" idx="3"/>
          </p:cNvCxnSpPr>
          <p:nvPr/>
        </p:nvCxnSpPr>
        <p:spPr>
          <a:xfrm xmlns:a="http://schemas.openxmlformats.org/drawingml/2006/main" flipH="1">
            <a:off x="25113816" y="15819461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A356EA1-E024-41EC-B163-7B773F1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856FB5C-5D6E-4FD9-8610-DAED8148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187" idx="1"/>
            <a:endCxn xmlns:a="http://schemas.openxmlformats.org/drawingml/2006/main" id="188" idx="3"/>
          </p:cNvCxnSpPr>
          <p:nvPr/>
        </p:nvCxnSpPr>
        <p:spPr>
          <a:xfrm xmlns:a="http://schemas.openxmlformats.org/drawingml/2006/main" flipH="1">
            <a:off x="24507622" y="163912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AE235D9-3FA5-4F30-8551-A1C01AF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E6D16A7-D569-4043-9B34-D936F79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190" idx="1"/>
            <a:endCxn xmlns:a="http://schemas.openxmlformats.org/drawingml/2006/main" id="191" idx="3"/>
          </p:cNvCxnSpPr>
          <p:nvPr/>
        </p:nvCxnSpPr>
        <p:spPr>
          <a:xfrm xmlns:a="http://schemas.openxmlformats.org/drawingml/2006/main" flipH="1">
            <a:off x="2434715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B3F4400-43AD-46F5-AC3B-6990A4B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EC4CAB-C914-4EF2-811D-3F5CBF48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27880896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A9A33C0-23D7-44C7-B598-A1B941F8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8BC6BE5-E667-4162-9B36-07FCE83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27880896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9D436E1-A5C3-4CCA-A9D6-3E9A70A1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BB12A88-31E7-4249-9540-E6BE20B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27880896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CA8EE95-E4E6-40CA-833B-A633791C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BE86D53-C513-470E-9329-612D171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27880896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1E159B0-AC7C-43A1-8919-3BDD1212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561D0C6-A634-459F-9891-DEC8305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205" idx="2"/>
            <a:endCxn xmlns:a="http://schemas.openxmlformats.org/drawingml/2006/main" id="206" idx="0"/>
          </p:cNvCxnSpPr>
          <p:nvPr/>
        </p:nvCxnSpPr>
        <p:spPr>
          <a:xfrm xmlns:a="http://schemas.openxmlformats.org/drawingml/2006/main">
            <a:off x="27880896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25EE190-A163-41EE-9C9C-362F0A2F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07A7705-5AF0-4A8E-A012-D1092E55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27880896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878B7F4-C47E-4158-8C04-573A8E01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15960DF-D0D1-4933-A507-0FAD757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27880896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02B7845-DDC1-47B1-848A-40D58C18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7849F48-F235-4128-898F-DAFCC2B1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27880896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7008B3E-441C-4540-85EA-BDED7BA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978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6D5AB4D-8F53-4809-928C-34CEB756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217" idx="1"/>
            <a:endCxn xmlns:a="http://schemas.openxmlformats.org/drawingml/2006/main" id="218" idx="3"/>
          </p:cNvCxnSpPr>
          <p:nvPr/>
        </p:nvCxnSpPr>
        <p:spPr>
          <a:xfrm xmlns:a="http://schemas.openxmlformats.org/drawingml/2006/main" flipH="1">
            <a:off x="30817154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BCB7C5D-A871-4AE6-95E1-BA82DE0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2093A75-D419-4EEA-A319-9267A1D7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220" idx="1"/>
            <a:endCxn xmlns:a="http://schemas.openxmlformats.org/drawingml/2006/main" id="221" idx="3"/>
          </p:cNvCxnSpPr>
          <p:nvPr/>
        </p:nvCxnSpPr>
        <p:spPr>
          <a:xfrm xmlns:a="http://schemas.openxmlformats.org/drawingml/2006/main" flipH="1">
            <a:off x="30134663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4AF15CF-C8C6-4711-9CBD-E52F362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9CAB8CC-025D-4812-BA75-8C5AB34D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223" idx="1"/>
            <a:endCxn xmlns:a="http://schemas.openxmlformats.org/drawingml/2006/main" id="224" idx="3"/>
          </p:cNvCxnSpPr>
          <p:nvPr/>
        </p:nvCxnSpPr>
        <p:spPr>
          <a:xfrm xmlns:a="http://schemas.openxmlformats.org/drawingml/2006/main" flipH="1">
            <a:off x="29528470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D09147D-CAFA-4DF2-A552-84A1DF22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942B30D-3C10-480B-877F-09094440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741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226" idx="1"/>
            <a:endCxn xmlns:a="http://schemas.openxmlformats.org/drawingml/2006/main" id="227" idx="3"/>
          </p:cNvCxnSpPr>
          <p:nvPr/>
        </p:nvCxnSpPr>
        <p:spPr>
          <a:xfrm xmlns:a="http://schemas.openxmlformats.org/drawingml/2006/main" flipH="1">
            <a:off x="29367507" y="211790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2567A06-3C37-4877-8A87-1F3B68E3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978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42159E1-BEA2-4A4E-B799-C6FCC73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229" idx="1"/>
            <a:endCxn xmlns:a="http://schemas.openxmlformats.org/drawingml/2006/main" id="230" idx="3"/>
          </p:cNvCxnSpPr>
          <p:nvPr/>
        </p:nvCxnSpPr>
        <p:spPr>
          <a:xfrm xmlns:a="http://schemas.openxmlformats.org/drawingml/2006/main" flipH="1">
            <a:off x="30817154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C35D658-E9E5-433A-B132-6343B13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A88953C-FDDA-474C-9C31-9422219F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232" idx="1"/>
            <a:endCxn xmlns:a="http://schemas.openxmlformats.org/drawingml/2006/main" id="233" idx="3"/>
          </p:cNvCxnSpPr>
          <p:nvPr/>
        </p:nvCxnSpPr>
        <p:spPr>
          <a:xfrm xmlns:a="http://schemas.openxmlformats.org/drawingml/2006/main" flipH="1">
            <a:off x="30134663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D13180C-3191-4C86-9AEC-A13FD744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5E56700-194D-42C6-8CE7-E03EC6F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235" idx="1"/>
            <a:endCxn xmlns:a="http://schemas.openxmlformats.org/drawingml/2006/main" id="236" idx="3"/>
          </p:cNvCxnSpPr>
          <p:nvPr/>
        </p:nvCxnSpPr>
        <p:spPr>
          <a:xfrm xmlns:a="http://schemas.openxmlformats.org/drawingml/2006/main" flipH="1">
            <a:off x="29528470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7D292C6-FF30-4EA9-BD12-3E192C28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B23768D-5F57-4E4C-A3A4-C221DF48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741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238" idx="1"/>
            <a:endCxn xmlns:a="http://schemas.openxmlformats.org/drawingml/2006/main" id="239" idx="3"/>
          </p:cNvCxnSpPr>
          <p:nvPr/>
        </p:nvCxnSpPr>
        <p:spPr>
          <a:xfrm xmlns:a="http://schemas.openxmlformats.org/drawingml/2006/main" flipH="1">
            <a:off x="29367507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894D51C-4934-4A42-93EE-60025B4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091CC97-77D6-4575-90E3-B5B18BC7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32901743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84069A9-644B-4AA8-AE1C-7E0FB1F3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CC2EA08-7442-4927-8F1B-8A0D303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32901743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670319A-118F-46DD-B95F-6798A0F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E22F3FC-A796-46CF-A099-C05DEDB3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32901743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A776A23-07B9-4C46-8930-3146616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FE88326-6740-4ECD-99FB-ACF034F5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32901743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E9529A8-A80D-4C6D-8BE1-575A43B1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8DBD2CB-08A5-4B17-99D4-3D9699A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32901743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E1FE3DE-E890-4E0B-A25F-EBA5234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8507C6C-48EC-4834-A4FD-FC91B81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32901743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97A07FD-3073-46D4-B0FB-450659D2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B9AEDF5-175F-4ECA-B911-020CCCD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32901743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CC64756-2163-4A3A-94CF-6F357B9D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5D13ACD-B854-4D3C-B636-AF8B6FD4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32901743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B44E346-9546-4CD0-BB3E-63AF174B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288BF82-284C-4D71-BA0A-2008530E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32901743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1FE4720-CC8D-4F02-98DC-E3F04702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E87BC2F-10B0-4E11-B26B-7143F05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32901743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449601F-2A7D-4D98-AA13-C52EB63F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357CC99-4033-491F-847B-B61C069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32901743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4E0B530-E200-4BA8-9151-3C73F3D5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2D4A74E-6F94-4A50-BC57-CD25347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32901743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7BC147F-3BA7-41CE-B5E7-21B386E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69FB61-C133-40D3-8234-A80C35AF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37922591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0BC90ED-FDAC-4BD1-AC09-086510EB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7893BD2-D123-433F-A87D-DC985B3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37922591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28AFCDB-5DAB-4A5C-88D2-9498410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BE33EF6-8E6D-4793-AB81-2BBE3FDB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283" idx="2"/>
            <a:endCxn xmlns:a="http://schemas.openxmlformats.org/drawingml/2006/main" id="284" idx="0"/>
          </p:cNvCxnSpPr>
          <p:nvPr/>
        </p:nvCxnSpPr>
        <p:spPr>
          <a:xfrm xmlns:a="http://schemas.openxmlformats.org/drawingml/2006/main">
            <a:off x="37922591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26E7ECA-1480-46B4-B5E1-DAF4E54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810C7B4-EF4D-45AD-84B0-33BC7D2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286" idx="2"/>
            <a:endCxn xmlns:a="http://schemas.openxmlformats.org/drawingml/2006/main" id="287" idx="0"/>
          </p:cNvCxnSpPr>
          <p:nvPr/>
        </p:nvCxnSpPr>
        <p:spPr>
          <a:xfrm xmlns:a="http://schemas.openxmlformats.org/drawingml/2006/main">
            <a:off x="37922591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9E29B38-CDA0-4F6A-8E92-A9BF7E6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526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7700636-5DE6-4810-9455-034F605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39415355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EB50260-4B1B-4890-8167-0214E82D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B6C9136-E3F2-4B8B-8E71-19B9034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40007274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1854E07-1033-4497-8E4F-47FA38E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C77F270-580E-4A3D-BD2D-75CE09A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40689765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B4A9E1C-3956-460B-93BF-843CA14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A192160-4F25-436E-9BCF-062A6B6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6826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41295958" y="211790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D0935A0-5F28-4743-B58D-06E8BC8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413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C7A4DD9C-2701-4DC8-8225-572C17B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34394508" y="15323831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4FDC70A-0EC6-4177-93E3-6CD1C4F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6E6B788-92DB-4ED7-BE78-CBAA3AEE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34986426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E09B64A-1949-4AC5-A92D-724DC94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012F8AB-14A2-46EF-8D9D-60957BA5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35668917" y="163912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7F10DD9-DB24-401A-9599-6A102349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FCB56A1-29A3-4F05-B1F9-3A5435C9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5978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310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36275111" y="16898891"/>
            <a:ext cx="160867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90128B6-3AC2-43B8-9AEA-4DAAB49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1EB0E26-12A9-42B0-A72D-E8ECB39B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313" idx="3"/>
            <a:endCxn xmlns:a="http://schemas.openxmlformats.org/drawingml/2006/main" id="314" idx="1"/>
          </p:cNvCxnSpPr>
          <p:nvPr/>
        </p:nvCxnSpPr>
        <p:spPr>
          <a:xfrm xmlns:a="http://schemas.openxmlformats.org/drawingml/2006/main">
            <a:off x="29373660" y="11043630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294974-F9AB-4218-B048-55F7B0B3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6ADD31F-21FA-4AA0-9B68-21E5E79B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316" idx="3"/>
            <a:endCxn xmlns:a="http://schemas.openxmlformats.org/drawingml/2006/main" id="317" idx="1"/>
          </p:cNvCxnSpPr>
          <p:nvPr/>
        </p:nvCxnSpPr>
        <p:spPr>
          <a:xfrm xmlns:a="http://schemas.openxmlformats.org/drawingml/2006/main">
            <a:off x="29965579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A1E0A83-DC0B-4E9F-8639-E89A723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118D0C8-609E-453A-8CD2-4D1DE54A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319" idx="3"/>
            <a:endCxn xmlns:a="http://schemas.openxmlformats.org/drawingml/2006/main" id="320" idx="1"/>
          </p:cNvCxnSpPr>
          <p:nvPr/>
        </p:nvCxnSpPr>
        <p:spPr>
          <a:xfrm xmlns:a="http://schemas.openxmlformats.org/drawingml/2006/main">
            <a:off x="30648070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9E5B23A-E964-42A3-8D10-66A1BCB4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D580F80-2DE6-457D-BC63-FE413CA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322" idx="3"/>
            <a:endCxn xmlns:a="http://schemas.openxmlformats.org/drawingml/2006/main" id="323" idx="1"/>
          </p:cNvCxnSpPr>
          <p:nvPr/>
        </p:nvCxnSpPr>
        <p:spPr>
          <a:xfrm xmlns:a="http://schemas.openxmlformats.org/drawingml/2006/main">
            <a:off x="31254263" y="12618690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CC18CA72-D387-4651-952C-8123FC1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770" y="1072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79B1BF5-46DF-4AB8-B186-22B0166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4903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325" idx="3"/>
            <a:endCxn xmlns:a="http://schemas.openxmlformats.org/drawingml/2006/main" id="326" idx="1"/>
          </p:cNvCxnSpPr>
          <p:nvPr/>
        </p:nvCxnSpPr>
        <p:spPr>
          <a:xfrm xmlns:a="http://schemas.openxmlformats.org/drawingml/2006/main">
            <a:off x="30232865" y="10722090"/>
            <a:ext cx="1942038" cy="76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F0AB42B-EC60-4EF1-BE78-E602E7ED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4903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0312589-A9AD-4FEA-85E5-544CD0AF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4032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328" idx="3"/>
            <a:endCxn xmlns:a="http://schemas.openxmlformats.org/drawingml/2006/main" id="329" idx="1"/>
          </p:cNvCxnSpPr>
          <p:nvPr/>
        </p:nvCxnSpPr>
        <p:spPr>
          <a:xfrm xmlns:a="http://schemas.openxmlformats.org/drawingml/2006/main">
            <a:off x="32174998" y="11488609"/>
            <a:ext cx="2529034" cy="998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79F128A-4425-468F-BEFD-C0E85F9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4032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5D950542-C179-40E4-B2DA-A0064234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644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34704127" y="12486997"/>
            <a:ext cx="690517" cy="2828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97CDD60-067C-4040-B253-93BB5FD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644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37BED9A-839D-4B14-9A54-290E4644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636" y="128433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35394739" y="12769893"/>
            <a:ext cx="174897" cy="735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F3FD003-84AD-44A9-BF7C-E913B2A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2638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CD128A3-237C-4735-910D-0DCCB6A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101" y="72706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22692733" y="6763430"/>
            <a:ext cx="890368" cy="507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475A43FC-BF02-4329-95B8-22846EB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101" y="72706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D129525C-EA03-4976-A51F-83AF3C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3113" y="78574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23583196" y="7270691"/>
            <a:ext cx="1029917" cy="5868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F95F01B-E0E5-4216-A437-BCA8A3B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3113" y="78574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B3E450A-4D70-46A9-A5F8-EAD0DD7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9819" y="8373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343" idx="3"/>
            <a:endCxn xmlns:a="http://schemas.openxmlformats.org/drawingml/2006/main" id="344" idx="1"/>
          </p:cNvCxnSpPr>
          <p:nvPr/>
        </p:nvCxnSpPr>
        <p:spPr>
          <a:xfrm xmlns:a="http://schemas.openxmlformats.org/drawingml/2006/main">
            <a:off x="24613208" y="7857492"/>
            <a:ext cx="906611" cy="516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FC9711E-8199-47D6-9001-CA1BC43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9819" y="8373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198688C-E7E9-46EE-98CC-A2161D5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7919" y="8469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346" idx="3"/>
            <a:endCxn xmlns:a="http://schemas.openxmlformats.org/drawingml/2006/main" id="347" idx="1"/>
          </p:cNvCxnSpPr>
          <p:nvPr/>
        </p:nvCxnSpPr>
        <p:spPr>
          <a:xfrm xmlns:a="http://schemas.openxmlformats.org/drawingml/2006/main">
            <a:off x="25519914" y="8373758"/>
            <a:ext cx="168005" cy="95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CB45624-F607-412E-B105-1B94C74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2978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A049B0B-B32D-40D7-9CE4-8A979A7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20497296" y="2978906"/>
            <a:ext cx="0" cy="299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A49BF6B-4AFF-4244-9036-5A116D94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180AD887-8746-4707-B3F6-60C5B9E9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20497296" y="3278310"/>
            <a:ext cx="0" cy="32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3161E76-FEDD-4C16-8A69-711B3804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AED7D486-EE3C-49DF-B8B0-6C5E3150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20497296" y="3601351"/>
            <a:ext cx="0" cy="310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AB0FC8C-2A2E-4D59-AD3F-64F1B2C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5231007-9E79-4E75-806A-DC81B1E3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4192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20497296" y="3911636"/>
            <a:ext cx="0" cy="2805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742AE6F-F1D4-46BD-A23C-17A7585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A47C1DD-CDEE-44B7-9E07-746EE386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4CF3BC57-C67A-41BD-8FD8-B8AE295E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EB50039-A25E-43D6-B1E1-C68A1AD2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7D0FE96-6510-4D80-8716-6383F72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643B662-B6AC-48AE-B520-914FF7BE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034F24E-38DE-4BFC-9DF3-77A5E9B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BE3D40D-E991-4605-8C35-FB69A20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18A1E81-EA4E-4D95-9F41-9A4CBEDA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568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6ADED0E-07D0-41C9-BE23-F5B7326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568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D8C92FA3-DF72-4246-AEB2-26E3B74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47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B4BE3612-1790-418D-829C-194640F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47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4166D23-BDE8-428B-B78F-0C86101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E45A343-9BC4-4636-8EB3-A479BAF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F5A5111A-A27A-4C7C-8330-84F58387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C5B6F44B-D9AD-47AC-AF07-29C2244F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88252C4-2555-48FF-AD21-33DA981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21BD84C9-A930-4E8A-8FBC-78CA2C8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72AE8EB-E72C-4238-9247-1DE2549D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CF801D3-D228-4BC3-A8A6-06D2676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F7604C2E-84C6-4191-B994-EAD2D5B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88EE11E-ED69-4360-898E-C64005FB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8D563CA-4BAE-487C-A13F-C7E6232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22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6DDB07ED-6372-42FD-A319-DCEFF45F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22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9307EBF-959C-4376-B1A8-2E23164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117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465829F-35F0-4D51-B804-1C0807EF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117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E6CD9F5-73E2-47DB-923B-BA6B534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1270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E3573B7-30CF-4632-AC6F-5B3A29B6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1270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4E38A0B-AADD-42C7-B642-17F03EA7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703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E86DE21-A5D0-481F-A7E9-2F0DD331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703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646BB2EF-E5DD-4F12-B03F-EBF189B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A74D99E-D4C2-4A4B-B459-5BCA0CA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7F3A33CD-540E-4F24-9E1B-C6E15AF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435DC1A-1D7C-4C87-B44C-C183CA0D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A7ADC29-7D4E-425C-AF43-0351058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085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7ABF778-7DEF-4CCB-BCBC-7E55500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085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CA4EE5B-3185-4F99-A2E3-9A893C0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ADF18CA-2636-4ADD-B435-33D7F70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4B57ABD-EE84-48B6-AB74-D03A3CAA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50E1581-E32D-448B-A066-0F13D89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11AFFD8-7726-49BF-9055-7824BF0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488D4FB-3158-40AD-887C-6AA6B60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078FCED-2AAB-48C3-924B-9065CC17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53C90AC-D61F-487C-BDB6-BF6A434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0FF29B9D-6570-4635-85EA-AB105D4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924F3B0-1223-486E-8784-90BE7E0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F9ECFB1-1644-4F1D-94EC-A545F7E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A5494264-43B1-4E3F-93B7-FF38AE4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6ADD108-0252-4543-B8B4-83E3768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DB9C032-63CB-4C7B-941D-5590B25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9BE8312-0A40-4153-A2BC-1BDA491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059CA1B-4C29-4508-A543-96C27E6C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7526002-3E66-4A99-B603-72A0F432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3555" y="11625289"/>
            <a:ext cx="1983727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B71EBA9-A679-418E-BF55-113A0C43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3555" y="11625289"/>
            <a:ext cx="1983727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E1D4691-E46B-4931-A673-7986B400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982" y="11625289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196B1CD-ECB5-41DA-9D89-8A0E8C70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982" y="11625289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05D2D6A-E1F4-404D-B017-0499FCB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4183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01BE0AA-640E-413A-BE29-A584CEC7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4183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3AFFF29-C748-49F1-94CE-7B0921B9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9264" y="4206067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33B5BB9-A993-4118-947C-28B4AA0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6936" y="4279903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6A24EFFB-1DDB-4E53-A323-8FBA5C8D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028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3C76DCC-05D0-42A8-ACB9-DD110AD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700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7F45739-5E4D-4427-8712-F545210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A9A8BBA-07C5-4DA8-B55B-F4C239A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或第0层本地实例仅1 rank？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798622A8-093B-4E11-9920-6DA5511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F98A8B71-6E51-46B0-983D-E51FFB0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E0992DD9-78A2-4A87-ACB4-318A514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CD0B03E0-4EAE-4E5E-88CA-AFC1DD1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 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且最高层不是 UboE？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C0BED86-1464-457A-A245-DA0D7A8D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5969573-9091-438E-B968-0AD1D15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2F479BAA-2D4E-4CD5-9D8C-C312DD1C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8C21E45-58BA-4C30-B4BF-3268CBA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2D20882-07FB-46DD-BCCF-1AD0392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02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CD628FF-7DBE-4888-AF86-B572C62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70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326C3FF-0332-4BBB-A67D-68CB7271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949B8D22-C2F4-40B6-88A8-7FAB1D6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2C465C1-B7C7-44EF-B728-1B94F65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98537A-5F02-4260-B526-0D370A45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C7C5B6D-AB8D-4936-B190-7BE42BEA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121A108-CEA5-481C-A4A6-3FCC429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75BA883-3ADA-44DC-B8C8-1D51DAE9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637BA40-18B3-4792-9F0C-28B9CA21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013E4E7-7F38-4E9D-9E42-2D22D3B2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5BDF1FB5-21B9-43E7-96A8-0607DF4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B8FEE3B3-52C0-4EB2-BC9E-B4896056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A03BB62-8E8C-4AD5-A2F8-090A68B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D66E542-8FB6-4CC5-88C8-62AFC4C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975740A-A477-4114-8A27-93217A4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2127CDD-992C-4687-9C11-215B413B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1F82696-2840-4395-AED1-034EBBE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8D423126-D88C-4A7B-9261-55FC4E94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0825F8E-5E32-4FB0-99C5-C58505C8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7F86D02-3E43-4FBC-9B31-B8C9858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2C5EAC7-4496-4732-BE4A-89C0FA2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A338283-9C2D-4884-ADF7-58978F9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0671DA7-7021-4DA1-90C7-59B0EF5C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62FF2BD-8C1A-40BD-90F6-0779330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B8F38A4-46ED-4EEB-8DCC-2C57BAA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751D98C7-0A00-42B3-BC9E-E3A7BC3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D342D9FA-4C56-4059-8CF5-F4F01265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7E00CFD-AD6E-41A7-88CB-81FA14B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21AF0D40-41F0-4AC4-A8FD-922ECF7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DA8EF40-7702-4B25-A82A-8762B3F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0D325A8-40BC-4D29-96F7-4ACF0A1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77823AF-F896-4BC6-A152-173F502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04508274-7C0E-45AA-A68C-E6EF1081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 &lt; 8MiB？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76A364A-267B-47EA-8F84-9784905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B299746-B23D-4B97-8836-B3EBCAFC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F07C795-73F4-4A42-B788-D5ACBDF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EB1D9033-A569-4962-9223-0A2AEF1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257E74F-991F-4A1C-913A-B6CADB5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BF2CE27C-D7BE-4097-AA70-09384799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474ADE7-9585-4FF6-A21B-AB2BC87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EDE059C-1239-4D8D-ABF8-CF2F4427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23E757B-ACF7-4167-9CFB-9B2CEA6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406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F4128AB-17D5-4BB9-B653-94ABB92C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3078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CE4C614A-5BE5-4507-ADE9-3EA49AA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BFD20B9F-8D99-4E81-8C42-4AC4789F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7F6C0EC-D836-4E20-8589-18419DC7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9264" y="428625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35F81854-DF5E-4C30-9DE4-4E7C24D6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6936" y="502461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Scatter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AicpuScatter</a:t>
            </a:r>
          </a:p>
        </p:txBody>
      </p:sp>
    </p:spTree>
    <p:extLst>
      <p:ext uri="{BB962C8B-B14F-4D97-AF65-F5344CB8AC3E}">
        <p14:creationId xmlns:p14="http://schemas.microsoft.com/office/powerpoint/2010/main" val="938714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BD426384-4E86-4496-8422-47D7B235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与 AllToAllV · 两条独立决策路径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928B2-884C-4104-8886-CB63A54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AllToAll 比较计数与总字节量；AllToAllV 不做这些大小分档。下面黄色叶子分别补 AicpuAllToAll / AicpuAllToAllV 前缀。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B6677-2C0D-40C3-849D-502FEAB0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77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9C33-23A9-426A-89C5-52E73863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78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892626" y="11891529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D7966-2EE2-467F-941C-62AF88C8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78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D1533-92BB-44B3-89D9-21C9970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066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605114" y="12181890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84C16-535D-4266-8B8D-CE801A5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066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FA78B-DDE0-4A7B-8794-319B544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346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346394" y="12515485"/>
            <a:ext cx="258720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DD0F3-2877-4C8D-A5D2-074666BD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346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1AD1-D942-457B-B572-32BA8E8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956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245004" y="12815403"/>
            <a:ext cx="101390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8B386-65C3-4971-86DD-A205F09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53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A9622-6A7C-4784-9704-171B3B4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814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457900" y="11891529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B0EF8-1F5F-4D7E-A147-FCC7BC85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814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9D442-6E7C-44EB-BFE1-D9486423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710862" y="12181890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C2B8C-04FB-4F48-96F9-D5F7E52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32E91-6D7F-48A0-9C3A-C17E02C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87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01253" y="12515485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C6036-4B79-435B-B321-9A43701A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87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D9091-D3FC-416E-AECA-08455B2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606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262235" y="12815403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63ABE-1AB9-42B0-8A6F-49491A9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584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845CC-6B68-4ADC-AB43-81E3361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181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381276" y="9295535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7B47B-DC9E-4A30-AEEE-D9E06EF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181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D0D2F-DE34-418A-B4B3-1791408A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159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6777254" y="9597500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24559-F277-46E8-B37B-BAB5EF58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159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2931A-C8A4-4DB0-BB40-CB74BD78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621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33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6241716" y="9945887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F3A3EC-0DE9-4167-9636-3F31F460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621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DB1EC-2F77-4891-A084-6B35D929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120" y="10332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6107215" y="10254679"/>
            <a:ext cx="134406" cy="775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BB0441-CE6F-4F4C-8661-5FDE6060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AF5D9-2396-424E-9BF2-B644C49B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9219208" y="9295582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FEB270-8326-410B-84EA-129E281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10AA57-61BA-4D84-BF83-6C9D713C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9219208" y="9570696"/>
            <a:ext cx="0" cy="31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63ABB2-F9D2-4DC9-9EF3-ECAC88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45249B-FF80-4E5A-8EE8-0D52C7E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9219208" y="9884266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9A3135-E2E9-43AA-BF92-66EFF3E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29E687-B3BF-48B5-9441-8372AB9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336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219208" y="10171213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84E7B9-FD54-4B36-9135-72E1B375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6264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A15546-DE95-4FF3-9490-7DF68E7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61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51" idx="1"/>
            <a:endCxn xmlns:a="http://schemas.openxmlformats.org/drawingml/2006/main" id="52" idx="3"/>
          </p:cNvCxnSpPr>
          <p:nvPr/>
        </p:nvCxnSpPr>
        <p:spPr>
          <a:xfrm xmlns:a="http://schemas.openxmlformats.org/drawingml/2006/main" flipH="1">
            <a:off x="11802956" y="6699587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D603E0-BFDF-4820-AA7A-75D44C0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61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E5C2A-D8C1-415B-87A7-FEC78AE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839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54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11198934" y="7001552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FA2230-5D4A-4A61-8FFE-7085A03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839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AD290A-30A4-4671-A71A-607E8941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301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10663396" y="7349939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C8E9FC-0FBB-44E0-A098-532CE9D5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301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F72F05-7731-411F-BF80-081688B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800" y="77362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60" idx="1"/>
            <a:endCxn xmlns:a="http://schemas.openxmlformats.org/drawingml/2006/main" id="61" idx="3"/>
          </p:cNvCxnSpPr>
          <p:nvPr/>
        </p:nvCxnSpPr>
        <p:spPr>
          <a:xfrm xmlns:a="http://schemas.openxmlformats.org/drawingml/2006/main" flipH="1">
            <a:off x="10528895" y="7658731"/>
            <a:ext cx="134406" cy="77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96D3E6-8AD7-4015-A9CA-237C6B7B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F099C3-D42E-4398-AF4F-2BA0181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3640888" y="9295582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6AFC71-9004-4491-A370-04D589D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1EBC13-B368-422B-A372-441C5EC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3640888" y="9570696"/>
            <a:ext cx="0" cy="31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D742A2-C417-43A4-9B4F-6B3B7724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4338C7-E7F4-44F4-8A07-6CFF5F4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3640888" y="9884266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0CB70A-9F24-4EE6-B0F7-E140A700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F6A7D0-D01C-4BA4-8AD9-AA447A82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336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3640888" y="10171213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E8E41D-E5E9-465F-A4A5-64BC9244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357" y="22275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AD3F9A-D209-4EAC-9476-80608E2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658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 flipH="1">
            <a:off x="7347705" y="22275320"/>
            <a:ext cx="250699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0F0F6C-0C3B-4256-8EAD-405D49F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658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9D4BF6-EACB-4929-8BA1-C2417554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46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7060194" y="22565680"/>
            <a:ext cx="287512" cy="3335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45B3ED-073F-4BDF-9486-1EE3149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46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02C9C0-0BB5-4DBD-B3E5-0028471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2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 flipH="1">
            <a:off x="6801474" y="22899276"/>
            <a:ext cx="258719" cy="2998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178771-DB31-4BCB-8DC2-46354BE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2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F26B2A-636C-4B84-A331-112EC6D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36" y="23316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6700084" y="23199193"/>
            <a:ext cx="101391" cy="1172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F4472E-8468-4EB0-8A01-82F73A1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933" y="22275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4CB5165-BE07-4120-82E0-3314465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94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8912981" y="22275320"/>
            <a:ext cx="252961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7219437-262B-40E7-94DA-E7E352FC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94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420F3F-293B-43A1-9AA3-9232C335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5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9165942" y="22565680"/>
            <a:ext cx="290391" cy="3335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45A6B3-3BB6-4128-B082-27879D1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5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F699FB-91DF-48EC-BB72-DAFB13F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26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9456333" y="22899276"/>
            <a:ext cx="260982" cy="2998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19418B-1179-4083-A3A3-B0DAB63E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26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B5A48D-FF6C-498C-92C8-2C99EC2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86" y="23316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9717315" y="23199193"/>
            <a:ext cx="102419" cy="1172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D03AD1E-97A8-41F9-8839-8938503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914" y="196792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E10CA4-2043-4615-964D-39C8243D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15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99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 flipH="1">
            <a:off x="9548263" y="19679372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0BDD72-AFA8-4705-A6BC-96E3156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15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046FA44-3616-49FF-AF5A-5E4984C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703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102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9260751" y="19969733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EEBD658-4578-48C4-BD25-A34AAF8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703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BBA62AA-A069-4161-9898-AB713786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8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 flipH="1">
            <a:off x="9002032" y="20303328"/>
            <a:ext cx="258719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BA5C8F-08ED-4791-A1F4-D6680F9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8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064A29-0C11-4855-96E2-4992C8CB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593" y="20720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 flipH="1">
            <a:off x="8900641" y="20603246"/>
            <a:ext cx="101391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B3A4AB8-C222-4CF4-AF12-69B7770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490" y="196792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068324C-2F78-4D8E-AFF3-66E7007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451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11113538" y="19679372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FAD870-F8E5-4D73-B306-FA81C47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451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E4F414F-DD3A-4BFD-B2AB-BAB45195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6842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114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11366499" y="19969733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782860-68C3-431E-B705-EAB96233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6842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418484-864D-467D-A9D2-67401C62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2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1656890" y="20303328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23AC97-7888-4CD6-9F6C-C4B4620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2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25F642-74F6-4748-AED4-CE62715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243" y="20720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1917872" y="20603246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14103F5-2BEA-48C5-BCA8-F4CACAD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9471" y="17083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3B0CA4-BD3B-435D-BC75-5C03666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772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11748820" y="17083425"/>
            <a:ext cx="250699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F9CDE26-5F83-416B-8D27-5D955BB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772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4AAC014-D9C7-456B-8F41-2E5AC85B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260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 flipH="1">
            <a:off x="11461308" y="17373785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24C94A8-0203-4B30-A840-BBA72AF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260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1C791B4-7808-4CC1-8A15-339026F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4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129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 flipH="1">
            <a:off x="11202589" y="17707380"/>
            <a:ext cx="258719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DAC281-2252-45BB-A62A-522C0943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4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46E8F4E-78B1-443B-9C05-3D1C4C07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150" y="18124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 flipH="1">
            <a:off x="11101198" y="18007298"/>
            <a:ext cx="101391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3BB5374-BAA8-4211-80B9-1A46AD7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047" y="17083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F2390F0-9C28-49B7-A9E8-03CE0A50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008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135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13314095" y="17083425"/>
            <a:ext cx="252961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6B8BF70-BC14-4A46-97A4-0C48BC1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008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499D22C-4CC2-4BBD-837A-EEDE6D9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399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13567056" y="17373785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E31423F-6896-49B5-9E29-4046C179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399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DB209E5-D7AB-4631-8E1C-C97D9B5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38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3857447" y="17707380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1B56DBC-AF62-445D-A379-9E10B701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38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793B2B-9B5D-4734-B9A1-B926E2B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00" y="18124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4118429" y="18007298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5F42AB5-94EA-4A8C-9BE9-ACBD9DD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512" y="14487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7A2049A-656F-4412-B26A-D6DBD3BA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708" y="1478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147" idx="1"/>
            <a:endCxn xmlns:a="http://schemas.openxmlformats.org/drawingml/2006/main" id="148" idx="3"/>
          </p:cNvCxnSpPr>
          <p:nvPr/>
        </p:nvCxnSpPr>
        <p:spPr>
          <a:xfrm xmlns:a="http://schemas.openxmlformats.org/drawingml/2006/main" flipH="1">
            <a:off x="14522803" y="14487430"/>
            <a:ext cx="370709" cy="29673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69C0A07-1162-45EA-A0AD-CFF1B288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708" y="1478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FCADA0A-2961-4F42-A3D9-0EE0604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553" y="15125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150" idx="1"/>
            <a:endCxn xmlns:a="http://schemas.openxmlformats.org/drawingml/2006/main" id="151" idx="3"/>
          </p:cNvCxnSpPr>
          <p:nvPr/>
        </p:nvCxnSpPr>
        <p:spPr>
          <a:xfrm xmlns:a="http://schemas.openxmlformats.org/drawingml/2006/main" flipH="1">
            <a:off x="14095648" y="14784162"/>
            <a:ext cx="427060" cy="3417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B76EBC2-2EDF-4EC9-80BA-A6013E40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553" y="15125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B637446-78C0-4B6B-A61D-DE568B8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466" y="1543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153" idx="1"/>
            <a:endCxn xmlns:a="http://schemas.openxmlformats.org/drawingml/2006/main" id="154" idx="3"/>
          </p:cNvCxnSpPr>
          <p:nvPr/>
        </p:nvCxnSpPr>
        <p:spPr>
          <a:xfrm xmlns:a="http://schemas.openxmlformats.org/drawingml/2006/main" flipH="1">
            <a:off x="13714561" y="15125949"/>
            <a:ext cx="380992" cy="3049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F33CFBC-88D8-40E1-BD93-C6C61CA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466" y="1543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7B53D1F-8DA0-4A5E-996A-51CA76ED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7857" y="155241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156" idx="1"/>
            <a:endCxn xmlns:a="http://schemas.openxmlformats.org/drawingml/2006/main" id="157" idx="3"/>
          </p:cNvCxnSpPr>
          <p:nvPr/>
        </p:nvCxnSpPr>
        <p:spPr>
          <a:xfrm xmlns:a="http://schemas.openxmlformats.org/drawingml/2006/main" flipH="1">
            <a:off x="13597952" y="15430873"/>
            <a:ext cx="116514" cy="932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9F4ADAC-97BA-4EC4-BF66-472184B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8294" y="14487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90576F5-1648-46B3-8334-AFB6ACA9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823" y="14767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159" idx="2"/>
            <a:endCxn xmlns:a="http://schemas.openxmlformats.org/drawingml/2006/main" id="160" idx="0"/>
          </p:cNvCxnSpPr>
          <p:nvPr/>
        </p:nvCxnSpPr>
        <p:spPr>
          <a:xfrm xmlns:a="http://schemas.openxmlformats.org/drawingml/2006/main">
            <a:off x="16208342" y="14487477"/>
            <a:ext cx="135529" cy="28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799903F-CD34-4176-AA31-C37160A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823" y="14767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56E6D54-8D42-49EE-86C1-D501B40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85" y="15087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162" idx="2"/>
            <a:endCxn xmlns:a="http://schemas.openxmlformats.org/drawingml/2006/main" id="163" idx="0"/>
          </p:cNvCxnSpPr>
          <p:nvPr/>
        </p:nvCxnSpPr>
        <p:spPr>
          <a:xfrm xmlns:a="http://schemas.openxmlformats.org/drawingml/2006/main">
            <a:off x="16343871" y="14767597"/>
            <a:ext cx="154862" cy="32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9EF8463-6C9A-4319-B9EE-071888A9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85" y="15087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98414F6-F8AC-4BA3-8F26-7D5E7B3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767" y="153791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165" idx="2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16498733" y="15087767"/>
            <a:ext cx="141082" cy="2914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58B24E4-CFC5-4848-B20A-0511675C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767" y="153791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57C8023-A6D7-4012-9833-C68FDD8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1954" y="15528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16639815" y="15379265"/>
            <a:ext cx="72187" cy="1494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23825F7-6505-44E2-94D1-4F3FAE5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47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4E4F8E5-C4EE-4D3F-9888-FC38D83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186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171" idx="2"/>
            <a:endCxn xmlns:a="http://schemas.openxmlformats.org/drawingml/2006/main" id="172" idx="0"/>
          </p:cNvCxnSpPr>
          <p:nvPr/>
        </p:nvCxnSpPr>
        <p:spPr>
          <a:xfrm xmlns:a="http://schemas.openxmlformats.org/drawingml/2006/main" flipH="1">
            <a:off x="17149234" y="11891529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E862081-4AAD-4073-873F-03DDDE6E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186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674EBA2-FF30-49E7-A530-0F0A2D98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79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174" idx="2"/>
            <a:endCxn xmlns:a="http://schemas.openxmlformats.org/drawingml/2006/main" id="175" idx="0"/>
          </p:cNvCxnSpPr>
          <p:nvPr/>
        </p:nvCxnSpPr>
        <p:spPr>
          <a:xfrm xmlns:a="http://schemas.openxmlformats.org/drawingml/2006/main" flipH="1">
            <a:off x="16858843" y="12181890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9F51DB1-4233-4E5B-BD95-1B363553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79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6FAAFA5-E4FF-4DFA-B6D6-3EEFEAD2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813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177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 flipH="1">
            <a:off x="16597861" y="12515485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E58D4BE-8038-45BC-A1E1-E849112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813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CD80BFD-5AA9-4BB1-B672-A7DB96E6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394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180" idx="2"/>
            <a:endCxn xmlns:a="http://schemas.openxmlformats.org/drawingml/2006/main" id="181" idx="0"/>
          </p:cNvCxnSpPr>
          <p:nvPr/>
        </p:nvCxnSpPr>
        <p:spPr>
          <a:xfrm xmlns:a="http://schemas.openxmlformats.org/drawingml/2006/main" flipH="1">
            <a:off x="16495442" y="12815403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841886B-0797-49A5-8916-0BC0DD9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723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5399685-D057-4E1B-BBA4-4A134E69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422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18716771" y="11891529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327F56D-D0C8-445B-9EF7-94EB923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422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867117B-0D4E-4EF2-895B-43AE2BB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934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186" idx="2"/>
            <a:endCxn xmlns:a="http://schemas.openxmlformats.org/drawingml/2006/main" id="187" idx="0"/>
          </p:cNvCxnSpPr>
          <p:nvPr/>
        </p:nvCxnSpPr>
        <p:spPr>
          <a:xfrm xmlns:a="http://schemas.openxmlformats.org/drawingml/2006/main">
            <a:off x="18967470" y="12181890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B0BB619-E90E-40F7-A648-7F48BA3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934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D04C296-2DC6-4145-A748-779397A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654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19254982" y="12515485"/>
            <a:ext cx="258720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207D215-136F-4E0C-89AB-F954F4DF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654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21A7E28-AB5C-4FFE-AB37-0D84A453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044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19513702" y="12815403"/>
            <a:ext cx="101390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23D7B4B-84E0-4D39-A95A-C62761B8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416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9D99D44-D497-485D-A67A-68F9B4E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195" idx="3"/>
            <a:endCxn xmlns:a="http://schemas.openxmlformats.org/drawingml/2006/main" id="196" idx="1"/>
          </p:cNvCxnSpPr>
          <p:nvPr/>
        </p:nvCxnSpPr>
        <p:spPr>
          <a:xfrm xmlns:a="http://schemas.openxmlformats.org/drawingml/2006/main">
            <a:off x="14955511" y="9295535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62D608E-19CE-4F5D-9061-B88F0B2C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8E99661-B1C6-40F3-9DCA-DC620A87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15478914" y="9597500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AB7F755-F5C4-4997-B58D-9CFE5A6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C1C92ED-19F2-4F32-B6DC-E7A6F949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201" idx="3"/>
            <a:endCxn xmlns:a="http://schemas.openxmlformats.org/drawingml/2006/main" id="202" idx="1"/>
          </p:cNvCxnSpPr>
          <p:nvPr/>
        </p:nvCxnSpPr>
        <p:spPr>
          <a:xfrm xmlns:a="http://schemas.openxmlformats.org/drawingml/2006/main">
            <a:off x="16082936" y="9945887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B66457E-D7A7-4C26-B351-70DC1E45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B1C18D0-0A86-4934-82F1-EE3F31D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80" y="10332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204" idx="3"/>
            <a:endCxn xmlns:a="http://schemas.openxmlformats.org/drawingml/2006/main" id="205" idx="1"/>
          </p:cNvCxnSpPr>
          <p:nvPr/>
        </p:nvCxnSpPr>
        <p:spPr>
          <a:xfrm xmlns:a="http://schemas.openxmlformats.org/drawingml/2006/main">
            <a:off x="16618474" y="10254679"/>
            <a:ext cx="134406" cy="775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CF49CAB-CDB4-4A50-AF1F-7C66E4DD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BE1D16F-021E-4976-9B13-A9F92D7D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974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207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13640888" y="6699634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BFF8626-0EEB-4FBE-8109-75CD5FEC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974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F7A6C76-2472-418F-A093-DAEF54EC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288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210" idx="2"/>
            <a:endCxn xmlns:a="http://schemas.openxmlformats.org/drawingml/2006/main" id="211" idx="0"/>
          </p:cNvCxnSpPr>
          <p:nvPr/>
        </p:nvCxnSpPr>
        <p:spPr>
          <a:xfrm xmlns:a="http://schemas.openxmlformats.org/drawingml/2006/main">
            <a:off x="13640888" y="6974748"/>
            <a:ext cx="0" cy="3134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0159C0F-4076-4DB7-AD5B-0FCD483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288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AA926D1-13A2-451C-BC33-934907C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5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13640888" y="7288319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519FF41-1965-4E1E-9DC4-F3F8E982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5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D4E1936-DB13-40EE-96FB-9718DA7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74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216" idx="2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13640888" y="7575266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B919E35-7ADD-4138-B489-B5CE21E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416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FFBFBEA-8734-41FA-A3EE-C567790C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219" idx="3"/>
            <a:endCxn xmlns:a="http://schemas.openxmlformats.org/drawingml/2006/main" id="220" idx="1"/>
          </p:cNvCxnSpPr>
          <p:nvPr/>
        </p:nvCxnSpPr>
        <p:spPr>
          <a:xfrm xmlns:a="http://schemas.openxmlformats.org/drawingml/2006/main">
            <a:off x="14955511" y="6699587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6A4F90A-C91A-497A-B5D9-43B92F21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2775BD1-EAC6-4ABB-8763-80AAAA10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5478914" y="7001552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16ACE0A-E844-45A3-BAA8-3469F32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CDD5B07-74DE-4C6D-9197-04650586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16082936" y="7349939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E820266-AE26-45E1-8D1B-DC970BE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B7BAE0F-373B-49F6-836E-C31FB2E1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80" y="77362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>
            <a:off x="16618474" y="7658731"/>
            <a:ext cx="134406" cy="77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A220C76-0391-450F-BCEB-85AEAE6E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404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35C6C4E-6C68-4CDD-A2A5-6D46943D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5857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231" idx="2"/>
            <a:endCxn xmlns:a="http://schemas.openxmlformats.org/drawingml/2006/main" id="232" idx="0"/>
          </p:cNvCxnSpPr>
          <p:nvPr/>
        </p:nvCxnSpPr>
        <p:spPr>
          <a:xfrm xmlns:a="http://schemas.openxmlformats.org/drawingml/2006/main">
            <a:off x="13640888" y="4404286"/>
            <a:ext cx="0" cy="181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CA666DD-C58E-4C8F-A48C-FCB1413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5857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A8CFBF3-3600-4E9D-AAED-DBF451C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7817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3640888" y="4585875"/>
            <a:ext cx="0" cy="1958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6C126ED-F529-4C0E-B0AA-A591852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7817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C018DB3-29BD-46BD-8129-3176ABE3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969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237" idx="2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13640888" y="4781800"/>
            <a:ext cx="0" cy="1880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1F3610F-8CD3-4B49-B307-0602FC1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969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25CFA17-D66B-4328-A448-98B0251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5140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3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13640888" y="4969988"/>
            <a:ext cx="0" cy="170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8E75866-5B8D-4322-88F4-EB9D640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502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B1EA245-CA75-42F5-BA3E-B8806D6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502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0464C8C-6846-4F2B-B6DF-5FEF648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576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BBF91CE-8C42-4B85-AD8A-4AD2FD0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576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453C363-6FC4-4FDB-BF4D-8A44B7FF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76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F2AA5CD-E205-44FB-917F-9C2ACF6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76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284104D-5C8D-4253-8A66-9F41D9C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632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496659C-F5C2-4A2C-8476-B31F234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632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6EA7A93-D6E0-4A0E-8620-908DAEE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1545" y="6990318"/>
            <a:ext cx="1657616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86BEF6C-0BB7-4546-B421-D8CA8A1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1545" y="6990318"/>
            <a:ext cx="1657616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CLOS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F5F4C10-8291-4548-8E29-25B2457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312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D8C2726-06E1-4DBD-8189-90A6882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312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1B98FD-20A4-424A-B8B3-7F95EED7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82" y="2256600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779FEC1-29FB-4D8A-9A2D-A49E4743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82" y="2256600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BD79E52-E6B1-437C-9BED-E71DE80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56" y="2256600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8015026-5D40-4BF4-811E-30C20F9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56" y="2256600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63FEBB6-7F29-43B0-9BD2-35D5D081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139" y="19970057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E98DA7C-DB39-4D09-912F-7436FCF1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139" y="19970057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C3A53AF-4E84-4A41-B925-90E4D9E6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213" y="19970057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E743DA8-C5C1-4B37-8C20-A296CCFD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213" y="19970057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E9A1278-AA28-4501-AD51-F8DB776D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696" y="17374109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2EFE18F-61D8-4F8D-875A-18F9EE9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696" y="17374109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6E59461-5856-4303-AD1A-0BB87B7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770" y="17374109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0F161D6-7BA5-4C5E-82C6-8C782FB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770" y="17374109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606E16E-0A06-447A-BA53-5FF5597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3860" y="14778161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DF7A7A4-961A-4F4C-9C42-9ADDA774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3860" y="14778161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6D6719B-FAD8-4C13-A27A-AD6620E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80" y="14778161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1DFAB26-2D76-4F88-9C86-DDBE580C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80" y="14778161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4B2B864-30F0-4E5B-9B2A-682F576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493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E44C153-FA31-4A30-B70F-5E02AE61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493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29DAD6D-05DC-4038-8D56-8F13CF9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0099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22FF2F9-5EE9-4307-8863-CF05A84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0099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C3F3235-C902-4117-AF74-FBA8BEF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836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929E365-4F8A-4217-B047-4D564E6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836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8CDB2A9-FCB1-4FEC-9E5B-A6BA29E3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869" y="6990318"/>
            <a:ext cx="1657616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E80690-0FAF-443C-A34B-36D32AB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869" y="6990318"/>
            <a:ext cx="1657616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A1B557C-A4C0-43A6-896A-9F5DCBE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2402" y="6990318"/>
            <a:ext cx="658111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E8AF96B-EA7A-4C83-B421-2E37D7D2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2402" y="6990318"/>
            <a:ext cx="658111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98A58BA-DAA9-483B-9B35-FB6D950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5148524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B1E77A3-0D31-49C0-B416-4D0579B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521022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1FEE336-00BC-477C-B6A4-291F7AC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1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C170C61-AF11-444E-B014-0E77AC8B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50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sendCounts 非空？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803800C-8698-4489-8C37-226D9046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3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FD6A09B-C3CD-4419-A410-EE8C2B7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2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× 元素字节数 × P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&gt; 150MiB？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3D3D4A6-D31D-4C7D-AAB2-7CE919DA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93DD280-8F55-4207-9C38-0AA428B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1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59D6AFB-02C5-4E7F-B9FF-B2533889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555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4525A04-07A7-4FAF-971E-2CCCC27B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951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SoleMeshSingleChannel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3EC144E-EC81-4238-9E50-8410F92E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1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A9F1B29-0E7D-4B15-A07D-DFA45E2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50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46A3602-1485-4560-965E-702C6FEC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63A13F1-F24C-4AAC-853C-3242BA39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F810C6E-B255-408A-8349-2B84AE82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157F80E-A49A-4DA6-A4B8-D5F1CEAC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6957BD1-23A6-49D6-97E4-212E175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947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B8F1C1F-5021-4099-8C09-9A48A74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86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sendCounts 非空？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583BBB5-0667-41A4-AF45-875990BE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8349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7934289-BB50-45BF-B319-E27B853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745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DEC001B-08D9-4821-AAE7-1DEC7F0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626" y="15532315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EB02589-3FAA-4257-A4C4-737AF1A9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22" y="1559401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36CB762-5E34-4CCF-A18F-46CDDC79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69" y="1812826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D7C4C2B9-10E1-41C7-934D-BFB44233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465" y="18189960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ABEF969-15F2-44CB-A5CC-AF80285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512" y="2072421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17F795A-F5E3-49D0-BDA7-1E14D19D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908" y="2078590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&gt; 512 个元素？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FE47F59-207B-4CD0-A235-6202E42F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955" y="23320158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4D8B7B1-BA25-4C5A-A7E2-FF2D918C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351" y="2338185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SoleMeshConcurrent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F4C8E9D-CAFF-4E64-AD90-B7C9AD1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635" y="23320158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DBD7215-1062-4647-BB26-C714EF27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031" y="2338185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8AD73BB-6DAB-4699-90E2-E0DC49F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192" y="2072421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D708724-C7A0-4200-9BF4-49BEB983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588" y="2078590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EB8CF89-CD9F-404F-8B6D-BB0F9183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749" y="1812826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05CB6F0-D0E6-4463-A172-D734C6A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145" y="18189960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37C1244-B5DD-4C15-AC70-AEBDAAD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2306" y="15532315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76A943F-5650-44DD-BD0E-21485A5E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2" y="1559401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A001E7C-A2E9-4D8F-AB16-C30C860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0029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8114AE62-5B0C-40FF-A593-C29A204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425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8A793F5-074B-4FE9-89A4-22438D6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947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50C8EC1-EF14-4E36-9FCF-C235A575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86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953EFEF-DD8F-4FAF-87D4-AE581943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285750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D4909AA-6BC3-4407-9F2E-8D7ED17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291919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AllToAll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= sendCounts[0]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rank 总数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234BF95-C26F-48C6-BD6E-2D52371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278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BB608AA-7AB6-4617-AAE3-6D96DEE8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6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6" name=""/>
          <p:cNvCxnSpPr>
            <a:stCxn xmlns:a="http://schemas.openxmlformats.org/drawingml/2006/main" id="323" idx="1"/>
            <a:endCxn xmlns:a="http://schemas.openxmlformats.org/drawingml/2006/main" id="324" idx="3"/>
          </p:cNvCxnSpPr>
          <p:nvPr/>
        </p:nvCxnSpPr>
        <p:spPr>
          <a:xfrm xmlns:a="http://schemas.openxmlformats.org/drawingml/2006/main" flipH="1">
            <a:off x="31108460" y="13260106"/>
            <a:ext cx="878818" cy="2700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F297927-36A8-4B09-B69F-EAFE5A5D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6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04BFE8C-0B1D-4758-89AB-53948B1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07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9" name=""/>
          <p:cNvCxnSpPr>
            <a:stCxn xmlns:a="http://schemas.openxmlformats.org/drawingml/2006/main" id="326" idx="1"/>
            <a:endCxn xmlns:a="http://schemas.openxmlformats.org/drawingml/2006/main" id="327" idx="3"/>
          </p:cNvCxnSpPr>
          <p:nvPr/>
        </p:nvCxnSpPr>
        <p:spPr>
          <a:xfrm xmlns:a="http://schemas.openxmlformats.org/drawingml/2006/main" flipH="1">
            <a:off x="30094170" y="13530205"/>
            <a:ext cx="1014195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1165C10-916B-4BF1-B32F-93C2B56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07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935A478-22F9-4957-AD8A-0A32624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786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2" name=""/>
          <p:cNvCxnSpPr>
            <a:stCxn xmlns:a="http://schemas.openxmlformats.org/drawingml/2006/main" id="329" idx="1"/>
            <a:endCxn xmlns:a="http://schemas.openxmlformats.org/drawingml/2006/main" id="330" idx="3"/>
          </p:cNvCxnSpPr>
          <p:nvPr/>
        </p:nvCxnSpPr>
        <p:spPr>
          <a:xfrm xmlns:a="http://schemas.openxmlformats.org/drawingml/2006/main" flipH="1">
            <a:off x="29194881" y="13841826"/>
            <a:ext cx="899194" cy="27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14A0A2C-02E2-4FD8-8EC0-CD97BAD8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786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C51EF74-8F85-44DE-981B-40383DB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8927" y="14187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5" name=""/>
          <p:cNvCxnSpPr>
            <a:stCxn xmlns:a="http://schemas.openxmlformats.org/drawingml/2006/main" id="332" idx="1"/>
            <a:endCxn xmlns:a="http://schemas.openxmlformats.org/drawingml/2006/main" id="333" idx="3"/>
          </p:cNvCxnSpPr>
          <p:nvPr/>
        </p:nvCxnSpPr>
        <p:spPr>
          <a:xfrm xmlns:a="http://schemas.openxmlformats.org/drawingml/2006/main" flipH="1">
            <a:off x="28969022" y="14118030"/>
            <a:ext cx="225764" cy="69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B6266D7-7918-4929-8227-2AC95B9B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8287" y="15582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06DF30BD-F15D-4E5D-A0EE-2B17242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903" y="15832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8" name=""/>
          <p:cNvCxnSpPr>
            <a:stCxn xmlns:a="http://schemas.openxmlformats.org/drawingml/2006/main" id="335" idx="2"/>
            <a:endCxn xmlns:a="http://schemas.openxmlformats.org/drawingml/2006/main" id="336" idx="0"/>
          </p:cNvCxnSpPr>
          <p:nvPr/>
        </p:nvCxnSpPr>
        <p:spPr>
          <a:xfrm xmlns:a="http://schemas.openxmlformats.org/drawingml/2006/main" flipH="1">
            <a:off x="33336951" y="15582146"/>
            <a:ext cx="231384" cy="2504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576D52A-19DB-45FE-BD99-2C04DF1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903" y="15832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B5B84FE-6D91-42B8-B42C-65055AF3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711" y="16118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1" name=""/>
          <p:cNvCxnSpPr>
            <a:stCxn xmlns:a="http://schemas.openxmlformats.org/drawingml/2006/main" id="338" idx="2"/>
            <a:endCxn xmlns:a="http://schemas.openxmlformats.org/drawingml/2006/main" id="339" idx="0"/>
          </p:cNvCxnSpPr>
          <p:nvPr/>
        </p:nvCxnSpPr>
        <p:spPr>
          <a:xfrm xmlns:a="http://schemas.openxmlformats.org/drawingml/2006/main" flipH="1">
            <a:off x="33072759" y="15832704"/>
            <a:ext cx="264192" cy="286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09A3977-F82A-4B7F-AED9-632B113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711" y="16118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F739EFE-B272-4F0F-BFD4-3B7DABE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2002" y="163797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4" name=""/>
          <p:cNvCxnSpPr>
            <a:stCxn xmlns:a="http://schemas.openxmlformats.org/drawingml/2006/main" id="341" idx="2"/>
            <a:endCxn xmlns:a="http://schemas.openxmlformats.org/drawingml/2006/main" id="342" idx="0"/>
          </p:cNvCxnSpPr>
          <p:nvPr/>
        </p:nvCxnSpPr>
        <p:spPr>
          <a:xfrm xmlns:a="http://schemas.openxmlformats.org/drawingml/2006/main" flipH="1">
            <a:off x="32832050" y="16119086"/>
            <a:ext cx="240709" cy="2606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B54AEB93-AA44-45D7-AD44-BD86AAC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2002" y="163797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BFE6715-4D97-4819-AB7A-72653174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367" y="165134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7" name=""/>
          <p:cNvCxnSpPr>
            <a:stCxn xmlns:a="http://schemas.openxmlformats.org/drawingml/2006/main" id="344" idx="2"/>
            <a:endCxn xmlns:a="http://schemas.openxmlformats.org/drawingml/2006/main" id="345" idx="0"/>
          </p:cNvCxnSpPr>
          <p:nvPr/>
        </p:nvCxnSpPr>
        <p:spPr>
          <a:xfrm xmlns:a="http://schemas.openxmlformats.org/drawingml/2006/main" flipH="1">
            <a:off x="32708415" y="16379822"/>
            <a:ext cx="123635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771DE51-B2D8-47FB-AF2A-BAE589F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24" y="22548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21911BA-272D-4A4A-BD9F-A5D50880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443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0" name=""/>
          <p:cNvCxnSpPr>
            <a:stCxn xmlns:a="http://schemas.openxmlformats.org/drawingml/2006/main" id="347" idx="1"/>
            <a:endCxn xmlns:a="http://schemas.openxmlformats.org/drawingml/2006/main" id="348" idx="3"/>
          </p:cNvCxnSpPr>
          <p:nvPr/>
        </p:nvCxnSpPr>
        <p:spPr>
          <a:xfrm xmlns:a="http://schemas.openxmlformats.org/drawingml/2006/main" flipH="1">
            <a:off x="28945538" y="22548076"/>
            <a:ext cx="420886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A7E1304-1EF7-40F2-AE81-B56B084D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443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B56D51D-240A-4329-92A3-6F6524AE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645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3" name=""/>
          <p:cNvCxnSpPr>
            <a:stCxn xmlns:a="http://schemas.openxmlformats.org/drawingml/2006/main" id="350" idx="1"/>
            <a:endCxn xmlns:a="http://schemas.openxmlformats.org/drawingml/2006/main" id="351" idx="3"/>
          </p:cNvCxnSpPr>
          <p:nvPr/>
        </p:nvCxnSpPr>
        <p:spPr>
          <a:xfrm xmlns:a="http://schemas.openxmlformats.org/drawingml/2006/main" flipH="1">
            <a:off x="28462740" y="22807794"/>
            <a:ext cx="482703" cy="2983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D51742D-F4BF-4AAE-AFDD-60C40BB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645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FA290F8-1004-4260-9D5A-87C4DC80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19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6" name=""/>
          <p:cNvCxnSpPr>
            <a:stCxn xmlns:a="http://schemas.openxmlformats.org/drawingml/2006/main" id="353" idx="1"/>
            <a:endCxn xmlns:a="http://schemas.openxmlformats.org/drawingml/2006/main" id="354" idx="3"/>
          </p:cNvCxnSpPr>
          <p:nvPr/>
        </p:nvCxnSpPr>
        <p:spPr>
          <a:xfrm xmlns:a="http://schemas.openxmlformats.org/drawingml/2006/main" flipH="1">
            <a:off x="28028291" y="23106184"/>
            <a:ext cx="434354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1845C542-32B0-4551-94F5-2C807ABA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19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4D0FBCF-1B95-4010-86B3-6F411AB6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939" y="234793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9" name=""/>
          <p:cNvCxnSpPr>
            <a:stCxn xmlns:a="http://schemas.openxmlformats.org/drawingml/2006/main" id="356" idx="1"/>
            <a:endCxn xmlns:a="http://schemas.openxmlformats.org/drawingml/2006/main" id="357" idx="3"/>
          </p:cNvCxnSpPr>
          <p:nvPr/>
        </p:nvCxnSpPr>
        <p:spPr>
          <a:xfrm xmlns:a="http://schemas.openxmlformats.org/drawingml/2006/main" flipH="1">
            <a:off x="27858034" y="23374451"/>
            <a:ext cx="170162" cy="1049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64E4466-CDAA-4927-864C-E4CA7267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3896" y="22548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9A829F52-FDCE-413E-8ED6-810EDBDB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8675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2" name=""/>
          <p:cNvCxnSpPr>
            <a:stCxn xmlns:a="http://schemas.openxmlformats.org/drawingml/2006/main" id="359" idx="3"/>
            <a:endCxn xmlns:a="http://schemas.openxmlformats.org/drawingml/2006/main" id="360" idx="1"/>
          </p:cNvCxnSpPr>
          <p:nvPr/>
        </p:nvCxnSpPr>
        <p:spPr>
          <a:xfrm xmlns:a="http://schemas.openxmlformats.org/drawingml/2006/main">
            <a:off x="31573991" y="22548076"/>
            <a:ext cx="424684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7F44A6A-C7C7-4C48-8042-F223CE0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8675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6FAD66CE-E832-4EA7-A57E-6A3D30FD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6308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5" name=""/>
          <p:cNvCxnSpPr>
            <a:stCxn xmlns:a="http://schemas.openxmlformats.org/drawingml/2006/main" id="362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>
            <a:off x="31998770" y="22807794"/>
            <a:ext cx="487538" cy="2983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2EABB38-9651-4ED1-9C44-D8DF4417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6308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715292C-71D7-4A49-8DFF-B9ED1E84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55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8" name=""/>
          <p:cNvCxnSpPr>
            <a:stCxn xmlns:a="http://schemas.openxmlformats.org/drawingml/2006/main" id="365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>
            <a:off x="32486403" y="23106184"/>
            <a:ext cx="438153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D68E075-797E-4380-B1E0-2036EEB0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55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2D679EFB-1620-4B73-9B78-093F93D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6540" y="234793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1" name=""/>
          <p:cNvCxnSpPr>
            <a:stCxn xmlns:a="http://schemas.openxmlformats.org/drawingml/2006/main" id="368" idx="3"/>
            <a:endCxn xmlns:a="http://schemas.openxmlformats.org/drawingml/2006/main" id="369" idx="1"/>
          </p:cNvCxnSpPr>
          <p:nvPr/>
        </p:nvCxnSpPr>
        <p:spPr>
          <a:xfrm xmlns:a="http://schemas.openxmlformats.org/drawingml/2006/main">
            <a:off x="32924651" y="23374451"/>
            <a:ext cx="171889" cy="1049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ED9D2F9-C378-4EB5-B346-129E54D6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660" y="202260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8EB82EF5-923E-4504-BF2A-A7E2CB22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0679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4" name=""/>
          <p:cNvCxnSpPr>
            <a:stCxn xmlns:a="http://schemas.openxmlformats.org/drawingml/2006/main" id="371" idx="1"/>
            <a:endCxn xmlns:a="http://schemas.openxmlformats.org/drawingml/2006/main" id="372" idx="3"/>
          </p:cNvCxnSpPr>
          <p:nvPr/>
        </p:nvCxnSpPr>
        <p:spPr>
          <a:xfrm xmlns:a="http://schemas.openxmlformats.org/drawingml/2006/main" flipH="1">
            <a:off x="32640774" y="20226083"/>
            <a:ext cx="420886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CE63BBC-1D50-467C-8A0A-BA979375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0679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DBE359D-F33C-414F-B880-A9241D1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7881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7" name=""/>
          <p:cNvCxnSpPr>
            <a:stCxn xmlns:a="http://schemas.openxmlformats.org/drawingml/2006/main" id="374" idx="1"/>
            <a:endCxn xmlns:a="http://schemas.openxmlformats.org/drawingml/2006/main" id="375" idx="3"/>
          </p:cNvCxnSpPr>
          <p:nvPr/>
        </p:nvCxnSpPr>
        <p:spPr>
          <a:xfrm xmlns:a="http://schemas.openxmlformats.org/drawingml/2006/main" flipH="1">
            <a:off x="32157976" y="20485801"/>
            <a:ext cx="482703" cy="2983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A6C9155-408F-4444-993B-9661C0F4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7881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0D83C7F-83C5-4C3E-9D5D-AA0AF5A5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3432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0" name=""/>
          <p:cNvCxnSpPr>
            <a:stCxn xmlns:a="http://schemas.openxmlformats.org/drawingml/2006/main" id="377" idx="1"/>
            <a:endCxn xmlns:a="http://schemas.openxmlformats.org/drawingml/2006/main" id="378" idx="3"/>
          </p:cNvCxnSpPr>
          <p:nvPr/>
        </p:nvCxnSpPr>
        <p:spPr>
          <a:xfrm xmlns:a="http://schemas.openxmlformats.org/drawingml/2006/main" flipH="1">
            <a:off x="31723527" y="20784192"/>
            <a:ext cx="434354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CACC75E-D229-441B-806E-08C0D1D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3432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756F949-AEA6-4FFB-B3FD-9961499A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3175" y="21157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3" name=""/>
          <p:cNvCxnSpPr>
            <a:stCxn xmlns:a="http://schemas.openxmlformats.org/drawingml/2006/main" id="380" idx="1"/>
            <a:endCxn xmlns:a="http://schemas.openxmlformats.org/drawingml/2006/main" id="381" idx="3"/>
          </p:cNvCxnSpPr>
          <p:nvPr/>
        </p:nvCxnSpPr>
        <p:spPr>
          <a:xfrm xmlns:a="http://schemas.openxmlformats.org/drawingml/2006/main" flipH="1">
            <a:off x="31553270" y="21052459"/>
            <a:ext cx="170162" cy="1050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A7D70AC1-5DCD-4E47-9171-2DF8A8F6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131" y="202260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CE91E78-6761-4569-AC09-0659AED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911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6" name=""/>
          <p:cNvCxnSpPr>
            <a:stCxn xmlns:a="http://schemas.openxmlformats.org/drawingml/2006/main" id="383" idx="3"/>
            <a:endCxn xmlns:a="http://schemas.openxmlformats.org/drawingml/2006/main" id="384" idx="1"/>
          </p:cNvCxnSpPr>
          <p:nvPr/>
        </p:nvCxnSpPr>
        <p:spPr>
          <a:xfrm xmlns:a="http://schemas.openxmlformats.org/drawingml/2006/main">
            <a:off x="35269226" y="20226083"/>
            <a:ext cx="424685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3484850E-613F-469C-B3EB-C3D605FE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911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C4896FA-A89C-4F90-987B-1DCDDEC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543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9" name=""/>
          <p:cNvCxnSpPr>
            <a:stCxn xmlns:a="http://schemas.openxmlformats.org/drawingml/2006/main" id="386" idx="3"/>
            <a:endCxn xmlns:a="http://schemas.openxmlformats.org/drawingml/2006/main" id="387" idx="1"/>
          </p:cNvCxnSpPr>
          <p:nvPr/>
        </p:nvCxnSpPr>
        <p:spPr>
          <a:xfrm xmlns:a="http://schemas.openxmlformats.org/drawingml/2006/main">
            <a:off x="35694006" y="20485801"/>
            <a:ext cx="487537" cy="2983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D4441A4-D309-47B3-986B-CF28D76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543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A904E424-004E-483C-AB21-741E3061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9791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2" name=""/>
          <p:cNvCxnSpPr>
            <a:stCxn xmlns:a="http://schemas.openxmlformats.org/drawingml/2006/main" id="389" idx="3"/>
            <a:endCxn xmlns:a="http://schemas.openxmlformats.org/drawingml/2006/main" id="390" idx="1"/>
          </p:cNvCxnSpPr>
          <p:nvPr/>
        </p:nvCxnSpPr>
        <p:spPr>
          <a:xfrm xmlns:a="http://schemas.openxmlformats.org/drawingml/2006/main">
            <a:off x="36181638" y="20784192"/>
            <a:ext cx="438153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3D95F31-01F2-4773-B6CD-392DDE2A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9791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D4A1C5DD-D78C-456C-980F-82C34B90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1775" y="21157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5" name=""/>
          <p:cNvCxnSpPr>
            <a:stCxn xmlns:a="http://schemas.openxmlformats.org/drawingml/2006/main" id="392" idx="3"/>
            <a:endCxn xmlns:a="http://schemas.openxmlformats.org/drawingml/2006/main" id="393" idx="1"/>
          </p:cNvCxnSpPr>
          <p:nvPr/>
        </p:nvCxnSpPr>
        <p:spPr>
          <a:xfrm xmlns:a="http://schemas.openxmlformats.org/drawingml/2006/main">
            <a:off x="36619886" y="21052459"/>
            <a:ext cx="171889" cy="1050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1987A1D-E056-4E92-A1D5-A4E75D4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1412" y="1790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C3E7B1C-95D7-4CF4-A52C-215EC9C3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748" y="181694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8" name=""/>
          <p:cNvCxnSpPr>
            <a:stCxn xmlns:a="http://schemas.openxmlformats.org/drawingml/2006/main" id="395" idx="1"/>
            <a:endCxn xmlns:a="http://schemas.openxmlformats.org/drawingml/2006/main" id="396" idx="3"/>
          </p:cNvCxnSpPr>
          <p:nvPr/>
        </p:nvCxnSpPr>
        <p:spPr>
          <a:xfrm xmlns:a="http://schemas.openxmlformats.org/drawingml/2006/main" flipH="1">
            <a:off x="37298843" y="17904091"/>
            <a:ext cx="622569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31EFBD20-8799-434B-BC9F-DD97277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748" y="181694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8385A55-330D-43CA-BB3A-65AB8DA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458" y="18475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1" name=""/>
          <p:cNvCxnSpPr>
            <a:stCxn xmlns:a="http://schemas.openxmlformats.org/drawingml/2006/main" id="398" idx="1"/>
            <a:endCxn xmlns:a="http://schemas.openxmlformats.org/drawingml/2006/main" id="399" idx="3"/>
          </p:cNvCxnSpPr>
          <p:nvPr/>
        </p:nvCxnSpPr>
        <p:spPr>
          <a:xfrm xmlns:a="http://schemas.openxmlformats.org/drawingml/2006/main" flipH="1">
            <a:off x="36581553" y="18169508"/>
            <a:ext cx="717195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EFA0B09-4755-4B69-AEE6-D4B02A6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458" y="18475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EC5E503-745A-48ED-A38B-57941B1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526" y="18747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4" name=""/>
          <p:cNvCxnSpPr>
            <a:stCxn xmlns:a="http://schemas.openxmlformats.org/drawingml/2006/main" id="401" idx="1"/>
            <a:endCxn xmlns:a="http://schemas.openxmlformats.org/drawingml/2006/main" id="402" idx="3"/>
          </p:cNvCxnSpPr>
          <p:nvPr/>
        </p:nvCxnSpPr>
        <p:spPr>
          <a:xfrm xmlns:a="http://schemas.openxmlformats.org/drawingml/2006/main" flipH="1">
            <a:off x="35941621" y="18475226"/>
            <a:ext cx="639837" cy="272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7DFA0B7-BCCA-4319-A3C6-6CD25C6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526" y="18747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8500F8E-56B3-4591-A3E9-2BDADFF3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5713" y="188313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7" name=""/>
          <p:cNvCxnSpPr>
            <a:stCxn xmlns:a="http://schemas.openxmlformats.org/drawingml/2006/main" id="404" idx="1"/>
            <a:endCxn xmlns:a="http://schemas.openxmlformats.org/drawingml/2006/main" id="405" idx="3"/>
          </p:cNvCxnSpPr>
          <p:nvPr/>
        </p:nvCxnSpPr>
        <p:spPr>
          <a:xfrm xmlns:a="http://schemas.openxmlformats.org/drawingml/2006/main" flipH="1">
            <a:off x="35745808" y="18747971"/>
            <a:ext cx="195718" cy="834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5B4CD88-B9AB-479B-8ADA-4A10A163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9229" y="1790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45C0787-1DAE-4B6E-8989-8117DADE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814" y="181546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0" name=""/>
          <p:cNvCxnSpPr>
            <a:stCxn xmlns:a="http://schemas.openxmlformats.org/drawingml/2006/main" id="407" idx="2"/>
            <a:endCxn xmlns:a="http://schemas.openxmlformats.org/drawingml/2006/main" id="408" idx="0"/>
          </p:cNvCxnSpPr>
          <p:nvPr/>
        </p:nvCxnSpPr>
        <p:spPr>
          <a:xfrm xmlns:a="http://schemas.openxmlformats.org/drawingml/2006/main">
            <a:off x="40129277" y="17904138"/>
            <a:ext cx="227585" cy="2504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6874131C-D47F-4FD4-BDE3-EB294D8A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814" y="181546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2C40674-EC18-4938-BFA0-C972017F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6862" y="18440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3" name=""/>
          <p:cNvCxnSpPr>
            <a:stCxn xmlns:a="http://schemas.openxmlformats.org/drawingml/2006/main" id="410" idx="2"/>
            <a:endCxn xmlns:a="http://schemas.openxmlformats.org/drawingml/2006/main" id="411" idx="0"/>
          </p:cNvCxnSpPr>
          <p:nvPr/>
        </p:nvCxnSpPr>
        <p:spPr>
          <a:xfrm xmlns:a="http://schemas.openxmlformats.org/drawingml/2006/main">
            <a:off x="40356861" y="18154697"/>
            <a:ext cx="260048" cy="2862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EA5A982E-2317-423F-85C5-08E2A93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6862" y="18440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749FE98-0354-4BE4-9738-09B4283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3772" y="187017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6" name=""/>
          <p:cNvCxnSpPr>
            <a:stCxn xmlns:a="http://schemas.openxmlformats.org/drawingml/2006/main" id="413" idx="2"/>
            <a:endCxn xmlns:a="http://schemas.openxmlformats.org/drawingml/2006/main" id="414" idx="0"/>
          </p:cNvCxnSpPr>
          <p:nvPr/>
        </p:nvCxnSpPr>
        <p:spPr>
          <a:xfrm xmlns:a="http://schemas.openxmlformats.org/drawingml/2006/main">
            <a:off x="40616909" y="18441078"/>
            <a:ext cx="236910" cy="2606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B8DF8E47-4792-4D9E-B412-8B06BFDB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3772" y="187017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117B69AF-71A7-47AA-843E-83193054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4989" y="188354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9" name=""/>
          <p:cNvCxnSpPr>
            <a:stCxn xmlns:a="http://schemas.openxmlformats.org/drawingml/2006/main" id="416" idx="2"/>
            <a:endCxn xmlns:a="http://schemas.openxmlformats.org/drawingml/2006/main" id="417" idx="0"/>
          </p:cNvCxnSpPr>
          <p:nvPr/>
        </p:nvCxnSpPr>
        <p:spPr>
          <a:xfrm xmlns:a="http://schemas.openxmlformats.org/drawingml/2006/main">
            <a:off x="40853820" y="18701814"/>
            <a:ext cx="121217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33969651-6D34-49DE-BC0A-7F65939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6104" y="15582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1836D59-B300-4E08-9806-4DFD0E87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969" y="15847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2" name=""/>
          <p:cNvCxnSpPr>
            <a:stCxn xmlns:a="http://schemas.openxmlformats.org/drawingml/2006/main" id="419" idx="3"/>
            <a:endCxn xmlns:a="http://schemas.openxmlformats.org/drawingml/2006/main" id="420" idx="1"/>
          </p:cNvCxnSpPr>
          <p:nvPr/>
        </p:nvCxnSpPr>
        <p:spPr>
          <a:xfrm xmlns:a="http://schemas.openxmlformats.org/drawingml/2006/main">
            <a:off x="35776199" y="15582099"/>
            <a:ext cx="618770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7703829-B44B-4F61-B98B-54541CBF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969" y="15847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0E593E43-8460-47C2-91F8-885C0AA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424" y="161531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5" name=""/>
          <p:cNvCxnSpPr>
            <a:stCxn xmlns:a="http://schemas.openxmlformats.org/drawingml/2006/main" id="422" idx="3"/>
            <a:endCxn xmlns:a="http://schemas.openxmlformats.org/drawingml/2006/main" id="423" idx="1"/>
          </p:cNvCxnSpPr>
          <p:nvPr/>
        </p:nvCxnSpPr>
        <p:spPr>
          <a:xfrm xmlns:a="http://schemas.openxmlformats.org/drawingml/2006/main">
            <a:off x="36395064" y="15847516"/>
            <a:ext cx="712360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5C261BC-AC9A-452C-B89D-8A008CC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424" y="161531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4D2B6810-4C32-471E-9EFF-D36F4875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212" y="16425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8" name=""/>
          <p:cNvCxnSpPr>
            <a:stCxn xmlns:a="http://schemas.openxmlformats.org/drawingml/2006/main" id="425" idx="3"/>
            <a:endCxn xmlns:a="http://schemas.openxmlformats.org/drawingml/2006/main" id="426" idx="1"/>
          </p:cNvCxnSpPr>
          <p:nvPr/>
        </p:nvCxnSpPr>
        <p:spPr>
          <a:xfrm xmlns:a="http://schemas.openxmlformats.org/drawingml/2006/main">
            <a:off x="37107519" y="16153234"/>
            <a:ext cx="635693" cy="2727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729A6879-DCA2-4F8E-A7A2-7132AFF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212" y="16425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18D575C-77E0-4B8E-AA6C-6EBB8AA5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989" y="16509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1" name=""/>
          <p:cNvCxnSpPr>
            <a:stCxn xmlns:a="http://schemas.openxmlformats.org/drawingml/2006/main" id="428" idx="3"/>
            <a:endCxn xmlns:a="http://schemas.openxmlformats.org/drawingml/2006/main" id="429" idx="1"/>
          </p:cNvCxnSpPr>
          <p:nvPr/>
        </p:nvCxnSpPr>
        <p:spPr>
          <a:xfrm xmlns:a="http://schemas.openxmlformats.org/drawingml/2006/main">
            <a:off x="37743307" y="16425978"/>
            <a:ext cx="194682" cy="834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BF2FAA1-C0BE-4E2A-AF9B-5C88AFD0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DBA05BF-CAF0-4A98-ADC9-A7C6F29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506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4" name=""/>
          <p:cNvCxnSpPr>
            <a:stCxn xmlns:a="http://schemas.openxmlformats.org/drawingml/2006/main" id="431" idx="2"/>
            <a:endCxn xmlns:a="http://schemas.openxmlformats.org/drawingml/2006/main" id="432" idx="0"/>
          </p:cNvCxnSpPr>
          <p:nvPr/>
        </p:nvCxnSpPr>
        <p:spPr>
          <a:xfrm xmlns:a="http://schemas.openxmlformats.org/drawingml/2006/main">
            <a:off x="34194798" y="13260153"/>
            <a:ext cx="0" cy="245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985D4522-DEBA-4E1D-A880-2A2979E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506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1E3B8C2-1F2B-40AE-B43E-E7DCCB55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7866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"/>
          <p:cNvCxnSpPr>
            <a:stCxn xmlns:a="http://schemas.openxmlformats.org/drawingml/2006/main" id="434" idx="2"/>
            <a:endCxn xmlns:a="http://schemas.openxmlformats.org/drawingml/2006/main" id="435" idx="0"/>
          </p:cNvCxnSpPr>
          <p:nvPr/>
        </p:nvCxnSpPr>
        <p:spPr>
          <a:xfrm xmlns:a="http://schemas.openxmlformats.org/drawingml/2006/main">
            <a:off x="34194798" y="13506234"/>
            <a:ext cx="0" cy="2803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3DE15A8-48D3-4FC4-8BC1-F9B846E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7866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D9AC2CC-2369-4F40-B206-28BEB714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0432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0" name=""/>
          <p:cNvCxnSpPr>
            <a:stCxn xmlns:a="http://schemas.openxmlformats.org/drawingml/2006/main" id="437" idx="2"/>
            <a:endCxn xmlns:a="http://schemas.openxmlformats.org/drawingml/2006/main" id="438" idx="0"/>
          </p:cNvCxnSpPr>
          <p:nvPr/>
        </p:nvCxnSpPr>
        <p:spPr>
          <a:xfrm xmlns:a="http://schemas.openxmlformats.org/drawingml/2006/main">
            <a:off x="34194798" y="13786713"/>
            <a:ext cx="0" cy="25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8B0BC0E-9477-424B-BD40-FD890D3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0432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0BCE6D4-1703-4A77-ACB1-E0EC69E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1914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3" name=""/>
          <p:cNvCxnSpPr>
            <a:stCxn xmlns:a="http://schemas.openxmlformats.org/drawingml/2006/main" id="440" idx="2"/>
            <a:endCxn xmlns:a="http://schemas.openxmlformats.org/drawingml/2006/main" id="441" idx="0"/>
          </p:cNvCxnSpPr>
          <p:nvPr/>
        </p:nvCxnSpPr>
        <p:spPr>
          <a:xfrm xmlns:a="http://schemas.openxmlformats.org/drawingml/2006/main">
            <a:off x="34194798" y="14043378"/>
            <a:ext cx="0" cy="14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37D6D11C-EDED-4B24-89F1-A74C94EA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2222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076B3CB-B8A0-4DC1-890F-BD5A4B4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13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6" name=""/>
          <p:cNvCxnSpPr>
            <a:stCxn xmlns:a="http://schemas.openxmlformats.org/drawingml/2006/main" id="443" idx="3"/>
            <a:endCxn xmlns:a="http://schemas.openxmlformats.org/drawingml/2006/main" id="444" idx="1"/>
          </p:cNvCxnSpPr>
          <p:nvPr/>
        </p:nvCxnSpPr>
        <p:spPr>
          <a:xfrm xmlns:a="http://schemas.openxmlformats.org/drawingml/2006/main">
            <a:off x="36402317" y="13260106"/>
            <a:ext cx="878818" cy="2700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0A88A4C-8E74-4844-9B2A-37F58CFC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13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8E4E431-1053-462A-9CD2-46BC371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542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9" name=""/>
          <p:cNvCxnSpPr>
            <a:stCxn xmlns:a="http://schemas.openxmlformats.org/drawingml/2006/main" id="446" idx="3"/>
            <a:endCxn xmlns:a="http://schemas.openxmlformats.org/drawingml/2006/main" id="447" idx="1"/>
          </p:cNvCxnSpPr>
          <p:nvPr/>
        </p:nvCxnSpPr>
        <p:spPr>
          <a:xfrm xmlns:a="http://schemas.openxmlformats.org/drawingml/2006/main">
            <a:off x="37281230" y="13530205"/>
            <a:ext cx="1014195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96A71D7-364B-41CF-B707-4F748A8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542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B62F4FE-8B5D-4147-8F29-0DD4A7E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4714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2" name=""/>
          <p:cNvCxnSpPr>
            <a:stCxn xmlns:a="http://schemas.openxmlformats.org/drawingml/2006/main" id="449" idx="3"/>
            <a:endCxn xmlns:a="http://schemas.openxmlformats.org/drawingml/2006/main" id="450" idx="1"/>
          </p:cNvCxnSpPr>
          <p:nvPr/>
        </p:nvCxnSpPr>
        <p:spPr>
          <a:xfrm xmlns:a="http://schemas.openxmlformats.org/drawingml/2006/main">
            <a:off x="38295520" y="13841826"/>
            <a:ext cx="899194" cy="27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033D285-7B2D-40ED-AA89-072C768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4714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474DC3C1-7F29-42F3-99E2-9FC1A9D5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0573" y="14187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5" name=""/>
          <p:cNvCxnSpPr>
            <a:stCxn xmlns:a="http://schemas.openxmlformats.org/drawingml/2006/main" id="452" idx="3"/>
            <a:endCxn xmlns:a="http://schemas.openxmlformats.org/drawingml/2006/main" id="453" idx="1"/>
          </p:cNvCxnSpPr>
          <p:nvPr/>
        </p:nvCxnSpPr>
        <p:spPr>
          <a:xfrm xmlns:a="http://schemas.openxmlformats.org/drawingml/2006/main">
            <a:off x="39194809" y="14118030"/>
            <a:ext cx="225764" cy="69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83C2C97-ABC2-46E8-9684-5FEC671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7904" y="10938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0F09AFF5-8672-4F3A-9E18-5367DB8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3061" y="11203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8" name=""/>
          <p:cNvCxnSpPr>
            <a:stCxn xmlns:a="http://schemas.openxmlformats.org/drawingml/2006/main" id="455" idx="3"/>
            <a:endCxn xmlns:a="http://schemas.openxmlformats.org/drawingml/2006/main" id="456" idx="1"/>
          </p:cNvCxnSpPr>
          <p:nvPr/>
        </p:nvCxnSpPr>
        <p:spPr>
          <a:xfrm xmlns:a="http://schemas.openxmlformats.org/drawingml/2006/main">
            <a:off x="30117999" y="10938114"/>
            <a:ext cx="675062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DB58011-7546-48D5-9A03-7D56EB4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3061" y="11203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44D99BC0-93D8-4064-9E29-95B10F76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442" y="115092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1" name=""/>
          <p:cNvCxnSpPr>
            <a:stCxn xmlns:a="http://schemas.openxmlformats.org/drawingml/2006/main" id="458" idx="3"/>
            <a:endCxn xmlns:a="http://schemas.openxmlformats.org/drawingml/2006/main" id="459" idx="1"/>
          </p:cNvCxnSpPr>
          <p:nvPr/>
        </p:nvCxnSpPr>
        <p:spPr>
          <a:xfrm xmlns:a="http://schemas.openxmlformats.org/drawingml/2006/main">
            <a:off x="30793156" y="11203531"/>
            <a:ext cx="777286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D53F0C3-8738-48FA-88BF-171F6AC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442" y="115092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AE9A7E33-DB47-45AE-ADC2-995C05C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903" y="11781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4" name=""/>
          <p:cNvCxnSpPr>
            <a:stCxn xmlns:a="http://schemas.openxmlformats.org/drawingml/2006/main" id="461" idx="3"/>
            <a:endCxn xmlns:a="http://schemas.openxmlformats.org/drawingml/2006/main" id="462" idx="1"/>
          </p:cNvCxnSpPr>
          <p:nvPr/>
        </p:nvCxnSpPr>
        <p:spPr>
          <a:xfrm xmlns:a="http://schemas.openxmlformats.org/drawingml/2006/main">
            <a:off x="31570537" y="11509249"/>
            <a:ext cx="693366" cy="272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2F38401-BF98-4800-8DC7-1EE7E4B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903" y="11781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A4F05999-B947-47E9-BE8F-0988FAA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293" y="118653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7" name=""/>
          <p:cNvCxnSpPr>
            <a:stCxn xmlns:a="http://schemas.openxmlformats.org/drawingml/2006/main" id="464" idx="3"/>
            <a:endCxn xmlns:a="http://schemas.openxmlformats.org/drawingml/2006/main" id="465" idx="1"/>
          </p:cNvCxnSpPr>
          <p:nvPr/>
        </p:nvCxnSpPr>
        <p:spPr>
          <a:xfrm xmlns:a="http://schemas.openxmlformats.org/drawingml/2006/main">
            <a:off x="32263998" y="11781994"/>
            <a:ext cx="212295" cy="834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F6C7682-8C30-401F-9E84-20D3EA7D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419" y="86160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9CD7FAF1-BAE8-46C8-AFD3-94B6F10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1506" y="8886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0" name=""/>
          <p:cNvCxnSpPr>
            <a:stCxn xmlns:a="http://schemas.openxmlformats.org/drawingml/2006/main" id="467" idx="1"/>
            <a:endCxn xmlns:a="http://schemas.openxmlformats.org/drawingml/2006/main" id="468" idx="3"/>
          </p:cNvCxnSpPr>
          <p:nvPr/>
        </p:nvCxnSpPr>
        <p:spPr>
          <a:xfrm xmlns:a="http://schemas.openxmlformats.org/drawingml/2006/main" flipH="1">
            <a:off x="32731601" y="8616122"/>
            <a:ext cx="878818" cy="2700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E34CBFC5-5439-4AA7-A839-4AB35C7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1506" y="8886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50FB7A6F-1E40-41E2-8484-015D2CEF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215" y="9197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3" name=""/>
          <p:cNvCxnSpPr>
            <a:stCxn xmlns:a="http://schemas.openxmlformats.org/drawingml/2006/main" id="470" idx="1"/>
            <a:endCxn xmlns:a="http://schemas.openxmlformats.org/drawingml/2006/main" id="471" idx="3"/>
          </p:cNvCxnSpPr>
          <p:nvPr/>
        </p:nvCxnSpPr>
        <p:spPr>
          <a:xfrm xmlns:a="http://schemas.openxmlformats.org/drawingml/2006/main" flipH="1">
            <a:off x="31717310" y="8886220"/>
            <a:ext cx="1014196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BF8BED7-81DE-4FBA-8FE7-34567CE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215" y="9197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C19C6B5A-F151-4DE1-A02D-87AAB53A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926" y="94739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6" name=""/>
          <p:cNvCxnSpPr>
            <a:stCxn xmlns:a="http://schemas.openxmlformats.org/drawingml/2006/main" id="473" idx="1"/>
            <a:endCxn xmlns:a="http://schemas.openxmlformats.org/drawingml/2006/main" id="474" idx="3"/>
          </p:cNvCxnSpPr>
          <p:nvPr/>
        </p:nvCxnSpPr>
        <p:spPr>
          <a:xfrm xmlns:a="http://schemas.openxmlformats.org/drawingml/2006/main" flipH="1">
            <a:off x="30818021" y="9197841"/>
            <a:ext cx="899194" cy="27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8697DD6-7249-4A0C-BD5B-3DE2BBEE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926" y="94739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B1B99082-4414-4D2E-97C8-4B9B6D6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2068" y="95434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9" name=""/>
          <p:cNvCxnSpPr>
            <a:stCxn xmlns:a="http://schemas.openxmlformats.org/drawingml/2006/main" id="476" idx="1"/>
            <a:endCxn xmlns:a="http://schemas.openxmlformats.org/drawingml/2006/main" id="477" idx="3"/>
          </p:cNvCxnSpPr>
          <p:nvPr/>
        </p:nvCxnSpPr>
        <p:spPr>
          <a:xfrm xmlns:a="http://schemas.openxmlformats.org/drawingml/2006/main" flipH="1">
            <a:off x="30592163" y="9474046"/>
            <a:ext cx="225763" cy="694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B3D0A9BD-6B43-43F4-A7B1-3F8C10C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6160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B0A611A-C5FB-4862-93D0-60F98EB2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8621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2" name=""/>
          <p:cNvCxnSpPr>
            <a:stCxn xmlns:a="http://schemas.openxmlformats.org/drawingml/2006/main" id="479" idx="2"/>
            <a:endCxn xmlns:a="http://schemas.openxmlformats.org/drawingml/2006/main" id="480" idx="0"/>
          </p:cNvCxnSpPr>
          <p:nvPr/>
        </p:nvCxnSpPr>
        <p:spPr>
          <a:xfrm xmlns:a="http://schemas.openxmlformats.org/drawingml/2006/main">
            <a:off x="35817939" y="8616169"/>
            <a:ext cx="0" cy="2459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EA658C1-09CE-471B-A579-E9E314DB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8621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D4C2B4E-68B4-422B-801B-444DA93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1426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5" name=""/>
          <p:cNvCxnSpPr>
            <a:stCxn xmlns:a="http://schemas.openxmlformats.org/drawingml/2006/main" id="482" idx="2"/>
            <a:endCxn xmlns:a="http://schemas.openxmlformats.org/drawingml/2006/main" id="483" idx="0"/>
          </p:cNvCxnSpPr>
          <p:nvPr/>
        </p:nvCxnSpPr>
        <p:spPr>
          <a:xfrm xmlns:a="http://schemas.openxmlformats.org/drawingml/2006/main">
            <a:off x="35817939" y="8862249"/>
            <a:ext cx="0" cy="2803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3832DFF7-F17D-42B6-A804-06F3EDD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1426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70E3DCE-88EC-43B2-8EEA-4AE79FB6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399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8" name=""/>
          <p:cNvCxnSpPr>
            <a:stCxn xmlns:a="http://schemas.openxmlformats.org/drawingml/2006/main" id="485" idx="2"/>
            <a:endCxn xmlns:a="http://schemas.openxmlformats.org/drawingml/2006/main" id="486" idx="0"/>
          </p:cNvCxnSpPr>
          <p:nvPr/>
        </p:nvCxnSpPr>
        <p:spPr>
          <a:xfrm xmlns:a="http://schemas.openxmlformats.org/drawingml/2006/main">
            <a:off x="35817939" y="9142728"/>
            <a:ext cx="0" cy="25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3CC12C96-774B-4BF5-971C-25415D79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399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DE47A9AB-A3BD-46EC-9CEB-F7A002B9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547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1" name=""/>
          <p:cNvCxnSpPr>
            <a:stCxn xmlns:a="http://schemas.openxmlformats.org/drawingml/2006/main" id="488" idx="2"/>
            <a:endCxn xmlns:a="http://schemas.openxmlformats.org/drawingml/2006/main" id="489" idx="0"/>
          </p:cNvCxnSpPr>
          <p:nvPr/>
        </p:nvCxnSpPr>
        <p:spPr>
          <a:xfrm xmlns:a="http://schemas.openxmlformats.org/drawingml/2006/main">
            <a:off x="35817939" y="9399393"/>
            <a:ext cx="0" cy="14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C17B084C-14EA-4399-999A-083FB38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883" y="6294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C8F5898C-6A1D-404C-86C8-952E3B5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6298" y="6544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4" name=""/>
          <p:cNvCxnSpPr>
            <a:stCxn xmlns:a="http://schemas.openxmlformats.org/drawingml/2006/main" id="491" idx="2"/>
            <a:endCxn xmlns:a="http://schemas.openxmlformats.org/drawingml/2006/main" id="492" idx="0"/>
          </p:cNvCxnSpPr>
          <p:nvPr/>
        </p:nvCxnSpPr>
        <p:spPr>
          <a:xfrm xmlns:a="http://schemas.openxmlformats.org/drawingml/2006/main" flipH="1">
            <a:off x="37046346" y="6294176"/>
            <a:ext cx="227585" cy="2504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318AE6A4-7621-4677-8A48-1DEEECA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6298" y="6544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0253CACD-DE86-4CC3-B199-F0787C50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6250" y="6831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7" name=""/>
          <p:cNvCxnSpPr>
            <a:stCxn xmlns:a="http://schemas.openxmlformats.org/drawingml/2006/main" id="494" idx="2"/>
            <a:endCxn xmlns:a="http://schemas.openxmlformats.org/drawingml/2006/main" id="495" idx="0"/>
          </p:cNvCxnSpPr>
          <p:nvPr/>
        </p:nvCxnSpPr>
        <p:spPr>
          <a:xfrm xmlns:a="http://schemas.openxmlformats.org/drawingml/2006/main" flipH="1">
            <a:off x="36786298" y="6544735"/>
            <a:ext cx="260048" cy="286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9CC6826E-AD09-4AF5-BF68-8D6149BF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6250" y="6831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E146AC5E-5F30-4340-A7F9-6FEF834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9340" y="70917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0" name=""/>
          <p:cNvCxnSpPr>
            <a:stCxn xmlns:a="http://schemas.openxmlformats.org/drawingml/2006/main" id="497" idx="2"/>
            <a:endCxn xmlns:a="http://schemas.openxmlformats.org/drawingml/2006/main" id="498" idx="0"/>
          </p:cNvCxnSpPr>
          <p:nvPr/>
        </p:nvCxnSpPr>
        <p:spPr>
          <a:xfrm xmlns:a="http://schemas.openxmlformats.org/drawingml/2006/main" flipH="1">
            <a:off x="36549388" y="6831117"/>
            <a:ext cx="236910" cy="2606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8D0A1C77-F015-48E8-9314-AED2129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9340" y="70917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22D8D1DA-D825-413A-8108-8215AE3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123" y="7225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3" name=""/>
          <p:cNvCxnSpPr>
            <a:stCxn xmlns:a="http://schemas.openxmlformats.org/drawingml/2006/main" id="500" idx="2"/>
            <a:endCxn xmlns:a="http://schemas.openxmlformats.org/drawingml/2006/main" id="501" idx="0"/>
          </p:cNvCxnSpPr>
          <p:nvPr/>
        </p:nvCxnSpPr>
        <p:spPr>
          <a:xfrm xmlns:a="http://schemas.openxmlformats.org/drawingml/2006/main" flipH="1">
            <a:off x="36428171" y="7091852"/>
            <a:ext cx="121217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900191C4-4A62-47F5-9ADE-BF1A4292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8942" y="6290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30766FC-AB02-449C-8FB5-67515DC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3752" y="67325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6" name=""/>
          <p:cNvCxnSpPr>
            <a:stCxn xmlns:a="http://schemas.openxmlformats.org/drawingml/2006/main" id="503" idx="3"/>
            <a:endCxn xmlns:a="http://schemas.openxmlformats.org/drawingml/2006/main" id="504" idx="1"/>
          </p:cNvCxnSpPr>
          <p:nvPr/>
        </p:nvCxnSpPr>
        <p:spPr>
          <a:xfrm xmlns:a="http://schemas.openxmlformats.org/drawingml/2006/main">
            <a:off x="38569037" y="6290669"/>
            <a:ext cx="444715" cy="4418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C084C8EF-439C-408C-BCB2-A2EEE2AF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3752" y="67325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CF1DFF41-A358-495A-BB69-2E26FBC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7228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9" name=""/>
          <p:cNvCxnSpPr>
            <a:stCxn xmlns:a="http://schemas.openxmlformats.org/drawingml/2006/main" id="506" idx="3"/>
            <a:endCxn xmlns:a="http://schemas.openxmlformats.org/drawingml/2006/main" id="507" idx="1"/>
          </p:cNvCxnSpPr>
          <p:nvPr/>
        </p:nvCxnSpPr>
        <p:spPr>
          <a:xfrm xmlns:a="http://schemas.openxmlformats.org/drawingml/2006/main">
            <a:off x="39013847" y="6732556"/>
            <a:ext cx="499279" cy="49623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920DAA0-46B6-4DE9-82DD-5D24C73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7228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61452E9-EC80-48C8-B671-0B5472B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10928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2" name=""/>
          <p:cNvCxnSpPr>
            <a:stCxn xmlns:a="http://schemas.openxmlformats.org/drawingml/2006/main" id="509" idx="2"/>
            <a:endCxn xmlns:a="http://schemas.openxmlformats.org/drawingml/2006/main" id="510" idx="0"/>
          </p:cNvCxnSpPr>
          <p:nvPr/>
        </p:nvCxnSpPr>
        <p:spPr>
          <a:xfrm xmlns:a="http://schemas.openxmlformats.org/drawingml/2006/main">
            <a:off x="39513174" y="7228835"/>
            <a:ext cx="0" cy="36994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69D359AD-76D3-4635-A187-806BA395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10928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E965531C-FD20-42B3-912B-4356600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831" y="11375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5" name=""/>
          <p:cNvCxnSpPr>
            <a:stCxn xmlns:a="http://schemas.openxmlformats.org/drawingml/2006/main" id="512" idx="1"/>
            <a:endCxn xmlns:a="http://schemas.openxmlformats.org/drawingml/2006/main" id="513" idx="3"/>
          </p:cNvCxnSpPr>
          <p:nvPr/>
        </p:nvCxnSpPr>
        <p:spPr>
          <a:xfrm xmlns:a="http://schemas.openxmlformats.org/drawingml/2006/main" flipH="1">
            <a:off x="38038926" y="10928344"/>
            <a:ext cx="1474200" cy="447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86B13E2-D5B6-4C54-80B2-A83B7F9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831" y="11375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10A1B4E0-1F39-4244-A4E4-49973008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585" y="117988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8" name=""/>
          <p:cNvCxnSpPr>
            <a:stCxn xmlns:a="http://schemas.openxmlformats.org/drawingml/2006/main" id="515" idx="1"/>
            <a:endCxn xmlns:a="http://schemas.openxmlformats.org/drawingml/2006/main" id="516" idx="3"/>
          </p:cNvCxnSpPr>
          <p:nvPr/>
        </p:nvCxnSpPr>
        <p:spPr>
          <a:xfrm xmlns:a="http://schemas.openxmlformats.org/drawingml/2006/main" flipH="1">
            <a:off x="36642680" y="11375523"/>
            <a:ext cx="1396151" cy="423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7DABB85-A8D2-40A8-8568-208B0229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585" y="117988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A915CB1D-75E2-4949-B325-D5DD1404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489" y="118664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1" name=""/>
          <p:cNvCxnSpPr>
            <a:stCxn xmlns:a="http://schemas.openxmlformats.org/drawingml/2006/main" id="518" idx="1"/>
            <a:endCxn xmlns:a="http://schemas.openxmlformats.org/drawingml/2006/main" id="519" idx="3"/>
          </p:cNvCxnSpPr>
          <p:nvPr/>
        </p:nvCxnSpPr>
        <p:spPr>
          <a:xfrm xmlns:a="http://schemas.openxmlformats.org/drawingml/2006/main" flipH="1">
            <a:off x="36419584" y="11798888"/>
            <a:ext cx="223001" cy="67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7C1B054-1A12-4811-BE6C-F51F732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240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AEC5CEA-66E3-49B9-85B9-1C97910C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4033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4" name=""/>
          <p:cNvCxnSpPr>
            <a:stCxn xmlns:a="http://schemas.openxmlformats.org/drawingml/2006/main" id="521" idx="2"/>
            <a:endCxn xmlns:a="http://schemas.openxmlformats.org/drawingml/2006/main" id="522" idx="0"/>
          </p:cNvCxnSpPr>
          <p:nvPr/>
        </p:nvCxnSpPr>
        <p:spPr>
          <a:xfrm xmlns:a="http://schemas.openxmlformats.org/drawingml/2006/main">
            <a:off x="37890034" y="4241061"/>
            <a:ext cx="0" cy="1623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7480EECE-4242-455C-96B1-479C9E3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4033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DBBEF118-1B2C-43E4-9347-D65CFBC6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578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7" name=""/>
          <p:cNvCxnSpPr>
            <a:stCxn xmlns:a="http://schemas.openxmlformats.org/drawingml/2006/main" id="524" idx="2"/>
            <a:endCxn xmlns:a="http://schemas.openxmlformats.org/drawingml/2006/main" id="525" idx="0"/>
          </p:cNvCxnSpPr>
          <p:nvPr/>
        </p:nvCxnSpPr>
        <p:spPr>
          <a:xfrm xmlns:a="http://schemas.openxmlformats.org/drawingml/2006/main">
            <a:off x="37890034" y="4403487"/>
            <a:ext cx="0" cy="17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4FFDE08-A529-4132-A914-55BC703D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578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6DBB532-A79D-4AC1-8988-FD351754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7469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0" name=""/>
          <p:cNvCxnSpPr>
            <a:stCxn xmlns:a="http://schemas.openxmlformats.org/drawingml/2006/main" id="527" idx="2"/>
            <a:endCxn xmlns:a="http://schemas.openxmlformats.org/drawingml/2006/main" id="528" idx="0"/>
          </p:cNvCxnSpPr>
          <p:nvPr/>
        </p:nvCxnSpPr>
        <p:spPr>
          <a:xfrm xmlns:a="http://schemas.openxmlformats.org/drawingml/2006/main">
            <a:off x="37890034" y="4578735"/>
            <a:ext cx="0" cy="1682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CF805EF-65EC-4AE0-9EC4-42300A54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7469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845E5DE7-CC10-4575-B964-349CB64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899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3" name=""/>
          <p:cNvCxnSpPr>
            <a:stCxn xmlns:a="http://schemas.openxmlformats.org/drawingml/2006/main" id="530" idx="2"/>
            <a:endCxn xmlns:a="http://schemas.openxmlformats.org/drawingml/2006/main" id="531" idx="0"/>
          </p:cNvCxnSpPr>
          <p:nvPr/>
        </p:nvCxnSpPr>
        <p:spPr>
          <a:xfrm xmlns:a="http://schemas.openxmlformats.org/drawingml/2006/main">
            <a:off x="37890034" y="4747063"/>
            <a:ext cx="0" cy="1521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12CE7825-8E31-462C-AAA9-2DEEEF4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836" y="13498608"/>
            <a:ext cx="1640538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252A9E5-F263-4B9D-9504-DB6B33C5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836" y="13498608"/>
            <a:ext cx="1640538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CLOS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B95A4EE-21C8-41A7-A4FA-767D3C1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8469" y="15820600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7944AF9-CE09-4455-8BDB-0DD5C0C5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8469" y="15820600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D583F03-6448-4042-927E-D9CC617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9712" y="22786577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C31069A-DD5E-4C59-8E5B-FEBFF8B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9712" y="22786577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161532C-1DC2-447A-A200-D64771F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87" y="22786577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13354BA-A72F-451F-8C37-F47EC50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87" y="22786577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D596B6E-9388-48A7-A0CD-45B38656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4947" y="20464585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4433514-DCE9-462D-830F-D119323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4947" y="20464585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1C81E58-2EC4-4B54-B62A-420FF5B7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9522" y="20464585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A43016A-CF4B-4426-9E08-07D28276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9522" y="20464585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60A88CC-ABD7-4ADF-AC86-AE56D515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136" y="1814259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30044EE-4AFB-45C9-BFB8-EED200AD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136" y="1814259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55F997B-8A6C-40D1-AAFB-7947F80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135" y="1814259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51EE3A6-7D43-4B43-AA49-84197A7B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135" y="1814259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1BE301-67BF-4BB1-A882-C2D81660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3331" y="15820600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7714C8F-863C-458A-ACC9-E70B7CFF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3331" y="15820600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EB80669-BD18-48A8-8F54-331C24F3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30" y="13498608"/>
            <a:ext cx="1640538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12346D4-96E4-44A9-AD95-AF68DC9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30" y="13498608"/>
            <a:ext cx="1640538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6F5E59D2-1D58-4F7C-9A1A-B7A0624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6866" y="13498608"/>
            <a:ext cx="651330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D792CC5-0809-44D2-84B6-621E778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6866" y="13498608"/>
            <a:ext cx="651330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0D9C71B-9238-4503-8F02-FBBA78F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388" y="11176616"/>
            <a:ext cx="651330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D6B69A5-AC27-47B9-997B-C027629E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388" y="11176616"/>
            <a:ext cx="651330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继续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486E4BE-51DC-4550-B862-DBCEC8E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833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1A37811-6FD7-43AC-9AC2-785D523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833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5DF7FA7-E6CD-429F-81EE-C9C04FC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72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C8AF91E-26FE-410D-BAEB-543594D3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72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4BC75AA-2A7F-4D2B-BE8A-A98DAF8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8900" y="6532631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B6728AB-588E-4BE7-A601-9F545E7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8900" y="6532631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BA5C813-C419-4AE2-9EDC-72CADE9F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108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847D0674-1501-447E-9227-76DB9BE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108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7B0890F-EC3E-41EC-BDA1-098A7C6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4906748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28B9831-5BE7-4DE6-B9E0-CB1CD44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4967810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CE436846-4FB7-4057-8407-F4D0A920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772" y="722874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455331B5-2046-449A-92DB-6E12FC80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896" y="728980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第0层属于 Mesh /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/ Mesh+CLOS？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05E7FEE-0B29-4D4C-97EF-7D7DB29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66" y="955073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8FF9B54-AF4E-4AF2-991C-4EA5686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3890" y="9611795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先赋值 SoleMesh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此处没有 return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8B88243-9F9E-479A-B304-90543923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11872725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EE90992-39AE-4AAE-B2CF-068DF8B7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11933787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500DA7C-0101-4ABB-AA1D-9532E47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F2D15B1-89CA-4A40-85AF-4FB570D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749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44A1D71-539D-4312-91BB-9FDBFCA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2996263-7390-49D9-821B-A0CB893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6459841-E88F-4F2E-8945-728201B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7001" y="1651671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AD108C4-0C4A-4755-9D80-6D8CC1B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126" y="1657777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D4C4365-9408-42FC-8351-FFBEB91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2007" y="1651671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0B3F3DD-822B-4CAD-8718-3451670B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4132" y="1657777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5764B89-3D1C-426C-8B5E-479F783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096" y="1883870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05E84143-7D1F-4886-8FE6-620712E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1220" y="18899764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25482432-0D61-440E-BD3E-81ED5357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3861" y="21160694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C882563B-0782-441A-8D67-C0A56DC2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5985" y="21221756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98848F8C-BEBB-45BB-A40D-4FE6D76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2348268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1EEC7850-F7FC-484D-B3B0-A19D79E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749" y="2354374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SoleMeshConcurrent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E934283D-4A23-4B79-B505-423899AA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2348268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2343244-CC71-4485-91FB-C2C40BF1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2354374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77A6B6D6-5825-4C27-8B82-01CFB618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21160694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ABA5278-A64C-453D-9ECE-60C2483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21221756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E5D7855B-BD12-4AAE-868B-956C3BBF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102" y="1883870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60D4D707-6583-453D-918A-C3877B4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6226" y="18899764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E583B080-64B2-447A-B445-D20C8C2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8637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24B6031C-6335-4592-84A2-8B37DBB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0761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A54B7B02-0058-41A9-8D9E-02FB803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772" y="955073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587699E2-7993-42E9-8DBE-34221BA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896" y="9611795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257ED221-0AE4-4F50-8093-CB7AA4AC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2856686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D3ECFBCC-3409-4E23-9C5E-D8163832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2917748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AllToAllV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多层赋值后继续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后续条件可覆盖结果</a:t>
            </a:r>
          </a:p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887D5EE6-F2EC-473F-83EE-08B760AF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AllToAll：150MiB 是 c×元素字节数×P；512 是元素个数。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9354F82D-8990-4F66-A7E6-7C9A8C7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2562225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AllToAllV：多层分支没有提前 return；不能在第一处赋值停下。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D466BAF-36B0-4AE4-81D8-4BBE47BC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3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源码：src/ops/all_to_all_v/selector/alltoall_auto_selector.cc:131–182；alltoallv_auto_selector.cc:102–151。</a:t>
            </a:r>
          </a:p>
        </p:txBody>
      </p:sp>
    </p:spTree>
    <p:extLst>
      <p:ext uri="{BB962C8B-B14F-4D97-AF65-F5344CB8AC3E}">
        <p14:creationId xmlns:p14="http://schemas.microsoft.com/office/powerpoint/2010/main" val="2026938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C4A8A71-6949-4793-9200-B7DF3AB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其余 7 个 AICPU 算子 · 条件少，也有明确边界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CCC88-A56B-4CC4-BEE0-49B397D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这里都从 SelectAicpuAlgo 入口开始；“直接返回”只描述这个选择器，不表示后续资源准备和执行没有条件。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A1C65-7336-4EF1-87C6-11152DF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699" y="109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929DB-E8EA-4E8E-94D5-E4D05DD5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9137053" y="10915698"/>
            <a:ext cx="611646" cy="5696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61891-A187-42EE-9EE8-6F6121F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9D0D7-74C4-4C5C-AC43-77CE680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66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439361" y="11485341"/>
            <a:ext cx="697597" cy="649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E053-8C39-470D-8676-E3E346E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66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22FC-72F9-45A3-9A7B-1B7E538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107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809202" y="12134795"/>
            <a:ext cx="630064" cy="586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6F765-8A07-4443-A3A7-49BD495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107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B25F4-9135-4D39-8A45-1D80018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197" y="129346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580292" y="12721540"/>
            <a:ext cx="228815" cy="2131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80F23-4798-43C7-9555-00F4571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43" y="109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55D86-5EC5-4126-BE43-FB92444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60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3081138" y="10915698"/>
            <a:ext cx="616470" cy="5696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723F8-0441-4FA2-8F16-C9434DB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60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D232F-78BF-4AFC-ABDB-29140C0C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562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3697703" y="11485341"/>
            <a:ext cx="702859" cy="649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D7A4A-C95D-4769-8F82-D68B5F9E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562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D2B36-719C-4BC3-94C6-72EB379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545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4400657" y="12134795"/>
            <a:ext cx="634888" cy="586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8A219-0C02-411B-9881-66B7CFA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545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F0447-7A8D-4318-8EF0-99B85B3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6208" y="129346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5035640" y="12721540"/>
            <a:ext cx="230568" cy="2131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8BCFD-0908-45C1-A0E8-79FEC4AD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320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D15A5-7043-4320-9DAF-F726BF5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672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1408122" y="6320452"/>
            <a:ext cx="0" cy="3516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2978B-69BD-4C9E-B965-09D3B9B6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672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F2B9F-A6EB-4735-A757-A25D395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0487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1408122" y="6672148"/>
            <a:ext cx="0" cy="376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80B47-1619-41D7-B481-E632A40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0487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68DB09-59A4-4915-B2B3-09972501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411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1408122" y="7048840"/>
            <a:ext cx="0" cy="363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710D6-EB85-4CAD-898D-21086B6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411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BAE7B-F206-4DBA-961A-5C26680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740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1408122" y="7411938"/>
            <a:ext cx="0" cy="3287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A5981-2456-4154-B742-F4B5B1B6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495" y="11440125"/>
            <a:ext cx="1096310" cy="964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363F6E-8458-4080-B684-DFC931DD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495" y="11440125"/>
            <a:ext cx="1096310" cy="964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9CE9C8-2E14-474A-A741-D85C08A3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603" y="11440125"/>
            <a:ext cx="1096310" cy="964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119A86-DA01-41A8-A844-C39A64B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603" y="11440125"/>
            <a:ext cx="1096310" cy="964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CEF93D-A920-462B-8FC0-2764E0C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408" y="7747752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3F642C-FE33-49A6-A157-E53A68B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3" y="7879310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 ≤ 逻辑拓扑层数 ≤ 3？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5BB597-BD5B-4F31-890A-3D39A1D4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58" y="12939877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E9DBA3-3BAF-484C-8EF2-DAAFF67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72" y="13071434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AicpuAllGatherV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A89303-3169-4F0E-A03F-E55F88F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811" y="12939877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DBF179-46DE-4764-82BB-A88440C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926" y="13071434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AFDA7D-97B1-46F9-9C68-3852EBC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408" y="3143250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26A8AE-4D53-4021-B4A6-A0E3E00B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3" y="3274807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AllGatherV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CDDE2D-F2CB-4139-895C-83963FC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各 rank 的数据量可以不同；此选择器不再按数据量分档。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5D8E01-C817-42A5-9503-CB447F2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3037" y="86917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29D0C9-2457-4824-8CB8-78AF4FE9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0462" y="9073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 flipH="1">
            <a:off x="28550510" y="8691839"/>
            <a:ext cx="42575" cy="381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5F89FA-8EEA-4901-B2A1-597AF19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0462" y="9073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567E13-3910-4811-A38C-BB17346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53" y="9505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28502301" y="9073447"/>
            <a:ext cx="48209" cy="4319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EC38D2-866C-4E5E-B644-8A5A522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53" y="9505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E0F99F-15BE-4098-AA4B-E7FBD47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800" y="9903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28457848" y="9505456"/>
            <a:ext cx="44453" cy="3977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19347D-3A3E-41A8-91BF-29D677E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800" y="9903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A890E7-C2C9-4268-8957-BC97062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0" y="10133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28432178" y="9903342"/>
            <a:ext cx="25670" cy="2296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A72E39-7BDF-4C82-86DE-C603FC3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2679" y="1239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530AB7-0E15-4760-A942-02D4461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531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34532626" y="12398302"/>
            <a:ext cx="440053" cy="406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2A612C-D891-492D-80D9-0120A73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531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A89C44-98E6-4495-83B9-5ED2336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712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34030807" y="12804953"/>
            <a:ext cx="501724" cy="4636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462876-FC85-44C4-B33E-2B68E6B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712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8A0887-7655-4565-83F8-A089802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7416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33577511" y="13268580"/>
            <a:ext cx="453201" cy="4188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D5F0F3-4D73-46E9-B76D-60FCCC1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7416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2EE96F-91FA-4CE2-968B-EDF7578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2752" y="1383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33412847" y="13687441"/>
            <a:ext cx="164569" cy="1521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81283B-B6EF-4618-A9FE-6A0A8F2A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1544" y="1239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18E498-60D2-4BBD-98F3-0091C8E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248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7351639" y="12398302"/>
            <a:ext cx="436609" cy="406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0B4823-0BC3-43B5-9594-61C8C8E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248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6D6B83-F41F-4CA9-8DA5-7FC2EB9D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6311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37788343" y="12804953"/>
            <a:ext cx="497968" cy="4636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27CD5B-CABF-4C40-8FE5-DA06DFDC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6311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9F888E-63F1-4049-AA52-01F1FBC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6163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8286406" y="13268580"/>
            <a:ext cx="449757" cy="4188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243364-064F-4889-8D01-C8BD46E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6163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2AAEFA-1646-4CAD-AB74-B0197FF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9575" y="1383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8736258" y="13687441"/>
            <a:ext cx="163317" cy="1521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065BE6-07EB-4059-A92E-B6553DE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2233" y="8696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B30977-A6C0-427A-A8B7-2D024EF1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111" y="9115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0982328" y="8696801"/>
            <a:ext cx="855783" cy="418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D7A310-D7F0-4AA7-8C76-4A609F9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111" y="9115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E518C6-89D2-4201-9567-1C7D4FB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392" y="9593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31838206" y="9115349"/>
            <a:ext cx="978186" cy="478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A20C27B-559E-4390-9C42-DEC2386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392" y="9593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EB0115-5310-4234-AB79-92771D3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1053" y="100215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32816487" y="9594002"/>
            <a:ext cx="874566" cy="4276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BECEE8-FE55-48D0-B424-6AB4C53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1053" y="100215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B0C4AC-049B-4256-B331-9076441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9231" y="10123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3691148" y="10021628"/>
            <a:ext cx="208083" cy="101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269EC4-42E4-4329-B85B-5FB7DD2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411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FA5E96C-9640-477B-8D3C-A908A649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662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28716427" y="5411391"/>
            <a:ext cx="0" cy="2509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B7B5D8-4A31-44C6-90B3-5AE8BB85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662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F9963B8-A04D-40DC-BE9E-9F7F1A79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931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28716427" y="5662457"/>
            <a:ext cx="0" cy="2688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9CF45F-D260-4E5D-B83E-2AC6CF1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931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8550B1-47B7-49C5-BACF-D1E9BEE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1904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28716427" y="5931366"/>
            <a:ext cx="0" cy="2591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7AB262-434F-40C5-986E-9C92D72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1904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14688B-8111-4C21-9FB1-7265B51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4252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28716427" y="6190572"/>
            <a:ext cx="0" cy="2346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EFCA88-6DA1-4980-B404-266D647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6875" y="9066152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AA424E-08F0-4093-8EA7-DCA7F93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6875" y="9066152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93842C-69B9-4B24-BDDF-7B451D31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350" y="12772661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F2F6DA-9F2A-4A9A-9144-C285401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350" y="12772661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4FC1868-978E-4287-9316-CE98D1B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246" y="12772661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24B2B9F-57D5-48B9-8A4D-27FB8F2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246" y="12772661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C2416C-E727-40E8-BFD9-2CC2FCA8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327" y="9066152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99CB4C4-DD9B-46AF-9FD2-01CDA96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327" y="9066152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9B8C468-A16F-42EA-88B3-017EBC8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7347" y="6430273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5EAC9F-FB6F-443E-B0C6-82D6542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5177" y="6524188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数据类型为 UINT64 或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FP64？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2135B4-93A5-40FB-A786-C418B43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0383" y="1013678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1F94C41-5FDB-4017-AE5B-3974D5A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8213" y="1023069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4652FF7-36AD-4903-B2DF-5A4D72C5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7932" y="1013678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5C5827F-19F3-49C8-921A-A8C1484D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5762" y="1023069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 ≤ 逻辑拓扑层数 ≤ 3？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CA7D91D-FD63-4C78-9887-4C5250FC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3505" y="1384329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A2F9A0D-80BC-4D3E-8B19-65CC820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1335" y="1393720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AicpuReduceScatterV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888716-2CCA-4B03-9112-6C7E6D8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1054" y="1384329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F2CEC8-AAFC-4EE5-BD15-9D098446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8884" y="1393720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6B5657-41DC-42A9-B139-72AC475C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7347" y="3143250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F3D2DD2-6A0A-4E4F-A1A9-3684B73F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5177" y="3237165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ReduceScatterV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625CBCB-D890-4D75-BB27-A34211E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1676400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先排除 UINT64 / FP64；INT64 不在这个排除条件中。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74CD76-557D-44CB-AC08-02658419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5CAB90D-238E-4E9A-8CA9-5A2B496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24050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31E5036-2CE3-4EC7-A72D-B4F1BEC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07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B0C4A42-4A18-42C4-A4F0-67F268D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07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7858220" y="1970727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07E0DB8-93DA-4452-B562-451A20F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954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004B337-0BA3-403F-9E45-836F74E1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14525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366BDE9-B03D-4A26-9B72-80E8DE16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24050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AicpuAllToAllVCSoleMesh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94CE69-79FF-4A86-8386-F7E144E7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1914525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使用全局发送计数矩阵描述不等量交换；此入口直接返回。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427E941-A7EF-48E3-B50F-4DC08B7A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21625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9F5EC5E-1977-4252-A20F-62C4170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16875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F3FA5D5-3CB3-42FF-BB1E-3F2A0A5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836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390930B-ED66-4FE9-9D22-8F10D8F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1836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7858220" y="21183648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DD472BC-B2B4-4155-8799-50C7D99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311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58D9702-6E90-49EC-A165-8D8E9C2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621625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67E6724-C5EF-4119-9726-F0B7486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716875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AicpuSendSoleMesh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9E29642-B8AC-4A45-8ED6-A5E9818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0621625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点对点发送；此入口直接返回。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A2F3EDC-D677-4A98-89C1-890169B0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93D56F9-ECA6-423B-81AC-1DDDDE54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19325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D3CE578-4531-4D50-A60C-E1B6553B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59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6C9E9D7-41E9-4106-A1CA-2B5EF3B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59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7858220" y="2266002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785D8ED-B842-4008-B698-F8782765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6F6243B-C2A3-4C32-96E9-B069A750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60A9DDD-7647-4A0F-84B9-F4A2F3B7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19325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AicpuRecvSoleMesh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644FAF8-9317-4686-BCD5-D795C4D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209800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点对点接收；此入口直接返回。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452B12F-18B6-4CE4-A291-10C8A212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74375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6DB8E85-3AA8-429B-B183-D3A2749A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69625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AE7FEE8-5F38-4068-B8CE-552B5F8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136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2DC804A-DA19-46B8-B6FE-FA9980D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36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7858220" y="24136398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E1C7D5D-BF71-461E-9F56-C14B5A66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83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989DB8B-E5FE-46F8-9790-4659F8FD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574375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620BD6D-2E17-444C-B96A-A9956BE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669625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AicpuBatchSendRecvSoleMesh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AFC14EB-BD74-4D2F-A774-04F7CDD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3574375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成批组织发送与接收；此入口直接返回。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E0AAC6E-75FD-4D85-82A1-A978C21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77B188C-AE10-4E76-881F-BC6B6AB2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198C69F-CEAC-4D57-A7EF-95B12CB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612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70AE061-CD49-40BA-914A-9B553ED1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612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7858220" y="2561277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8C9E29E-A5C3-48A4-A296-5801B510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860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F394C3-537F-43F7-9350-133B5C7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05075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08D466C-FAFA-4A24-8F55-F9F91C1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14600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AicpuBarrierSoleNHR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DBDD503-9010-49BE-B668-62495F73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505075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同步；此入口直接返回。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7F63F6B-C9F6-492B-8320-47B8B35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0"/>
            <a:ext cx="44386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AllGatherV / ReduceScatterV：黄色框已写完整算法名。其余入口不按消息大小或拓扑继续分档。源码路径与行号见本页备注。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493453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B1679B-BB54-4A1B-82E5-781B22F4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算法名拆解 · SoleNHR、ParallelMeshNHR 到底是什么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49E65-838C-4508-8A43-A0CD087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图中准确写法是 SoleNHR、ParallelMeshNHR 等。名字由执行引擎、算子、编排方式、拓扑/模板族和资源变体组成。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7964-59E3-45CB-9455-6DACDC2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2649E-3741-43D9-B0CF-920CD2D5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6BC8A-3A9D-4117-8DFE-06C39719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设备侧 CPU 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67BB3-85B5-46F6-8345-ECBE539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7DB50-2284-4059-9D02-7AA7321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3CB79-2F8F-4800-8E0D-0829051B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获得归约结果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CD406-D098-48FD-AFEE-CEC73E29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7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EB5EC-0C1F-4134-B004-61B0E1B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8868C-1FDD-4986-AEE5-9BEB9B4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7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分层、分数据并行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75B42-A7FC-49BA-A8A6-E8F6CC7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0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96366-C467-42D7-BD3D-7ADB4B4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0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MeshNHR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62685-FF50-419C-A648-D8EF0C03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0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与 NHR 模板组合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AB456-7C08-4616-88B4-387CB6A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2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32A0C-F350-439D-B07D-76521EE8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507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D1764-99F9-447A-9536-3818B2E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2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多个通信端点的资源变体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1D087-5C18-4434-BC13-9EDB970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4438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以 AllReduce 为例，三种名称对应三种数据组织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C543D-5C41-4E4C-91FC-69D7DA9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67625"/>
            <a:ext cx="9906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8C147-B844-4402-9DF8-74F0D2DB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762875"/>
            <a:ext cx="95631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单一算法域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D087E-2FE7-4BAA-9F7E-7306F8CF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858125"/>
            <a:ext cx="1628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818E8-0800-47BD-90C4-8385E2E4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953375"/>
            <a:ext cx="15944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ReduceScatter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获得一部分归约结果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AC01F-38A1-4CA2-9321-80F3815C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8667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FEB27-335D-4810-887B-CB57D16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8667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8003595" y="866779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37788-CB24-449D-9CEA-CCDF7953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7858125"/>
            <a:ext cx="1628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3BA09-7650-42A8-B6B6-2E6085E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7953375"/>
            <a:ext cx="15944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AllGather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得到完整结果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14299-CEB7-411B-BFB5-D9D376F0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715500"/>
            <a:ext cx="3324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同一份数据在一个逻辑算法域中按阶段完成。Sole 不表示单卡或单线程。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6D94F-98A8-4E32-946F-FD982B2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811000"/>
            <a:ext cx="9906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B61BB-CB81-4FB2-9950-361E1DA0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906250"/>
            <a:ext cx="95631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ConcurMeshTwoShotNHR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按数据分给两套完整算法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7BC53-8F04-4742-A981-773E640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209675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63C8C-AA08-474E-B77D-C45E032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19200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数据部分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7D41C-B413-406C-910B-5D524064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2858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2ED0A-BF6B-457E-8F66-88B60AB7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2858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8003595" y="1285879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229512-09D6-44A5-A719-F181A379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209675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76A8B9-F063-4B80-BF18-EEAF2E9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219200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TwoShot AllReduce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A0D9DE-2A70-471B-BB75-46BEDFA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390650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0B6661-9CF3-4E46-8E0F-9839BD80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400175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数据部分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657BC7-ACF2-4A98-9A32-8B80FF1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E36573-C5FC-4751-9E85-D2DB7FF7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003595" y="1466854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C490A-3E62-4EF7-8C27-EB24F6D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390650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EFE178-F5DF-4AFE-8759-A2A27E2E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400175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AllReduce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351E3C-934D-4AEC-91DE-AA633F8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5621000"/>
            <a:ext cx="3324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两部分使用各自模板与资源，前后同步；每套模板完成分配部分的完整 AllReduce。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29DAC8-B900-4300-A4B3-8E601A0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0"/>
            <a:ext cx="9906000" cy="625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C766AB-8D43-400D-8386-37341DFB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0"/>
            <a:ext cx="9563100" cy="606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同一部分经过两个维度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FE7790-7C48-4FD4-929A-51AEECE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430750"/>
            <a:ext cx="3324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数据部分 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749BBC-F580-46BF-80FB-EF6E5763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424B0F-F1E4-4DB4-B5AA-476FC675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0D73AD-300A-4751-A9C7-B5EC68F0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FD31B3-7B38-498D-909A-4149CAC0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952634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A0ECFC-64FA-49F0-B598-BC52974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28415F-4AC5-42CD-B796-CF58726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9B955F-3A78-42C7-879E-115D97D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810325-DF6F-448A-BD31-3C6805EE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800359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1CB904-DD10-4BA4-A0AB-9EF3B0BF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1BD7FC-C509-444A-A400-138D9E59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B079D5-736C-419B-9043-D0FD7D2A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1D8B5D-241F-4DBB-B6C1-B0BCCAEB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648084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720243-FB6B-45D2-9DB4-B82AE82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6C2B46-2516-4E15-AC29-E4A0E3CE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95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AG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B7AFA2-E945-4D98-9FDB-DCD42666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097750"/>
            <a:ext cx="3324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数据部分 B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69EB67-B1DB-4879-9CAA-B910989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FDB3B9-4F72-4F32-8386-3F36B0B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755EF2-9B1E-4BDC-BADA-B3FD0C70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3078D6-FE0B-4B50-B70E-C782024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952634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C378E0-39B3-4B8C-B37D-40A00641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74ED09-977E-4E00-898F-7AFF6C0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8E4B1C-0001-464E-A98C-623BEBA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7BD56E-0820-4DDB-BD1A-E0B0AEF3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800359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3CAF64-D456-4926-8E21-4D1A292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2C6A03-3E4B-4C88-8AC9-F83D76E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AG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959211-6D53-48FC-89F7-0AAC6B0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50D0D5-0D1C-4866-9421-BF45AA8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3648084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EB5A0F-FA3F-4EB0-83A6-71E8C734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3DD92F-DF05-4EB0-AF73-C20815C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95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9CF6F6-7644-449B-98CC-10D5F406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574250"/>
            <a:ext cx="3324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两部分采用相反的维度顺序，每阶段间有同步依赖；RS=ReduceScatter，AG=AllGather。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36E64A-11D1-4CFB-86CE-1A2B3D5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22125"/>
            <a:ext cx="4438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3FCD06-CE42-48F8-8D4A-25781D5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17375"/>
            <a:ext cx="44043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名字帮助定位实现；估算性能时还要看每份数据走了哪些阶段、每阶段的读写量、通信量与同步。Parallel、Concur、PipeLine 都不直接保证某个固定加速倍数。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2B3038-7DA9-4758-8A98-758DE5DD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源码：AllReduce 的 Sole / Concurrent / Parallel Executor 注册与 KernelRun。后续5页逐项覆盖地图里的全部32种叶子名称写法。</a:t>
            </a:r>
          </a:p>
        </p:txBody>
      </p:sp>
    </p:spTree>
    <p:extLst>
      <p:ext uri="{BB962C8B-B14F-4D97-AF65-F5344CB8AC3E}">
        <p14:creationId xmlns:p14="http://schemas.microsoft.com/office/powerpoint/2010/main" val="1799632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713B7-B02A-4E58-B041-A57D67F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① · 单一算法域与基础 Mesh / NHR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EDE00-5DF6-45D4-B25D-9498A1E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Sole 表示按一个逻辑算法域组织，不等于只有一张卡、一个线程或一条物理链路。以下名称是黄色叶子中的后缀。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Mesh 收发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汇集各 rank 的块；ReduceScatter 汇聚并归约本 rank 负责的块；Reduce 把结果送到 root；Scatter 从 root 分发；AllToAll/V 按目标交换。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同一个后缀对应不同算子的模板；不会把 AllGather 变成 AllReduce。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SoleMeshOneShot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rank 直接形成完整归约结果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AllReduce：与其他 rank 交换本轮数据并在本地归约；对称内存可直接读归约。每个 rank 都形成完整结果。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 是通信组织方式；仍可能有多条收发、同步和分块任务。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SoleMeshTwoShot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分散处理，再收集结果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AllReduce：Mesh ReduceScatter 后 AllGather。Reduce：ReduceScatter 后 GatherToRoot。Broadcast：Scatter 后 AllGather。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 的两个阶段随算子不同；不能一律翻译成“两个网络包”。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SoleMeshChunkTwoShot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更细切片的 Mesh 两阶段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仍按 ReduceScatter、AllGather 两阶段执行；模板进一步切分每个 rank 的数据块并组织分块收发。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 改变分块和调度粒度；数学上的归约结果不变。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SoleMeshChunk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分块版 Mesh ReduceScatter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的 Mesh 模板把负责归约的数据进一步切片，分批组织传输与归约。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只完成 ReduceScatter 语义，后面没有必然的 AllGather。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在一个算法域运行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组织分层交换。AllReduce 模板先 ReduceScatter 后 AllGather；其他算子只执行其所需的收集、归约或分发阶段。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可处理非 2 的幂次规模；Sole 不要求物理网络只有一层。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SoleNHRMultiLink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NHR 算法的多链路版本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NHR 交换关系上使用多链路/通道承载切片。AllReduce 此名称与 SoleNHR 注册到同一个 NHR 模板。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是否使用多路由资源和参数决定；不是一种新的归约运算。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SoleNHRAicpuReduce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交换 + AICPU 本地归约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为特殊类型/运算采用可在 AICPU 处理的归约路径。AllReduce 的该模板明确先 RunGather，再 RunReduce。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不能直接套普通 SoleNHR 的 ReduceScatter + AllGather 流量模型。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D0C2A-95E4-4B35-8CFC-5E54AF3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87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6720-C50B-4863-9ECC-20959F0B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② · Concur 与 Parallel 怎样并行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22F95-325C-438F-902E-5E497D1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并行既可以指把数据分给不同通信路径，也可以指多个逻辑维度按不同顺序推进。下面按实际 Executor / Template 区分。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SoleMeshConcur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主路径利用额外 CLOS 路径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AG / RS 的注册使用带 ZAxisDetour 名字的 Mesh 模板；在 Mesh 通信中利用可用的额外方向/绕行路径组织并行。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它不等同于下方 ConcurMeshTwoShotNHR 那种独立 Mesh、NHR 两模板组合。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ConcurMeshTwoShotNHR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两部分数据分别走完整 Mesh 与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Executor 按比例切数据：一部分调用 Mesh TwoShot AllReduce，另一部分调用 NHR AllReduce；使用各自资源并在前后同步。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两套模板各完成自己那部分数据的完整 AllReduce。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ConcurMeshNHR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与 NHR 模板分担同一算子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 / RS / Reduce / Broadcast / Scatter 将工作划分给 Mesh 和 NHR 路径；具体模板遵守各自算子的输出语义。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例如 Broadcast 的 Mesh 路径用 TwoShot，NHR 路径用 BroadcastNHR。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两层、两种推进顺序的分层并行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AllReduce 为例：数据分成两部分，一部分先做 Mesh 的 RS，再做 NHR 的 RS；另一部分顺序相反，之后完成相应 AG 阶段。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每部分需经过多个逻辑维度；不能简化成“半份数据永远只走 Mesh”。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两个逻辑维度都使用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Reduce / Broadcast 使用两层拓扑匹配和两组 NHR 类模板，组织不同维度上的并行阶段。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NHRNHR 指两组 NHR 维度/模板，不是简单把同一个 NHR 算法重复两遍。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ParallelMeshNHRMultiJetty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分层 Mesh + NHR，并利用多个 Jetty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ParallelMeshNHR 的分层组织上使用支持多通信端点的通道资源，覆盖 UBX 等混合互联分支。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Jetty 是通信端点/队列相关对象；实际数量和收益要看 CalcRes、通道和运行环境。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1E1AC-66BF-46E5-A48C-0B9C4446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0318393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F6575-6A65-4014-BA03-13BCF816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③ · Sequence 与 PipeLine 怎样分层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84D36-BAB8-47A0-9CCD-BF0E8FA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Sequence 强调阶段依赖顺序；PipeLine 把数据切成多个块，使不同块在不同层次的工作重叠。算法名不是完整调用序列。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SequenceMeshConcurNHR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按层推进，Mesh 阶段可利用绕行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的注册顺序：Mesh RS、NHR RS、NHR AG、Mesh AG；Mesh 采用 ZAxisDetour 模板。AG / RS 只执行其需要的相应阶段。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两层组合；Concur 修饰其中的 Mesh 组织，不代表所有阶段同时执行。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SequenceMeshConcurNHRNHR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三层串接，两个 NHR 层次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按 Mesh RS、NHR RS、NHR RS，再 NHR AG、NHR AG、Mesh AG 展开；其他算子按自身语义组合。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前后两次 NHR 对应不同分组/维度；同一块必须满足前置依赖。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SequenceMeshNHRAicpuReduce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分层 + 特殊归约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在 Mesh 阶段与支持 AICPU 归约的 NHR 阶段间顺序衔接；AR 后面还有收集完整结果的阶段。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关键差别是 NHR 归约实现，可处理相应特殊数据类型或 PROD。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Mesh 与 NHR 层之间做分块流水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OmniPipe Executor 协调不同层的分块模板。块 k 进入下一层时，块 k+1 可继续在前一层处理，前提是资源与依赖允许。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不是“先完成全部 Mesh 数据，再启动全部 NHR 数据”。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三层分块流水组合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AG 的三层 OmniPipe 注册使用 Mesh / NHR 类模板。AR 的 RS 与 AG 侧模板组合并不完全镜像。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具体每层做哪种操作应看注册与编排；不能仅按名字机械展开 6 个相同阶段。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的三层流水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 注册到三层 OmniPipe Executor，模板序列为 Mesh ReduceScatter、NHR ReduceScatter、Mesh ReduceScatter。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名字末尾是 Mesh；与 AllGather / AllReduce 的 NHRNHR 名称不同。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EA2EC-4361-4DB5-98DB-20142BD5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3622902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2197A-8932-4AD9-A564-236ACB4E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④ · 保序、AllToAll 与变长算子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17282-4E18-4E51-B859-EB083BA3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StrictOrdered 改变归约的执行顺序；SingleChannel、Concurrent、MultiJetty 改变交换数据的组织与资源使用。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StrictOrderedMesh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固定归约次序的 Mesh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采用非分组的保序 ReduceScatter 模板；AR 随后使用 Mesh AllGather，把结果发给全部 rank。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首先服务于确定性要求；性能分析要计入固定顺序带来的依赖。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StrictOrderedGroupMesh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分组交换的保序归约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使用保序 Group 模板，内部组织分组 AllToAll 式交换；AR 注册的后续收集模板为 NHR AllGather。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Group 指分组组织；不是放宽严格归约顺序。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SoleMeshSingleChannel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peer 使用单通道的交换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仍复用 AllToAllV 的 Mesh 模板；模板读取算法名，按 SingleChannel 配置通道资源和调度。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小数据对应较少通道开销；阈值和通道配置以本版本为准。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SoleMeshConcurrent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两组通信路径并发交换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AllToAllV 注册到 Concurrent Executor，两侧均使用 AllToAllV Mesh 模板，分别处理分配的数据与通信路径。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与归约类 ConcurMeshNHR 的模板组合不同；这里没有求和/求积。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SoleMeshMultiJetty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UBX 交换模板使用多个通信端点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AllToAllV 注册到 InsTempUBXAllToAllVMesh1D，按 UBX 通道组织多端点的数据交换。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 Jetty 不意味着多个完整 AllToAll 结果；它们协作完成一次算子。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AicpuAllGatherVSoleMesh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按变长计数收集所有输入块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 rank 的输入长度可不同；模板按计数和偏移组织 Mesh 收发，将不同长度的块写入对应输出位置。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 表示变长；当前选择器只按 1～3 个逻辑层决定是否命中。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AicpuReduceScatterVSoleMesh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按变长输出块组织归约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模板按各 rank 的计数划分目标块，收集对应输入片段并归约，每个 rank 获得自己的输出范围。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 不等于任意类型都支持；该选择器排除 UINT64 和 FP64。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18499-79B9-47EA-8DB3-95E9362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4501091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20E99-62A7-4A18-BE91-C150B13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⑤ · VC、点对点、批量与同步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56938-9269-4D83-BF97-00D56BB4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这些名字同样是注册表中的算法名。这里写完整名称，可直接与日志中的 algName 对照。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AicpuAllToAllVCSoleMesh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计数矩阵驱动的不等量交换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 接口用全局 sendCountMatrix 描述每个源到每个目标的元素数；实现按这些计数组织 Mesh 数据交换。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 Reduce；不会把收到的不同来源数据相加。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AicpuSendSoleMesh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向指定 peer 发送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根据对端 rank、数据地址与长度编排发送及相应同步，只完成该点对点操作。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名字有 Mesh，不代表会向通信域内所有 rank 广播。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AicpuRecvSoleMesh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接收指定 peer 的数据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与发送端对应的通道、地址和同步条件配合，把数据接收到本端目标 Buffer。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Send 配对的语义、大小和顺序仍需满足要求。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AicpuBatchSendRecvSoleMesh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批量组织点对点发送和接收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BatchSendRecv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读取一批发送/接收任务，按各任务的 peer、Buffer、长度组织通信与依赖。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批处理的是任务列表，不是把它们变成 AllReduce。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AicpuBarrierSoleNHR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NHR 伙伴关系完成同步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每轮按 NHR 步数计算收、发伙伴；模板使用空数据切片进行通信同步，直到各 rank 完成所需握手。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没有需要归约的用户数组；不能用普通数据量 / 耗时定义其有效带宽。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0A3BA-CD0C-4ED5-B296-20A4D6E4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959663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5AE5F8-1A7C-4664-B5B5-76F3CFD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红色 NOT_MATCH · 返回哪里，最终会不会报错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CAC90-5D8A-4C55-A109-5C701AC9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本图范围：已经进入普通 AutoSelector 的 AICPU 规则。它是“这次选型未命中”，上层才决定继续尝试还是返回不支持。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38A43-6C6D-4F7B-92D0-CD750A8A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66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9242E-DCE8-44E4-B85D-5CEA0DB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10325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① SelectAicpuAlgo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SelectorStatus::NOT_MATCH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4C962-632D-4CC4-941C-49110ED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5A7FA-527A-4A76-BC58-2CBD7E6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572970" y="4572048"/>
            <a:ext cx="1857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F3E5C-C34F-4C80-9D24-AD1677A4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714750"/>
            <a:ext cx="1314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ED971-60B5-49C2-8FB5-95D80AE0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810000"/>
            <a:ext cx="1280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② AutoSelectorBase::Select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原样返回；没有再补选一个 AICPU 默认算法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FEAB-284E-4B37-8A58-8C3F59C7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0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C56B-FDFB-4995-9533-81F13C5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25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574845" y="4572048"/>
            <a:ext cx="1857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A3E4D-91BC-48F7-A398-E671CD33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25" y="3714750"/>
            <a:ext cx="1619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8BB0C-D543-4709-BFAD-3434F68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575" y="3810000"/>
            <a:ext cx="15849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③ ExecuteSelector::Run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继续遍历同算子的已注册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CD5A8-ACF1-42AF-AEE6-2F437B5B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7143750"/>
            <a:ext cx="1238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21BA5-9E26-4A20-B481-57BCCD4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0" y="7239000"/>
            <a:ext cx="1203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后续还有 Selector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并且返回 MATCH？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5E682-0E9E-458A-864B-D892821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75" y="5429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D1C0D-DCCD-4DAB-B445-19F3FD2E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75" y="714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528423" y="5429345"/>
            <a:ext cx="0" cy="171440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E2EF1-4C37-4122-8C46-62A8CF1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0" y="11049000"/>
            <a:ext cx="10477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A62ED-E5C6-4FE6-B8FA-CB50907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1144250"/>
            <a:ext cx="101346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是：选中对应 algName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HCCL_SUCCESS，继续准备与执行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75AA6-0E33-4E6C-82F1-E7D688DD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0" y="11049000"/>
            <a:ext cx="79533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2BE3A-B942-4166-9E15-8D9B9E7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8450" y="11144250"/>
            <a:ext cx="76104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否：所有 Selector 都未匹配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记录 No supported algorithm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HCCL_E_NOT_SUPPORT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8807C-8CCD-401C-982E-5E9F40C0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0" y="947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9A759-C11C-401B-BB8D-82F685DC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1104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30099095" y="9477423"/>
            <a:ext cx="257165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B2C76-0A3C-40D5-972B-E4B509A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9906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AF1E4-ABBE-4D71-A83D-158C7324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0" y="947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FB4B9-E84F-4FB7-8269-B4589121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104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0290798" y="9477470"/>
            <a:ext cx="666750" cy="15715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40F1E-3EBD-4AF7-89FB-12909FD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0" y="9906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E31529-7EAB-4507-AD77-FC2ED16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5525750"/>
            <a:ext cx="1895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60141-A902-4045-A4BA-C068965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8950" y="15621000"/>
            <a:ext cx="18611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④ 错误向调用者传播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Selector 中 CHK_RET 返回该错误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AllReduceOutPlace 中 CHK_RET 继续向上传递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本次选择不进入后面的 HcclExecOp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BB4AD-5869-43A0-A152-F20FDA0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3573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6ACA8-62A9-4B07-A63B-85EE3C5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0957548" y="13573220"/>
            <a:ext cx="0" cy="109528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C821D-758E-443F-9F9C-EA376DE1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DD8269-4F02-4783-9044-ACE65C89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35194970" y="14668548"/>
            <a:ext cx="5762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19C7D5-CD5B-48A0-8F8C-E05D40AF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8BF20B-5D85-4362-BE48-E3D111F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552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5194923" y="14668595"/>
            <a:ext cx="0" cy="85715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FF48F-2FEE-4438-87A2-162692A0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39000"/>
            <a:ext cx="2133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2EBE5A-884E-4B44-9113-A5D74EA9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334250"/>
            <a:ext cx="20993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当前源码的常见实际结果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EDC342-9BA5-43DA-A468-641826DA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0"/>
            <a:ext cx="20621625" cy="6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本图涉及的15个算子，在 src/ops 中各有一个按算子注册的普通 AutoSelector（priority=18）。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因此若没有额外注册项接住，AICPU 未匹配通常很快走到 HCCL_E_NOT_SUPPORT。不会因为叶子是红色，就自动运行 Ring、NHR 或旧版实现。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4367D8-9EB6-40B7-87FB-9B8FBE1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859250"/>
            <a:ext cx="2133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068A78-2F6D-428E-8BDB-A03042F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6954500"/>
            <a:ext cx="20993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两种失败要分开看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77274B-4EAD-4F39-B9C5-59D5AD28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0"/>
            <a:ext cx="20621625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NOT_MATCH：算法尚未选中，失败发生在选择阶段。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执行失败：算法已选中，随后资源创建、KernelRun 或通信超时失败，沿对应的错误处理路径返回。红色节点不表示“传输已经失败”。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C4D059-CC43-4A06-B895-EA68DE3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0" y="20764500"/>
            <a:ext cx="1971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9DF316-7417-4756-AFD0-9FECF89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0" y="20859750"/>
            <a:ext cx="19373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进入 AICPU 之前的回退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E60B2C-D087-4F71-A124-FF676D45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22240875"/>
            <a:ext cx="1900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CCU_MS 未匹配可改试 CCU_SCHED；CCU_SCHED 未匹配进入 CCU_FAIL。普通 AIV 未匹配也可进入 CCU_FAIL，再尝试 AICPU。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AIV_ONLY 未匹配会返回，特殊 PCIe 场景还可能在调用 AICPU 之前改走 AIV。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97D777-A5FC-46FD-9E0F-C86FF99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边界：这里只解释本图普通规则链。插件、新 cost SelectorEngine、MC2 与执行阶段 ReSelector 的分支需分别分析。</a:t>
            </a:r>
          </a:p>
        </p:txBody>
      </p:sp>
    </p:spTree>
    <p:extLst>
      <p:ext uri="{BB962C8B-B14F-4D97-AF65-F5344CB8AC3E}">
        <p14:creationId xmlns:p14="http://schemas.microsoft.com/office/powerpoint/2010/main" val="14160568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51DB41-8456-4853-9809-B8C7BF0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缩写、后缀与判断词 · 独立速查表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AC6DA-B33C-44FB-A7C2-D418ED6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按图中实际用词解释。Sole、Mesh、CLOS、Jetty 是名称或术语，不必强行逐字母展开；UR 也不是本图独立的代码判据。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64D6F-84A2-4799-9D9E-47A6C9D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5D506-F9AD-4EDE-BAF1-5CCBEF6C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执行与算子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4DF7C-DC8B-4034-83AC-FD10233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11FE0-B2B9-4135-B444-A6811772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集合通信算子库 / 底层通信资源与原语库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D0CB7-2359-4FBA-AF22-875834AB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/ Aicpu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36E44-AA58-4471-A8A7-3AEB383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设备侧承担通信编排的 CPU 引擎 / 算法名前缀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5CBC7-3060-4554-A8D4-E1218E55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031A6-1661-4FAF-B94A-238E026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 Vector，向量核执行路径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0A3BF-DA25-4C30-92CE-13FBB96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819C8-609B-43C7-B5E2-1CC2C678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Collective Communication Unit，集合通信单元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D5C18-6567-4AA1-A4EC-E24E038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C0F2D-EA48-4E0C-96BA-5755FA70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 Processing Unit，数据处理单元路径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8AC15-BF61-494E-B6C2-8B003E1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TS / STARS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623D9-9C0E-4A21-81A3-F7670B59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TS=Task Scheduler，任务调度器；STARS 为硬件任务调度系统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CB58B-FA4F-4495-86B7-C4BB7BF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AR / AllReduce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94BC5-1677-4207-BE41-811AA6B0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全体归约，全体拿到完整结果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20296-F799-4D8D-9AA8-16D46D62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AG / AllGather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4E2EF-6DD9-4CC6-9251-FC21239F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全体收集，各 rank 拿到所有块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2F6AC-9267-4EE2-850A-602FB32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RS / ReduceScatter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45FB1-57A8-412A-AEAA-523456D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归约后分散，每 rank 只保留对应块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79275-25DA-44BE-83C8-964E9D9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 / B /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EE20B-3C10-43D9-8952-38296FE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本文讨论中对应 Reduce / Broadcast / Scatter；公式 S 是字节量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19D81-19D8-4BA9-99A9-6EC5C79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V / VC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E3871-E0DD-49F3-999E-8C8BDCE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V：变长计数；VC：全局发送计数矩阵接口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5F65C-47DD-42C0-87CD-89E887B0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rank / peer / root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CD805-41DA-451E-9465-C2F9DC63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通信参与者编号 / 对端 / 指定根节点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B65C2-32EA-4987-9486-955921E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EF130-C864-4939-A5B0-5F869CC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网络、资源与条件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2EFCD-EF8F-40FC-9AEB-89B5C0F0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1589BE-98B7-45C3-8099-7D66153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Nonuniform Hierarchical Ring，非均衡层次环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8139B-9909-4071-9551-0388D32A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FullMesh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5BC90-C3FF-47F4-8082-04BC1921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网状 / 全连接通信关系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1CE6E-800C-4AC7-8527-277C657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5A13A2-C7A2-4628-8E8A-9E1661F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多级交换网络名称，不是英文首字母缩写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1DB14A-BBD7-4688-B1B5-8E5E634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UB / UboE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3E3A2-619B-46DC-8849-E72A491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UnifiedBus / UnifiedBus over Ethernet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C6AC3-A627-4D37-9935-B5452DB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URMA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37E47-3BD3-490B-9252-49DF816D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Unified Remote Memory Access，统一远端内存访问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9AD116-8CBB-46B5-A019-749CA6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UBX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24136C-D0FE-4D35-9E8A-FD03618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本选择器注释中对非 PCIe 混合的 Mesh+CLOS 分支称呼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905A67-7B77-407E-AA2A-C02981D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PCIe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81F049-0A88-4F15-917E-7FEA0D5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Peripheral Component Interconnect Express，设备互联总线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B7AB82-59EC-4EDC-A5E2-346FEDDA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Jetty / MultiJetty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9C60FA-0699-4F54-88BF-1C204BF5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通信端点相关对象 / 多个端点协同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256B5C-2E7B-4EC4-9FD6-BBCE8DD8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MultiLink /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4AA84C-EBE8-4865-BFE8-07EB78A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多链路 / 通信通道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467AFC-7A86-48F3-8D35-B1E7F3B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Buffer / CCL Buffer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216645-DB86-4D93-AF8A-B3F81DD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数据缓冲区 / 集合通信临时缓冲区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7B7F16-91E8-4091-9BE7-A3CFED34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Symmetric 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153837-9248-444C-AB83-8DE0FC6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对称内存：可定位并访问对端对应的内存窗口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23D10B-BC94-48A7-BE9A-FD7A0D74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Level0 / Level1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FBB31D-4BA8-4D70-93E4-241203F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 / 第1逻辑拓扑层；不是物理机器数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0A71B7-47D2-4AA7-B2DA-6FA27F6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5650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Level1Nhr / Level0Nhr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669083-DC46-4783-9D89-B4AE56E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6231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退化标记；Level1Nhr 与第0层组规模的最大公约数相关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299A2F-FC3A-4C6F-9CCB-943DAE47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75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7AA1AF-BBF2-4CE9-98BC-E7682231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25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数据、单位与返回值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B32588-8133-4B5C-87AA-753F279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 / P / T / 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169086-D28A-457F-953E-101A3FF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S=count×类型字节数；P=rank数；T=S×P；c=sendCounts[0]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6B40DC-0741-4638-87A9-A5BA6464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 的算子口径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1DD3A3-FC47-4F1C-AF0D-AFDFD8B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AR/AG/Reduce 为每 rank 输入；RS 为每 rank 输出块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215734-1383-4347-902E-9A78BD1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KiB / MiB / GiB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8C662C-FF2B-482B-9ACF-B2B54F7A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分别为 2¹⁰ / 2²⁰ / 2³⁰ 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091C20-625D-4F01-A3C1-A69A7E0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INT64 / UINT64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F13ED6-914B-4769-B397-27BD5AE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64位有符号整数 / 无符号整数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38970A-0F70-483F-9C7C-835060B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FP16 / FP32 / FP64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9694EC-C8CD-4547-A8FD-9F3F0AE6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16 / 32 / 64位浮点类型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C1E99A-9826-4EDC-AFF9-DB89482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BFP16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A7BEF2-EF51-48E5-99A2-C8A6A0D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源码使用的 bfloat16 类型枚举名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87C163-87CB-4F02-AF0A-84CB43AF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SUM / PROD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A91F24-B239-4E18-84AF-72652806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逐元素求和 / 逐元素求积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A5639C-E4B4-4D3A-B441-DFF84B27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STRICT / StrictOrdered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D5D2CC-AB8A-4BDB-B179-BE40B381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严格确定性配置 / 按固定顺序归约的算法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D35371-C716-4F79-91BE-6C8CC035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MATCH / NOT_MATCH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B3EEB8-9260-4668-A24B-53AB8C3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 Selector 命中 / 当前 Selector 未命中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C5EC34-6EAF-465B-9287-7E0FA06C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HCCL_E_NOT_SUPPORT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B0DAC4-F964-462D-816F-17F6C40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上层返回的“不支持”错误码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DF8CFA-78FC-43D8-AC6B-9F9E156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EQ / DIV / D / U / UR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F72931-16BF-4C28-ADBB-AA2736E6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旧图简记：组内rank数相等 / 整倍数 / 额外CLOS / UboE；UR 非独立判据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70D47C-72B2-4575-8E3C-01B85F9B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S×8/P² 与 S×(8/P)²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2F82A2-EDED-4F62-81F8-9F0DB09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分别是 AR、RS 的大小判据；是字节量，不是带宽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47E635-EE6A-4383-8A05-1B4AB91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编排后缀另查第11–16页：Sole 单一算法域；Concur/Concurrent 并发；Parallel 分层并行；Sequence 按阶段顺序；PipeLine 流水；Chunk 分块；OneShot/TwoShot 阶段组织。</a:t>
            </a:r>
          </a:p>
        </p:txBody>
      </p:sp>
    </p:spTree>
    <p:extLst>
      <p:ext uri="{BB962C8B-B14F-4D97-AF65-F5344CB8AC3E}">
        <p14:creationId xmlns:p14="http://schemas.microsoft.com/office/powerpoint/2010/main" val="10427288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11258-FA70-4085-969C-7CBBFB5C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选型规律总览 · 组合条件决定算法族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56C6A-6184-4992-BFEF-7ED45871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拓扑形态、数据量与资源能力共同影响选型。下面的“倾向”是指定分支里的规则规律，性能优势另看第23页。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333750"/>
          <a:ext xmlns:a="http://schemas.openxmlformats.org/drawingml/2006/main" cx="44386500" cy="2238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239250"/>
                <a:gridCol w="10287000"/>
                <a:gridCol w="14382750"/>
                <a:gridCol w="10477500"/>
              </a:tblGrid>
              <a:tr h="1238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观察到的条件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更常走向的算法族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源码中的实际联系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关联边界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严格确定性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或特殊类型 / 运算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StrictOrdered…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…AicpuReduce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先判断严格保序。AR 多层遇 INT64 / UINT64 / FP64 或 PROD，转 SoleNHRAicpuReduce。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这是语义与能力约束。先检查这些条件，再讨论大小与拓扑规律。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局部全连通 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数据较小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 / SoleMesh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普通单层 AR 的 S≤8MiB 选 OneShot。普通单层 AG 可一直使用 SoleMesh。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单层和小数据不意味着所有算子都用 OneShot。Broadcast 单层 Mesh 直接 TwoShot。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交换网络 CLOS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分组不规则或需退化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/ NHRMultiLink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单层 CLOS 的普通类型选 SoleNHRMultiLink。多层 Level1Nhr 或第0层仅1 rank 可走 SoleNHR。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与通信结构有直接联系。rank 数大本身不是通用触发条件。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有可利用的多层结构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数据量达到分支阈值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 / Sequence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+ NHR 组合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普通两层 Mesh：S≤32MiB 用 NHR，之后为 Parallel，S&gt;4GiB 用 Sequence。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仅适用于未被更早分支选走、且没有 NHR 退化的路径。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多级链路可重叠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特定对称 UboE 拓扑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AG / RS 多层，前两层对称、每模块8卡且最高层 UboE，优先选 PipeLine。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这条规则没有数据量门槛。被选中并不证明所有消息大小下都最快。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额外路径 / 多端点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且有足够数据可分摊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Concur / Concurrent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的 UBX 等组且 P≤4，S&gt;8MiB 选 Concur。较大整倍数组、S≥1MiB，无对称内存则 MultiJetty。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9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需要进入对应分支。收益还取决于链路是否独立、共享瓶颈和调度成本。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3C8B8-55A3-4D76-8197-B68616F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AR=AllReduce；AG=AllGather；RS=ReduceScatter。黄色列给条件，算法列给候选族；精确入口顺序仍以原决策地图为准。</a:t>
            </a:r>
          </a:p>
        </p:txBody>
      </p:sp>
    </p:spTree>
    <p:extLst>
      <p:ext uri="{BB962C8B-B14F-4D97-AF65-F5344CB8AC3E}">
        <p14:creationId xmlns:p14="http://schemas.microsoft.com/office/powerpoint/2010/main" val="6382808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81589F-7FA1-47E9-AAEB-A327FF03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拓扑变“大” · rank 数、层数、组形状是三件事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DCA5D-40C8-4D6D-B5A7-0842B99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以下以普通 AllReduce 为主。先排除严格保序与特殊归约类型。比较拓扑时，必须说明究竟改变了哪个维度。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99722-3659-481A-B6F7-9D2DF6F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8286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FB304-8EF7-44BF-BE44-2C118BA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79438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总数 P 增大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B2033-594C-455B-AE3D-E867B3F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仍是普通单层 Mesh，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其他条件固定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9A984-C9C3-439E-9A4D-9493A2F0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3333750"/>
            <a:ext cx="11811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6E48-37EE-40A9-9DD5-E1DFC16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450" y="3429000"/>
            <a:ext cx="114681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P=8，S=512MiB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84F1B-4760-431E-88B0-B41590D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4505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19F49-E98F-452E-9769-0CC58B7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4505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95" y="4505373"/>
            <a:ext cx="12381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BFDFC-66F7-4CC8-8D39-5BE3F091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3333750"/>
            <a:ext cx="1247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8492F-ECB2-431D-A3D8-F95A45BF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3429000"/>
            <a:ext cx="121348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P=16，S=512MiB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A393C-6576-48EA-86D0-A190D09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3486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Chunk 条件含 8/P²。P 增大使每块判据变小，算法可以从 Chunk 变回 TwoShot。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32DFA-3387-47B6-879D-6BADE43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953500"/>
            <a:ext cx="8286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2CF25-32CE-42A1-87A7-53D5CBF7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048750"/>
            <a:ext cx="79438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逻辑层数增多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2E84E-9202-4482-AE4D-7E07CDE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 Mesh、无退化、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未命中更早 UboE 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A7C59-E4E4-462B-AD18-9510CCF5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8953500"/>
            <a:ext cx="11811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BCAA2-1738-494A-A783-6EFECD7C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450" y="9048750"/>
            <a:ext cx="114681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2层，S=64MiB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A452A-0BDF-4898-952F-FB42608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01250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1A692-7553-48E4-889D-63AF126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101250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1242095" y="10125123"/>
            <a:ext cx="12381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B2B36-083A-4CA2-9ABD-28DED60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8953500"/>
            <a:ext cx="1247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350D5-55F6-4AB4-86AC-9E68510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9048750"/>
            <a:ext cx="121348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3层且前两层对称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SequenceMeshConcurNHRNHR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63883-657B-4A59-97F1-BCEB0BA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620500"/>
            <a:ext cx="3486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更多层带来更多维度的分阶段处理。若3层不对称，则转 SoleNHR。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5B2F4-3D4F-4F4C-A7DF-73A76624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0"/>
            <a:ext cx="8286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4788D-B2AA-4070-B68C-F600766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0"/>
            <a:ext cx="79438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组形状变规整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31FFC-AFB2-4330-B12C-41D9958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普通多层路径，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优先 UboE 分支未命中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23B4A-59B9-4206-B97C-AD8BFD06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14573250"/>
            <a:ext cx="11811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81CF9-548A-444D-AD25-C83FF799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450" y="14668500"/>
            <a:ext cx="114681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第0层组规模4、5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GCD=1，Level1Nhr=true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AD2E2-0120-493B-A889-D7A51DA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5744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BA6A1-02DE-4F2B-86B4-4866B67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15744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1242095" y="15744873"/>
            <a:ext cx="12381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3D587-D1CB-4ECF-8391-2738C81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14573250"/>
            <a:ext cx="1247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95069-F1AB-4F0B-BE69-BE6ABAF0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14668500"/>
            <a:ext cx="121348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第0层组规模4、6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GCD=2，未触发该退化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继续检查层数与形态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E0886D-C9E4-4CF8-B30C-AA004AD5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240250"/>
            <a:ext cx="3486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不规则组可能用 NHR 处理。GCD&gt;1 只移除了这项退化，不能单独保证 Parallel。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0E680-D736-4320-81E2-6CC7FB6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0"/>
            <a:ext cx="8286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8026D-30F8-40B6-84C6-63E8978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288250"/>
            <a:ext cx="794385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链路组织更适合流水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3DC7DB-61A0-412E-8D6C-0A830DE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1930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多层、普通类型、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前两层均对称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5919EE-7B69-404A-A3AD-25FF780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0" y="20193000"/>
            <a:ext cx="11811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44672-B972-4F64-B610-FC22ED16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450" y="20288250"/>
            <a:ext cx="114681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每模块8卡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最高层 UboE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1B9521-1CB0-4930-BE11-26DAA2A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1364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646071-88DD-4268-8328-30DCBA4B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21364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1242095" y="21364623"/>
            <a:ext cx="12381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5BB9D8-478F-48C5-A0CE-EEA05D2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20193000"/>
            <a:ext cx="1247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EF566A-39ED-4497-9B2D-B266B904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20288250"/>
            <a:ext cx="121348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2层：PipeLineMeshNHR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3层：PipeLineMeshNHRNHR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289F8F-2725-4980-9C5B-47ECD6D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0"/>
            <a:ext cx="3486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这里是拓扑组合直接触发流水，S 不参与该分支；拓扑对称与对称内存是两回事。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2268D8-0BBA-40F2-AC0C-6901972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这是受控条件下的规则对照，展示“形状和分组可用性”比笼统的“大拓扑”更能解释选型。GCD 为最大公约数。</a:t>
            </a:r>
          </a:p>
        </p:txBody>
      </p:sp>
    </p:spTree>
    <p:extLst>
      <p:ext uri="{BB962C8B-B14F-4D97-AF65-F5344CB8AC3E}">
        <p14:creationId xmlns:p14="http://schemas.microsoft.com/office/powerpoint/2010/main" val="16659501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80D0B-047C-4D68-8D0D-3AF3D14A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数据量与 rank 数 · AllReduce 的二维选型分区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3EB89-8E2C-4B7A-8A31-4B6215C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固定条件：单层普通 Mesh、非严格保序、FP32+SUM、没有额外 CLOS 路径。S 为每 rank 输入大小，P 为 rank 总数。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19125" y="3333750"/>
          <a:ext xmlns:a="http://schemas.openxmlformats.org/drawingml/2006/main" cx="44386500" cy="1219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762500"/>
                <a:gridCol w="4953000"/>
                <a:gridCol w="4953000"/>
                <a:gridCol w="4953000"/>
                <a:gridCol w="4953000"/>
                <a:gridCol w="4953000"/>
                <a:gridCol w="4953000"/>
                <a:gridCol w="4953000"/>
                <a:gridCol w="4953000"/>
              </a:tblGrid>
              <a:tr h="15240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\ S (MiB)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21336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21336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21336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21336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213360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</a:t>
                      </a:r>
                    </a:p>
                  </a:txBody>
                  <a:tcPr marL="91440" marR="91440" marT="45720" marB="45720" anchor="ctr">
                    <a:solidFill>
                      <a:srgbClr val="E1E8E1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</a:t>
                      </a:r>
                    </a:p>
                  </a:txBody>
                  <a:tcPr marL="91440" marR="91440" marT="45720" marB="45720" anchor="ctr">
                    <a:solidFill>
                      <a:srgbClr val="F0F1ED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29BB0-3286-4597-9ECF-F077EC2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0"/>
            <a:ext cx="443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分界：S ≤ 8MiB 为 OneShot；S &gt; 4P² MiB 为 Chunk；其余为 TwoShot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1C078-6B8F-43D8-AC6F-DDACA420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0"/>
            <a:ext cx="443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Chunk = SoleMeshChunkTwoShot。边界使用严格大于：P=8 时，256MiB 仍为 TwoShot，512MiB 才在表中进入 Chunk。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91ABE-BB94-494D-8656-2468676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0"/>
            <a:ext cx="8096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7411A-640C-4036-AC04-2A4BAAA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0"/>
            <a:ext cx="775335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单层规律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2A93E-C914-411E-BF93-9EFC3548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64375"/>
            <a:ext cx="11207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1B01A-C00A-45D2-8817-884BB87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859625"/>
            <a:ext cx="108648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小消息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322EB-8195-4CF0-B7ED-DD035E8D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0" y="20740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008F7-63E1-4CA7-821B-9227CED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0" y="20740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209095" y="20740736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D1148-238A-446D-8203-27F4F1D1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0" y="19764375"/>
            <a:ext cx="11207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DE011-A2CD-4185-9C33-0627928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7200" y="19859625"/>
            <a:ext cx="108648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超过8MiB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29984-03DB-4665-AA93-EABB9AE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3500" y="20740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2A86E-8A4A-44E0-92D2-E54B616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0" y="20740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083595" y="20740736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C69D2-D105-4102-AEDD-DF75A88F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0" y="19764375"/>
            <a:ext cx="11207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87416-064D-4DA1-A42A-BECBE05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1700" y="19859625"/>
            <a:ext cx="108648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超过随 P² 增长的阈值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1B942-150F-4DC7-8B81-A8E580C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288500"/>
            <a:ext cx="34575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固定 P 增加 S，可触发更细的分块；固定 S 增加 P，却可能离开 Chunk。这是两个变量共同作用的结果。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8FEAB-DAE2-4557-A515-215286B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矩阵是逻辑条件的示例分区，不承诺每个 P 都对应可部署的物理全连通 Mesh。表内所有结果均由同一组条件推导，未引入运行时间数据。</a:t>
            </a:r>
          </a:p>
        </p:txBody>
      </p:sp>
    </p:spTree>
    <p:extLst>
      <p:ext uri="{BB962C8B-B14F-4D97-AF65-F5344CB8AC3E}">
        <p14:creationId xmlns:p14="http://schemas.microsoft.com/office/powerpoint/2010/main" val="18557722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22038-4028-4951-933E-4F34ACF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同样增大数据量 · 不同算子的切换规律不同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F18A-C51F-428B-BCAD-845616C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先到达各算子的相应分支，再比较大小。S 在 AR / AG 中是每 rank 输入，在 RS 中是每 rank 输出块。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333750"/>
          <a:ext xmlns:a="http://schemas.openxmlformats.org/drawingml/2006/main" cx="44386500" cy="2238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763250"/>
                <a:gridCol w="11144250"/>
                <a:gridCol w="12382500"/>
                <a:gridCol w="10096500"/>
              </a:tblGrid>
              <a:tr h="1238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固定的适用分支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小数据或第一个区间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更大数据 / 额外优先条件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315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得到的规律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AR：普通2层 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无退化，未命中优先UboE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 ≤ 32MiB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32MiB &lt; S ≤ 4GiB：ParallelMeshNHR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 &gt; 4GiB：SequenceMeshConcurNHR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更大数据最后转 Sequence。名称中的 Parallel 不构成“大数据最优”的永久结论。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AG：普通2层 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无退化，未命中优先UboE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先检查：P≥1024 且 S×P≥1GiB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命中直接 ParallelMeshNHR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若未命中：S≤1MiB 用 SoleNHR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S&gt;1MiB：S×P≤4GiB 用 Parallel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S×P&gt;4GiB 用 Sequence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优先条件会截断后续判断。达到大 P 条件后，即使总量&gt;4GiB，也先返回 Parallel。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RS：普通2层 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无保序/特殊类型/退化/优先UboE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先检查：P≥256 且 S×P≥1GiB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命中直接 ParallelMeshNHR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若未命中：S≤4MiB 用 SoleNHR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S&gt;4MiB：S×P≤4GiB 用 Parallel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S×P&gt;4GiB 用 Sequence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结构类似 AG，但 P、S 阈值和 S 的含义不同。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AR：单层 Mesh+CLOS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PCIe混合，Mesh不全连通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 &lt; 32MiB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ParallelMeshNHR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 ≥ 32MiB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（普通类型、非严格保序）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这条分支里数据增大直接切流水。不要移用到普通2层 Mesh 分支。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AllToAll：第0层 Mesh / CLOS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sendCounts 非空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c×类型字节数×P ≤ 150MiB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SoleMeshSingleChannel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总发送量 &gt; 150MiB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这里主要切换通道组织。c 是发给一个目标的元素数。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0"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 / AGV / BatchSendRecv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各自当前 AICPU 入口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没有按消息大小设置算法分档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分别看拓扑 / 层数 / 直接返回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BatchSendRecv 始终返回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AicpuBatchSendRecvSoleMesh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（在所分析入口内）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38125" tIns="190500" rIns="238125" bIns="1905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85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“更多批次”不自动改变名字。相同算法仍可在内部改变轮次、切片与资源调度。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382C1-E316-451D-8555-EA3C1F90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Parallel / Sequence 的短写对应前文同算子的 MeshNHR / MeshConcurNHR。所有区间保留源码中的 &gt;、≥、≤，不能交换端点。</a:t>
            </a:r>
          </a:p>
        </p:txBody>
      </p:sp>
    </p:spTree>
    <p:extLst>
      <p:ext uri="{BB962C8B-B14F-4D97-AF65-F5344CB8AC3E}">
        <p14:creationId xmlns:p14="http://schemas.microsoft.com/office/powerpoint/2010/main" val="9763308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9981D-77F8-41D8-A5E2-DF305DDA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性能关联 · 为什么这些条件可能有利于对应算法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8D811-3A00-4522-BE8F-5DF5609E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以下是算法机制与理想化成本模型，用于解释趋势。选择器中的阈值是策略常量，本材料没有同机实测来证明其性能交点。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6EC1-7CB5-4027-B609-BE7A098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133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D7E9B-83C9-4839-98ED-0222289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2099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小消息与较多参与者：固定开销占比上升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22631-4AAA-4189-8CF6-7CB1589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2095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小 S 时，通信启动、通知、同步可能比传数据更贵。小消息路径通常关注任务数与阶段开销。NHR 的交换轮数按 log₂P 增长，适合解释其在交换网络和不规则规模下的用途。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B1F8D-3343-480A-82AE-BE6B7B60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810625"/>
            <a:ext cx="2133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C74BC-885C-4902-AD33-B3F6D9EF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905875"/>
            <a:ext cx="2099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AllReduce 的文档模型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7D555-11B2-461E-BAA8-B64D3CF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87000"/>
            <a:ext cx="2028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 ≈ 2⌈log₂P⌉α + 2(P−1)/P · Sβ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      + (P−1)/P · Sγ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5E19A-3FB2-413F-AC4A-21547ACF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763500"/>
            <a:ext cx="20288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α：每轮固定耗时；β：每字节传输耗时；γ：每字节归约耗时。模型说明 P、S 如何共同影响成本，不能直接作为 Mesh 与 NHR 的硬件跑分。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A6D55-28DE-43D8-B71D-2FFDD7C1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3333750"/>
            <a:ext cx="2152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78067-D58B-46F5-ABE0-E1A4FF34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0" y="3429000"/>
            <a:ext cx="2118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大消息与多级链路：流水有机会隐藏空闲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23140-A32F-4E71-8F17-F318F8F0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4810125"/>
            <a:ext cx="2066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假设每块依次经过两个可独立工作的阶段，耗时为 a、b，共 K 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DC8C0-16F1-4AFF-A64E-4C0E574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6762750"/>
            <a:ext cx="2028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B2429-9C1A-4CEC-B787-C3F6FF1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6858000"/>
            <a:ext cx="19945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8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完全串行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8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Tserial = K(a+b)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D998F-815B-439C-A848-17FDE4D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9620250"/>
            <a:ext cx="2028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2FF84-7179-456C-B4A7-EA46471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9715500"/>
            <a:ext cx="19945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理想流水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Tpipe = a+b+(K−1)max(a,b)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C9BF8-7F79-4349-8795-9C6EDFD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0" y="12573000"/>
            <a:ext cx="2057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 越多，填充与排空成本越容易摊薄。两阶段速率接近时重叠空间较大；若共享 HBM、同一链路或依赖阻塞，实际收益会缩小。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7B19E-E832-45BC-BF81-D334027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0"/>
            <a:ext cx="4438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236E1-2271-47F6-BE16-26B0128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573500"/>
            <a:ext cx="44043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显存带宽、网络带宽与算子吞吐要分别计算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17844-476D-48DA-946E-FBC126B3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26125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55E8B-0949-4691-BE9F-54B5BCEA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621375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HBM（高带宽显存）流量 QHBM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B7AFC-79B6-4ADD-AA5B-342AE5F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0"/>
            <a:ext cx="14001750" cy="50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累计本 rank 的读字节 + 写字节，包含临时 Buffer、复制与归约访问。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有效显存带宽估计 = QHBM / t。QHBM 可用硬件计数器校验；S 不能代替 QHBM。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1FC04-4BD0-47B5-858C-8E3FB48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8526125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4A221-B1E1-4056-9BA6-F968D39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18621375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网络传输量 Qnet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AE031-0C09-45EE-9BE0-65B06F8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0097750"/>
            <a:ext cx="14001750" cy="50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先约定统计发送、接收还是两者之和。按各物理链路与算法阶段统计，避免把多链路峰值简单相加。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BDDFD-9A96-4258-8F40-1C99EB9D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75" y="18526125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E4DF0-0D3C-4EFE-9A49-3178FC5D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25" y="18621375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能达到的时间下界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0F716-4A5A-485B-A8F6-887CB98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75" y="20097750"/>
            <a:ext cx="14001750" cy="50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理想重叠时 t ≥ max(QHBM/BHBM, Qnet/Bnet, 计算时间)。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BHBM、Bnet 是对应资源带宽，Q 以字节、B 以字节/秒计。同步使时间更长，S/t 为算子吞吐。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70B3F-32A5-4226-81EA-CCCADE0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多链路 / MultiJetty / Chunk 的收益前提：有可分摊的数据、足够资源，且能缓解当前瓶颈。SoleNHRAicpuReduce 要按 Gather + 本地 Reduce 单独计量。</a:t>
            </a:r>
          </a:p>
        </p:txBody>
      </p:sp>
    </p:spTree>
    <p:extLst>
      <p:ext uri="{BB962C8B-B14F-4D97-AF65-F5344CB8AC3E}">
        <p14:creationId xmlns:p14="http://schemas.microsoft.com/office/powerpoint/2010/main" val="9310005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C3BB83-AF97-4866-897D-E4DACFC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关联结论 · 能确定选型，性能强相关仍需分场景验证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02D91-2303-4ECD-9274-34A87286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源码支持“给定条件会选什么”的确定判断。要声称“某算法在某拓扑更快”，还需要同条件下的候选对照与测量。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D93B2-CE07-4FA1-A3C3-C030E11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5525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34479-EFC3-4C15-AD24-C60B058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15182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最明确的关联：通信形态与算法结构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358A-3A2D-4A02-98DA-3471671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4667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49F9C-1225-4A50-B0EB-BCE01B18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4667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6144970" y="4667298"/>
            <a:ext cx="1190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B7079-95AD-45CA-9146-95A700D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3333750"/>
            <a:ext cx="2762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3F1C3-DDB2-4889-8E91-19DFCC6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3429000"/>
            <a:ext cx="27279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局部 Mesh 倾向直接并行收发。CLOS / 退化分组倾向 NHR。可利用的多层结构倾向 Mesh+NHR 组合。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44A7-596A-49C8-B277-9241E71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53250"/>
            <a:ext cx="15525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25EB2-9157-4345-BA19-261AC4B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048500"/>
            <a:ext cx="15182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最清楚的局部趋势：S 增大后改变组织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D09CC-DA3A-488F-8669-23900B5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8286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F0F1A-3EA3-41ED-A4E0-1388A816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8286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6144970" y="8286798"/>
            <a:ext cx="1190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999C4-8DC0-48AA-ACD9-C7E4062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6953250"/>
            <a:ext cx="2762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A88A3-1B14-492E-8ABA-756BDEB0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7048500"/>
            <a:ext cx="27279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可能从 OneShot 变 TwoShot/Chunk，也可能从 NHR 变 Parallel/Sequence，或在特定 PCIe 分支变 PipeLine。每条趋势都有入口前提。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7BA22-C00F-4C85-A94A-A60F46E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0"/>
            <a:ext cx="15525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F3571-F3F3-431F-9F20-7A685B9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668000"/>
            <a:ext cx="15182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单独看 P 或层数，预测力不足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63B0F-5761-4D93-91CF-90B5414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1190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67C2C-4F17-4D09-9773-3BC7A06F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190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6144970" y="11906298"/>
            <a:ext cx="1190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CCF79-030D-4A71-B2BE-7C4C2FE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0572750"/>
            <a:ext cx="2762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D708B-B9F2-45D6-A0EB-EC18F07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10668000"/>
            <a:ext cx="27279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同样更大 P，可使 Chunk 阈值更难达到；同样3层，对称与不对称可分别走 Sequence 与 SoleNHR。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05AAA-A16A-47C1-86DD-8CA4B65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0"/>
            <a:ext cx="15525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CFAD8-D7F2-4B4C-BA40-4F7A7089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0"/>
            <a:ext cx="15182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并行能力决定“能否重叠”，瓶颈决定“是否获益”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99A22-7C91-4AC1-8EBA-C71902E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1552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B53E6-911C-40F9-AE8D-4261FA62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552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6144970" y="15525798"/>
            <a:ext cx="1190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4FC7B-E4AA-427B-B654-85ADD53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4192250"/>
            <a:ext cx="2762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38472-8456-4F58-BD61-0A613185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14287500"/>
            <a:ext cx="27279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MultiJetty、Concur、Parallel、PipeLine 的收益来自资源利用与重叠。共享带宽饱和、任务开销和依赖都会限制收益。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91522-5C94-4BD7-94BA-140D3B5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0"/>
            <a:ext cx="4438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43F5E-6625-4F8C-9019-F4D83AE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573750"/>
            <a:ext cx="4404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“强相关”需要明确比较对象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047D9-66B9-4552-B976-DA0462AC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0"/>
            <a:ext cx="4391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规则关联：条件完整时，算法名由分支确定。统计关联：需要真实工作负载分布；不能把算法名编码成 1、2、3 后计算 Pearson 相关。性能关联：需要测量同一条件下各个受支持候选的耗时。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1AD6E-1871-4310-A79B-3752BDC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0"/>
            <a:ext cx="10191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C9F73-A0A6-4515-8468-B3742FC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050500"/>
            <a:ext cx="9848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建议的验证方式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95031-3FDF-4CED-AB4D-70D19AA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955250"/>
            <a:ext cx="3286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分层固定拓扑、类型和模式，分别扫描 P 与 S，记录 algName、冷/热运行耗时、中位数/95分位、网络及 HBM 流量。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1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在合法候选间比较耗时与瓶颈；重复批次用于稳定统计，不把“批次多”当作自动启用流水的条件。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ADD349-2C92-44A8-B9D2-6E3ABFC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大概结论：先看语义与能力约束，再看拓扑可用结构，最后看分支内的数据量和资源门槛。选型规律清楚，跨场景的性能排名不能只靠名字推出。</a:t>
            </a:r>
          </a:p>
        </p:txBody>
      </p:sp>
    </p:spTree>
    <p:extLst>
      <p:ext uri="{BB962C8B-B14F-4D97-AF65-F5344CB8AC3E}">
        <p14:creationId xmlns:p14="http://schemas.microsoft.com/office/powerpoint/2010/main" val="1061328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2026-09-29T17:17:13.1350000Z</dcterms:created>
  <dcterms:modified xsi:type="dcterms:W3CDTF">2026-09-29T17:17:13.1350000Z</dcterms:modified>
</coreProperties>
</file>