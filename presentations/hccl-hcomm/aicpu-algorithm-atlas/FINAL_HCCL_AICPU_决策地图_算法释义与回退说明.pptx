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139426f02f4e9c" /><Relationship Type="http://schemas.openxmlformats.org/officeDocument/2006/relationships/extended-properties" Target="/docProps/app.xml" Id="Raf3c052a26c147b3" /><Relationship Type="http://schemas.openxmlformats.org/officeDocument/2006/relationships/officeDocument" Target="/ppt/presentation.xml" Id="R88402b9d30db45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3699782d6042e7"/>
  </p:sldMasterIdLst>
  <p:notesMasterIdLst>
    <p:notesMasterId xmlns:r="http://schemas.openxmlformats.org/officeDocument/2006/relationships" r:id="Rc3d3b474422f4a91"/>
  </p:notesMasterIdLst>
  <p:sldIdLst>
    <p:sldId xmlns:r="http://schemas.openxmlformats.org/officeDocument/2006/relationships" id="256" r:id="R1917f91fe3c14a94"/>
    <p:sldId xmlns:r="http://schemas.openxmlformats.org/officeDocument/2006/relationships" id="257" r:id="R47bcfe4f23ab4470"/>
    <p:sldId xmlns:r="http://schemas.openxmlformats.org/officeDocument/2006/relationships" id="258" r:id="R75d30e571eea4a08"/>
    <p:sldId xmlns:r="http://schemas.openxmlformats.org/officeDocument/2006/relationships" id="259" r:id="Rfbe5dbf56c9a4549"/>
    <p:sldId xmlns:r="http://schemas.openxmlformats.org/officeDocument/2006/relationships" id="260" r:id="R47d729ff737f41b7"/>
    <p:sldId xmlns:r="http://schemas.openxmlformats.org/officeDocument/2006/relationships" id="261" r:id="R4a4d535cff174db6"/>
    <p:sldId xmlns:r="http://schemas.openxmlformats.org/officeDocument/2006/relationships" id="262" r:id="R3d72f647fce64dd3"/>
    <p:sldId xmlns:r="http://schemas.openxmlformats.org/officeDocument/2006/relationships" id="263" r:id="R686a4c8709924a18"/>
    <p:sldId xmlns:r="http://schemas.openxmlformats.org/officeDocument/2006/relationships" id="264" r:id="R866a9622a6b34f0c"/>
    <p:sldId xmlns:r="http://schemas.openxmlformats.org/officeDocument/2006/relationships" id="265" r:id="R1c59ac5dfb2443ee"/>
    <p:sldId xmlns:r="http://schemas.openxmlformats.org/officeDocument/2006/relationships" id="266" r:id="R3fb89260036c441c"/>
    <p:sldId xmlns:r="http://schemas.openxmlformats.org/officeDocument/2006/relationships" id="267" r:id="R25da140dc02d4182"/>
    <p:sldId xmlns:r="http://schemas.openxmlformats.org/officeDocument/2006/relationships" id="268" r:id="R0332638372ab4276"/>
    <p:sldId xmlns:r="http://schemas.openxmlformats.org/officeDocument/2006/relationships" id="269" r:id="R7a64bf9626804fa4"/>
    <p:sldId xmlns:r="http://schemas.openxmlformats.org/officeDocument/2006/relationships" id="270" r:id="R4f694b1418bd4456"/>
    <p:sldId xmlns:r="http://schemas.openxmlformats.org/officeDocument/2006/relationships" id="271" r:id="R45f25a5d479140a3"/>
    <p:sldId xmlns:r="http://schemas.openxmlformats.org/officeDocument/2006/relationships" id="272" r:id="R393fa3b4c5284da5"/>
    <p:sldId xmlns:r="http://schemas.openxmlformats.org/officeDocument/2006/relationships" id="273" r:id="R4b8a6318d348411a"/>
  </p:sldIdLst>
  <p:sldSz cx="45720000" cy="2857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6eb8ea0d014cda" /><Relationship Type="http://schemas.openxmlformats.org/officeDocument/2006/relationships/slideMaster" Target="/ppt/slideMasters/slideMaster1.xml" Id="Rfc3699782d6042e7" /><Relationship Type="http://schemas.openxmlformats.org/officeDocument/2006/relationships/notesMaster" Target="/ppt/notesMasters/notesMaster1.xml" Id="Rc3d3b474422f4a91" /><Relationship Type="http://schemas.openxmlformats.org/officeDocument/2006/relationships/presProps" Target="/ppt/presProps.xml" Id="Ra5c854a2bdb14b4b" /><Relationship Type="http://schemas.openxmlformats.org/officeDocument/2006/relationships/tableStyles" Target="/ppt/tableStyles.xml" Id="R4a4ad9b94c504259" /><Relationship Type="http://schemas.openxmlformats.org/officeDocument/2006/relationships/slide" Target="/ppt/slides/slide1.xml" Id="R1917f91fe3c14a94" /><Relationship Type="http://schemas.openxmlformats.org/officeDocument/2006/relationships/slide" Target="/ppt/slides/slide2.xml" Id="R47bcfe4f23ab4470" /><Relationship Type="http://schemas.openxmlformats.org/officeDocument/2006/relationships/slide" Target="/ppt/slides/slide3.xml" Id="R75d30e571eea4a08" /><Relationship Type="http://schemas.openxmlformats.org/officeDocument/2006/relationships/slide" Target="/ppt/slides/slide4.xml" Id="Rfbe5dbf56c9a4549" /><Relationship Type="http://schemas.openxmlformats.org/officeDocument/2006/relationships/slide" Target="/ppt/slides/slide5.xml" Id="R47d729ff737f41b7" /><Relationship Type="http://schemas.openxmlformats.org/officeDocument/2006/relationships/slide" Target="/ppt/slides/slide6.xml" Id="R4a4d535cff174db6" /><Relationship Type="http://schemas.openxmlformats.org/officeDocument/2006/relationships/slide" Target="/ppt/slides/slide7.xml" Id="R3d72f647fce64dd3" /><Relationship Type="http://schemas.openxmlformats.org/officeDocument/2006/relationships/slide" Target="/ppt/slides/slide8.xml" Id="R686a4c8709924a18" /><Relationship Type="http://schemas.openxmlformats.org/officeDocument/2006/relationships/slide" Target="/ppt/slides/slide9.xml" Id="R866a9622a6b34f0c" /><Relationship Type="http://schemas.openxmlformats.org/officeDocument/2006/relationships/slide" Target="/ppt/slides/slide10.xml" Id="R1c59ac5dfb2443ee" /><Relationship Type="http://schemas.openxmlformats.org/officeDocument/2006/relationships/slide" Target="/ppt/slides/slide11.xml" Id="R3fb89260036c441c" /><Relationship Type="http://schemas.openxmlformats.org/officeDocument/2006/relationships/slide" Target="/ppt/slides/slide12.xml" Id="R25da140dc02d4182" /><Relationship Type="http://schemas.openxmlformats.org/officeDocument/2006/relationships/slide" Target="/ppt/slides/slide13.xml" Id="R0332638372ab4276" /><Relationship Type="http://schemas.openxmlformats.org/officeDocument/2006/relationships/slide" Target="/ppt/slides/slide14.xml" Id="R7a64bf9626804fa4" /><Relationship Type="http://schemas.openxmlformats.org/officeDocument/2006/relationships/slide" Target="/ppt/slides/slide15.xml" Id="R4f694b1418bd4456" /><Relationship Type="http://schemas.openxmlformats.org/officeDocument/2006/relationships/slide" Target="/ppt/slides/slide16.xml" Id="R45f25a5d479140a3" /><Relationship Type="http://schemas.openxmlformats.org/officeDocument/2006/relationships/slide" Target="/ppt/slides/slide17.xml" Id="R393fa3b4c5284da5" /><Relationship Type="http://schemas.openxmlformats.org/officeDocument/2006/relationships/slide" Target="/ppt/slides/slide18.xml" Id="R4b8a6318d348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9765f381de47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c46dc5c345467b" /><Relationship Type="http://schemas.openxmlformats.org/officeDocument/2006/relationships/notesMaster" Target="/ppt/notesMasters/notesMaster1.xml" Id="R2c06f85b506845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7108c3e664ab4" /><Relationship Type="http://schemas.openxmlformats.org/officeDocument/2006/relationships/notesMaster" Target="/ppt/notesMasters/notesMaster1.xml" Id="R1a51c7d0143b46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458113f1743e1" /><Relationship Type="http://schemas.openxmlformats.org/officeDocument/2006/relationships/notesMaster" Target="/ppt/notesMasters/notesMaster1.xml" Id="R8b172c786ab14f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d330432c704f6f" /><Relationship Type="http://schemas.openxmlformats.org/officeDocument/2006/relationships/notesMaster" Target="/ppt/notesMasters/notesMaster1.xml" Id="R81949abf06fc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c74ccaab134f79" /><Relationship Type="http://schemas.openxmlformats.org/officeDocument/2006/relationships/notesMaster" Target="/ppt/notesMasters/notesMaster1.xml" Id="R9289753d28094c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5430aecf946a0" /><Relationship Type="http://schemas.openxmlformats.org/officeDocument/2006/relationships/notesMaster" Target="/ppt/notesMasters/notesMaster1.xml" Id="R34536b842742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b3e9ed8a91458f" /><Relationship Type="http://schemas.openxmlformats.org/officeDocument/2006/relationships/notesMaster" Target="/ppt/notesMasters/notesMaster1.xml" Id="Rd3f69aae460746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9e9cfd117a4658" /><Relationship Type="http://schemas.openxmlformats.org/officeDocument/2006/relationships/notesMaster" Target="/ppt/notesMasters/notesMaster1.xml" Id="R7f44a640641548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624cc710384e2f" /><Relationship Type="http://schemas.openxmlformats.org/officeDocument/2006/relationships/notesMaster" Target="/ppt/notesMasters/notesMaster1.xml" Id="R3d4ae32d521a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9102daf1814e61" /><Relationship Type="http://schemas.openxmlformats.org/officeDocument/2006/relationships/notesMaster" Target="/ppt/notesMasters/notesMaster1.xml" Id="R7b2d78b963ee45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f3febe56504198" /><Relationship Type="http://schemas.openxmlformats.org/officeDocument/2006/relationships/notesMaster" Target="/ppt/notesMasters/notesMaster1.xml" Id="R44c5640c39b949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a093b9552c42b7" /><Relationship Type="http://schemas.openxmlformats.org/officeDocument/2006/relationships/notesMaster" Target="/ppt/notesMasters/notesMaster1.xml" Id="Rcadec887952246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57b2fb381f4499" /><Relationship Type="http://schemas.openxmlformats.org/officeDocument/2006/relationships/notesMaster" Target="/ppt/notesMasters/notesMaster1.xml" Id="R9017a3ea093949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43f1ed67c44e27" /><Relationship Type="http://schemas.openxmlformats.org/officeDocument/2006/relationships/notesMaster" Target="/ppt/notesMasters/notesMaster1.xml" Id="R0ff614761ece4b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1a54d299494cbc" /><Relationship Type="http://schemas.openxmlformats.org/officeDocument/2006/relationships/notesMaster" Target="/ppt/notesMasters/notesMaster1.xml" Id="Rf89279094dd242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90e95c829d24234" /><Relationship Type="http://schemas.openxmlformats.org/officeDocument/2006/relationships/notesMaster" Target="/ppt/notesMasters/notesMaster1.xml" Id="R219d5491ddcd4d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57e5efe53c43ec" /><Relationship Type="http://schemas.openxmlformats.org/officeDocument/2006/relationships/notesMaster" Target="/ppt/notesMasters/notesMaster1.xml" Id="R661cdead15334d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d6f045f6fa4022" /><Relationship Type="http://schemas.openxmlformats.org/officeDocument/2006/relationships/notesMaster" Target="/ppt/notesMasters/notesMaster1.xml" Id="R98aaaea601b8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hccl 170ddeec · src/ops/all_reduce/selector/all_reduce_auto_selector.cc:403–594（AICPU 规则入口与所有分支）</a:t>
            </a:r>
          </a:p>
          <a:p xmlns:a="http://schemas.openxmlformats.org/drawingml/2006/main">
            <a:r>
              <a:t>src/common/order_preserved_common.h:63–73（严格保序条件）；src/ops/op_common/selector/auto_selector_base.cc:238–328（组规模关系与额外 CLOS 路径）</a:t>
            </a:r>
          </a:p>
          <a:p xmlns:a="http://schemas.openxmlformats.org/drawingml/2006/main">
            <a:r>
              <a:t>src/ops/op_common/topo_info/topo_host.cc:653–703,1018–1031（Level1Nhr、最高层 UboE、对称标记）；auto_selector_base.h:29（ratio=8/P²）</a:t>
            </a:r>
          </a:p>
          <a:p xmlns:a="http://schemas.openxmlformats.org/drawingml/2006/main">
            <a:r>
              <a:t>docs/zh/user_guide/coll_algo_intro/NHR.md；hcomm/docs/zh/architecture/architecture-brief.md（NHR 与 URMA 术语）</a:t>
            </a:r>
          </a:p>
          <a:p xmlns:a="http://schemas.openxmlformats.org/drawingml/2006/main">
            <a:r>
              <a:t>UBoE 术语：Huawei 作者的 Internet-Draft（工作草案）https://ftp.kaist.ac.kr/ietf/draft-li-uboe-00.html</a:t>
            </a:r>
          </a:p>
          <a:p xmlns:a="http://schemas.openxmlformats.org/drawingml/2006/main">
            <a:r>
              <a:t>对称内存：https://www.hiascend.com/document/detail/zh/CANNCommunityEdition/900beta2/API/hcclapiref/hcclcpp_07_0069.html；实际选择仍以本地源码 supportSymmetricMemory 为准</a:t>
            </a:r>
          </a:p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严格保序：浮点数按不同顺序相加/相乘可能产生舍入差异。此处条件是 STRICT 配置、FP16/FP32/BFP16/FP64、SUM 或 PROD，且 rank 数大于 2。命中后先按 rank 数选保序算法，不再检查后续拓扑。</a:t>
            </a:r>
          </a:p>
          <a:p xmlns:a="http://schemas.openxmlformats.org/drawingml/2006/main">
            <a:r>
              <a:t>数据量 S 是每个 rank 的输入大小：count × 每个元素字节数。P 是参与通信的 rank 数，常见部署一张卡对应一个 rank。MiB=2²⁰ 字节，GiB=2³⁰ 字节。</a:t>
            </a:r>
          </a:p>
          <a:p xmlns:a="http://schemas.openxmlformats.org/drawingml/2006/main">
            <a:r>
              <a:t>逻辑拓扑层数来自 topoLevelNums。它是通信分组的层次，不是神经网络层数，也不能直接等同于机器台数。第 0 层是最靠近设备的通信分组。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归一化数据量：S × 8/P²。源码 ratio=8.0/P/P；这个 r 是比例系数，不是通信协议，也不是带宽。P=8 时，S×8/P²&gt;32MiB 等价于 S&gt;256MiB。源码对 P=0 设 ratio=1 兜底；正常通信域应有 P&gt;0。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  <a:p xmlns:a="http://schemas.openxmlformats.org/drawingml/2006/main">
            <a:r>
              <a:t>黄色叶子省略共同前缀 AicpuAllReduce。OneShot/TwoShot 是一阶段/两阶段的模板命名；Chunk 表示分块；Concur/Parallel 表示组合并行；PipeLine 表示分块流水；MultiLink/MultiJetty 表示使用多链路/多个通信端点。具体重叠方式要看执行模板，算法名本身不等于带宽。</a:t>
            </a:r>
          </a:p>
          <a:p xmlns:a="http://schemas.openxmlformats.org/drawingml/2006/main">
            <a:r>
              <a:t>黄色叶子补共同前缀 AicpuAllReduce。图中的特殊数据指 INT64 / UINT64 / FP64 或 PROD。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170ddeec。</a:t>
            </a:r>
          </a:p>
          <a:p xmlns:a="http://schemas.openxmlformats.org/drawingml/2006/main">
            <a:r>
              <a:t>Selector入口 src/ops/op_common/op_common.cc:159–205；ExecuteSelector规则分发 src/ops/op_common/selector/execute_selector.cc:40–59；新SelectorEngine为可选cost选择。</a:t>
            </a:r>
          </a:p>
          <a:p xmlns:a="http://schemas.openxmlformats.org/drawingml/2006/main">
            <a:r>
              <a:t>真实注册 src/ops/all_reduce/algorithm/executor/ins_v2_all_reduce_sole_executor.cc:394–396；Orchestrate与Loop:156–301。</a:t>
            </a:r>
          </a:p>
          <a:p xmlns:a="http://schemas.openxmlformats.org/drawingml/2006/main">
            <a:r>
              <a:t>设备展开 src/ops/op_common/algorithm/template/aicpu/kernel_launch.cc:276–320。</a:t>
            </a:r>
          </a:p>
          <a:p xmlns:a="http://schemas.openxmlformats.org/drawingml/2006/main">
            <a:r>
              <a:t>模板 src/ops/all_reduce/algorithm/template/aicpu/ins_temp_all_reduce_mesh_1D_two_shot.cc:69–99,127–192,218–465。</a:t>
            </a:r>
          </a:p>
          <a:p xmlns:a="http://schemas.openxmlformats.org/drawingml/2006/main">
            <a:r>
              <a:t>REGISTER_EXEC_V2 src/ops/op_common/algorithm/executor/registry/coll_alg_v2_exec_registry.h:85–96。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src/ops/all_gather/selector/all_gather_auto_selector.cc:303–411</a:t>
            </a:r>
          </a:p>
          <a:p xmlns:a="http://schemas.openxmlformats.org/drawingml/2006/main">
            <a:r>
              <a:t>src/ops/reduce_scatter/selector/reduce_scatter_auto_selector.cc:392–542,654–693；同目录 .h:27</a:t>
            </a:r>
          </a:p>
          <a:p xmlns:a="http://schemas.openxmlformats.org/drawingml/2006/main">
            <a:r>
              <a:t>src/ops/reduce/selector/reduce_auto_selector.cc:268–371</a:t>
            </a:r>
          </a:p>
          <a:p xmlns:a="http://schemas.openxmlformats.org/drawingml/2006/main">
            <a:r>
              <a:t>src/ops/broadcast/selector/broadcast_auto_selector.cc:202–277</a:t>
            </a:r>
          </a:p>
          <a:p xmlns:a="http://schemas.openxmlformats.org/drawingml/2006/main">
            <a:r>
              <a:t>src/ops/scatter/selector/scatter_auto_selector.cc:150–230</a:t>
            </a:r>
          </a:p>
          <a:p xmlns:a="http://schemas.openxmlformats.org/drawingml/2006/main">
            <a:r>
              <a:t>src/ops/all_to_all_v/selector/alltoall_auto_selector.cc:131–182</a:t>
            </a:r>
          </a:p>
          <a:p xmlns:a="http://schemas.openxmlformats.org/drawingml/2006/main">
            <a:r>
              <a:t>src/ops/all_to_all_v/selector/alltoallv_auto_selector.cc:102–151</a:t>
            </a:r>
          </a:p>
          <a:p xmlns:a="http://schemas.openxmlformats.org/drawingml/2006/main">
            <a:r>
              <a:t>src/ops/all_gather_v/selector/all_gather_v_auto_selector.cc:70–92</a:t>
            </a:r>
          </a:p>
          <a:p xmlns:a="http://schemas.openxmlformats.org/drawingml/2006/main">
            <a:r>
              <a:t>src/ops/reduce_scatter_v/selector/reduce_scatter_v_auto_selector.cc:181–200</a:t>
            </a:r>
          </a:p>
          <a:p xmlns:a="http://schemas.openxmlformats.org/drawingml/2006/main">
            <a:r>
              <a:t>src/ops/all_to_all_v/selector/alltoallvc_auto_selector.cc:55–68</a:t>
            </a:r>
          </a:p>
          <a:p xmlns:a="http://schemas.openxmlformats.org/drawingml/2006/main">
            <a:r>
              <a:t>src/ops/send/selector/send_auto_selector.cc:16–27</a:t>
            </a:r>
          </a:p>
          <a:p xmlns:a="http://schemas.openxmlformats.org/drawingml/2006/main">
            <a:r>
              <a:t>src/ops/recv/selector/recv_auto_selector.cc:16–27</a:t>
            </a:r>
          </a:p>
          <a:p xmlns:a="http://schemas.openxmlformats.org/drawingml/2006/main">
            <a:r>
              <a:t>src/ops/batch_send_recv/selector/batch_send_recv_auto_selector.cc:16–28</a:t>
            </a:r>
          </a:p>
          <a:p xmlns:a="http://schemas.openxmlformats.org/drawingml/2006/main">
            <a:r>
              <a:t>src/ops/barrier/selector/barrier_auto_selector.cc:32–44</a:t>
            </a:r>
          </a:p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严格保序：浮点数按不同顺序相加/相乘可能产生舍入差异。此处条件是 STRICT 配置、FP16/FP32/BFP16/FP64、SUM 或 PROD，且 rank 数大于 2。命中后先按 rank 数选保序算法，不再检查后续拓扑。</a:t>
            </a:r>
          </a:p>
          <a:p xmlns:a="http://schemas.openxmlformats.org/drawingml/2006/main">
            <a:r>
              <a:t>数据量 S 是每个 rank 的输入大小：count × 每个元素字节数。P 是参与通信的 rank 数，常见部署一张卡对应一个 rank。MiB=2²⁰ 字节，GiB=2³⁰ 字节。</a:t>
            </a:r>
          </a:p>
          <a:p xmlns:a="http://schemas.openxmlformats.org/drawingml/2006/main">
            <a:r>
              <a:t>逻辑拓扑层数来自 topoLevelNums。它是通信分组的层次，不是神经网络层数，也不能直接等同于机器台数。第 0 层是最靠近设备的通信分组。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归一化数据量：S × 8/P²。源码 ratio=8.0/P/P；这个 r 是比例系数，不是通信协议，也不是带宽。P=8 时，S×8/P²&gt;32MiB 等价于 S&gt;256MiB。源码对 P=0 设 ratio=1 兜底；正常通信域应有 P&gt;0。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  <a:p xmlns:a="http://schemas.openxmlformats.org/drawingml/2006/main">
            <a:r>
              <a:t>黄色叶子省略共同前缀 AicpuAllReduce。OneShot/TwoShot 是一阶段/两阶段的模板命名；Chunk 表示分块；Concur/Parallel 表示组合并行；PipeLine 表示分块流水；MultiLink/MultiJetty 表示使用多链路/多个通信端点。具体重叠方式要看执行模板，算法名本身不等于带宽。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元素字节数（每 rank 输入）；P = rank 总数。</a:t>
            </a:r>
          </a:p>
          <a:p xmlns:a="http://schemas.openxmlformats.org/drawingml/2006/main">
            <a:r>
              <a:t>没有归约类型与严格保序分支；多层判断还使用 S×P。</a:t>
            </a:r>
          </a:p>
          <a:p xmlns:a="http://schemas.openxmlformats.org/drawingml/2006/main">
            <a:r>
              <a:t>源码：src/ops/all_gather/selector/all_gather_auto_selector.cc:303–411</a:t>
            </a:r>
          </a:p>
          <a:p xmlns:a="http://schemas.openxmlformats.org/drawingml/2006/main">
            <a:r>
              <a:t>叶子补前缀 AicpuAllGather。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元素字节数（每 rank 输出块）；P = rank 总数；归一化系数为 (8/P)²。</a:t>
            </a:r>
          </a:p>
          <a:p xmlns:a="http://schemas.openxmlformats.org/drawingml/2006/main">
            <a:r>
              <a:t>保序优先；归一化系数是 64/P²，与 AllReduce 的 8/P² 不同。</a:t>
            </a:r>
          </a:p>
          <a:p xmlns:a="http://schemas.openxmlformats.org/drawingml/2006/main">
            <a:r>
              <a:t>源码：src/ops/reduce_scatter/selector/reduce_scatter_auto_selector.cc:392–542,654–693；同目录 .h:27</a:t>
            </a:r>
          </a:p>
          <a:p xmlns:a="http://schemas.openxmlformats.org/drawingml/2006/main">
            <a:r>
              <a:t>叶子补前缀 AicpuReduceScatter。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元素字节数（每 rank 输入）；只有 root 得到归约结果。</a:t>
            </a:r>
          </a:p>
          <a:p xmlns:a="http://schemas.openxmlformats.org/drawingml/2006/main">
            <a:r>
              <a:t>没有 AllReduce/ReduceScatter 的严格保序优先判断；单层 Mesh 用 8MiB 分界。</a:t>
            </a:r>
          </a:p>
          <a:p xmlns:a="http://schemas.openxmlformats.org/drawingml/2006/main">
            <a:r>
              <a:t>源码：src/ops/reduce/selector/reduce_auto_selector.cc:268–371</a:t>
            </a:r>
          </a:p>
          <a:p xmlns:a="http://schemas.openxmlformats.org/drawingml/2006/main">
            <a:r>
              <a:t>叶子补前缀 AicpuReduce。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 = count × 元素字节数（广播消息）；root 向其他 rank 发送相同数据。</a:t>
            </a:r>
          </a:p>
          <a:p xmlns:a="http://schemas.openxmlformats.org/drawingml/2006/main">
            <a:r>
              <a:t>不做归约类型判断；单层 Mesh 直接 TwoShot，混合拓扑再按连通性与数据量分支。</a:t>
            </a:r>
          </a:p>
          <a:p xmlns:a="http://schemas.openxmlformats.org/drawingml/2006/main">
            <a:r>
              <a:t>源码：src/ops/broadcast/selector/broadcast_auto_selector.cc:202–277</a:t>
            </a:r>
          </a:p>
          <a:p xmlns:a="http://schemas.openxmlformats.org/drawingml/2006/main">
            <a:r>
              <a:t>叶子补前缀 AicpuBroadcast。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T = count × 元素字节数 × P（root 总发送量）；P = rank 总数。</a:t>
            </a:r>
          </a:p>
          <a:p xmlns:a="http://schemas.openxmlformats.org/drawingml/2006/main">
            <a:r>
              <a:t>8MiB 比较的是总发送量 T；同为 CLOS，是否 PCIe 混合也会改变单层算法。</a:t>
            </a:r>
          </a:p>
          <a:p xmlns:a="http://schemas.openxmlformats.org/drawingml/2006/main">
            <a:r>
              <a:t>源码：src/ops/scatter/selector/scatter_auto_selector.cc:150–230</a:t>
            </a:r>
          </a:p>
          <a:p xmlns:a="http://schemas.openxmlformats.org/drawingml/2006/main">
            <a:r>
              <a:t>叶子补前缀 AicpuScatter。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c = sendCounts[0]（发给一个目标的元素数）；P = rank 总数。</a:t>
            </a:r>
          </a:p>
          <a:p xmlns:a="http://schemas.openxmlformats.org/drawingml/2006/main">
            <a:r>
              <a:t>150MiB 比较总字节量；512 比较元素个数，不能当作 512 字节。</a:t>
            </a:r>
          </a:p>
          <a:p xmlns:a="http://schemas.openxmlformats.org/drawingml/2006/main">
            <a:r>
              <a:t>源码：src/ops/all_to_all_v/selector/alltoall_auto_selector.cc:131–182</a:t>
            </a:r>
          </a:p>
          <a:p xmlns:a="http://schemas.openxmlformats.org/drawingml/2006/main">
            <a:r>
              <a:t>V：不同目标可使用不同发送/接收计数及偏移。</a:t>
            </a:r>
          </a:p>
          <a:p xmlns:a="http://schemas.openxmlformats.org/drawingml/2006/main">
            <a:r>
              <a:t>多层分支赋值后继续向下判断，UBX 分支可覆盖前面的算法名。</a:t>
            </a:r>
          </a:p>
          <a:p xmlns:a="http://schemas.openxmlformats.org/drawingml/2006/main">
            <a:r>
              <a:t>源码：src/ops/all_to_all_v/selector/alltoallv_auto_selector.cc:102–151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 hccl 170ddeec 的 src/ops 普通 AutoSelector，已进入 SelectAicpuAlgo；不是全部 HCCL 版本和硬件的支持矩阵。NOT_MATCH 仅表示本选择器未命中。</a:t>
            </a:r>
          </a:p>
          <a:p xmlns:a="http://schemas.openxmlformats.org/drawingml/2006/main">
            <a:r>
              <a:t>src/ops/all_gather_v/selector/all_gather_v_auto_selector.cc:70–92</a:t>
            </a:r>
          </a:p>
          <a:p xmlns:a="http://schemas.openxmlformats.org/drawingml/2006/main">
            <a:r>
              <a:t>各 rank 的数据量可以不同；此选择器不再按数据量分档。</a:t>
            </a:r>
          </a:p>
          <a:p xmlns:a="http://schemas.openxmlformats.org/drawingml/2006/main">
            <a:r>
              <a:t>src/ops/reduce_scatter_v/selector/reduce_scatter_v_auto_selector.cc:181–200</a:t>
            </a:r>
          </a:p>
          <a:p xmlns:a="http://schemas.openxmlformats.org/drawingml/2006/main">
            <a:r>
              <a:t>先排除 UINT64 / FP64；INT64 不在这个排除条件中。</a:t>
            </a:r>
          </a:p>
          <a:p xmlns:a="http://schemas.openxmlformats.org/drawingml/2006/main">
            <a:r>
              <a:t>src/ops/all_to_all_v/selector/alltoallvc_auto_selector.cc:55–68</a:t>
            </a:r>
          </a:p>
          <a:p xmlns:a="http://schemas.openxmlformats.org/drawingml/2006/main">
            <a:r>
              <a:t>使用全局发送计数矩阵描述不等量交换；此入口直接返回。</a:t>
            </a:r>
          </a:p>
          <a:p xmlns:a="http://schemas.openxmlformats.org/drawingml/2006/main">
            <a:r>
              <a:t>src/ops/send/selector/send_auto_selector.cc:16–27</a:t>
            </a:r>
          </a:p>
          <a:p xmlns:a="http://schemas.openxmlformats.org/drawingml/2006/main">
            <a:r>
              <a:t>点对点发送；此入口直接返回。</a:t>
            </a:r>
          </a:p>
          <a:p xmlns:a="http://schemas.openxmlformats.org/drawingml/2006/main">
            <a:r>
              <a:t>src/ops/recv/selector/recv_auto_selector.cc:16–27</a:t>
            </a:r>
          </a:p>
          <a:p xmlns:a="http://schemas.openxmlformats.org/drawingml/2006/main">
            <a:r>
              <a:t>点对点接收；此入口直接返回。</a:t>
            </a:r>
          </a:p>
          <a:p xmlns:a="http://schemas.openxmlformats.org/drawingml/2006/main">
            <a:r>
              <a:t>src/ops/batch_send_recv/selector/batch_send_recv_auto_selector.cc:16–28</a:t>
            </a:r>
          </a:p>
          <a:p xmlns:a="http://schemas.openxmlformats.org/drawingml/2006/main">
            <a:r>
              <a:t>成批组织发送与接收；此入口直接返回。</a:t>
            </a:r>
          </a:p>
          <a:p xmlns:a="http://schemas.openxmlformats.org/drawingml/2006/main">
            <a:r>
              <a:t>src/ops/barrier/selector/barrier_auto_selector.cc:32–44</a:t>
            </a:r>
          </a:p>
          <a:p xmlns:a="http://schemas.openxmlformats.org/drawingml/2006/main">
            <a:r>
              <a:t>所有 rank 同步；此入口直接返回。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hccl/src/ops/all_reduce/algorithm/executor/ins_v2_all_reduce_sole_executor.cc:411</a:t>
            </a:r>
          </a:p>
          <a:p xmlns:a="http://schemas.openxmlformats.org/drawingml/2006/main">
            <a:r>
              <a:t>HcclCMDType::HCCL_CMD_ALLREDUCE, AicpuAllReduceSoleNHR, InsV2AllReduceSoleExecutor, TopoMatchOneLevel, InsTempAllReduceNHR</a:t>
            </a:r>
          </a:p>
          <a:p xmlns:a="http://schemas.openxmlformats.org/drawingml/2006/main">
            <a:r>
              <a:t>hccl/src/ops/all_gather/algorithm/executor/ins_v2_all_gather_sole_executor.cc:405</a:t>
            </a:r>
          </a:p>
          <a:p xmlns:a="http://schemas.openxmlformats.org/drawingml/2006/main">
            <a:r>
              <a:t>HcclCMDType::HCCL_CMD_ALLGATHER, AicpuAllGatherSoleNHR, InsV2AllGatherSoleExecutor, TopoMatchOneLevel, InsTempAllGatherNHR</a:t>
            </a:r>
          </a:p>
          <a:p xmlns:a="http://schemas.openxmlformats.org/drawingml/2006/main">
            <a:r>
              <a:t>hccl/src/ops/reduce_scatter/algorithm/executor/ins_v2_reduce_scatter_sole_executor.cc:402</a:t>
            </a:r>
          </a:p>
          <a:p xmlns:a="http://schemas.openxmlformats.org/drawingml/2006/main">
            <a:r>
              <a:t>HcclCMDType::HCCL_CMD_REDUCE_SCATTER, AicpuReduceScatterSoleNHR, InsV2ReduceScatterSoleExecutor, TopoMatchOneLevel, InsTempReduceScatterNHR</a:t>
            </a:r>
          </a:p>
          <a:p xmlns:a="http://schemas.openxmlformats.org/drawingml/2006/main">
            <a:r>
              <a:t>hccl/src/ops/reduce/algorithm/executor/reduce_sole_executor.cc:366</a:t>
            </a:r>
          </a:p>
          <a:p xmlns:a="http://schemas.openxmlformats.org/drawingml/2006/main">
            <a:r>
              <a:t>HcclCMDType::HCCL_CMD_REDUCE, AicpuReduceSoleNHR, ReduceSoleExecutor, TopoMatchOneLevel, ReduceNHR</a:t>
            </a:r>
          </a:p>
          <a:p xmlns:a="http://schemas.openxmlformats.org/drawingml/2006/main">
            <a:r>
              <a:t>hccl/src/ops/broadcast/algorithm/executor/ins_v2_broadcast_sole_executor.cc:376</a:t>
            </a:r>
          </a:p>
          <a:p xmlns:a="http://schemas.openxmlformats.org/drawingml/2006/main">
            <a:r>
              <a:t>HcclCMDType::HCCL_CMD_BROADCAST, AicpuBroadcastSoleNHR, InsV2BroadcastSoleExecutor, TopoMatchOneLevel, InsTempBroadcastNHR</a:t>
            </a:r>
          </a:p>
          <a:p xmlns:a="http://schemas.openxmlformats.org/drawingml/2006/main">
            <a:r>
              <a:t>hccl/src/ops/scatter/algorithm/executor/ins_v2_scatter_sole_executor.cc:352</a:t>
            </a:r>
          </a:p>
          <a:p xmlns:a="http://schemas.openxmlformats.org/drawingml/2006/main">
            <a:r>
              <a:t>HcclCMDType::HCCL_CMD_SCATTER, AicpuScatterSoleNHR, InsV2ScatterSoleExecutor, TopoMatchOneLevel, InsTempScatterNHR</a:t>
            </a:r>
          </a:p>
          <a:p xmlns:a="http://schemas.openxmlformats.org/drawingml/2006/main">
            <a:r>
              <a:t>hccl/src/ops/all_reduce/algorithm/executor/ins_v2_all_reduce_parallel_executor.cc:1568</a:t>
            </a:r>
          </a:p>
          <a:p xmlns:a="http://schemas.openxmlformats.org/drawingml/2006/main">
            <a:r>
              <a:t>HcclCMDType::HCCL_CMD_ALLREDUCE, AicpuAllReduceParallelMeshNHR, InsAllReduceParallelExecutor,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hccl/src/ops/all_gather/algorithm/executor/ins_v2_all_gather_parallel_executor.cc:804</a:t>
            </a:r>
          </a:p>
          <a:p xmlns:a="http://schemas.openxmlformats.org/drawingml/2006/main">
            <a:r>
              <a:t>HcclCMDType::HCCL_CMD_ALLGATHER, AicpuAllGatherParallelMeshNHR, InsV2AllGatherParallelExecutor, TopoMatchTwoLevel, InsTempAllGatherMesh1D, InsTempAllGatherNHR</a:t>
            </a:r>
          </a:p>
          <a:p xmlns:a="http://schemas.openxmlformats.org/drawingml/2006/main">
            <a:r>
              <a:t>hccl/src/ops/reduce_scatter/algorithm/executor/ins_reduce_scatter_parallel_executor.cc:822</a:t>
            </a:r>
          </a:p>
          <a:p xmlns:a="http://schemas.openxmlformats.org/drawingml/2006/main">
            <a:r>
              <a:t>HcclCMDType::HCCL_CMD_REDUCE_SCATTER, AicpuReduceScatterParallelMeshNHR, InsReduceScatterParallelExecutor, TopoMatchTwoLevel, InsTempReduceScatterMesh1D, InsTempReduceScatterNHR</a:t>
            </a:r>
          </a:p>
          <a:p xmlns:a="http://schemas.openxmlformats.org/drawingml/2006/main">
            <a:r>
              <a:t>hccl/src/ops/reduce/algorithm/executor/reduce_parallel_executor.cc:1006</a:t>
            </a:r>
          </a:p>
          <a:p xmlns:a="http://schemas.openxmlformats.org/drawingml/2006/main">
            <a:r>
              <a:t>HcclCMDType::HCCL_CMD_REDUCE, AicpuReduceParallelMeshNHR, 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hccl/src/ops/broadcast/algorithm/executor/ins_v2_broadcast_parallel_executor.cc:1563</a:t>
            </a:r>
          </a:p>
          <a:p xmlns:a="http://schemas.openxmlformats.org/drawingml/2006/main">
            <a:r>
              <a:t>HcclCMDType::HCCL_CMD_BROADCAST, AicpuBroadcastParallelMeshNHR, InsBroadcastParallelExecutor, TopoMatchTwoLevel, InsTempScatterMesh1D, InsTempScatterNHR, InsTempAllGatherMesh1D, InsTempAllGatherNHR</a:t>
            </a:r>
          </a:p>
          <a:p xmlns:a="http://schemas.openxmlformats.org/drawingml/2006/main">
            <a:r>
              <a:t>hccl/src/ops/scatter/algorithm/executor/ins_v2_scatter_parallel_executor.cc:829</a:t>
            </a:r>
          </a:p>
          <a:p xmlns:a="http://schemas.openxmlformats.org/drawingml/2006/main">
            <a:r>
              <a:t>HcclCMDType::HCCL_CMD_SCATTER, AicpuScatterParallelMeshNHR, InsV2ScatterParallelExecutor, TopoMatchTwoLevel, InsTempScatterMesh1D, InsTempScatterNHR</a:t>
            </a:r>
          </a:p>
          <a:p xmlns:a="http://schemas.openxmlformats.org/drawingml/2006/main">
            <a:r>
              <a:t>hccl/src/ops/all_reduce/algorithm/executor/ins_v2_all_reduce_concurrent_executor.cc:664</a:t>
            </a:r>
          </a:p>
          <a:p xmlns:a="http://schemas.openxmlformats.org/drawingml/2006/main">
            <a:r>
              <a:t>HcclCMDType::HCCL_CMD_ALLREDUCE, AicpuAllReduceConcurMeshTwoShotNHR, InsV2AllReduceConcurrentExecutor, TopoMatchConcurrentV2, InsTempAllReduceMesh1DTwoShot, InsTempAllReduceNHR</a:t>
            </a:r>
          </a:p>
          <a:p xmlns:a="http://schemas.openxmlformats.org/drawingml/2006/main">
            <a:r>
              <a:t>src/ops/all_reduce/algorithm/executor/ins_v2_all_reduce_parallel_executor.cc:1140–1288</a:t>
            </a:r>
          </a:p>
          <a:p xmlns:a="http://schemas.openxmlformats.org/drawingml/2006/main">
            <a:r>
              <a:t>src/ops/all_reduce/algorithm/executor/ins_v2_all_reduce_concurrent_executor.cc:191–213,470–535</a:t>
            </a:r>
          </a:p>
          <a:p xmlns:a="http://schemas.openxmlformats.org/drawingml/2006/main">
            <a:r>
              <a:t>src/ops/all_reduce/algorithm/template/aicpu/ins_temp_all_reduce_nhr.cc:149–290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hccl/src/ops/all_gather/algorithm/executor/ins_v2_all_gather_sole_executor.cc:383</a:t>
            </a:r>
          </a:p>
          <a:p xmlns:a="http://schemas.openxmlformats.org/drawingml/2006/main">
            <a:r>
              <a:t>HcclCMDType::HCCL_CMD_ALLGATHER, AicpuAllGatherSoleMesh, InsV2AllGatherSoleExecutor, TopoMatchOneLevel, InsTempAllGatherMesh1D</a:t>
            </a:r>
          </a:p>
          <a:p xmlns:a="http://schemas.openxmlformats.org/drawingml/2006/main">
            <a:r>
              <a:t>hccl/src/ops/reduce_scatter/algorithm/executor/ins_v2_reduce_scatter_sole_executor.cc:377</a:t>
            </a:r>
          </a:p>
          <a:p xmlns:a="http://schemas.openxmlformats.org/drawingml/2006/main">
            <a:r>
              <a:t>HcclCMDType::HCCL_CMD_REDUCE_SCATTER, AicpuReduceScatterSoleMesh, InsV2ReduceScatterSoleExecutor, TopoMatchOneLevel, InsTempReduceScatterMesh1D</a:t>
            </a:r>
          </a:p>
          <a:p xmlns:a="http://schemas.openxmlformats.org/drawingml/2006/main">
            <a:r>
              <a:t>hccl/src/ops/reduce/algorithm/executor/reduce_sole_executor.cc:343</a:t>
            </a:r>
          </a:p>
          <a:p xmlns:a="http://schemas.openxmlformats.org/drawingml/2006/main">
            <a:r>
              <a:t>HcclCMDType::HCCL_CMD_REDUCE, AicpuReduceSoleMesh, ReduceSoleExecutor, TopoMatchOneLevel, ReduceMesh1D</a:t>
            </a:r>
          </a:p>
          <a:p xmlns:a="http://schemas.openxmlformats.org/drawingml/2006/main">
            <a:r>
              <a:t>hccl/src/ops/scatter/algorithm/executor/ins_v2_scatter_sole_executor.cc:344</a:t>
            </a:r>
          </a:p>
          <a:p xmlns:a="http://schemas.openxmlformats.org/drawingml/2006/main">
            <a:r>
              <a:t>HcclCMDType::HCCL_CMD_SCATTER, AicpuScatterSoleMesh, InsV2ScatterSoleExecutor, TopoMatchOneLevel, InsTempScatterMesh1D</a:t>
            </a:r>
          </a:p>
          <a:p xmlns:a="http://schemas.openxmlformats.org/drawingml/2006/main">
            <a:r>
              <a:t>hccl/src/ops/all_to_all_v/algorithm/executor/ins_v2_all_to_all_v_sole_executor.cc:562</a:t>
            </a:r>
          </a:p>
          <a:p xmlns:a="http://schemas.openxmlformats.org/drawingml/2006/main">
            <a:r>
              <a:t>HcclCMDType::HCCL_CMD_ALLTOALL, AicpuAllToAllSoleMesh, InsV2AlltoAllVSoleExecutor, TopoMatchOneLevel, InsTempAlltoAllVMesh1D</a:t>
            </a:r>
          </a:p>
          <a:p xmlns:a="http://schemas.openxmlformats.org/drawingml/2006/main">
            <a:r>
              <a:t>hccl/src/ops/all_to_all_v/algorithm/executor/ins_v2_all_to_all_v_sole_executor.cc:578</a:t>
            </a:r>
          </a:p>
          <a:p xmlns:a="http://schemas.openxmlformats.org/drawingml/2006/main">
            <a:r>
              <a:t>HcclCMDType::HCCL_CMD_ALLTOALLV, AicpuAllToAllVSoleMesh, InsV2AlltoAllVSoleExecutor, TopoMatchOneLevel, InsTempAlltoAllVMesh1D</a:t>
            </a:r>
          </a:p>
          <a:p xmlns:a="http://schemas.openxmlformats.org/drawingml/2006/main">
            <a:r>
              <a:t>hccl/src/ops/all_reduce/algorithm/executor/ins_v2_all_reduce_sole_executor.cc:377</a:t>
            </a:r>
          </a:p>
          <a:p xmlns:a="http://schemas.openxmlformats.org/drawingml/2006/main">
            <a:r>
              <a:t>HcclCMDType::HCCL_CMD_ALLREDUCE, AicpuAllReduceSoleMeshOneShot, InsV2AllReduceSoleExecutor, TopoMatchOneLevel, InsTempAllReduceMesh1DOneShot</a:t>
            </a:r>
          </a:p>
          <a:p xmlns:a="http://schemas.openxmlformats.org/drawingml/2006/main">
            <a:r>
              <a:t>hccl/src/ops/all_reduce/algorithm/executor/ins_v2_all_reduce_sole_executor.cc:394</a:t>
            </a:r>
          </a:p>
          <a:p xmlns:a="http://schemas.openxmlformats.org/drawingml/2006/main">
            <a:r>
              <a:t>HcclCMDType::HCCL_CMD_ALLREDUCE, AicpuAllReduceSoleMeshTwoShot, InsV2AllReduceSoleExecutor, TopoMatchOneLevel, InsTempAllReduceMesh1DTwoShot</a:t>
            </a:r>
          </a:p>
          <a:p xmlns:a="http://schemas.openxmlformats.org/drawingml/2006/main">
            <a:r>
              <a:t>hccl/src/ops/reduce/algorithm/executor/reduce_sole_executor.cc:354</a:t>
            </a:r>
          </a:p>
          <a:p xmlns:a="http://schemas.openxmlformats.org/drawingml/2006/main">
            <a:r>
              <a:t>HcclCMDType::HCCL_CMD_REDUCE, AicpuReduceSoleMeshTwoShot, ReduceSoleExecutor, TopoMatchOneLevel, ReduceMesh1DTwoShot</a:t>
            </a:r>
          </a:p>
          <a:p xmlns:a="http://schemas.openxmlformats.org/drawingml/2006/main">
            <a:r>
              <a:t>hccl/src/ops/broadcast/algorithm/executor/ins_v2_broadcast_sole_executor.cc:362</a:t>
            </a:r>
          </a:p>
          <a:p xmlns:a="http://schemas.openxmlformats.org/drawingml/2006/main">
            <a:r>
              <a:t>HcclCMDType::HCCL_CMD_BROADCAST, AicpuBroadcastSoleMeshTwoShot, InsV2BroadcastSoleExecutor, TopoMatchOneLevel, InsTempBroadcastMesh1DTwoShot</a:t>
            </a:r>
          </a:p>
          <a:p xmlns:a="http://schemas.openxmlformats.org/drawingml/2006/main">
            <a:r>
              <a:t>hccl/src/ops/all_reduce/algorithm/executor/ins_v2_all_reduce_sole_executor.cc:431</a:t>
            </a:r>
          </a:p>
          <a:p xmlns:a="http://schemas.openxmlformats.org/drawingml/2006/main">
            <a:r>
              <a:t>HcclCMDType::HCCL_CMD_ALLREDUCE, AicpuAllReduceSoleMeshChunkTwoShot, InsV2AllReduceSoleExecutor, TopoMatchOneLevel, InsTempAllReduceMesh1DTwoShotMeshChunk</a:t>
            </a:r>
          </a:p>
          <a:p xmlns:a="http://schemas.openxmlformats.org/drawingml/2006/main">
            <a:r>
              <a:t>hccl/src/ops/reduce_scatter/algorithm/executor/ins_v2_reduce_scatter_sole_executor.cc:389</a:t>
            </a:r>
          </a:p>
          <a:p xmlns:a="http://schemas.openxmlformats.org/drawingml/2006/main">
            <a:r>
              <a:t>HcclCMDType::HCCL_CMD_REDUCE_SCATTER, AicpuReduceScatterSoleMeshChunk, InsV2ReduceScatterSoleExecutor, TopoMatchOneLevel, InsTempReduceScatterMesh1DMeshChunk</a:t>
            </a:r>
          </a:p>
          <a:p xmlns:a="http://schemas.openxmlformats.org/drawingml/2006/main">
            <a:r>
              <a:t>hccl/src/ops/all_reduce/algorithm/executor/ins_v2_all_reduce_sole_executor.cc:411</a:t>
            </a:r>
          </a:p>
          <a:p xmlns:a="http://schemas.openxmlformats.org/drawingml/2006/main">
            <a:r>
              <a:t>HcclCMDType::HCCL_CMD_ALLREDUCE, AicpuAllReduceSoleNHR, InsV2AllReduceSoleExecutor, TopoMatchOneLevel, InsTempAllReduceNHR</a:t>
            </a:r>
          </a:p>
          <a:p xmlns:a="http://schemas.openxmlformats.org/drawingml/2006/main">
            <a:r>
              <a:t>hccl/src/ops/all_gather/algorithm/executor/ins_v2_all_gather_sole_executor.cc:405</a:t>
            </a:r>
          </a:p>
          <a:p xmlns:a="http://schemas.openxmlformats.org/drawingml/2006/main">
            <a:r>
              <a:t>HcclCMDType::HCCL_CMD_ALLGATHER, AicpuAllGatherSoleNHR, InsV2AllGatherSoleExecutor, TopoMatchOneLevel, InsTempAllGatherNHR</a:t>
            </a:r>
          </a:p>
          <a:p xmlns:a="http://schemas.openxmlformats.org/drawingml/2006/main">
            <a:r>
              <a:t>hccl/src/ops/reduce_scatter/algorithm/executor/ins_v2_reduce_scatter_sole_executor.cc:402</a:t>
            </a:r>
          </a:p>
          <a:p xmlns:a="http://schemas.openxmlformats.org/drawingml/2006/main">
            <a:r>
              <a:t>HcclCMDType::HCCL_CMD_REDUCE_SCATTER, AicpuReduceScatterSoleNHR, InsV2ReduceScatterSoleExecutor, TopoMatchOneLevel, InsTempReduceScatterNHR</a:t>
            </a:r>
          </a:p>
          <a:p xmlns:a="http://schemas.openxmlformats.org/drawingml/2006/main">
            <a:r>
              <a:t>hccl/src/ops/reduce/algorithm/executor/reduce_sole_executor.cc:366</a:t>
            </a:r>
          </a:p>
          <a:p xmlns:a="http://schemas.openxmlformats.org/drawingml/2006/main">
            <a:r>
              <a:t>HcclCMDType::HCCL_CMD_REDUCE, AicpuReduceSoleNHR, ReduceSoleExecutor, TopoMatchOneLevel, ReduceNHR</a:t>
            </a:r>
          </a:p>
          <a:p xmlns:a="http://schemas.openxmlformats.org/drawingml/2006/main">
            <a:r>
              <a:t>hccl/src/ops/broadcast/algorithm/executor/ins_v2_broadcast_sole_executor.cc:376</a:t>
            </a:r>
          </a:p>
          <a:p xmlns:a="http://schemas.openxmlformats.org/drawingml/2006/main">
            <a:r>
              <a:t>HcclCMDType::HCCL_CMD_BROADCAST, AicpuBroadcastSoleNHR, InsV2BroadcastSoleExecutor, TopoMatchOneLevel, InsTempBroadcastNHR</a:t>
            </a:r>
          </a:p>
          <a:p xmlns:a="http://schemas.openxmlformats.org/drawingml/2006/main">
            <a:r>
              <a:t>hccl/src/ops/scatter/algorithm/executor/ins_v2_scatter_sole_executor.cc:352</a:t>
            </a:r>
          </a:p>
          <a:p xmlns:a="http://schemas.openxmlformats.org/drawingml/2006/main">
            <a:r>
              <a:t>HcclCMDType::HCCL_CMD_SCATTER, AicpuScatterSoleNHR, InsV2ScatterSoleExecutor, TopoMatchOneLevel, InsTempScatterNHR</a:t>
            </a:r>
          </a:p>
          <a:p xmlns:a="http://schemas.openxmlformats.org/drawingml/2006/main">
            <a:r>
              <a:t>hccl/src/ops/all_reduce/algorithm/executor/ins_v2_all_reduce_sole_executor.cc:420</a:t>
            </a:r>
          </a:p>
          <a:p xmlns:a="http://schemas.openxmlformats.org/drawingml/2006/main">
            <a:r>
              <a:t>HcclCMDType::HCCL_CMD_ALLREDUCE, AicpuAllReduceSoleNHRMultiLink, InsV2AllReduceSoleExecutor, TopoMatchOneLevel, InsTempAllReduceNHR</a:t>
            </a:r>
          </a:p>
          <a:p xmlns:a="http://schemas.openxmlformats.org/drawingml/2006/main">
            <a:r>
              <a:t>hccl/src/ops/all_gather/algorithm/executor/ins_v2_all_gather_sole_executor.cc:434</a:t>
            </a:r>
          </a:p>
          <a:p xmlns:a="http://schemas.openxmlformats.org/drawingml/2006/main">
            <a:r>
              <a:t>HcclCMDType::HCCL_CMD_ALLGATHER, AicpuAllGatherSoleNHRMultiLink, InsV2AllGatherSoleExecutor, TopoMatchOneLevel, InsTempAllGatherNHR</a:t>
            </a:r>
          </a:p>
          <a:p xmlns:a="http://schemas.openxmlformats.org/drawingml/2006/main">
            <a:r>
              <a:t>hccl/src/ops/reduce_scatter/algorithm/executor/ins_v2_reduce_scatter_sole_executor.cc:432</a:t>
            </a:r>
          </a:p>
          <a:p xmlns:a="http://schemas.openxmlformats.org/drawingml/2006/main">
            <a:r>
              <a:t>HcclCMDType::HCCL_CMD_REDUCE_SCATTER, AicpuReduceScatterSoleNHRMultiLink, InsV2ReduceScatterSoleExecutor, TopoMatchOneLevel, InsTempReduceScatterNHR</a:t>
            </a:r>
          </a:p>
          <a:p xmlns:a="http://schemas.openxmlformats.org/drawingml/2006/main">
            <a:r>
              <a:t>hccl/src/ops/broadcast/algorithm/executor/ins_v2_broadcast_sole_executor.cc:382</a:t>
            </a:r>
          </a:p>
          <a:p xmlns:a="http://schemas.openxmlformats.org/drawingml/2006/main">
            <a:r>
              <a:t>HcclCMDType::HCCL_CMD_BROADCAST, AicpuBroadcastSoleNHRMultiLink, InsV2BroadcastSoleExecutor, TopoMatchOneLevel, InsTempBroadcastNHR</a:t>
            </a:r>
          </a:p>
          <a:p xmlns:a="http://schemas.openxmlformats.org/drawingml/2006/main">
            <a:r>
              <a:t>hccl/src/ops/all_reduce/algorithm/executor/ins_v2_all_reduce_sole_executor.cc:446</a:t>
            </a:r>
          </a:p>
          <a:p xmlns:a="http://schemas.openxmlformats.org/drawingml/2006/main">
            <a:r>
              <a:t>HcclCMDType::HCCL_CMD_ALLREDUCE, AicpuAllReduceSoleNHRAicpuReduce, InsV2AllReduceSoleExecutor, TopoMatchOneLevel, InsTempAllReduceAicpuReduceNHR</a:t>
            </a:r>
          </a:p>
          <a:p xmlns:a="http://schemas.openxmlformats.org/drawingml/2006/main">
            <a:r>
              <a:t>hccl/src/ops/reduce_scatter/algorithm/executor/ins_v2_reduce_scatter_sole_executor.cc:420</a:t>
            </a:r>
          </a:p>
          <a:p xmlns:a="http://schemas.openxmlformats.org/drawingml/2006/main">
            <a:r>
              <a:t>HcclCMDType::HCCL_CMD_REDUCE_SCATTER, AicpuReduceScatterSoleNHRAicpuReduce, InsV2ReduceScatterSoleExecutor, TopoMatchOneLevel, InsTempReduceScatterAicpuReduceNHR</a:t>
            </a:r>
          </a:p>
          <a:p xmlns:a="http://schemas.openxmlformats.org/drawingml/2006/main">
            <a:r>
              <a:t>hccl/src/ops/reduce/algorithm/executor/reduce_sole_executor.cc:378</a:t>
            </a:r>
          </a:p>
          <a:p xmlns:a="http://schemas.openxmlformats.org/drawingml/2006/main">
            <a:r>
              <a:t>HcclCMDType::HCCL_CMD_REDUCE, AicpuReduceSoleNHRAicpuReduce, ReduceSoleExecutor, TopoMatchOneLevel, ReduceAicpuReduceNHR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hccl/src/ops/all_reduce/algorithm/executor/ins_v2_all_reduce_two_shot_sole_executor.cc:391</a:t>
            </a:r>
          </a:p>
          <a:p xmlns:a="http://schemas.openxmlformats.org/drawingml/2006/main">
            <a:r>
              <a:t>HcclCMDType::HCCL_CMD_ALLREDUCE, AicpuAllReduceSoleMeshConcur, InsV2AllReduceTwoShotSoleExecutor, TopoMatchOneLevel, InsTempReduceScatterMesh1DZAxisDetour, InsTempAllGatherMesh1D1DZAxisDetour</a:t>
            </a:r>
          </a:p>
          <a:p xmlns:a="http://schemas.openxmlformats.org/drawingml/2006/main">
            <a:r>
              <a:t>hccl/src/ops/all_gather/algorithm/executor/ins_v2_all_gather_sole_executor.cc:399</a:t>
            </a:r>
          </a:p>
          <a:p xmlns:a="http://schemas.openxmlformats.org/drawingml/2006/main">
            <a:r>
              <a:t>HcclCMDType::HCCL_CMD_ALLGATHER, AicpuAllGatherSoleMeshConcur, InsV2AllGatherSoleExecutor, TopoMatchOneLevel, InsTempAllGatherMesh1D1DZAxisDetour</a:t>
            </a:r>
          </a:p>
          <a:p xmlns:a="http://schemas.openxmlformats.org/drawingml/2006/main">
            <a:r>
              <a:t>hccl/src/ops/reduce_scatter/algorithm/executor/ins_v2_reduce_scatter_sole_executor.cc:438</a:t>
            </a:r>
          </a:p>
          <a:p xmlns:a="http://schemas.openxmlformats.org/drawingml/2006/main">
            <a:r>
              <a:t>HcclCMDType::HCCL_CMD_REDUCE_SCATTER, AicpuReduceScatterSoleMeshConcur, InsV2ReduceScatterSoleExecutor, TopoMatchOneLevel, InsTempReduceScatterMesh1DZAxisDetour</a:t>
            </a:r>
          </a:p>
          <a:p xmlns:a="http://schemas.openxmlformats.org/drawingml/2006/main">
            <a:r>
              <a:t>hccl/src/ops/all_reduce/algorithm/executor/ins_v2_all_reduce_concurrent_executor.cc:664</a:t>
            </a:r>
          </a:p>
          <a:p xmlns:a="http://schemas.openxmlformats.org/drawingml/2006/main">
            <a:r>
              <a:t>HcclCMDType::HCCL_CMD_ALLREDUCE, AicpuAllReduceConcurMeshTwoShotNHR, InsV2AllReduceConcurrentExecutor, TopoMatchConcurrentV2, InsTempAllReduceMesh1DTwoShot, InsTempAllReduceNHR</a:t>
            </a:r>
          </a:p>
          <a:p xmlns:a="http://schemas.openxmlformats.org/drawingml/2006/main">
            <a:r>
              <a:t>hccl/src/ops/all_gather/algorithm/executor/ins_v2_all_gather_concurrent_executor.cc:582</a:t>
            </a:r>
          </a:p>
          <a:p xmlns:a="http://schemas.openxmlformats.org/drawingml/2006/main">
            <a:r>
              <a:t>HcclCMDType::HCCL_CMD_ALLGATHER, AicpuAllGatherConcurMeshNHR, InsV2AllGatherConcurrentExecutor, TopoMatchConcurrentV2, InsTempAllGatherMesh1D, InsTempAllGatherNHR</a:t>
            </a:r>
          </a:p>
          <a:p xmlns:a="http://schemas.openxmlformats.org/drawingml/2006/main">
            <a:r>
              <a:t>hccl/src/ops/reduce_scatter/algorithm/executor/ins_reduce_scatter_concurrent_executor.cc:679</a:t>
            </a:r>
          </a:p>
          <a:p xmlns:a="http://schemas.openxmlformats.org/drawingml/2006/main">
            <a:r>
              <a:t>HcclCMDType::HCCL_CMD_REDUCE_SCATTER, AicpuReduceScatterConcurMeshNHR, InsReduceScatterConcurrentExecutor, TopoMatchConcurrentV2, InsTempReduceScatterMesh1D, InsTempReduceScatterNHR</a:t>
            </a:r>
          </a:p>
          <a:p xmlns:a="http://schemas.openxmlformats.org/drawingml/2006/main">
            <a:r>
              <a:t>hccl/src/ops/reduce/algorithm/executor/ins_v2_reduce_concurrent_executor.cc:428</a:t>
            </a:r>
          </a:p>
          <a:p xmlns:a="http://schemas.openxmlformats.org/drawingml/2006/main">
            <a:r>
              <a:t>HcclCMDType::HCCL_CMD_REDUCE, AicpuReduceConcurMeshNHR, InsV2ReduceConcurrentExecutor, TopoMatchUBX, ReduceMesh1DTwoShot, ReduceNHR</a:t>
            </a:r>
          </a:p>
          <a:p xmlns:a="http://schemas.openxmlformats.org/drawingml/2006/main">
            <a:r>
              <a:t>hccl/src/ops/broadcast/algorithm/executor/ins_v2_broadcast_concurrent_executor.cc:555</a:t>
            </a:r>
          </a:p>
          <a:p xmlns:a="http://schemas.openxmlformats.org/drawingml/2006/main">
            <a:r>
              <a:t>HcclCMDType::HCCL_CMD_BROADCAST, AicpuBroadcastConcurMeshNHR, InsV2BroadcastConcurrentExecutor, TopoMatchConcurrentV2, InsTempBroadcastMesh1DTwoShot, InsTempBroadcastNHR</a:t>
            </a:r>
          </a:p>
          <a:p xmlns:a="http://schemas.openxmlformats.org/drawingml/2006/main">
            <a:r>
              <a:t>hccl/src/ops/scatter/algorithm/executor/ins_v2_scatter_concurrent_executor.cc:580</a:t>
            </a:r>
          </a:p>
          <a:p xmlns:a="http://schemas.openxmlformats.org/drawingml/2006/main">
            <a:r>
              <a:t>HcclCMDType::HCCL_CMD_SCATTER, AicpuScatterConcurMeshNHR, InsV2ScatterConcurrentExecutor, TopoMatchConcurrentV2, InsTempScatterMesh1D, InsTempScatterNHR</a:t>
            </a:r>
          </a:p>
          <a:p xmlns:a="http://schemas.openxmlformats.org/drawingml/2006/main">
            <a:r>
              <a:t>hccl/src/ops/all_reduce/algorithm/executor/ins_v2_all_reduce_parallel_executor.cc:1568</a:t>
            </a:r>
          </a:p>
          <a:p xmlns:a="http://schemas.openxmlformats.org/drawingml/2006/main">
            <a:r>
              <a:t>HcclCMDType::HCCL_CMD_ALLREDUCE, AicpuAllReduceParallelMeshNHR, InsAllReduceParallelExecutor,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hccl/src/ops/all_gather/algorithm/executor/ins_v2_all_gather_parallel_executor.cc:804</a:t>
            </a:r>
          </a:p>
          <a:p xmlns:a="http://schemas.openxmlformats.org/drawingml/2006/main">
            <a:r>
              <a:t>HcclCMDType::HCCL_CMD_ALLGATHER, AicpuAllGatherParallelMeshNHR, InsV2AllGatherParallelExecutor, TopoMatchTwoLevel, InsTempAllGatherMesh1D, InsTempAllGatherNHR</a:t>
            </a:r>
          </a:p>
          <a:p xmlns:a="http://schemas.openxmlformats.org/drawingml/2006/main">
            <a:r>
              <a:t>hccl/src/ops/reduce_scatter/algorithm/executor/ins_reduce_scatter_parallel_executor.cc:822</a:t>
            </a:r>
          </a:p>
          <a:p xmlns:a="http://schemas.openxmlformats.org/drawingml/2006/main">
            <a:r>
              <a:t>HcclCMDType::HCCL_CMD_REDUCE_SCATTER, AicpuReduceScatterParallelMeshNHR, InsReduceScatterParallelExecutor, TopoMatchTwoLevel, InsTempReduceScatterMesh1D, InsTempReduceScatterNHR</a:t>
            </a:r>
          </a:p>
          <a:p xmlns:a="http://schemas.openxmlformats.org/drawingml/2006/main">
            <a:r>
              <a:t>hccl/src/ops/reduce/algorithm/executor/reduce_parallel_executor.cc:1006</a:t>
            </a:r>
          </a:p>
          <a:p xmlns:a="http://schemas.openxmlformats.org/drawingml/2006/main">
            <a:r>
              <a:t>HcclCMDType::HCCL_CMD_REDUCE, AicpuReduceParallelMeshNHR, 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hccl/src/ops/broadcast/algorithm/executor/ins_v2_broadcast_parallel_executor.cc:1563</a:t>
            </a:r>
          </a:p>
          <a:p xmlns:a="http://schemas.openxmlformats.org/drawingml/2006/main">
            <a:r>
              <a:t>HcclCMDType::HCCL_CMD_BROADCAST, AicpuBroadcastParallelMeshNHR, InsBroadcastParallelExecutor, TopoMatchTwoLevel, InsTempScatterMesh1D, InsTempScatterNHR, InsTempAllGatherMesh1D, InsTempAllGatherNHR</a:t>
            </a:r>
          </a:p>
          <a:p xmlns:a="http://schemas.openxmlformats.org/drawingml/2006/main">
            <a:r>
              <a:t>hccl/src/ops/scatter/algorithm/executor/ins_v2_scatter_parallel_executor.cc:829</a:t>
            </a:r>
          </a:p>
          <a:p xmlns:a="http://schemas.openxmlformats.org/drawingml/2006/main">
            <a:r>
              <a:t>HcclCMDType::HCCL_CMD_SCATTER, AicpuScatterParallelMeshNHR, InsV2ScatterParallelExecutor, TopoMatchTwoLevel, InsTempScatterMesh1D, InsTempScatterNHR</a:t>
            </a:r>
          </a:p>
          <a:p xmlns:a="http://schemas.openxmlformats.org/drawingml/2006/main">
            <a:r>
              <a:t>hccl/src/ops/all_gather/algorithm/executor/ins_v2_all_gather_parallel_executor.cc:831</a:t>
            </a:r>
          </a:p>
          <a:p xmlns:a="http://schemas.openxmlformats.org/drawingml/2006/main">
            <a:r>
              <a:t>HcclCMDType::HCCL_CMD_ALLGATHER, AicpuAllGatherParallelNHRNHR, InsV2AllGatherParallelExecutor, TopoMatchTwoLevel, InsTempAllGatherNHR, InsTempAllGatherNHR</a:t>
            </a:r>
          </a:p>
          <a:p xmlns:a="http://schemas.openxmlformats.org/drawingml/2006/main">
            <a:r>
              <a:t>hccl/src/ops/reduce/algorithm/executor/reduce_parallel_executor.cc:1029</a:t>
            </a:r>
          </a:p>
          <a:p xmlns:a="http://schemas.openxmlformats.org/drawingml/2006/main">
            <a:r>
              <a:t>HcclCMDType::HCCL_CMD_REDUCE, AicpuReduceParallelNHRNHR, ReduceParallelExecutor, TopoMatchTwoLevel, InsTempReduceScatterNHR, InsTempReduceScatterNHR, InsTempAllGatherNHR, InsTempAllGatherNHR</a:t>
            </a:r>
          </a:p>
          <a:p xmlns:a="http://schemas.openxmlformats.org/drawingml/2006/main">
            <a:r>
              <a:t>hccl/src/ops/broadcast/algorithm/executor/ins_v2_broadcast_parallel_executor.cc:1576</a:t>
            </a:r>
          </a:p>
          <a:p xmlns:a="http://schemas.openxmlformats.org/drawingml/2006/main">
            <a:r>
              <a:t>HcclCMDType::HCCL_CMD_BROADCAST, AicpuBroadcastParallelNHRNHR, InsBroadcastParallelExecutor, TopoMatchTwoLevel, InsTempScatterNHR, InsTempScatterNHR, InsTempAllGatherNHR, InsTempAllGatherNHR</a:t>
            </a:r>
          </a:p>
          <a:p xmlns:a="http://schemas.openxmlformats.org/drawingml/2006/main">
            <a:r>
              <a:t>hccl/src/ops/all_reduce/algorithm/executor/ins_v2_all_reduce_parallel_executor.cc:1582</a:t>
            </a:r>
          </a:p>
          <a:p xmlns:a="http://schemas.openxmlformats.org/drawingml/2006/main">
            <a:r>
              <a:t>HcclCMDType::HCCL_CMD_ALLREDUCE, AicpuAllReduceParallelMeshNHRMultiJetty, InsAllReduceParallelExecutor,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hccl/src/ops/all_gather/algorithm/executor/ins_v2_all_gather_parallel_executor.cc:817</a:t>
            </a:r>
          </a:p>
          <a:p xmlns:a="http://schemas.openxmlformats.org/drawingml/2006/main">
            <a:r>
              <a:t>HcclCMDType::HCCL_CMD_ALLGATHER, AicpuAllGatherParallelMeshNHRMultiJetty, InsV2AllGatherParallelExecutor, TopoMatchTwoLevel, InsTempAllGatherMesh1D, InsTempAllGatherNHR</a:t>
            </a:r>
          </a:p>
          <a:p xmlns:a="http://schemas.openxmlformats.org/drawingml/2006/main">
            <a:r>
              <a:t>hccl/src/ops/reduce_scatter/algorithm/executor/ins_reduce_scatter_parallel_executor.cc:836</a:t>
            </a:r>
          </a:p>
          <a:p xmlns:a="http://schemas.openxmlformats.org/drawingml/2006/main">
            <a:r>
              <a:t>HcclCMDType::HCCL_CMD_REDUCE_SCATTER, AicpuReduceScatterParallelMeshNHRMultiJetty, InsReduceScatterParallelExecutor, TopoMatchTwoLevel, InsTempReduceScatterMesh1D, InsTempReduceScatterNHR</a:t>
            </a:r>
          </a:p>
          <a:p xmlns:a="http://schemas.openxmlformats.org/drawingml/2006/main">
            <a:r>
              <a:t>hccl/src/ops/reduce/algorithm/executor/reduce_parallel_executor.cc:1020</a:t>
            </a:r>
          </a:p>
          <a:p xmlns:a="http://schemas.openxmlformats.org/drawingml/2006/main">
            <a:r>
              <a:t>HcclCMDType::HCCL_CMD_REDUCE, AicpuReduceParallelMeshNHRMultiJetty, ReduceParallelExecutor, TopoMatchTwoLevel, InsTempReduceScatterMesh1D, InsTempReduceScatterNHR, InsTempAllGatherMesh1D, InsTempAllGatherNHR</a:t>
            </a:r>
          </a:p>
          <a:p xmlns:a="http://schemas.openxmlformats.org/drawingml/2006/main">
            <a:r>
              <a:t>hccl/src/ops/broadcast/algorithm/executor/ins_v2_broadcast_parallel_executor.cc:1566</a:t>
            </a:r>
          </a:p>
          <a:p xmlns:a="http://schemas.openxmlformats.org/drawingml/2006/main">
            <a:r>
              <a:t>HcclCMDType::HCCL_CMD_BROADCAST, AicpuBroadcastParallelMeshNHRMultiJetty, InsBroadcastParallelExecutor, TopoMatchTwoLevel, InsTempScatterMesh1D, InsTempScatterNHR, InsTempAllGatherMesh1D, InsTempAllGatherNHR</a:t>
            </a:r>
          </a:p>
          <a:p xmlns:a="http://schemas.openxmlformats.org/drawingml/2006/main">
            <a:r>
              <a:t>hccl/src/ops/scatter/algorithm/executor/ins_v2_scatter_parallel_executor.cc:842</a:t>
            </a:r>
          </a:p>
          <a:p xmlns:a="http://schemas.openxmlformats.org/drawingml/2006/main">
            <a:r>
              <a:t>HcclCMDType::HCCL_CMD_SCATTER, AicpuScatterParallelMeshNHRMultiJetty, InsV2ScatterParallelExecutor, TopoMatchTwoLevel, InsTempScatterMesh1D, InsTempScatterNHR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hccl/src/ops/all_reduce/algorithm/executor/ins_v2_all_reduce_sequence_executor_aicpu.cc:905</a:t>
            </a:r>
          </a:p>
          <a:p xmlns:a="http://schemas.openxmlformats.org/drawingml/2006/main">
            <a:r>
              <a:t>HcclCMDType::HCCL_CMD_ALLREDUCE, AicpuAllReduceSequenceMeshConcurNHR, InsV2AllReduceSequenceExecutorAicpu, TopoMatchTwoLevel, InsTempReduceScatterMesh1DZAxisDetour, InsTempReduceScatterNHR, InsTempAllGatherNHR, InsTempAllGatherMesh1D1DZAxisDetour</a:t>
            </a:r>
          </a:p>
          <a:p xmlns:a="http://schemas.openxmlformats.org/drawingml/2006/main">
            <a:r>
              <a:t>hccl/src/ops/all_gather/algorithm/executor/ins_v2_all_gather_sequence_executor_aicpu.cc:603</a:t>
            </a:r>
          </a:p>
          <a:p xmlns:a="http://schemas.openxmlformats.org/drawingml/2006/main">
            <a:r>
              <a:t>HcclCMDType::HCCL_CMD_ALLGATHER, AicpuAllGatherSequenceMeshConcurNHR, InsV2AllGatherSequenceExecutorAicpu, TopoMatchTwoLevel, InsTempAllGatherMesh1D1DZAxisDetour, InsTempAllGatherNHR</a:t>
            </a:r>
          </a:p>
          <a:p xmlns:a="http://schemas.openxmlformats.org/drawingml/2006/main">
            <a:r>
              <a:t>hccl/src/ops/reduce_scatter/algorithm/executor/ins_v2_reduce_scatter_sequence_executor_aicpu.cc:592</a:t>
            </a:r>
          </a:p>
          <a:p xmlns:a="http://schemas.openxmlformats.org/drawingml/2006/main">
            <a:r>
              <a:t>HcclCMDType::HCCL_CMD_REDUCE_SCATTER, AicpuReduceScatterSequenceMeshConcurNHR, InsV2ReduceScatterSequenceExecutorAicpu, TopoMatchTwoLevel, InsTempReduceScatterMesh1DZAxisDetour, InsTempReduceScatterNHR</a:t>
            </a:r>
          </a:p>
          <a:p xmlns:a="http://schemas.openxmlformats.org/drawingml/2006/main">
            <a:r>
              <a:t>hccl/src/ops/all_reduce/algorithm/executor/ins_v2_all_reduce_sequence_executor_aicpu_3level.cc:900</a:t>
            </a:r>
          </a:p>
          <a:p xmlns:a="http://schemas.openxmlformats.org/drawingml/2006/main">
            <a:r>
              <a:t>HcclCMDType::HCCL_CMD_ALLREDUCE, AicpuAllReduceSequenceMeshConcurNHRNHR, InsV2AllReduceSequenceExecutorAicpu3Level, TopoMatchThreeLevel, InsTempReduceScatterMesh1DZAxisDetour, InsTempReduceScatterNHR, InsTempReduceScatterNHR, InsTempAllGatherNHR, InsTempAllGatherNHR, InsTempAllGatherMesh1D1DZAxisDetour</a:t>
            </a:r>
          </a:p>
          <a:p xmlns:a="http://schemas.openxmlformats.org/drawingml/2006/main">
            <a:r>
              <a:t>hccl/src/ops/all_gather/algorithm/executor/ins_v2_all_gather_sequence_executor_3level.cc:540</a:t>
            </a:r>
          </a:p>
          <a:p xmlns:a="http://schemas.openxmlformats.org/drawingml/2006/main">
            <a:r>
              <a:t>HcclCMDType::HCCL_CMD_ALLGATHER, AicpuAllGatherSequenceMeshConcurNHRNHR, InsV2AllGatherSequenceExecutor3Level, TopoMatchThreeLevel, InsTempAllGatherMesh1D1DZAxisDetour, InsTempAllGatherNHR, InsTempAllGatherNHR</a:t>
            </a:r>
          </a:p>
          <a:p xmlns:a="http://schemas.openxmlformats.org/drawingml/2006/main">
            <a:r>
              <a:t>hccl/src/ops/reduce_scatter/algorithm/executor/ins_v2_reduce_scatter_sequence_executor_3level.cc:576</a:t>
            </a:r>
          </a:p>
          <a:p xmlns:a="http://schemas.openxmlformats.org/drawingml/2006/main">
            <a:r>
              <a:t>HcclCMDType::HCCL_CMD_REDUCE_SCATTER, AicpuReduceScatterSequenceMeshConcurNHRNHR, InsV2ReduceScatterSequenceExecutor3Level, TopoMatchThreeLevel, InsTempReduceScatterMesh1DZAxisDetour, InsTempReduceScatterNHR, InsTempReduceScatterNHR</a:t>
            </a:r>
          </a:p>
          <a:p xmlns:a="http://schemas.openxmlformats.org/drawingml/2006/main">
            <a:r>
              <a:t>hccl/src/ops/reduce/algorithm/executor/reduce_sequence_executor_aicpu_3level.cc:878</a:t>
            </a:r>
          </a:p>
          <a:p xmlns:a="http://schemas.openxmlformats.org/drawingml/2006/main">
            <a:r>
              <a:t>HcclCMDType::HCCL_CMD_REDUCE, AicpuReduceSequenceMeshConcurNHRNHR, ReduceSequenceExecutorAicpu3Level, TopoMatchThreeLevel, InsTempReduceScatterMesh1DZAxisDetour, InsTempReduceScatterNHR, InsTempReduceScatterNHR, InsTempAllGatherNHR, InsTempAllGatherNHR, InsTempAllGatherMesh1D1DZAxisDetour</a:t>
            </a:r>
          </a:p>
          <a:p xmlns:a="http://schemas.openxmlformats.org/drawingml/2006/main">
            <a:r>
              <a:t>hccl/src/ops/broadcast/algorithm/executor/ins_v2_broadcast_sequence_executor_aicpu_3level.cc:877</a:t>
            </a:r>
          </a:p>
          <a:p xmlns:a="http://schemas.openxmlformats.org/drawingml/2006/main">
            <a:r>
              <a:t>HcclCMDType::HCCL_CMD_BROADCAST, AicpuBroadcastSequenceMeshConcurNHRNHR, BroadcastSequenceMesh1dNHRNHRExecutor, TopoMatchThreeLevel, AicpuTempScatterMesh1DZAxisDetour, // Scatter L0 (框内, Z轴绕路) InsTempScatterNHR, // Scatter L1 (框间) InsTempScatterNHR, // Scatter L2 (跨超节点) InsTempAllGatherNHR, // AllGather L2 (跨超节点) InsTempAllGatherNHR, // AllGather L1 (框间) InsTempAllGatherMesh1D1DZAxisDetour</a:t>
            </a:r>
          </a:p>
          <a:p xmlns:a="http://schemas.openxmlformats.org/drawingml/2006/main">
            <a:r>
              <a:t>hccl/src/ops/scatter/algorithm/executor/scatter_sequence_aicpu_executor_3level.cc:636</a:t>
            </a:r>
          </a:p>
          <a:p xmlns:a="http://schemas.openxmlformats.org/drawingml/2006/main">
            <a:r>
              <a:t>HcclCMDType::HCCL_CMD_SCATTER, AicpuScatterSequenceMeshConcurNHRNHR, ScatterSequenceAicpu3LevelExecutor, TopoMatchThreeLevel, AicpuTempScatterMesh1DZAxisDetour, InsTempScatterNHR, InsTempScatterNHR</a:t>
            </a:r>
          </a:p>
          <a:p xmlns:a="http://schemas.openxmlformats.org/drawingml/2006/main">
            <a:r>
              <a:t>hccl/src/ops/all_reduce/algorithm/executor/ins_v2_all_reduce_sequence_executor_aicpu.cc:914</a:t>
            </a:r>
          </a:p>
          <a:p xmlns:a="http://schemas.openxmlformats.org/drawingml/2006/main">
            <a:r>
              <a:t>HcclCMDType::HCCL_CMD_ALLREDUCE, AicpuAllReduceSequenceMeshNHRAicpuReduce, InsV2AllReduceSequenceExecutorAicpu, TopoMatchTwoLevel, InsTempReduceScatterMesh1D, InsTempReduceScatterAicpuReduceNHRPcie, InsTempAllGatherNHR, InsTempAllGatherMesh1D</a:t>
            </a:r>
          </a:p>
          <a:p xmlns:a="http://schemas.openxmlformats.org/drawingml/2006/main">
            <a:r>
              <a:t>hccl/src/ops/reduce_scatter/algorithm/executor/ins_v2_reduce_scatter_sequence_executor_aicpu.cc:604</a:t>
            </a:r>
          </a:p>
          <a:p xmlns:a="http://schemas.openxmlformats.org/drawingml/2006/main">
            <a:r>
              <a:t>HcclCMDType::HCCL_CMD_REDUCE_SCATTER, AicpuReduceScatterSequenceMeshNHRAicpuReduce, InsV2ReduceScatterSequenceExecutorAicpu, TopoMatchTwoLevel, InsTempReduceScatterMesh1D, InsTempReduceScatterAicpuReduceNHRPcie</a:t>
            </a:r>
          </a:p>
          <a:p xmlns:a="http://schemas.openxmlformats.org/drawingml/2006/main">
            <a:r>
              <a:t>hccl/src/ops/all_reduce/algorithm/executor/ins_v2_all_reduce_omnipipe_executor.cc:1303</a:t>
            </a:r>
          </a:p>
          <a:p xmlns:a="http://schemas.openxmlformats.org/drawingml/2006/main">
            <a:r>
              <a:t>HcclCMDType::HCCL_CMD_ALLREDUCE, AicpuAllReducePipeLineMeshNHR, InsV2AllReduceOmniPipeExecutor, TopoMatchTwoLevel, InsTempReduceScatterOmniPipeMesh1D, InsTempReduceScatterOmniPipeNHR, InsTempReduceScatterOmniPipeMesh1dDpu, InsTempAllGatherOmniPipeMesh1D, InsTempAllGatherOmniPipeNHR, InsTempAllGatherOmniPipeNHRDPU</a:t>
            </a:r>
          </a:p>
          <a:p xmlns:a="http://schemas.openxmlformats.org/drawingml/2006/main">
            <a:r>
              <a:t>hccl/src/ops/all_gather/algorithm/executor/ins_v2_all_gather_omnipipe_executor.cc:917</a:t>
            </a:r>
          </a:p>
          <a:p xmlns:a="http://schemas.openxmlformats.org/drawingml/2006/main">
            <a:r>
              <a:t>HcclCMDType::HCCL_CMD_ALLGATHER, AicpuAllGatherPipeLineMeshNHR, InsV2AllGatherOmniPipeExecutor, TopoMatchTwoLevel, InsTempAllGatherOmniPipeMesh1D, InsTempAllGatherOmniPipeNHR, InsTempAllGatherOmniPipeNHRDPU</a:t>
            </a:r>
          </a:p>
          <a:p xmlns:a="http://schemas.openxmlformats.org/drawingml/2006/main">
            <a:r>
              <a:t>hccl/src/ops/reduce_scatter/algorithm/executor/ins_v2_reduce_scatter_omnipipe_executor.cc:818</a:t>
            </a:r>
          </a:p>
          <a:p xmlns:a="http://schemas.openxmlformats.org/drawingml/2006/main">
            <a:r>
              <a:t>HcclCMDType::HCCL_CMD_REDUCE_SCATTER, AicpuReduceScatterPipeLineMeshNHR, InsV2ReduceScatterOmniPipeExecutor, TopoMatchTwoLevel, InsTempReduceScatterOmniPipeMesh1D, InsTempReduceScatterOmniPipeNHR, InsTempReduceScatterOmniPipeMesh1dDpu</a:t>
            </a:r>
          </a:p>
          <a:p xmlns:a="http://schemas.openxmlformats.org/drawingml/2006/main">
            <a:r>
              <a:t>hccl/src/ops/all_reduce/algorithm/executor/ins_v2_all_reduce_omnipipe_executor.cc:1319</a:t>
            </a:r>
          </a:p>
          <a:p xmlns:a="http://schemas.openxmlformats.org/drawingml/2006/main">
            <a:r>
              <a:t>HcclCMDType::HCCL_CMD_ALLREDUCE, AicpuAllReducePipeLineMeshNHRNHR, InsV2AllReduceOmniPipeExecutor, TopoMatchThreeLevel, InsTempReduceScatterOmniPipeMesh1D, InsTempReduceScatterOmniPipeNHR, InsTempReduceScatterOmniPipeMesh1D, InsTempAllGatherOmniPipeMesh1D, InsTempAllGatherOmniPipeNHR, InsTempAllGatherOmniPipeNHR</a:t>
            </a:r>
          </a:p>
          <a:p xmlns:a="http://schemas.openxmlformats.org/drawingml/2006/main">
            <a:r>
              <a:t>hccl/src/ops/all_gather/algorithm/executor/ins_v2_all_gather_omnipipe_executor.cc:932</a:t>
            </a:r>
          </a:p>
          <a:p xmlns:a="http://schemas.openxmlformats.org/drawingml/2006/main">
            <a:r>
              <a:t>HcclCMDType::HCCL_CMD_ALLGATHER, AicpuAllGatherPipeLineMeshNHRNHR, InsV2AllGatherOmniPipeExecutor, TopoMatchThreeLevel, InsTempAllGatherOmniPipeMesh1D, InsTempAllGatherOmniPipeNHR, InsTempAllGatherOmniPipeNHR</a:t>
            </a:r>
          </a:p>
          <a:p xmlns:a="http://schemas.openxmlformats.org/drawingml/2006/main">
            <a:r>
              <a:t>hccl/src/ops/reduce_scatter/algorithm/executor/ins_v2_reduce_scatter_omnipipe_executor.cc:832</a:t>
            </a:r>
          </a:p>
          <a:p xmlns:a="http://schemas.openxmlformats.org/drawingml/2006/main">
            <a:r>
              <a:t>HcclCMDType::HCCL_CMD_REDUCE_SCATTER, AicpuReduceScatterPipeLineMeshNHRMesh, InsV2ReduceScatterOmniPipeExecutor, TopoMatchThreeLevel, InsTempReduceScatterOmniPipeMesh1D, InsTempReduceScatterOmniPipeNHR, InsTempReduceScatterOmniPipeMesh1D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hccl/src/ops/all_reduce/algorithm/executor/ins_v2_all_reduce_order_preserved_executor.cc:508</a:t>
            </a:r>
          </a:p>
          <a:p xmlns:a="http://schemas.openxmlformats.org/drawingml/2006/main">
            <a:r>
              <a:t>HcclCMDType::HCCL_CMD_ALLREDUCE, AicpuAllReduceStrictOrderedMesh, InsV2AllReduceOrderPreservedExecutor, TopoMatchOneLevel, InsTempReduceScatterOrderPreservedLevel1, InsTempAllGatherMesh1D</a:t>
            </a:r>
          </a:p>
          <a:p xmlns:a="http://schemas.openxmlformats.org/drawingml/2006/main">
            <a:r>
              <a:t>hccl/src/ops/reduce_scatter/algorithm/executor/ins_v2_reduce_scatter_order_preserved_executor.cc:278</a:t>
            </a:r>
          </a:p>
          <a:p xmlns:a="http://schemas.openxmlformats.org/drawingml/2006/main">
            <a:r>
              <a:t>HcclCMDType::HCCL_CMD_REDUCE_SCATTER, AicpuReduceScatterStrictOrderedMesh, InsV2ReduceScatterOrderPreservedExecutor, TopoMatchOneLevel, InsTempReduceScatterOrderPreservedLevel1</a:t>
            </a:r>
          </a:p>
          <a:p xmlns:a="http://schemas.openxmlformats.org/drawingml/2006/main">
            <a:r>
              <a:t>hccl/src/ops/all_reduce/algorithm/executor/ins_v2_all_reduce_order_preserved_executor.cc:518</a:t>
            </a:r>
          </a:p>
          <a:p xmlns:a="http://schemas.openxmlformats.org/drawingml/2006/main">
            <a:r>
              <a:t>HcclCMDType::HCCL_CMD_ALLREDUCE, AicpuAllReduceStrictOrderedGroupMesh, InsV2AllReduceOrderPreservedExecutor, TopoMatchOneLevel, InsTempReduceScatterOrderPreservedGroup, InsTempAllGatherNHR</a:t>
            </a:r>
          </a:p>
          <a:p xmlns:a="http://schemas.openxmlformats.org/drawingml/2006/main">
            <a:r>
              <a:t>hccl/src/ops/reduce_scatter/algorithm/executor/ins_v2_reduce_scatter_order_preserved_executor.cc:291</a:t>
            </a:r>
          </a:p>
          <a:p xmlns:a="http://schemas.openxmlformats.org/drawingml/2006/main">
            <a:r>
              <a:t>HcclCMDType::HCCL_CMD_REDUCE_SCATTER, AicpuReduceScatterStrictOrderedGroupMesh, InsV2ReduceScatterOrderPreservedExecutor, TopoMatchOneLevel, InsTempReduceScatterOrderPreservedGroup</a:t>
            </a:r>
          </a:p>
          <a:p xmlns:a="http://schemas.openxmlformats.org/drawingml/2006/main">
            <a:r>
              <a:t>hccl/src/ops/all_to_all_v/algorithm/executor/ins_v2_all_to_all_v_sole_executor.cc:573</a:t>
            </a:r>
          </a:p>
          <a:p xmlns:a="http://schemas.openxmlformats.org/drawingml/2006/main">
            <a:r>
              <a:t>HcclCMDType::HCCL_CMD_ALLTOALL, AicpuAllToAllSoleMeshSingleChannel, InsV2AlltoAllVSoleExecutor, TopoMatchOneLevel, InsTempAlltoAllVMesh1D</a:t>
            </a:r>
          </a:p>
          <a:p xmlns:a="http://schemas.openxmlformats.org/drawingml/2006/main">
            <a:r>
              <a:t>hccl/src/ops/all_to_all_v/algorithm/executor/ins_v2_all_to_all_concurrent_executor.cc:746</a:t>
            </a:r>
          </a:p>
          <a:p xmlns:a="http://schemas.openxmlformats.org/drawingml/2006/main">
            <a:r>
              <a:t>HcclCMDType::HCCL_CMD_ALLTOALL, AicpuAllToAllSoleMeshConcurrent, InsV2AllToAllConcurrentExecutor, TopoMatchConcurrentV2, InsTempAlltoAllVMesh1D, InsTempAlltoAllVMesh1D</a:t>
            </a:r>
          </a:p>
          <a:p xmlns:a="http://schemas.openxmlformats.org/drawingml/2006/main">
            <a:r>
              <a:t>hccl/src/ops/all_to_all_v/algorithm/executor/ins_v2_all_to_all_concurrent_executor.cc:757</a:t>
            </a:r>
          </a:p>
          <a:p xmlns:a="http://schemas.openxmlformats.org/drawingml/2006/main">
            <a:r>
              <a:t>HcclCMDType::HCCL_CMD_ALLTOALLV, AicpuAllToAllVSoleMeshConcurrent, InsV2AllToAllConcurrentExecutor, TopoMatchConcurrentV2, InsTempAlltoAllVMesh1D, InsTempAlltoAllVMesh1D</a:t>
            </a:r>
          </a:p>
          <a:p xmlns:a="http://schemas.openxmlformats.org/drawingml/2006/main">
            <a:r>
              <a:t>hccl/src/ops/all_to_all_v/algorithm/executor/ins_v2_all_to_all_v_sole_executor.cc:590</a:t>
            </a:r>
          </a:p>
          <a:p xmlns:a="http://schemas.openxmlformats.org/drawingml/2006/main">
            <a:r>
              <a:t>HcclCMDType::HCCL_CMD_ALLTOALL, AicpuAllToAllSoleMeshMultiJetty, InsV2AlltoAllVSoleExecutor, TopoMatchOneLevel, InsTempUBXAllToAllVMesh1D</a:t>
            </a:r>
          </a:p>
          <a:p xmlns:a="http://schemas.openxmlformats.org/drawingml/2006/main">
            <a:r>
              <a:t>hccl/src/ops/all_to_all_v/algorithm/executor/ins_v2_all_to_all_v_sole_executor.cc:595</a:t>
            </a:r>
          </a:p>
          <a:p xmlns:a="http://schemas.openxmlformats.org/drawingml/2006/main">
            <a:r>
              <a:t>HcclCMDType::HCCL_CMD_ALLTOALLV, AicpuAllToAllVSoleMeshMultiJetty, InsV2AlltoAllVSoleExecutor, TopoMatchOneLevel, InsTempUBXAllToAllVMesh1D</a:t>
            </a:r>
          </a:p>
          <a:p xmlns:a="http://schemas.openxmlformats.org/drawingml/2006/main">
            <a:r>
              <a:t>hccl/src/ops/all_gather_v/algorithm/executor/ins_v2_all_gather_v_sole_executor.cc:275</a:t>
            </a:r>
          </a:p>
          <a:p xmlns:a="http://schemas.openxmlformats.org/drawingml/2006/main">
            <a:r>
              <a:t>HcclCMDType::HCCL_CMD_ALLGATHER_V, AicpuAllGatherVSoleMesh, InsV2AllGatherVSoleExecutor, TopoMatchOneLevel, InsTempAllGatherVMesh1D</a:t>
            </a:r>
          </a:p>
          <a:p xmlns:a="http://schemas.openxmlformats.org/drawingml/2006/main">
            <a:r>
              <a:t>hccl/src/ops/reduce_scatter_v/algorithm/executor/ins_v2_reduce_scatter_v_sole_executor.cc:264</a:t>
            </a:r>
          </a:p>
          <a:p xmlns:a="http://schemas.openxmlformats.org/drawingml/2006/main">
            <a:r>
              <a:t>HcclCMDType::HCCL_CMD_REDUCE_SCATTER_V, AicpuReduceScatterVSoleMesh, InsV2ReduceScatterVSoleExecutor, TopoMatchOneLevel, InsTempReduceScatterVMesh1D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hccl/src/ops/all_to_all_v/algorithm/executor/ins_v2_all_to_all_v_sole_executor.cc:601</a:t>
            </a:r>
          </a:p>
          <a:p xmlns:a="http://schemas.openxmlformats.org/drawingml/2006/main">
            <a:r>
              <a:t>HcclCMDType::HCCL_CMD_ALLTOALLVC, AicpuAllToAllVCSoleMesh, InsV2AlltoAllVSoleExecutor, TopoMatchOneLevel, InsTempAlltoAllVMesh1D</a:t>
            </a:r>
          </a:p>
          <a:p xmlns:a="http://schemas.openxmlformats.org/drawingml/2006/main">
            <a:r>
              <a:t>hccl/src/ops/send/algorithm/executor/ins_send_executor.cc:299</a:t>
            </a:r>
          </a:p>
          <a:p xmlns:a="http://schemas.openxmlformats.org/drawingml/2006/main">
            <a:r>
              <a:t>HcclCMDType::HCCL_CMD_SEND, AicpuSendSoleMesh, InsSendExecutor</a:t>
            </a:r>
          </a:p>
          <a:p xmlns:a="http://schemas.openxmlformats.org/drawingml/2006/main">
            <a:r>
              <a:t>hccl/src/ops/recv/algorithm/executor/ins_recv_executor.cc:303</a:t>
            </a:r>
          </a:p>
          <a:p xmlns:a="http://schemas.openxmlformats.org/drawingml/2006/main">
            <a:r>
              <a:t>HcclCMDType::HCCL_CMD_RECEIVE, AicpuRecvSoleMesh, InsRecvExecutor</a:t>
            </a:r>
          </a:p>
          <a:p xmlns:a="http://schemas.openxmlformats.org/drawingml/2006/main">
            <a:r>
              <a:t>hccl/src/ops/batch_send_recv/algorithm/executor/ins_v2_batch_send_recv_executor.cc:467</a:t>
            </a:r>
          </a:p>
          <a:p xmlns:a="http://schemas.openxmlformats.org/drawingml/2006/main">
            <a:r>
              <a:t>HcclCMDType::HCCL_CMD_BATCH_SEND_RECV, AicpuBatchSendRecvSoleMesh, InsV2BatchSendRecvExecutor</a:t>
            </a:r>
          </a:p>
          <a:p xmlns:a="http://schemas.openxmlformats.org/drawingml/2006/main">
            <a:r>
              <a:t>hccl/src/ops/barrier/algorithm/executor/ins_v2_barrier_sole_executor.cc:112</a:t>
            </a:r>
          </a:p>
          <a:p xmlns:a="http://schemas.openxmlformats.org/drawingml/2006/main">
            <a:r>
              <a:t>HcclCMDType::HCCL_CMD_BARRIER, AicpuBarrierSoleNHR, InsV2BarrierSoleExecutor, TopoMatchOneLevel, InsTempBarrierNhrAicpu</a:t>
            </a:r>
          </a:p>
          <a:p xmlns:a="http://schemas.openxmlformats.org/drawingml/2006/main">
            <a:r>
              <a:t>参考：docs/zh/user_guide/coll_algo_intro/{Mesh,NHR,Pipeline}.md。</a:t>
            </a:r>
          </a:p>
          <a:p xmlns:a="http://schemas.openxmlformats.org/drawingml/2006/main">
            <a:r>
              <a:t>AicpuReduce 特例：src/ops/all_reduce/algorithm/template/aicpu/ins_temp_all_reduce_aicpu_reduce_nhr.cc:79–139；SoleMeshOneShot:同目录 ins_temp_all_reduce_mesh_1D_one_shot.cc:143–267；保序条件 src/common/order_preserved_common.h:63–73。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src/ops/op_common/selector/auto_selector_base.cc:20–70,375–406</a:t>
            </a:r>
          </a:p>
          <a:p xmlns:a="http://schemas.openxmlformats.org/drawingml/2006/main">
            <a:r>
              <a:t>src/ops/op_common/selector/execute_selector.cc:22–59</a:t>
            </a:r>
          </a:p>
          <a:p xmlns:a="http://schemas.openxmlformats.org/drawingml/2006/main">
            <a:r>
              <a:t>src/ops/op_common/op_common.cc:159–205</a:t>
            </a:r>
          </a:p>
          <a:p xmlns:a="http://schemas.openxmlformats.org/drawingml/2006/main">
            <a:r>
              <a:t>src/ops/all_reduce/all_reduce.cc:234–254</a:t>
            </a:r>
          </a:p>
          <a:p xmlns:a="http://schemas.openxmlformats.org/drawingml/2006/main">
            <a:r>
              <a:t>src/ops/*/selector/*_auto_selector.cc 的 REGISTER_SELECTOR_BY_OPTYPE：本图15个算子各注册 AutoSelector，priority=18。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 hccl 170ddeec；解释前10页 AutoSelector 返回的算法名。名称按实际注册展开，不构成产品支持范围或性能承诺。</a:t>
            </a:r>
          </a:p>
          <a:p xmlns:a="http://schemas.openxmlformats.org/drawingml/2006/main">
            <a:r>
              <a:t>AICPU 是设备侧承担通信调度的 CPU 执行引擎。分析范围：hccl 170ddeec，AllReduceAutoSelector::SelectAicpuAlgo 已被调用。这里不再比较 CCU、AIV、DPU 或新 cost 选择器。AllReduce：把每个 rank 的数组逐元素归约，再让所有 rank 得到同一结果。</a:t>
            </a:r>
          </a:p>
          <a:p xmlns:a="http://schemas.openxmlformats.org/drawingml/2006/main">
            <a:r>
              <a:t>严格保序：浮点数按不同顺序相加/相乘可能产生舍入差异。此处条件是 STRICT 配置、FP16/FP32/BFP16/FP64、SUM 或 PROD，且 rank 数大于 2。命中后先按 rank 数选保序算法，不再检查后续拓扑。</a:t>
            </a:r>
          </a:p>
          <a:p xmlns:a="http://schemas.openxmlformats.org/drawingml/2006/main">
            <a:r>
              <a:t>数据量 S 是每个 rank 的输入大小：count × 每个元素字节数。P 是参与通信的 rank 数，常见部署一张卡对应一个 rank。MiB=2²⁰ 字节，GiB=2³⁰ 字节。</a:t>
            </a:r>
          </a:p>
          <a:p xmlns:a="http://schemas.openxmlformats.org/drawingml/2006/main">
            <a:r>
              <a:t>逻辑拓扑层数来自 topoLevelNums。它是通信分组的层次，不是神经网络层数，也不能直接等同于机器台数。第 0 层是最靠近设备的通信分组。</a:t>
            </a:r>
          </a:p>
          <a:p xmlns:a="http://schemas.openxmlformats.org/drawingml/2006/main">
            <a:r>
              <a:t>Mesh：同组参与者之间具有网状互连关系。MESH_1D 是源码对第 0 层逻辑形态的分类；CLOS 是交换网络形态；MESH_1D_CLOS 表示同一层同时存在 Mesh 与 CLOS 关系。</a:t>
            </a:r>
          </a:p>
          <a:p xmlns:a="http://schemas.openxmlformats.org/drawingml/2006/main">
            <a:r>
              <a:t>PCIe 混合：level0PcieMix 为真，表示第 0 层包含 PCIe 混合互联场景。还要继续检查这个通信组是否在 Mesh 上全连通，不能只看到混合拓扑就决定算法。</a:t>
            </a:r>
          </a:p>
          <a:p xmlns:a="http://schemas.openxmlformats.org/drawingml/2006/main">
            <a:r>
              <a:t>特殊数据或运算：INT64（有符号 64 位整数）、UINT64（无符号 64 位整数）、FP64（64 位浮点），或者 PROD（逐元素求积）。SUM 是逐元素求和。严格保序在这个判断之前。</a:t>
            </a:r>
          </a:p>
          <a:p xmlns:a="http://schemas.openxmlformats.org/drawingml/2006/main">
            <a:r>
              <a:t>额外 CLOS 路径条件，即 IsTwoLevelNetLayer：非 Host DPU Only；原始网络层数大于 1；第 2 个原始网络层含 CLOS；第 0 层本地实例多于 1 个 rank。它检查原始网络信息，不等同于逻辑拓扑层数=2。图中用这个中文名替代旧图的 D。</a:t>
            </a:r>
          </a:p>
          <a:p xmlns:a="http://schemas.openxmlformats.org/drawingml/2006/main">
            <a:r>
              <a:t>归一化数据量：S × 8/P²。源码 ratio=8.0/P/P；这个 r 是比例系数，不是通信协议，也不是带宽。P=8 时，S×8/P²&gt;32MiB 等价于 S&gt;256MiB。源码对 P=0 设 ratio=1 兜底；正常通信域应有 P&gt;0。</a:t>
            </a:r>
          </a:p>
          <a:p xmlns:a="http://schemas.openxmlformats.org/drawingml/2006/main">
            <a:r>
              <a:t>拓扑对称：同一层的各网络实例包含相同数量的 rank。前两层都对称就是 level0Symmetric &amp;&amp; level1Symmetric；不是指内存地址对称。</a:t>
            </a:r>
          </a:p>
          <a:p xmlns:a="http://schemas.openxmlformats.org/drawingml/2006/main">
            <a:r>
              <a:t>UboE / UBoE：UnifiedBus over Ethernet，把 UB 通信承载在以太网/IP 网络上。topLevelUboe 是源码检测最高逻辑网络层链路协议后得到的标记。旧图中的 U 只是它的简写，并非独立代码术语。</a:t>
            </a:r>
          </a:p>
          <a:p xmlns:a="http://schemas.openxmlformats.org/drawingml/2006/main">
            <a:r>
              <a:t>URMA：Unified Remote Memory Access，统一远端内存访问。可理解为提供远端读写等操作的通信基础能力；它与 UboE（链路承载协议）、NHR（集合通信算法）是不同层面的概念。此 AICPU 选择函数没有名为 UR 的直接判断条件。</a:t>
            </a:r>
          </a:p>
          <a:p xmlns:a="http://schemas.openxmlformats.org/drawingml/2006/main">
            <a:r>
              <a:t>UBX：这段源码对“第 0 层同时有 Mesh 和 CLOS、且不是 PCIe 混合”分支的称呼。图中直接写这个进入条件，不把 UBX 当成所有 UB 网络的同义词。</a:t>
            </a:r>
          </a:p>
          <a:p xmlns:a="http://schemas.openxmlformats.org/drawingml/2006/main">
            <a:r>
              <a:t>比较第 0 层第一个 CLOS 组和第一个 Mesh 组中的 rank 数。相等时还要继续检查总 rank 数是否≤4。旧图的 EQ 只是 equal 的简写。</a:t>
            </a:r>
          </a:p>
          <a:p xmlns:a="http://schemas.openxmlformats.org/drawingml/2006/main">
            <a:r>
              <a:t>较大整倍数关系：Mesh 组 rank 数&gt;1，CLOS 组 rank 数更大，而且 CLOS 数能被 Mesh 数整除。例如 Mesh=4、CLOS=8 满足，Mesh=4、CLOS=6 不满足。旧图的 DIV 只是对此条件的简写。</a:t>
            </a:r>
          </a:p>
          <a:p xmlns:a="http://schemas.openxmlformats.org/drawingml/2006/main">
            <a:r>
              <a:t>对称内存：预先登记一组对应的内存窗口，使通信代码能够定位和操作对端的数据。在本分支中直接使用 opParam.supportSymmetricMemory 标记；满足时选 PipeLine，否则选 Parallel…MultiJetty。它与“拓扑对称”不是同一概念。</a:t>
            </a:r>
          </a:p>
          <a:p xmlns:a="http://schemas.openxmlformats.org/drawingml/2006/main">
            <a:r>
              <a:t>Level1Nhr：拓扑预处理计算第 0 层各实例 rank 数的最大公约数。最大公约数为 1 时置为真，表示不能组成更大的统一 Mesh 分组，转为单级 NHR。例：4、6 的最大公约数为 2；4、5 为 1。</a:t>
            </a:r>
          </a:p>
          <a:p xmlns:a="http://schemas.openxmlformats.org/drawingml/2006/main">
            <a:r>
              <a:t>NHR：Nonuniform Hierarchical Ring，非均衡的层次环。它是跨参与者组织数据交换的算法；不是一种网线或协议。本仓文档给出的通信步数为对数级。</a:t>
            </a:r>
          </a:p>
          <a:p xmlns:a="http://schemas.openxmlformats.org/drawingml/2006/main">
            <a:r>
              <a:t>黄色叶子省略共同前缀 AicpuAllReduce。OneShot/TwoShot 是一阶段/两阶段的模板命名；Chunk 表示分块；Concur/Parallel 表示组合并行；PipeLine 表示分块流水；MultiLink/MultiJetty 表示使用多链路/多个通信端点。具体重叠方式要看执行模板，算法名本身不等于带宽。</a:t>
            </a:r>
          </a:p>
          <a:p xmlns:a="http://schemas.openxmlformats.org/drawingml/2006/main">
            <a:r>
              <a:t>src/ops/op_common/selector/auto_selector_base.{h,cc}；src/common/order_preserved_common.h；docs/zh/user_guide/coll_algo_intro/NHR.md；include/hccl.h。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7aac7b25044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9abc91b81429e" /><Relationship Type="http://schemas.openxmlformats.org/officeDocument/2006/relationships/slideLayout" Target="/ppt/slideLayouts/slideLayout1.xml" Id="Rd6d26e2946694e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d26e2946694e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22b6d3dea465e" /><Relationship Type="http://schemas.openxmlformats.org/officeDocument/2006/relationships/notesSlide" Target="/ppt/notesSlides/notesSlide1.xml" Id="R7122c5cbdddc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8ae76a5b148e2" /><Relationship Type="http://schemas.openxmlformats.org/officeDocument/2006/relationships/notesSlide" Target="/ppt/notesSlides/notesSlide2.xml" Id="Rbb9df520a52540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c5529c4f5406b" /><Relationship Type="http://schemas.openxmlformats.org/officeDocument/2006/relationships/notesSlide" Target="/ppt/notesSlides/notesSlide3.xml" Id="R3b95d3cbc9c7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d03c2d88248aa" /><Relationship Type="http://schemas.openxmlformats.org/officeDocument/2006/relationships/notesSlide" Target="/ppt/notesSlides/notesSlide4.xml" Id="R453a0b2d87a744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4195a5cfa4731" /><Relationship Type="http://schemas.openxmlformats.org/officeDocument/2006/relationships/notesSlide" Target="/ppt/notesSlides/notesSlide5.xml" Id="Rc6a4bcb4b85048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9b2362f064761" /><Relationship Type="http://schemas.openxmlformats.org/officeDocument/2006/relationships/notesSlide" Target="/ppt/notesSlides/notesSlide6.xml" Id="R115a0aa0088248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2ed550bc045ad" /><Relationship Type="http://schemas.openxmlformats.org/officeDocument/2006/relationships/notesSlide" Target="/ppt/notesSlides/notesSlide7.xml" Id="R6be93fb6112e45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622c7f0684176" /><Relationship Type="http://schemas.openxmlformats.org/officeDocument/2006/relationships/notesSlide" Target="/ppt/notesSlides/notesSlide8.xml" Id="Rbb7ea802a88e43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5b87094e0487c" /><Relationship Type="http://schemas.openxmlformats.org/officeDocument/2006/relationships/notesSlide" Target="/ppt/notesSlides/notesSlide9.xml" Id="R2a5ec102fa1f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0352392a946af" /><Relationship Type="http://schemas.openxmlformats.org/officeDocument/2006/relationships/notesSlide" Target="/ppt/notesSlides/notesSlide10.xml" Id="R2c05b9c3ec494a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94bf277e2477a" /><Relationship Type="http://schemas.openxmlformats.org/officeDocument/2006/relationships/notesSlide" Target="/ppt/notesSlides/notesSlide11.xml" Id="Rb4fce692ae9e4b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7d7d0043d41a7" /><Relationship Type="http://schemas.openxmlformats.org/officeDocument/2006/relationships/notesSlide" Target="/ppt/notesSlides/notesSlide12.xml" Id="Red6ef5aae08a41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ee9d335947ec" /><Relationship Type="http://schemas.openxmlformats.org/officeDocument/2006/relationships/notesSlide" Target="/ppt/notesSlides/notesSlide13.xml" Id="Rf63f6e4eeba74c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8a789691e431a" /><Relationship Type="http://schemas.openxmlformats.org/officeDocument/2006/relationships/notesSlide" Target="/ppt/notesSlides/notesSlide14.xml" Id="Rcc3354ebe99b40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c39c8825e400c" /><Relationship Type="http://schemas.openxmlformats.org/officeDocument/2006/relationships/notesSlide" Target="/ppt/notesSlides/notesSlide15.xml" Id="R69a28e68fe554f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fe1dde75f4f4d" /><Relationship Type="http://schemas.openxmlformats.org/officeDocument/2006/relationships/notesSlide" Target="/ppt/notesSlides/notesSlide16.xml" Id="Race4adeeed3640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bd992aaa4e2e" /><Relationship Type="http://schemas.openxmlformats.org/officeDocument/2006/relationships/notesSlide" Target="/ppt/notesSlides/notesSlide17.xml" Id="Rabad1f35ee424e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eaf7782fb4a09" /><Relationship Type="http://schemas.openxmlformats.org/officeDocument/2006/relationships/notesSlide" Target="/ppt/notesSlides/notesSlide18.xml" Id="R8fb2bf3ccea14f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4" name="">
            <a:extLst xmlns:a="http://schemas.openxmlformats.org/drawingml/2006/main">
              <a:ext uri="{FF2B5EF4-FFF2-40B4-BE49-F238E27FC236}">
                <a16:creationId xmlns:a16="http://schemas.microsoft.com/office/drawing/2014/main" id="{E6FDC48B-D0FC-4FBD-9EFB-DC09B4FE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7842" y="48706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24C2B-3F18-449B-B99B-50A47A3C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796" y="50780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6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6168891" y="4870735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46320-CC43-4859-9EF4-5DEC2BD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796" y="50780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45F48-A38D-40CB-94E9-06E956C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32" y="5317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9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801027" y="5078127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B94D5-369C-455A-9803-A29BFBFD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32" y="5317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06335-66C0-41D4-8177-8F1490F6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192" y="55297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2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5474287" y="5317389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8CF0B-672E-4D65-8364-A7344883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192" y="55297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C5447-05EB-4EBE-863F-5CB7A82D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698" y="55859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5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5387793" y="5529807"/>
            <a:ext cx="86399" cy="5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2D97C-B5E6-4B88-86AB-F3196054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48706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C6C52-2C20-459E-8159-024A2AC4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8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292468" y="487078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36630-AD5D-4CA9-86CD-0E494F65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8AEA4-EEF3-4EB3-94E0-576F74C4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1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92468" y="5060591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C871B-1952-45C0-A7E0-11E300E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40670-F49A-494A-B64B-ECB40010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4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292468" y="5276932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BB21D-6804-4375-B342-EE280229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F8C8C-6D27-4870-9237-866AE8BE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421" y="55891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7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92468" y="5474905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9DD4E1-C62C-4B1F-B7FA-F6484E56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905" y="30796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D353B-AE4F-4692-82AA-5F4DB379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673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0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8082720" y="3079765"/>
            <a:ext cx="151232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13E60F-A6A0-41F2-9961-DAAA5AF3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673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D1CD8C-00D1-4223-8450-38C28484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88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3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909336" y="3278365"/>
            <a:ext cx="173385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A299CE-000A-4CA6-AB41-4CB8854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288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BD80A-E00E-4B5D-AAD2-9C97BB2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882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6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7752929" y="3506167"/>
            <a:ext cx="156406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70260-1A23-46C6-A945-F2B26747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882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2DA277-5072-4832-BF4F-B7785691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950" y="37977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9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7686997" y="3711519"/>
            <a:ext cx="65932" cy="862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632421-0792-43E3-A85E-10A6DF03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094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F5888F-5E59-4A6C-A564-72DB30EE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048" y="68690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2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8875143" y="6661752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240241-EE4B-4C75-8471-7BB8A7E5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5048" y="68690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09FB7A-27ED-41A9-9FD7-1AB67ACE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183" y="7108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5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8507278" y="6869144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59201F-37E6-4E6B-91F2-9170022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183" y="7108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A559CD-FA62-4135-A269-D93A56A1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443" y="73207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8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8180538" y="7108407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90C5AA-C506-4E32-A2C3-599171F5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0443" y="73207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9C1537-D770-4B1E-9E24-1A89859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949" y="7377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1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8094044" y="7320823"/>
            <a:ext cx="86399" cy="56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8028DE-CFF6-43E0-BACB-4080378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868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4CEF4A-713F-40E4-9830-CFA101AB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82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4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3276917" y="13825821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392025-7E1D-4557-9E01-3131AA1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82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C20FCB-BE3F-4CAB-8129-7B5DAD50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5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7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2909052" y="14033214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1F2246-CCF6-46A7-AC2C-40ADD6F1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95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6A94CB-4222-407C-8519-2F79EB9A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1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0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2582312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BE7CAE-B957-40D9-86BE-B12BF47F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21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9975F2-25C3-4F63-B4B9-EFD7C6D9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723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3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2495818" y="14484893"/>
            <a:ext cx="86399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93D4BA-7A21-4444-B983-1C8288C3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847B93-F317-4D81-A58C-E03AC11B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6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4400495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CFF91B-843B-4394-AE7F-4710D4C1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21ABCD-DEE3-4114-96AA-B8001B90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9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4400495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5799E1-EB20-4609-B8F9-0443A3B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68F1AA-C3D1-4BC8-98D0-B6F7BB95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2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4400495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F43B49-D522-4B49-9D33-7DF7644A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06BDCB-AD93-42E2-A2D5-3178D4BE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447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5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4400495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E5705C-11BB-4EA8-BA54-BD2A18BD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653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0C4E18-0ECB-4F84-AE9C-55056E7C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91" y="122333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8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5159439" y="12034851"/>
            <a:ext cx="145262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DC4053-2025-4BDE-AC5F-AD6B44A1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91" y="122333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DA8ADD-341A-44BC-A625-29F53838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904" y="124611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1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4992952" y="12233451"/>
            <a:ext cx="166487" cy="2277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A933540-868E-473C-B72D-AA446D0D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904" y="124611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4FF820-8068-4484-96B5-BFEC2013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01" y="126665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4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4842649" y="12461254"/>
            <a:ext cx="150303" cy="2052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D20A05-3F06-43FD-A586-E8CB22D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01" y="126665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4D2154-E307-4158-928A-1B17207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322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7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flipH="1">
            <a:off x="4779370" y="12666605"/>
            <a:ext cx="63279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1BCBBEF-D7C7-4BAF-A72F-A1024326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29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972DCFC-4C7C-4E55-9013-5EAD9B3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940" y="158136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0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 flipH="1">
            <a:off x="9394988" y="15616885"/>
            <a:ext cx="114352" cy="196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98C38E-0B7A-46C7-9772-41FA3372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4940" y="158136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73AC0D8-EEA6-416F-82FA-0E01C846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138" y="160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3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 flipH="1">
            <a:off x="9264186" y="15813759"/>
            <a:ext cx="130802" cy="225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DF32AE-E0A9-4AAC-9E08-99CDB965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138" y="160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C3333EA-F412-4F97-913B-AAF41D4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673" y="16243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6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 flipH="1">
            <a:off x="9145721" y="16039206"/>
            <a:ext cx="118465" cy="2038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6A89691-7BED-4270-B357-4D8EA72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5673" y="16243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43ACEE-92DA-4D3B-8141-B3E96AC3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211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9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 flipH="1">
            <a:off x="9092259" y="16243145"/>
            <a:ext cx="53462" cy="920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2D0CB1-4EF7-4750-BC3D-7F5F9409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1616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ED2EEEA-AFB7-44F6-9908-CB26B6D9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850" y="17611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2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10724945" y="17407855"/>
            <a:ext cx="216671" cy="2039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CF4DE2-0C1A-468A-882E-A6715F90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850" y="17611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62C1963-CB3C-4CF2-A145-F5F8C39D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451" y="17846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5" name=""/>
          <p:cNvCxnSpPr>
            <a:stCxn xmlns:a="http://schemas.openxmlformats.org/drawingml/2006/main" id="100" idx="1"/>
            <a:endCxn xmlns:a="http://schemas.openxmlformats.org/drawingml/2006/main" id="101" idx="3"/>
          </p:cNvCxnSpPr>
          <p:nvPr/>
        </p:nvCxnSpPr>
        <p:spPr>
          <a:xfrm xmlns:a="http://schemas.openxmlformats.org/drawingml/2006/main" flipH="1">
            <a:off x="10475546" y="17611794"/>
            <a:ext cx="249304" cy="23471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AF40D3-60A0-4268-887B-CC21969F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451" y="17846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FBDDF1-A65C-4EBF-9AD2-0A714F2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450" y="1805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8" name=""/>
          <p:cNvCxnSpPr>
            <a:stCxn xmlns:a="http://schemas.openxmlformats.org/drawingml/2006/main" id="103" idx="1"/>
            <a:endCxn xmlns:a="http://schemas.openxmlformats.org/drawingml/2006/main" id="104" idx="3"/>
          </p:cNvCxnSpPr>
          <p:nvPr/>
        </p:nvCxnSpPr>
        <p:spPr>
          <a:xfrm xmlns:a="http://schemas.openxmlformats.org/drawingml/2006/main" flipH="1">
            <a:off x="10252545" y="17846504"/>
            <a:ext cx="222906" cy="209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488303F-AE2A-457E-A500-BA941D82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450" y="1805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CD460C-5D04-4195-A75A-069526A6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028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1" name=""/>
          <p:cNvCxnSpPr>
            <a:stCxn xmlns:a="http://schemas.openxmlformats.org/drawingml/2006/main" id="106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>
            <a:off x="10178123" y="18056094"/>
            <a:ext cx="74327" cy="70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95A5E2F-06E4-4FFE-8D43-0462D9C8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647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8DD8812-2A3B-40D9-B40B-E442E06B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602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4" name=""/>
          <p:cNvCxnSpPr>
            <a:stCxn xmlns:a="http://schemas.openxmlformats.org/drawingml/2006/main" id="109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>
            <a:off x="8503697" y="22780907"/>
            <a:ext cx="318950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0C73A0-BFA8-49EE-840F-CB09395F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602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1DE510A-D2B4-44E7-9720-8106671B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3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7" name=""/>
          <p:cNvCxnSpPr>
            <a:stCxn xmlns:a="http://schemas.openxmlformats.org/drawingml/2006/main" id="112" idx="1"/>
            <a:endCxn xmlns:a="http://schemas.openxmlformats.org/drawingml/2006/main" id="113" idx="3"/>
          </p:cNvCxnSpPr>
          <p:nvPr/>
        </p:nvCxnSpPr>
        <p:spPr>
          <a:xfrm xmlns:a="http://schemas.openxmlformats.org/drawingml/2006/main" flipH="1">
            <a:off x="8135832" y="22988300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9794851-F953-4492-964F-90BB06FE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73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11F72AB-2DE7-460B-922D-9D20E93D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9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0" name=""/>
          <p:cNvCxnSpPr>
            <a:stCxn xmlns:a="http://schemas.openxmlformats.org/drawingml/2006/main" id="115" idx="1"/>
            <a:endCxn xmlns:a="http://schemas.openxmlformats.org/drawingml/2006/main" id="116" idx="3"/>
          </p:cNvCxnSpPr>
          <p:nvPr/>
        </p:nvCxnSpPr>
        <p:spPr>
          <a:xfrm xmlns:a="http://schemas.openxmlformats.org/drawingml/2006/main" flipH="1">
            <a:off x="7809092" y="23227562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FE42473-6BE6-4DDC-9A69-A9DAFAB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9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77CC16D-106E-4291-800B-04178CF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503" y="2349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3" name=""/>
          <p:cNvCxnSpPr>
            <a:stCxn xmlns:a="http://schemas.openxmlformats.org/drawingml/2006/main" id="118" idx="1"/>
            <a:endCxn xmlns:a="http://schemas.openxmlformats.org/drawingml/2006/main" id="119" idx="3"/>
          </p:cNvCxnSpPr>
          <p:nvPr/>
        </p:nvCxnSpPr>
        <p:spPr>
          <a:xfrm xmlns:a="http://schemas.openxmlformats.org/drawingml/2006/main" flipH="1">
            <a:off x="7722598" y="23439979"/>
            <a:ext cx="86399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687807-7398-49C4-8897-7ED8D9E4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F25B835-71AB-4B4B-B1C5-3865A6E2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6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9627275" y="22780954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B505AC4-CF16-4024-A8F3-03B3C8B2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0428A96-687D-461F-BFB9-2D05EC7B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9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9627275" y="22970763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22EDD92-D346-4BE9-A98E-3BA64C55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AAE1552-B0B6-4608-9868-1330D145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2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9627275" y="23187104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BA19E6A-4AAD-4F4B-8880-D0A704D0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A2EB528-1175-4973-B1C4-7E33A19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34992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5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9627275" y="23385077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83F6402-1BEB-4102-98EF-7AC2CC1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ACA6D7D-3D59-4202-8ABE-ACF1FCD4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17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8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9627275" y="20989937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78A9A3E-790F-4A19-8A90-7F71F970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17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82C66203-BB6E-4573-AD40-4DB5A2F2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395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1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9627275" y="21179746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37A2DA1-3BBB-46C0-B872-D01AB269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395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45E6250-D8DD-4822-A58F-4273D1B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5939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4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9627275" y="21396087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0A0FC99-4E3B-4539-B215-A1CAC2D1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5939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1E8A49D-B136-427A-8A52-5553970E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227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7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9627275" y="21594060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9C34F28-6B24-4007-9471-300EC2D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1029" y="2636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FE6DE3-00E8-44D5-9BFA-A4DF3EC5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38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0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 flipH="1">
            <a:off x="9828386" y="26362989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BA6AB64-DAF2-4E4E-B187-9552C8B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338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40E40F0-67AC-4C1E-954F-E2535827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28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3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 flipH="1">
            <a:off x="9653276" y="26561589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2AF064D-3C85-4CDF-9CC8-1219F584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228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D9AE204-CF65-4B63-BCC1-62680F46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231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6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 flipH="1">
            <a:off x="9495279" y="26789391"/>
            <a:ext cx="157997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A992D3E-428D-4E73-8005-A9AADB1D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231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C5E9D0AB-CA2B-4E5F-8308-F778BE7F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635" y="27081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9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 flipH="1">
            <a:off x="9428683" y="26994743"/>
            <a:ext cx="66596" cy="865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15D389F-C461-40CB-897D-B2DBBFDE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741" y="2636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0ACCA68-2390-4DDF-B002-2FC41ED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432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2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10785789" y="26362989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DD60ED8-76E9-4C9E-840E-5749A71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432" y="265614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BEF918A-B7C9-40FF-8B9C-76B21EA6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542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5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0938480" y="26561589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1AF8DFF-8527-451A-AA54-452E488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542" y="26789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A961736-A2A0-4976-B17E-10593A6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540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8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11113590" y="26789391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5E7F8E2-1AAC-4F03-A6A0-77684FE9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1540" y="26994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3003357-E0DC-4D97-AB62-EC2A390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135" y="27081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1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1271588" y="26994743"/>
            <a:ext cx="66595" cy="865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3074626-76D9-4E6C-9CE4-40DA6512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624" y="245718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9696A36-E687-4245-9E79-84C07C43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766" y="24774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4" name=""/>
          <p:cNvCxnSpPr>
            <a:stCxn xmlns:a="http://schemas.openxmlformats.org/drawingml/2006/main" id="169" idx="1"/>
            <a:endCxn xmlns:a="http://schemas.openxmlformats.org/drawingml/2006/main" id="170" idx="3"/>
          </p:cNvCxnSpPr>
          <p:nvPr/>
        </p:nvCxnSpPr>
        <p:spPr>
          <a:xfrm xmlns:a="http://schemas.openxmlformats.org/drawingml/2006/main" flipH="1">
            <a:off x="11528861" y="24571924"/>
            <a:ext cx="224763" cy="20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C691B82-BEC4-453D-BEDA-7D25790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766" y="24774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7342F6C-0BA1-4C00-948C-16C66227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948" y="250083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7" name=""/>
          <p:cNvCxnSpPr>
            <a:stCxn xmlns:a="http://schemas.openxmlformats.org/drawingml/2006/main" id="172" idx="1"/>
            <a:endCxn xmlns:a="http://schemas.openxmlformats.org/drawingml/2006/main" id="173" idx="3"/>
          </p:cNvCxnSpPr>
          <p:nvPr/>
        </p:nvCxnSpPr>
        <p:spPr>
          <a:xfrm xmlns:a="http://schemas.openxmlformats.org/drawingml/2006/main" flipH="1">
            <a:off x="11270043" y="24774921"/>
            <a:ext cx="258723" cy="2334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692321D-BB36-4BFA-89D9-80E5B7AD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9948" y="250083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6FECFD5C-EE27-4882-AE9E-15665C44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324" y="25217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0" name=""/>
          <p:cNvCxnSpPr>
            <a:stCxn xmlns:a="http://schemas.openxmlformats.org/drawingml/2006/main" id="175" idx="1"/>
            <a:endCxn xmlns:a="http://schemas.openxmlformats.org/drawingml/2006/main" id="176" idx="3"/>
          </p:cNvCxnSpPr>
          <p:nvPr/>
        </p:nvCxnSpPr>
        <p:spPr>
          <a:xfrm xmlns:a="http://schemas.openxmlformats.org/drawingml/2006/main" flipH="1">
            <a:off x="11038419" y="25008375"/>
            <a:ext cx="231529" cy="2089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6954CE4-D927-4730-AE0C-63158222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324" y="25217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2E28263-E6F6-42C6-96B4-D7431854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0984" y="252871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3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10961079" y="25217337"/>
            <a:ext cx="77245" cy="698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A09C2E65-6686-4A17-B1AE-1A5A4997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8336" y="245718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99B3EC6-2B94-4A9C-86FA-B833EEC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380" y="24765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6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>
            <a:off x="12558384" y="24571971"/>
            <a:ext cx="83044" cy="1931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AC09D77-D086-485B-A5CE-55B6EE8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380" y="24765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926D6D2-B07B-42C3-B649-FCDF2727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232" y="24986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9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12641428" y="24765234"/>
            <a:ext cx="94852" cy="2207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54152CE-699A-44D5-8613-877032D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232" y="24986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2A6C66F1-BEB2-4F75-8363-BC2823FD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726" y="25187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2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12736280" y="24986128"/>
            <a:ext cx="86494" cy="2010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EEE2D5A-C7CE-4395-B4AC-D7AC0A10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726" y="25187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23A5418-EA54-4662-8798-70C5427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7034" y="25290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5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2822774" y="25187241"/>
            <a:ext cx="44308" cy="103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12B17BF-057C-4FA1-AC0A-2C85FDBA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878D30D-0F58-41D6-A939-EC657922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8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2333526" y="22780954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568B6B3-FCF3-43B7-8B06-43F946A6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29706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20C7A97-C13B-4225-A10A-FAB8BC0A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1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12333526" y="22970763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E6889ED-B459-4D15-A97E-D7D82977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1870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413D8D0-7542-4196-B5B7-B186EFD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4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12333526" y="23187104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E44E334-7E5A-4CAB-93EC-D19F15B5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384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0280D2C-5E56-4A9E-9133-A030DAC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234992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7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12333526" y="23385077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F05FA38-FA29-4CC7-A94B-2B1E1F77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057" y="227808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1FB16B8-7601-44E6-8034-409870CB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0" name=""/>
          <p:cNvCxnSpPr>
            <a:stCxn xmlns:a="http://schemas.openxmlformats.org/drawingml/2006/main" id="205" idx="3"/>
            <a:endCxn xmlns:a="http://schemas.openxmlformats.org/drawingml/2006/main" id="206" idx="1"/>
          </p:cNvCxnSpPr>
          <p:nvPr/>
        </p:nvCxnSpPr>
        <p:spPr>
          <a:xfrm xmlns:a="http://schemas.openxmlformats.org/drawingml/2006/main">
            <a:off x="13138152" y="22780907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ADDF020F-C3FD-4144-AB30-2C4A2974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229882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ABFB7EF-D783-4592-BE42-29B1C28B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3" name=""/>
          <p:cNvCxnSpPr>
            <a:stCxn xmlns:a="http://schemas.openxmlformats.org/drawingml/2006/main" id="208" idx="3"/>
            <a:endCxn xmlns:a="http://schemas.openxmlformats.org/drawingml/2006/main" id="209" idx="1"/>
          </p:cNvCxnSpPr>
          <p:nvPr/>
        </p:nvCxnSpPr>
        <p:spPr>
          <a:xfrm xmlns:a="http://schemas.openxmlformats.org/drawingml/2006/main">
            <a:off x="13457198" y="22988300"/>
            <a:ext cx="367769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4DE6D32-875D-4DF4-840B-93EA979A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232275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00058BE-D4F1-4A65-8E46-0FCD068F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6" name=""/>
          <p:cNvCxnSpPr>
            <a:stCxn xmlns:a="http://schemas.openxmlformats.org/drawingml/2006/main" id="211" idx="3"/>
            <a:endCxn xmlns:a="http://schemas.openxmlformats.org/drawingml/2006/main" id="212" idx="1"/>
          </p:cNvCxnSpPr>
          <p:nvPr/>
        </p:nvCxnSpPr>
        <p:spPr>
          <a:xfrm xmlns:a="http://schemas.openxmlformats.org/drawingml/2006/main">
            <a:off x="13825062" y="23227562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079065F-CC31-4031-B347-6414FECA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23439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531C658-6B70-426F-B03C-028013D3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67" y="2349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9" name="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14151802" y="23439979"/>
            <a:ext cx="86665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97CEB0B6-94FB-46D9-8407-C69CFC8D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1806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BC10936-976D-4621-9D12-1D3EE5CD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852" y="21197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2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10431901" y="20989890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066C8DEC-3EF2-45FD-B3FA-8038050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852" y="21197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C64BB074-4454-4019-9334-181C315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716" y="21436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5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10750947" y="21197282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4E47844-42D0-4C7F-B9CA-6B712298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8716" y="21436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B6D2CEF9-1F39-4076-AFFA-0F89FBC0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56" y="21648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8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11118811" y="21436545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A5D1BFD-3656-4551-BD5E-E4B678F3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56" y="21648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2BED0B7-90B3-4A5B-84DD-CA1A3A67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1950" y="21705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1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11445551" y="21648962"/>
            <a:ext cx="86399" cy="5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4F06054-C743-4C88-8276-F21AC82E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8899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4E11561-FBC3-4A49-A569-AB00D51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85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4" name=""/>
          <p:cNvCxnSpPr>
            <a:stCxn xmlns:a="http://schemas.openxmlformats.org/drawingml/2006/main" id="229" idx="1"/>
            <a:endCxn xmlns:a="http://schemas.openxmlformats.org/drawingml/2006/main" id="230" idx="3"/>
          </p:cNvCxnSpPr>
          <p:nvPr/>
        </p:nvCxnSpPr>
        <p:spPr>
          <a:xfrm xmlns:a="http://schemas.openxmlformats.org/drawingml/2006/main" flipH="1">
            <a:off x="11209948" y="19198873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C8851930-E1B5-4D0E-ADA7-BCCA0AC6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985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39E7B48-AC10-47FC-ABAC-1933181A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989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7" name=""/>
          <p:cNvCxnSpPr>
            <a:stCxn xmlns:a="http://schemas.openxmlformats.org/drawingml/2006/main" id="232" idx="1"/>
            <a:endCxn xmlns:a="http://schemas.openxmlformats.org/drawingml/2006/main" id="233" idx="3"/>
          </p:cNvCxnSpPr>
          <p:nvPr/>
        </p:nvCxnSpPr>
        <p:spPr>
          <a:xfrm xmlns:a="http://schemas.openxmlformats.org/drawingml/2006/main" flipH="1">
            <a:off x="10842084" y="19406265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F4EDFD54-2D80-41B1-A2E8-6AB75A5E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989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1EF3861-3ABE-413C-BD0E-8545920F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248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0" name=""/>
          <p:cNvCxnSpPr>
            <a:stCxn xmlns:a="http://schemas.openxmlformats.org/drawingml/2006/main" id="235" idx="1"/>
            <a:endCxn xmlns:a="http://schemas.openxmlformats.org/drawingml/2006/main" id="236" idx="3"/>
          </p:cNvCxnSpPr>
          <p:nvPr/>
        </p:nvCxnSpPr>
        <p:spPr>
          <a:xfrm xmlns:a="http://schemas.openxmlformats.org/drawingml/2006/main" flipH="1">
            <a:off x="10515343" y="19645528"/>
            <a:ext cx="326646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7D417DC-2495-472C-9D67-ECB9627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248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E6587CF2-EC31-48BC-97CB-ACE93AC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755" y="199141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3" name=""/>
          <p:cNvCxnSpPr>
            <a:stCxn xmlns:a="http://schemas.openxmlformats.org/drawingml/2006/main" id="238" idx="1"/>
            <a:endCxn xmlns:a="http://schemas.openxmlformats.org/drawingml/2006/main" id="239" idx="3"/>
          </p:cNvCxnSpPr>
          <p:nvPr/>
        </p:nvCxnSpPr>
        <p:spPr>
          <a:xfrm xmlns:a="http://schemas.openxmlformats.org/drawingml/2006/main" flipH="1">
            <a:off x="10428850" y="19857944"/>
            <a:ext cx="86398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975D9B7-443A-4B00-A777-38CC2F58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89A0ADB7-4C22-40EB-A705-7913B46A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3886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6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12333526" y="19198920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1577CEE-80D4-41A4-9E0A-01E7E974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3886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005560C-3FC8-48FC-B1DC-00E2E9C2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604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9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>
            <a:off x="12333526" y="19388729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1143A591-618A-4227-B79C-864AAC6F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604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6380415-6D3C-4449-B5F6-3BA7549D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8029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2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12333526" y="19605070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8589C74-934B-44D3-AC0A-5EECAC12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8029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3A93ACF-559D-44CE-AF2F-3F29DDAC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3478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5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>
            <a:off x="12333526" y="19803043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67F6BCDA-719C-4C6F-987F-97ED8527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8057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270D9DA-B5A5-4D4E-9549-55A8753C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8" name=""/>
          <p:cNvCxnSpPr>
            <a:stCxn xmlns:a="http://schemas.openxmlformats.org/drawingml/2006/main" id="253" idx="3"/>
            <a:endCxn xmlns:a="http://schemas.openxmlformats.org/drawingml/2006/main" id="254" idx="1"/>
          </p:cNvCxnSpPr>
          <p:nvPr/>
        </p:nvCxnSpPr>
        <p:spPr>
          <a:xfrm xmlns:a="http://schemas.openxmlformats.org/drawingml/2006/main">
            <a:off x="13138152" y="19198873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080EDDD-9314-471E-B377-57905981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103" y="19406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3577A9A-1DBE-45E6-A8BE-DB4E5FF8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1" name=""/>
          <p:cNvCxnSpPr>
            <a:stCxn xmlns:a="http://schemas.openxmlformats.org/drawingml/2006/main" id="256" idx="3"/>
            <a:endCxn xmlns:a="http://schemas.openxmlformats.org/drawingml/2006/main" id="257" idx="1"/>
          </p:cNvCxnSpPr>
          <p:nvPr/>
        </p:nvCxnSpPr>
        <p:spPr>
          <a:xfrm xmlns:a="http://schemas.openxmlformats.org/drawingml/2006/main">
            <a:off x="13457198" y="19406265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1C8CD947-3F60-455D-AB9D-43607FD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967" y="196454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0D894086-0493-4B6A-890B-693ACDCB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4" name=""/>
          <p:cNvCxnSpPr>
            <a:stCxn xmlns:a="http://schemas.openxmlformats.org/drawingml/2006/main" id="259" idx="3"/>
            <a:endCxn xmlns:a="http://schemas.openxmlformats.org/drawingml/2006/main" id="260" idx="1"/>
          </p:cNvCxnSpPr>
          <p:nvPr/>
        </p:nvCxnSpPr>
        <p:spPr>
          <a:xfrm xmlns:a="http://schemas.openxmlformats.org/drawingml/2006/main">
            <a:off x="13825062" y="19645528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B8472C86-E1A7-4D9F-93B8-9A15D51C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707" y="19857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5769029F-C738-45FB-8EAD-BEC8C30E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8467" y="199141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7" name=""/>
          <p:cNvCxnSpPr>
            <a:stCxn xmlns:a="http://schemas.openxmlformats.org/drawingml/2006/main" id="262" idx="3"/>
            <a:endCxn xmlns:a="http://schemas.openxmlformats.org/drawingml/2006/main" id="263" idx="1"/>
          </p:cNvCxnSpPr>
          <p:nvPr/>
        </p:nvCxnSpPr>
        <p:spPr>
          <a:xfrm xmlns:a="http://schemas.openxmlformats.org/drawingml/2006/main">
            <a:off x="14151802" y="19857944"/>
            <a:ext cx="86665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82F086C-A6EA-4870-9B16-65BAB595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6195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2DB7B8F-0C29-4AB1-963D-D062B722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791" y="1760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0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11746243" y="17407902"/>
            <a:ext cx="92596" cy="195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40593FC-5A5F-4F2D-B1BB-23986EA1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791" y="1760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8C5718BB-7EE4-4139-8C7B-3705134C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786" y="1782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3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11838839" y="17603049"/>
            <a:ext cx="105995" cy="22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B9A61C7-12BA-4A51-9B5E-96BE09D6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786" y="178260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79AE7943-5AAE-4A59-8339-F082AC5C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097" y="180285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6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1944834" y="17826141"/>
            <a:ext cx="96311" cy="202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578F0FD-7A28-4190-B9AD-0241E251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097" y="180285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02D5D7D-952B-4AE0-9720-4B8452EC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395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9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12041145" y="18028667"/>
            <a:ext cx="46298" cy="975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021D3F6-D28B-42BC-A4DC-168B710E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387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C17F8B6-58AF-44F5-AD7E-D76C8F65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422" y="15819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2" name=""/>
          <p:cNvCxnSpPr>
            <a:stCxn xmlns:a="http://schemas.openxmlformats.org/drawingml/2006/main" id="277" idx="2"/>
            <a:endCxn xmlns:a="http://schemas.openxmlformats.org/drawingml/2006/main" id="278" idx="0"/>
          </p:cNvCxnSpPr>
          <p:nvPr/>
        </p:nvCxnSpPr>
        <p:spPr>
          <a:xfrm xmlns:a="http://schemas.openxmlformats.org/drawingml/2006/main">
            <a:off x="10313920" y="15616885"/>
            <a:ext cx="193550" cy="202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6C01771-28C5-480F-9622-AACCA606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422" y="158190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05EADCBF-243C-4772-A7A4-1D71368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891" y="160513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5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10507470" y="15819097"/>
            <a:ext cx="222469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6570C48-390A-4757-AE26-B538F5E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9891" y="160513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0708F85E-DD9C-4257-92D7-D51DDAE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278" y="162595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8" name=""/>
          <p:cNvCxnSpPr>
            <a:stCxn xmlns:a="http://schemas.openxmlformats.org/drawingml/2006/main" id="283" idx="2"/>
            <a:endCxn xmlns:a="http://schemas.openxmlformats.org/drawingml/2006/main" id="284" idx="0"/>
          </p:cNvCxnSpPr>
          <p:nvPr/>
        </p:nvCxnSpPr>
        <p:spPr>
          <a:xfrm xmlns:a="http://schemas.openxmlformats.org/drawingml/2006/main">
            <a:off x="10729939" y="16051452"/>
            <a:ext cx="199387" cy="2080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D9641CE-01EB-46A5-BF4B-2750A40A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278" y="162595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63843B31-98FB-4546-9131-37EBFA9E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578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1" name=""/>
          <p:cNvCxnSpPr>
            <a:stCxn xmlns:a="http://schemas.openxmlformats.org/drawingml/2006/main" id="286" idx="2"/>
            <a:endCxn xmlns:a="http://schemas.openxmlformats.org/drawingml/2006/main" id="287" idx="0"/>
          </p:cNvCxnSpPr>
          <p:nvPr/>
        </p:nvCxnSpPr>
        <p:spPr>
          <a:xfrm xmlns:a="http://schemas.openxmlformats.org/drawingml/2006/main">
            <a:off x="10929326" y="16259629"/>
            <a:ext cx="72300" cy="755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D975C360-222B-4562-BC8D-B44FBE8A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864" y="12035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3AC3C82-EAD4-470C-B62D-C629B99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458" y="127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4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5879911" y="12035165"/>
            <a:ext cx="250594" cy="6804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52ACD8DF-6E9D-46ED-A8DA-8FEBBC6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458" y="127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93D2B58-4102-473C-9DE8-F2B1840A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263" y="13818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7" name=""/>
          <p:cNvCxnSpPr>
            <a:stCxn xmlns:a="http://schemas.openxmlformats.org/drawingml/2006/main" id="292" idx="2"/>
            <a:endCxn xmlns:a="http://schemas.openxmlformats.org/drawingml/2006/main" id="293" idx="0"/>
          </p:cNvCxnSpPr>
          <p:nvPr/>
        </p:nvCxnSpPr>
        <p:spPr>
          <a:xfrm xmlns:a="http://schemas.openxmlformats.org/drawingml/2006/main">
            <a:off x="6130506" y="12715745"/>
            <a:ext cx="405805" cy="1102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E43201E6-2A61-47C5-8D24-8CFCB225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263" y="138182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FFBAC25-1413-4693-B341-B17AECC4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879" y="142955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0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6536358" y="13818285"/>
            <a:ext cx="928521" cy="4772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9BEB6A8-0769-4FC9-B89F-1A4530A7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879" y="142955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9416026-93CA-4D2C-8FF4-2DFF05EA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780" y="14476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3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7464974" y="14295555"/>
            <a:ext cx="714806" cy="1805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E7E37CD-AED7-4721-AC9C-9F4324C7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9780" y="14476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FDA65DC-83F1-4334-BB83-1B11E8CD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79" y="14550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6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8179875" y="14476101"/>
            <a:ext cx="269204" cy="745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BF3B45C-01B5-48EB-BDF1-49422B1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79" y="14550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4900CDA-224D-4C1F-88B8-2AAD20A5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461" y="14578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9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8449174" y="14550674"/>
            <a:ext cx="95287" cy="28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38C7FE3E-B820-43C5-98D4-A38C3EFD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915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F994438-C604-4A9C-8FC1-E789298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86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2" name=""/>
          <p:cNvCxnSpPr>
            <a:stCxn xmlns:a="http://schemas.openxmlformats.org/drawingml/2006/main" id="307" idx="1"/>
            <a:endCxn xmlns:a="http://schemas.openxmlformats.org/drawingml/2006/main" id="308" idx="3"/>
          </p:cNvCxnSpPr>
          <p:nvPr/>
        </p:nvCxnSpPr>
        <p:spPr>
          <a:xfrm xmlns:a="http://schemas.openxmlformats.org/drawingml/2006/main" flipH="1">
            <a:off x="7269964" y="10243787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088DF460-7040-4A61-9639-CC7906F6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86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8A35895-6F44-4D0A-A0B0-8693BBF3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05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5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6902100" y="10451179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6E1EF50A-E00C-4A52-B6C9-658905B7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2005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B41AAC2E-0385-4A57-9915-777F0950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265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8" name=""/>
          <p:cNvCxnSpPr>
            <a:stCxn xmlns:a="http://schemas.openxmlformats.org/drawingml/2006/main" id="313" idx="1"/>
            <a:endCxn xmlns:a="http://schemas.openxmlformats.org/drawingml/2006/main" id="314" idx="3"/>
          </p:cNvCxnSpPr>
          <p:nvPr/>
        </p:nvCxnSpPr>
        <p:spPr>
          <a:xfrm xmlns:a="http://schemas.openxmlformats.org/drawingml/2006/main" flipH="1">
            <a:off x="6575360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E830B78-F8BD-481E-8B96-DB997896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265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C54B108F-F607-4783-A58A-66A0D78D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771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1" name=""/>
          <p:cNvCxnSpPr>
            <a:stCxn xmlns:a="http://schemas.openxmlformats.org/drawingml/2006/main" id="316" idx="1"/>
            <a:endCxn xmlns:a="http://schemas.openxmlformats.org/drawingml/2006/main" id="317" idx="3"/>
          </p:cNvCxnSpPr>
          <p:nvPr/>
        </p:nvCxnSpPr>
        <p:spPr>
          <a:xfrm xmlns:a="http://schemas.openxmlformats.org/drawingml/2006/main" flipH="1">
            <a:off x="6488866" y="10902858"/>
            <a:ext cx="86399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40DBAA5-DFE2-4BBE-95E6-AD44B93E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0545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DF52D72-0D9F-4F4C-94E5-F868E040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652" y="140209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4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 flipH="1">
            <a:off x="7640700" y="13825868"/>
            <a:ext cx="99893" cy="195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128314AE-4539-42D3-A8DD-B86825CE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652" y="140209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BD8C8DF3-8CC5-45F3-A6A2-F03D2DC8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167" y="1424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7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 flipH="1">
            <a:off x="7526215" y="14021015"/>
            <a:ext cx="114485" cy="22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BCB34C5E-38D0-4AB6-A080-13ED4928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6167" y="1424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FDF6A7A-1023-424F-91DD-62D0A989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95" y="144465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0" name=""/>
          <p:cNvCxnSpPr>
            <a:stCxn xmlns:a="http://schemas.openxmlformats.org/drawingml/2006/main" id="325" idx="2"/>
            <a:endCxn xmlns:a="http://schemas.openxmlformats.org/drawingml/2006/main" id="326" idx="0"/>
          </p:cNvCxnSpPr>
          <p:nvPr/>
        </p:nvCxnSpPr>
        <p:spPr>
          <a:xfrm xmlns:a="http://schemas.openxmlformats.org/drawingml/2006/main" flipH="1">
            <a:off x="7422343" y="14244107"/>
            <a:ext cx="103872" cy="202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D4ADBC22-34B2-4EB0-9B41-935ADB4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95" y="144465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0FF1A91C-B2BF-43F5-83B1-E038B753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282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3" name=""/>
          <p:cNvCxnSpPr>
            <a:stCxn xmlns:a="http://schemas.openxmlformats.org/drawingml/2006/main" id="328" idx="2"/>
            <a:endCxn xmlns:a="http://schemas.openxmlformats.org/drawingml/2006/main" id="329" idx="0"/>
          </p:cNvCxnSpPr>
          <p:nvPr/>
        </p:nvCxnSpPr>
        <p:spPr>
          <a:xfrm xmlns:a="http://schemas.openxmlformats.org/drawingml/2006/main" flipH="1">
            <a:off x="7372330" y="14446633"/>
            <a:ext cx="50013" cy="975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10746950-E19A-42C3-862D-94F4C691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25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33CEDA69-AE59-4622-AD84-27E9CEF9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195" y="140297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6" name=""/>
          <p:cNvCxnSpPr>
            <a:stCxn xmlns:a="http://schemas.openxmlformats.org/drawingml/2006/main" id="331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8545352" y="13825821"/>
            <a:ext cx="208843" cy="2039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0D4BFFB-43EB-4A3E-B926-6029A6DF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4195" y="140297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B10BD722-2972-4F75-A944-74A10A9D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839" y="142644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9" name=""/>
          <p:cNvCxnSpPr>
            <a:stCxn xmlns:a="http://schemas.openxmlformats.org/drawingml/2006/main" id="334" idx="3"/>
            <a:endCxn xmlns:a="http://schemas.openxmlformats.org/drawingml/2006/main" id="335" idx="1"/>
          </p:cNvCxnSpPr>
          <p:nvPr/>
        </p:nvCxnSpPr>
        <p:spPr>
          <a:xfrm xmlns:a="http://schemas.openxmlformats.org/drawingml/2006/main">
            <a:off x="8754290" y="14029760"/>
            <a:ext cx="240549" cy="2347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EE6AC83-776C-4B0B-BD57-FB7838AB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4839" y="142644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183B902-2510-441A-B30C-14A1E18A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80" y="1447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2" name=""/>
          <p:cNvCxnSpPr>
            <a:stCxn xmlns:a="http://schemas.openxmlformats.org/drawingml/2006/main" id="337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8994934" y="14264469"/>
            <a:ext cx="214946" cy="209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F04B7511-2F15-48DA-8CDF-6B10D58F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9880" y="14474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1609D81D-0A15-4D9A-AB0A-3FE19DB5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49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5" name=""/>
          <p:cNvCxnSpPr>
            <a:stCxn xmlns:a="http://schemas.openxmlformats.org/drawingml/2006/main" id="340" idx="3"/>
            <a:endCxn xmlns:a="http://schemas.openxmlformats.org/drawingml/2006/main" id="341" idx="1"/>
          </p:cNvCxnSpPr>
          <p:nvPr/>
        </p:nvCxnSpPr>
        <p:spPr>
          <a:xfrm xmlns:a="http://schemas.openxmlformats.org/drawingml/2006/main">
            <a:off x="9209975" y="14474060"/>
            <a:ext cx="71674" cy="701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BA4F036-AD07-406A-9C26-E9C0D1D8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9142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4D454D4D-6960-4434-94D5-070EB88C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620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8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 flipH="1">
            <a:off x="8237668" y="12034851"/>
            <a:ext cx="41522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D200AC7A-E957-41B3-9974-25AA54C9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620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BFFD243-FF18-4DAE-B814-2285EB5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93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1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 flipH="1">
            <a:off x="8190441" y="12224660"/>
            <a:ext cx="47227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417342D-996B-472C-BC1A-7359243D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393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499A093-BABD-4BA6-AA17-8D3836CB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13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4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 flipH="1">
            <a:off x="8147060" y="12441001"/>
            <a:ext cx="4338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829A52F-7E9D-4596-A62F-B7B61E3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13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5C5E90E-09E6-4005-A7AB-B9CD2D33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073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7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 flipH="1">
            <a:off x="8122121" y="12638974"/>
            <a:ext cx="2494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9315E5BF-AE84-46B4-9545-9A60866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8636" y="120320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5B464A21-2BF9-492D-938A-2F958A1C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5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0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8798684" y="12032182"/>
            <a:ext cx="265319" cy="3407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F75DDF9C-3AA6-4C45-B1CC-6277FA79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95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F6369A6-DEF1-4041-A78E-0CBC0E2D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08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3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9064003" y="12373021"/>
            <a:ext cx="297953" cy="3826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FABA1913-8D45-453A-B240-E06A01B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08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CAC14D45-CB03-4CE5-B10A-32A38C8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25" y="137450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6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>
            <a:off x="9361956" y="12755779"/>
            <a:ext cx="193417" cy="9892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F3835C36-DFB5-42ED-B802-CFAC1FC6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325" y="137450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AAD48D23-C5A9-409C-9EDE-237ADB79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913" y="144278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9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>
            <a:off x="9555373" y="13745172"/>
            <a:ext cx="133588" cy="6826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9402BCAF-ED13-4E96-8169-B49E5C6D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913" y="144278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44CD2B26-64BC-4CBE-8468-14FDA066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537" y="145388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2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>
            <a:off x="9688961" y="14427950"/>
            <a:ext cx="21624" cy="110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94F22089-CEC6-44BE-A91A-E93C3B7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2CCAD5E6-A34F-4554-8033-D3A57331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5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>
            <a:off x="8393542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4E747A1A-75D5-4F8B-8D9A-0BD7DE08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13365E80-BC09-4C26-ABF1-205C99C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8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>
            <a:off x="8393542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34A4A97-3F2B-46D3-8C04-925CF17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48F9DACD-90FB-4E1C-AD78-C2735AB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1" name=""/>
          <p:cNvCxnSpPr>
            <a:stCxn xmlns:a="http://schemas.openxmlformats.org/drawingml/2006/main" id="376" idx="2"/>
            <a:endCxn xmlns:a="http://schemas.openxmlformats.org/drawingml/2006/main" id="377" idx="0"/>
          </p:cNvCxnSpPr>
          <p:nvPr/>
        </p:nvCxnSpPr>
        <p:spPr>
          <a:xfrm xmlns:a="http://schemas.openxmlformats.org/drawingml/2006/main">
            <a:off x="8393542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05A2D34-3128-464D-9A6E-60406A63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E4BE2B9-0189-4EE5-9676-D111E91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94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4" name=""/>
          <p:cNvCxnSpPr>
            <a:stCxn xmlns:a="http://schemas.openxmlformats.org/drawingml/2006/main" id="379" idx="2"/>
            <a:endCxn xmlns:a="http://schemas.openxmlformats.org/drawingml/2006/main" id="380" idx="0"/>
          </p:cNvCxnSpPr>
          <p:nvPr/>
        </p:nvCxnSpPr>
        <p:spPr>
          <a:xfrm xmlns:a="http://schemas.openxmlformats.org/drawingml/2006/main">
            <a:off x="8393542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37615BB8-9774-46D3-A3BF-CEC7E6AF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364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1B5CB370-24D9-4AE6-A9C7-7457A48A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101" y="86549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7" name=""/>
          <p:cNvCxnSpPr>
            <a:stCxn xmlns:a="http://schemas.openxmlformats.org/drawingml/2006/main" id="382" idx="2"/>
            <a:endCxn xmlns:a="http://schemas.openxmlformats.org/drawingml/2006/main" id="383" idx="0"/>
          </p:cNvCxnSpPr>
          <p:nvPr/>
        </p:nvCxnSpPr>
        <p:spPr>
          <a:xfrm xmlns:a="http://schemas.openxmlformats.org/drawingml/2006/main" flipH="1">
            <a:off x="9337149" y="8452816"/>
            <a:ext cx="184263" cy="202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8D3AD00A-B3CD-4678-B47F-5C68DDE2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101" y="86549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52D89E3-BA72-4247-8C1D-353989A6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111" y="8887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0" name=""/>
          <p:cNvCxnSpPr>
            <a:stCxn xmlns:a="http://schemas.openxmlformats.org/drawingml/2006/main" id="385" idx="2"/>
            <a:endCxn xmlns:a="http://schemas.openxmlformats.org/drawingml/2006/main" id="386" idx="0"/>
          </p:cNvCxnSpPr>
          <p:nvPr/>
        </p:nvCxnSpPr>
        <p:spPr>
          <a:xfrm xmlns:a="http://schemas.openxmlformats.org/drawingml/2006/main" flipH="1">
            <a:off x="9125159" y="8655028"/>
            <a:ext cx="211990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FA3E0932-83F5-4E23-B3AB-4B1B16A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111" y="8887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17146FF-60D0-40CD-BE3A-01A22F40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143" y="9095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3" name=""/>
          <p:cNvCxnSpPr>
            <a:stCxn xmlns:a="http://schemas.openxmlformats.org/drawingml/2006/main" id="388" idx="2"/>
            <a:endCxn xmlns:a="http://schemas.openxmlformats.org/drawingml/2006/main" id="389" idx="0"/>
          </p:cNvCxnSpPr>
          <p:nvPr/>
        </p:nvCxnSpPr>
        <p:spPr>
          <a:xfrm xmlns:a="http://schemas.openxmlformats.org/drawingml/2006/main" flipH="1">
            <a:off x="8935191" y="8887383"/>
            <a:ext cx="189968" cy="2080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B74AD882-2A06-474C-B76A-4A5693A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143" y="9095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7FF61C43-2D12-4823-85AE-97EE666E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6160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6" name=""/>
          <p:cNvCxnSpPr>
            <a:stCxn xmlns:a="http://schemas.openxmlformats.org/drawingml/2006/main" id="391" idx="2"/>
            <a:endCxn xmlns:a="http://schemas.openxmlformats.org/drawingml/2006/main" id="392" idx="0"/>
          </p:cNvCxnSpPr>
          <p:nvPr/>
        </p:nvCxnSpPr>
        <p:spPr>
          <a:xfrm xmlns:a="http://schemas.openxmlformats.org/drawingml/2006/main" flipH="1">
            <a:off x="8866208" y="9095560"/>
            <a:ext cx="68983" cy="762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058A61D-535B-483A-B6B9-1374938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8A9F84A-AB0C-4C48-B59B-9BD4BF2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8971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9" name=""/>
          <p:cNvCxnSpPr>
            <a:stCxn xmlns:a="http://schemas.openxmlformats.org/drawingml/2006/main" id="394" idx="2"/>
            <a:endCxn xmlns:a="http://schemas.openxmlformats.org/drawingml/2006/main" id="395" idx="0"/>
          </p:cNvCxnSpPr>
          <p:nvPr/>
        </p:nvCxnSpPr>
        <p:spPr>
          <a:xfrm xmlns:a="http://schemas.openxmlformats.org/drawingml/2006/main">
            <a:off x="9998721" y="8452816"/>
            <a:ext cx="0" cy="5186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E3B339CB-BE05-4023-9E13-7ADFF4A2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8971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DAFE872D-BB64-4B1F-A0CF-06FFFB43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9689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2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9998721" y="8971533"/>
            <a:ext cx="0" cy="7176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7F6C5B47-6D94-49D5-8BBA-63679B1D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9689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3A2B28ED-32CB-4485-87E6-F93CA35F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133026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5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>
            <a:off x="9998721" y="9689322"/>
            <a:ext cx="0" cy="36133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C5F970A8-6D84-402E-AB0A-8CC99927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133026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9C4FC50B-AFB6-4CBC-BD24-D478AF2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139" y="1392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8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 flipH="1">
            <a:off x="9933187" y="13302755"/>
            <a:ext cx="65534" cy="620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13D104C-05A6-4D50-BD41-1ABF163E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3139" y="13922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21C34F8C-C430-4B07-9E60-8404CF6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943" y="14427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1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 flipH="1">
            <a:off x="9879991" y="13923049"/>
            <a:ext cx="53196" cy="5040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3D34F0D7-1D0C-4F3F-9067-F66B6FF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943" y="14427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919D14E-80C4-400C-8D92-4488C994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8136" y="14539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4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 flipH="1">
            <a:off x="9868184" y="14427165"/>
            <a:ext cx="11807" cy="1120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281795B-A56A-4794-8906-A40C748B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56BC861-2246-4BEC-AC99-CCFBF673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7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>
            <a:off x="9998721" y="6661799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89215D14-C208-4DC7-9DFE-87FC91C1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DA33CCEA-3CD2-4C5C-BF1F-A1EE38A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0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9998721" y="6851608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DBE8A5D-F976-40FB-94A6-17B2FC72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E67C1374-86E2-4522-87DF-2263EF20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3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>
            <a:off x="9998721" y="7067949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1602E6D5-0F6E-4BF7-9A3F-695DF01E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024F8E51-7D07-4A9B-B904-9A9BD118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7380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6" name=""/>
          <p:cNvCxnSpPr>
            <a:stCxn xmlns:a="http://schemas.openxmlformats.org/drawingml/2006/main" id="421" idx="2"/>
            <a:endCxn xmlns:a="http://schemas.openxmlformats.org/drawingml/2006/main" id="422" idx="0"/>
          </p:cNvCxnSpPr>
          <p:nvPr/>
        </p:nvCxnSpPr>
        <p:spPr>
          <a:xfrm xmlns:a="http://schemas.openxmlformats.org/drawingml/2006/main">
            <a:off x="9998721" y="7265922"/>
            <a:ext cx="0" cy="114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360A8A86-B3EB-4869-8E04-7BBCC851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48706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5096E8B7-F7D4-455E-A9B0-E9DC728A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9" name=""/>
          <p:cNvCxnSpPr>
            <a:stCxn xmlns:a="http://schemas.openxmlformats.org/drawingml/2006/main" id="424" idx="2"/>
            <a:endCxn xmlns:a="http://schemas.openxmlformats.org/drawingml/2006/main" id="425" idx="0"/>
          </p:cNvCxnSpPr>
          <p:nvPr/>
        </p:nvCxnSpPr>
        <p:spPr>
          <a:xfrm xmlns:a="http://schemas.openxmlformats.org/drawingml/2006/main">
            <a:off x="9998721" y="487078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8986F483-CD04-4A41-8D29-2CC4C0C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060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8961B11A-B1BE-43A3-9584-4D90BD3F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2" name=""/>
          <p:cNvCxnSpPr>
            <a:stCxn xmlns:a="http://schemas.openxmlformats.org/drawingml/2006/main" id="427" idx="2"/>
            <a:endCxn xmlns:a="http://schemas.openxmlformats.org/drawingml/2006/main" id="428" idx="0"/>
          </p:cNvCxnSpPr>
          <p:nvPr/>
        </p:nvCxnSpPr>
        <p:spPr>
          <a:xfrm xmlns:a="http://schemas.openxmlformats.org/drawingml/2006/main">
            <a:off x="9998721" y="5060591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BFFA0AC-2F12-4AEA-A4FE-67928A55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2768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D608DDC8-61C4-432D-AAD9-F5BDD1E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5" name=""/>
          <p:cNvCxnSpPr>
            <a:stCxn xmlns:a="http://schemas.openxmlformats.org/drawingml/2006/main" id="430" idx="2"/>
            <a:endCxn xmlns:a="http://schemas.openxmlformats.org/drawingml/2006/main" id="431" idx="0"/>
          </p:cNvCxnSpPr>
          <p:nvPr/>
        </p:nvCxnSpPr>
        <p:spPr>
          <a:xfrm xmlns:a="http://schemas.openxmlformats.org/drawingml/2006/main">
            <a:off x="9998721" y="5276932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72EEB017-F9FA-4D4C-8F05-620E6E6B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474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084171BC-92A9-4685-8CB2-CC19353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673" y="55891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8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9998721" y="5474905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5AC3208-4105-4989-8698-3860C9B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460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884B82E-AFFC-48C2-B4E6-A9C65572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14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1" name=""/>
          <p:cNvCxnSpPr>
            <a:stCxn xmlns:a="http://schemas.openxmlformats.org/drawingml/2006/main" id="436" idx="1"/>
            <a:endCxn xmlns:a="http://schemas.openxmlformats.org/drawingml/2006/main" id="437" idx="3"/>
          </p:cNvCxnSpPr>
          <p:nvPr/>
        </p:nvCxnSpPr>
        <p:spPr>
          <a:xfrm xmlns:a="http://schemas.openxmlformats.org/drawingml/2006/main" flipH="1">
            <a:off x="13133509" y="10243787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C2D9D8F0-5BFC-4343-AE1B-83FB66F8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14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323475E-EE03-4075-9ACE-6ED5804E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550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4" name=""/>
          <p:cNvCxnSpPr>
            <a:stCxn xmlns:a="http://schemas.openxmlformats.org/drawingml/2006/main" id="439" idx="1"/>
            <a:endCxn xmlns:a="http://schemas.openxmlformats.org/drawingml/2006/main" id="440" idx="3"/>
          </p:cNvCxnSpPr>
          <p:nvPr/>
        </p:nvCxnSpPr>
        <p:spPr>
          <a:xfrm xmlns:a="http://schemas.openxmlformats.org/drawingml/2006/main" flipH="1">
            <a:off x="12765645" y="10451179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64DAAD4-E72F-4FD7-8AD4-99038A0C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5550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EF295FB-F4EB-4466-9584-A7D85FCC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810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7" name=""/>
          <p:cNvCxnSpPr>
            <a:stCxn xmlns:a="http://schemas.openxmlformats.org/drawingml/2006/main" id="442" idx="1"/>
            <a:endCxn xmlns:a="http://schemas.openxmlformats.org/drawingml/2006/main" id="443" idx="3"/>
          </p:cNvCxnSpPr>
          <p:nvPr/>
        </p:nvCxnSpPr>
        <p:spPr>
          <a:xfrm xmlns:a="http://schemas.openxmlformats.org/drawingml/2006/main" flipH="1">
            <a:off x="12438905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7F7C458C-BA84-4D38-B247-C3408B2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810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4E90DD72-0125-4893-BA9C-BB8F4078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316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0" name=""/>
          <p:cNvCxnSpPr>
            <a:stCxn xmlns:a="http://schemas.openxmlformats.org/drawingml/2006/main" id="445" idx="1"/>
            <a:endCxn xmlns:a="http://schemas.openxmlformats.org/drawingml/2006/main" id="446" idx="3"/>
          </p:cNvCxnSpPr>
          <p:nvPr/>
        </p:nvCxnSpPr>
        <p:spPr>
          <a:xfrm xmlns:a="http://schemas.openxmlformats.org/drawingml/2006/main" flipH="1">
            <a:off x="12352411" y="10902858"/>
            <a:ext cx="86399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DA93B2B-6F7A-42BA-8BCA-2CA1E0BF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4178B09-146C-4504-93FB-35E9CCC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3" name=""/>
          <p:cNvCxnSpPr>
            <a:stCxn xmlns:a="http://schemas.openxmlformats.org/drawingml/2006/main" id="448" idx="2"/>
            <a:endCxn xmlns:a="http://schemas.openxmlformats.org/drawingml/2006/main" id="449" idx="0"/>
          </p:cNvCxnSpPr>
          <p:nvPr/>
        </p:nvCxnSpPr>
        <p:spPr>
          <a:xfrm xmlns:a="http://schemas.openxmlformats.org/drawingml/2006/main">
            <a:off x="14257087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D357E46-34FC-4458-B289-775C414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3261C9FB-69CC-4F8F-914D-9CAA4F1F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6" name=""/>
          <p:cNvCxnSpPr>
            <a:stCxn xmlns:a="http://schemas.openxmlformats.org/drawingml/2006/main" id="451" idx="2"/>
            <a:endCxn xmlns:a="http://schemas.openxmlformats.org/drawingml/2006/main" id="452" idx="0"/>
          </p:cNvCxnSpPr>
          <p:nvPr/>
        </p:nvCxnSpPr>
        <p:spPr>
          <a:xfrm xmlns:a="http://schemas.openxmlformats.org/drawingml/2006/main">
            <a:off x="14257087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EC31C62-685B-4355-B8E8-005DE64A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97183C63-121E-4B1C-B1A2-D881446C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9" name=""/>
          <p:cNvCxnSpPr>
            <a:stCxn xmlns:a="http://schemas.openxmlformats.org/drawingml/2006/main" id="454" idx="2"/>
            <a:endCxn xmlns:a="http://schemas.openxmlformats.org/drawingml/2006/main" id="455" idx="0"/>
          </p:cNvCxnSpPr>
          <p:nvPr/>
        </p:nvCxnSpPr>
        <p:spPr>
          <a:xfrm xmlns:a="http://schemas.openxmlformats.org/drawingml/2006/main">
            <a:off x="14257087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F4DADF1D-7CED-4DD9-A589-DA85884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AE474F0F-8C9C-4270-9CEE-8B421B45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039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2" name=""/>
          <p:cNvCxnSpPr>
            <a:stCxn xmlns:a="http://schemas.openxmlformats.org/drawingml/2006/main" id="457" idx="2"/>
            <a:endCxn xmlns:a="http://schemas.openxmlformats.org/drawingml/2006/main" id="458" idx="0"/>
          </p:cNvCxnSpPr>
          <p:nvPr/>
        </p:nvCxnSpPr>
        <p:spPr>
          <a:xfrm xmlns:a="http://schemas.openxmlformats.org/drawingml/2006/main">
            <a:off x="14257087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0C68240B-CE4A-4F86-A31B-FB6E00F2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8711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789775C3-5675-4D6C-9D3A-39469E2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665" y="8660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5" name=""/>
          <p:cNvCxnSpPr>
            <a:stCxn xmlns:a="http://schemas.openxmlformats.org/drawingml/2006/main" id="460" idx="1"/>
            <a:endCxn xmlns:a="http://schemas.openxmlformats.org/drawingml/2006/main" id="461" idx="3"/>
          </p:cNvCxnSpPr>
          <p:nvPr/>
        </p:nvCxnSpPr>
        <p:spPr>
          <a:xfrm xmlns:a="http://schemas.openxmlformats.org/drawingml/2006/main" flipH="1">
            <a:off x="15839760" y="8452769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DBA9BD01-98C6-4864-B81C-D4E9DEA0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9665" y="8660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AE459E5A-E1C3-413D-8545-01828B3F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801" y="88993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8" name=""/>
          <p:cNvCxnSpPr>
            <a:stCxn xmlns:a="http://schemas.openxmlformats.org/drawingml/2006/main" id="463" idx="1"/>
            <a:endCxn xmlns:a="http://schemas.openxmlformats.org/drawingml/2006/main" id="464" idx="3"/>
          </p:cNvCxnSpPr>
          <p:nvPr/>
        </p:nvCxnSpPr>
        <p:spPr>
          <a:xfrm xmlns:a="http://schemas.openxmlformats.org/drawingml/2006/main" flipH="1">
            <a:off x="15471896" y="8660162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2E6425F7-8BD2-406F-9A05-2983576C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801" y="88993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BC747258-951C-4245-B577-6DD92281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061" y="911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1" name=""/>
          <p:cNvCxnSpPr>
            <a:stCxn xmlns:a="http://schemas.openxmlformats.org/drawingml/2006/main" id="466" idx="1"/>
            <a:endCxn xmlns:a="http://schemas.openxmlformats.org/drawingml/2006/main" id="467" idx="3"/>
          </p:cNvCxnSpPr>
          <p:nvPr/>
        </p:nvCxnSpPr>
        <p:spPr>
          <a:xfrm xmlns:a="http://schemas.openxmlformats.org/drawingml/2006/main" flipH="1">
            <a:off x="15145156" y="8899425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1073C61-1D56-433C-B2B3-0C82B2BE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5061" y="911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D4628A59-468A-4BC8-904A-DE665AAC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302" y="9168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4" name=""/>
          <p:cNvCxnSpPr>
            <a:stCxn xmlns:a="http://schemas.openxmlformats.org/drawingml/2006/main" id="469" idx="1"/>
            <a:endCxn xmlns:a="http://schemas.openxmlformats.org/drawingml/2006/main" id="470" idx="3"/>
          </p:cNvCxnSpPr>
          <p:nvPr/>
        </p:nvCxnSpPr>
        <p:spPr>
          <a:xfrm xmlns:a="http://schemas.openxmlformats.org/drawingml/2006/main" flipH="1">
            <a:off x="15058397" y="9111841"/>
            <a:ext cx="86664" cy="568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6A17FE0-22FE-4CDD-B0CE-D8A6B6F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709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85958B85-FF52-43C6-B13B-C81B93BD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7601" y="140226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7" name=""/>
          <p:cNvCxnSpPr>
            <a:stCxn xmlns:a="http://schemas.openxmlformats.org/drawingml/2006/main" id="472" idx="2"/>
            <a:endCxn xmlns:a="http://schemas.openxmlformats.org/drawingml/2006/main" id="473" idx="0"/>
          </p:cNvCxnSpPr>
          <p:nvPr/>
        </p:nvCxnSpPr>
        <p:spPr>
          <a:xfrm xmlns:a="http://schemas.openxmlformats.org/drawingml/2006/main" flipH="1">
            <a:off x="14907649" y="13825868"/>
            <a:ext cx="123108" cy="196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B77ADEAB-5DD6-43E1-819A-23588BB0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7601" y="140226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FA2DBE4E-7CB5-4E25-9508-6B6F377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584" y="14248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0" name=""/>
          <p:cNvCxnSpPr>
            <a:stCxn xmlns:a="http://schemas.openxmlformats.org/drawingml/2006/main" id="475" idx="2"/>
            <a:endCxn xmlns:a="http://schemas.openxmlformats.org/drawingml/2006/main" id="476" idx="0"/>
          </p:cNvCxnSpPr>
          <p:nvPr/>
        </p:nvCxnSpPr>
        <p:spPr>
          <a:xfrm xmlns:a="http://schemas.openxmlformats.org/drawingml/2006/main" flipH="1">
            <a:off x="14766632" y="14022742"/>
            <a:ext cx="141017" cy="225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3F697F95-A265-46DA-A6E2-470A64A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6584" y="14248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AE429BEF-1C72-4A11-AEE1-492ECCE5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33" y="14452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3" name=""/>
          <p:cNvCxnSpPr>
            <a:stCxn xmlns:a="http://schemas.openxmlformats.org/drawingml/2006/main" id="478" idx="2"/>
            <a:endCxn xmlns:a="http://schemas.openxmlformats.org/drawingml/2006/main" id="479" idx="0"/>
          </p:cNvCxnSpPr>
          <p:nvPr/>
        </p:nvCxnSpPr>
        <p:spPr>
          <a:xfrm xmlns:a="http://schemas.openxmlformats.org/drawingml/2006/main" flipH="1">
            <a:off x="14638881" y="14248189"/>
            <a:ext cx="127751" cy="2038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0DE0B93-3737-4CFE-A193-2E3C9281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33" y="14452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433C35EF-58BB-455B-9838-E8E77A2F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0728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6" name=""/>
          <p:cNvCxnSpPr>
            <a:stCxn xmlns:a="http://schemas.openxmlformats.org/drawingml/2006/main" id="481" idx="2"/>
            <a:endCxn xmlns:a="http://schemas.openxmlformats.org/drawingml/2006/main" id="482" idx="0"/>
          </p:cNvCxnSpPr>
          <p:nvPr/>
        </p:nvCxnSpPr>
        <p:spPr>
          <a:xfrm xmlns:a="http://schemas.openxmlformats.org/drawingml/2006/main" flipH="1">
            <a:off x="14580776" y="14452127"/>
            <a:ext cx="58105" cy="920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4286E27-CA02-4056-823D-C008A6A6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3524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5FD96A9C-82AC-43E3-8326-7E4CC36A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6361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9" name=""/>
          <p:cNvCxnSpPr>
            <a:stCxn xmlns:a="http://schemas.openxmlformats.org/drawingml/2006/main" id="484" idx="2"/>
            <a:endCxn xmlns:a="http://schemas.openxmlformats.org/drawingml/2006/main" id="485" idx="0"/>
          </p:cNvCxnSpPr>
          <p:nvPr/>
        </p:nvCxnSpPr>
        <p:spPr>
          <a:xfrm xmlns:a="http://schemas.openxmlformats.org/drawingml/2006/main" flipH="1">
            <a:off x="16936409" y="15616885"/>
            <a:ext cx="7163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03201BB1-AC92-477D-AED2-1A83CA8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6361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05F07BE-CCE5-433F-85EC-C79764BE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8268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2" name=""/>
          <p:cNvCxnSpPr>
            <a:stCxn xmlns:a="http://schemas.openxmlformats.org/drawingml/2006/main" id="487" idx="2"/>
            <a:endCxn xmlns:a="http://schemas.openxmlformats.org/drawingml/2006/main" id="488" idx="0"/>
          </p:cNvCxnSpPr>
          <p:nvPr/>
        </p:nvCxnSpPr>
        <p:spPr>
          <a:xfrm xmlns:a="http://schemas.openxmlformats.org/drawingml/2006/main" flipH="1">
            <a:off x="16928316" y="15806694"/>
            <a:ext cx="8093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72F00A6B-F863-42FD-8AE7-36E09C2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8268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4D24B20-BB3C-47B8-8262-690B5E33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839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5" name=""/>
          <p:cNvCxnSpPr>
            <a:stCxn xmlns:a="http://schemas.openxmlformats.org/drawingml/2006/main" id="490" idx="2"/>
            <a:endCxn xmlns:a="http://schemas.openxmlformats.org/drawingml/2006/main" id="491" idx="0"/>
          </p:cNvCxnSpPr>
          <p:nvPr/>
        </p:nvCxnSpPr>
        <p:spPr>
          <a:xfrm xmlns:a="http://schemas.openxmlformats.org/drawingml/2006/main" flipH="1">
            <a:off x="16920887" y="16023035"/>
            <a:ext cx="7429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0C521B49-E789-4EAF-94CA-7A4F945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839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D7B8BC14-3645-4F99-8462-D2D5490C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860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8" name=""/>
          <p:cNvCxnSpPr>
            <a:stCxn xmlns:a="http://schemas.openxmlformats.org/drawingml/2006/main" id="493" idx="2"/>
            <a:endCxn xmlns:a="http://schemas.openxmlformats.org/drawingml/2006/main" id="494" idx="0"/>
          </p:cNvCxnSpPr>
          <p:nvPr/>
        </p:nvCxnSpPr>
        <p:spPr>
          <a:xfrm xmlns:a="http://schemas.openxmlformats.org/drawingml/2006/main" flipH="1">
            <a:off x="16916908" y="16221008"/>
            <a:ext cx="3979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8115A1C0-A30C-402C-BAC3-A613075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253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E6B0C92-F54C-4236-A2BA-DC90D7C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131" y="211937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1" name=""/>
          <p:cNvCxnSpPr>
            <a:stCxn xmlns:a="http://schemas.openxmlformats.org/drawingml/2006/main" id="496" idx="1"/>
            <a:endCxn xmlns:a="http://schemas.openxmlformats.org/drawingml/2006/main" id="497" idx="3"/>
          </p:cNvCxnSpPr>
          <p:nvPr/>
        </p:nvCxnSpPr>
        <p:spPr>
          <a:xfrm xmlns:a="http://schemas.openxmlformats.org/drawingml/2006/main" flipH="1">
            <a:off x="17467226" y="20989890"/>
            <a:ext cx="212027" cy="2039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9AD083DD-CCDC-4D89-B89B-97991F94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7131" y="211937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1EBE1F40-9263-42C2-8ED7-8E506079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038" y="21428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4" name=""/>
          <p:cNvCxnSpPr>
            <a:stCxn xmlns:a="http://schemas.openxmlformats.org/drawingml/2006/main" id="499" idx="1"/>
            <a:endCxn xmlns:a="http://schemas.openxmlformats.org/drawingml/2006/main" id="500" idx="3"/>
          </p:cNvCxnSpPr>
          <p:nvPr/>
        </p:nvCxnSpPr>
        <p:spPr>
          <a:xfrm xmlns:a="http://schemas.openxmlformats.org/drawingml/2006/main" flipH="1">
            <a:off x="17223133" y="21193829"/>
            <a:ext cx="243998" cy="2347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A13D150-B63C-41DD-A77E-C0FD18F4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3038" y="21428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5C8FFD39-91B0-4E8C-A9E5-0A1606F3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813" y="2163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7" name=""/>
          <p:cNvCxnSpPr>
            <a:stCxn xmlns:a="http://schemas.openxmlformats.org/drawingml/2006/main" id="502" idx="1"/>
            <a:endCxn xmlns:a="http://schemas.openxmlformats.org/drawingml/2006/main" id="503" idx="3"/>
          </p:cNvCxnSpPr>
          <p:nvPr/>
        </p:nvCxnSpPr>
        <p:spPr>
          <a:xfrm xmlns:a="http://schemas.openxmlformats.org/drawingml/2006/main" flipH="1">
            <a:off x="17004908" y="21428538"/>
            <a:ext cx="218130" cy="2095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D74915F1-B398-417B-B861-4B1DCAB8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813" y="2163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DD81467B-37C4-4795-AFA7-E9645FF1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1452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0" name=""/>
          <p:cNvCxnSpPr>
            <a:stCxn xmlns:a="http://schemas.openxmlformats.org/drawingml/2006/main" id="505" idx="1"/>
            <a:endCxn xmlns:a="http://schemas.openxmlformats.org/drawingml/2006/main" id="506" idx="3"/>
          </p:cNvCxnSpPr>
          <p:nvPr/>
        </p:nvCxnSpPr>
        <p:spPr>
          <a:xfrm xmlns:a="http://schemas.openxmlformats.org/drawingml/2006/main" flipH="1">
            <a:off x="16931547" y="21638129"/>
            <a:ext cx="73266" cy="701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B6BFB2C8-DD43-4A49-B4FD-0E171DE2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832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CCF04895-0B38-478A-B5E7-0690090E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939" y="211849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3" name=""/>
          <p:cNvCxnSpPr>
            <a:stCxn xmlns:a="http://schemas.openxmlformats.org/drawingml/2006/main" id="508" idx="2"/>
            <a:endCxn xmlns:a="http://schemas.openxmlformats.org/drawingml/2006/main" id="509" idx="0"/>
          </p:cNvCxnSpPr>
          <p:nvPr/>
        </p:nvCxnSpPr>
        <p:spPr>
          <a:xfrm xmlns:a="http://schemas.openxmlformats.org/drawingml/2006/main">
            <a:off x="18483880" y="20989937"/>
            <a:ext cx="97107" cy="195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60BB8E27-1C62-4A2A-9E42-0DDBC999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0939" y="211849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3CDCA615-2F01-45E2-8E2D-FF72038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1975" y="2140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6" name=""/>
          <p:cNvCxnSpPr>
            <a:stCxn xmlns:a="http://schemas.openxmlformats.org/drawingml/2006/main" id="511" idx="2"/>
            <a:endCxn xmlns:a="http://schemas.openxmlformats.org/drawingml/2006/main" id="512" idx="0"/>
          </p:cNvCxnSpPr>
          <p:nvPr/>
        </p:nvCxnSpPr>
        <p:spPr>
          <a:xfrm xmlns:a="http://schemas.openxmlformats.org/drawingml/2006/main">
            <a:off x="18580987" y="21185084"/>
            <a:ext cx="111036" cy="22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4C3B0498-7B57-4779-9A72-B3A0CF1F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1975" y="21408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EAA652A8-C92F-4C74-B089-557E82B5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796" y="21610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9" name=""/>
          <p:cNvCxnSpPr>
            <a:stCxn xmlns:a="http://schemas.openxmlformats.org/drawingml/2006/main" id="514" idx="2"/>
            <a:endCxn xmlns:a="http://schemas.openxmlformats.org/drawingml/2006/main" id="515" idx="0"/>
          </p:cNvCxnSpPr>
          <p:nvPr/>
        </p:nvCxnSpPr>
        <p:spPr>
          <a:xfrm xmlns:a="http://schemas.openxmlformats.org/drawingml/2006/main">
            <a:off x="18692023" y="21408176"/>
            <a:ext cx="100821" cy="2024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B874E65F-80E8-4A4F-A7CD-CC2331D1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796" y="21610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4FC9FD2A-D4DF-4703-9107-F694CA4A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1747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2" name=""/>
          <p:cNvCxnSpPr>
            <a:stCxn xmlns:a="http://schemas.openxmlformats.org/drawingml/2006/main" id="517" idx="2"/>
            <a:endCxn xmlns:a="http://schemas.openxmlformats.org/drawingml/2006/main" id="518" idx="0"/>
          </p:cNvCxnSpPr>
          <p:nvPr/>
        </p:nvCxnSpPr>
        <p:spPr>
          <a:xfrm xmlns:a="http://schemas.openxmlformats.org/drawingml/2006/main">
            <a:off x="18792844" y="21610701"/>
            <a:ext cx="48951" cy="975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F72E634-80E0-4039-A42A-628CA1DF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2670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6CC31013-3C0C-418E-8C36-2A3D321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430" y="193939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5" name=""/>
          <p:cNvCxnSpPr>
            <a:stCxn xmlns:a="http://schemas.openxmlformats.org/drawingml/2006/main" id="520" idx="2"/>
            <a:endCxn xmlns:a="http://schemas.openxmlformats.org/drawingml/2006/main" id="521" idx="0"/>
          </p:cNvCxnSpPr>
          <p:nvPr/>
        </p:nvCxnSpPr>
        <p:spPr>
          <a:xfrm xmlns:a="http://schemas.openxmlformats.org/drawingml/2006/main" flipH="1">
            <a:off x="18812478" y="19198920"/>
            <a:ext cx="110240" cy="1950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E786E908-22ED-491C-8D4D-30C7248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430" y="193939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BAD1C42-F464-45E5-BACD-83D39344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6271" y="196170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8" name=""/>
          <p:cNvCxnSpPr>
            <a:stCxn xmlns:a="http://schemas.openxmlformats.org/drawingml/2006/main" id="523" idx="2"/>
            <a:endCxn xmlns:a="http://schemas.openxmlformats.org/drawingml/2006/main" id="524" idx="0"/>
          </p:cNvCxnSpPr>
          <p:nvPr/>
        </p:nvCxnSpPr>
        <p:spPr>
          <a:xfrm xmlns:a="http://schemas.openxmlformats.org/drawingml/2006/main" flipH="1">
            <a:off x="18686319" y="19394066"/>
            <a:ext cx="126159" cy="2229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9B4817FA-BCF1-4EA5-93BC-ACE8E9BC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6271" y="196170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D052BD2D-7888-4E18-97A3-7980613A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1653" y="198195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1" name=""/>
          <p:cNvCxnSpPr>
            <a:stCxn xmlns:a="http://schemas.openxmlformats.org/drawingml/2006/main" id="526" idx="2"/>
            <a:endCxn xmlns:a="http://schemas.openxmlformats.org/drawingml/2006/main" id="527" idx="0"/>
          </p:cNvCxnSpPr>
          <p:nvPr/>
        </p:nvCxnSpPr>
        <p:spPr>
          <a:xfrm xmlns:a="http://schemas.openxmlformats.org/drawingml/2006/main" flipH="1">
            <a:off x="18571701" y="19617159"/>
            <a:ext cx="114618" cy="2024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00D27C87-0A46-4B51-9681-D501A8DF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1653" y="198195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75650BF4-0AD8-4C4B-A755-BF623BE9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732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4" name=""/>
          <p:cNvCxnSpPr>
            <a:stCxn xmlns:a="http://schemas.openxmlformats.org/drawingml/2006/main" id="529" idx="2"/>
            <a:endCxn xmlns:a="http://schemas.openxmlformats.org/drawingml/2006/main" id="530" idx="0"/>
          </p:cNvCxnSpPr>
          <p:nvPr/>
        </p:nvCxnSpPr>
        <p:spPr>
          <a:xfrm xmlns:a="http://schemas.openxmlformats.org/drawingml/2006/main" flipH="1">
            <a:off x="18516780" y="19819684"/>
            <a:ext cx="54921" cy="975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07678DF-4DC5-4F74-854E-2C7D61CD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7249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BF9416F6-B5CD-4BC7-8605-22C23169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850" y="194010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7" name=""/>
          <p:cNvCxnSpPr>
            <a:stCxn xmlns:a="http://schemas.openxmlformats.org/drawingml/2006/main" id="532" idx="2"/>
            <a:endCxn xmlns:a="http://schemas.openxmlformats.org/drawingml/2006/main" id="533" idx="0"/>
          </p:cNvCxnSpPr>
          <p:nvPr/>
        </p:nvCxnSpPr>
        <p:spPr>
          <a:xfrm xmlns:a="http://schemas.openxmlformats.org/drawingml/2006/main">
            <a:off x="19727297" y="19198920"/>
            <a:ext cx="196601" cy="2021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BAAB619C-21E4-4A78-8887-D38CD7D2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850" y="194010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274C6DF0-2302-4C61-BAA7-777FBF9A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769" y="19633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0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>
            <a:off x="19923898" y="19401131"/>
            <a:ext cx="225919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EE26DDC4-800B-4FAD-9DCD-AA1D456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769" y="19633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D72DB022-60DB-4BBD-88A1-85BA85F7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472" y="19841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3" name=""/>
          <p:cNvCxnSpPr>
            <a:stCxn xmlns:a="http://schemas.openxmlformats.org/drawingml/2006/main" id="538" idx="2"/>
            <a:endCxn xmlns:a="http://schemas.openxmlformats.org/drawingml/2006/main" id="539" idx="0"/>
          </p:cNvCxnSpPr>
          <p:nvPr/>
        </p:nvCxnSpPr>
        <p:spPr>
          <a:xfrm xmlns:a="http://schemas.openxmlformats.org/drawingml/2006/main">
            <a:off x="20149817" y="19633486"/>
            <a:ext cx="202703" cy="20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083A88C9-11BD-4CAC-93DC-14765B4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2472" y="19841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C25A9A0E-91DD-40E3-91A9-2309F8EF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700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6" name=""/>
          <p:cNvCxnSpPr>
            <a:stCxn xmlns:a="http://schemas.openxmlformats.org/drawingml/2006/main" id="541" idx="2"/>
            <a:endCxn xmlns:a="http://schemas.openxmlformats.org/drawingml/2006/main" id="542" idx="0"/>
          </p:cNvCxnSpPr>
          <p:nvPr/>
        </p:nvCxnSpPr>
        <p:spPr>
          <a:xfrm xmlns:a="http://schemas.openxmlformats.org/drawingml/2006/main">
            <a:off x="20352520" y="19841664"/>
            <a:ext cx="73228" cy="7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178DB81-5B4D-42AF-B6FF-DFBAEE91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8860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DC5C7141-5E2C-4E04-A670-7EA9C7E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37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9" name=""/>
          <p:cNvCxnSpPr>
            <a:stCxn xmlns:a="http://schemas.openxmlformats.org/drawingml/2006/main" id="544" idx="2"/>
            <a:endCxn xmlns:a="http://schemas.openxmlformats.org/drawingml/2006/main" id="545" idx="0"/>
          </p:cNvCxnSpPr>
          <p:nvPr/>
        </p:nvCxnSpPr>
        <p:spPr>
          <a:xfrm xmlns:a="http://schemas.openxmlformats.org/drawingml/2006/main" flipH="1">
            <a:off x="19447385" y="17407902"/>
            <a:ext cx="41523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01B818CE-AA91-4692-A491-9CA8CF67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337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9AD1B8D6-9FF6-4964-91F4-8439A23D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0111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2" name=""/>
          <p:cNvCxnSpPr>
            <a:stCxn xmlns:a="http://schemas.openxmlformats.org/drawingml/2006/main" id="547" idx="2"/>
            <a:endCxn xmlns:a="http://schemas.openxmlformats.org/drawingml/2006/main" id="548" idx="0"/>
          </p:cNvCxnSpPr>
          <p:nvPr/>
        </p:nvCxnSpPr>
        <p:spPr>
          <a:xfrm xmlns:a="http://schemas.openxmlformats.org/drawingml/2006/main" flipH="1">
            <a:off x="19400159" y="17597711"/>
            <a:ext cx="47226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DE600BF-AD13-419F-8621-2BD65E1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0111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E0FAE9C-E8B0-4C30-BE3E-60CA0786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6731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5" name=""/>
          <p:cNvCxnSpPr>
            <a:stCxn xmlns:a="http://schemas.openxmlformats.org/drawingml/2006/main" id="550" idx="2"/>
            <a:endCxn xmlns:a="http://schemas.openxmlformats.org/drawingml/2006/main" id="551" idx="0"/>
          </p:cNvCxnSpPr>
          <p:nvPr/>
        </p:nvCxnSpPr>
        <p:spPr>
          <a:xfrm xmlns:a="http://schemas.openxmlformats.org/drawingml/2006/main" flipH="1">
            <a:off x="19356779" y="17814053"/>
            <a:ext cx="4338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3D981807-5B71-4BFD-902D-5CEE285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6731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A3A0C446-83F1-4084-A4DB-696670EA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1260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8" name=""/>
          <p:cNvCxnSpPr>
            <a:stCxn xmlns:a="http://schemas.openxmlformats.org/drawingml/2006/main" id="553" idx="2"/>
            <a:endCxn xmlns:a="http://schemas.openxmlformats.org/drawingml/2006/main" id="554" idx="0"/>
          </p:cNvCxnSpPr>
          <p:nvPr/>
        </p:nvCxnSpPr>
        <p:spPr>
          <a:xfrm xmlns:a="http://schemas.openxmlformats.org/drawingml/2006/main" flipH="1">
            <a:off x="19331308" y="18012025"/>
            <a:ext cx="25471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76C090BD-6B02-4399-9F41-B5D553C2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3439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97AD835A-A0BF-4B89-A160-0700B6B7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727" y="176134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1" name=""/>
          <p:cNvCxnSpPr>
            <a:stCxn xmlns:a="http://schemas.openxmlformats.org/drawingml/2006/main" id="556" idx="3"/>
            <a:endCxn xmlns:a="http://schemas.openxmlformats.org/drawingml/2006/main" id="557" idx="1"/>
          </p:cNvCxnSpPr>
          <p:nvPr/>
        </p:nvCxnSpPr>
        <p:spPr>
          <a:xfrm xmlns:a="http://schemas.openxmlformats.org/drawingml/2006/main">
            <a:off x="20293534" y="17407855"/>
            <a:ext cx="271193" cy="205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600DF32-ABBC-45B8-B070-E7F0937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4727" y="176134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157058B7-5AD0-4AEB-952A-57EA2A29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7273" y="178503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4" name=""/>
          <p:cNvCxnSpPr>
            <a:stCxn xmlns:a="http://schemas.openxmlformats.org/drawingml/2006/main" id="559" idx="3"/>
            <a:endCxn xmlns:a="http://schemas.openxmlformats.org/drawingml/2006/main" id="560" idx="1"/>
          </p:cNvCxnSpPr>
          <p:nvPr/>
        </p:nvCxnSpPr>
        <p:spPr>
          <a:xfrm xmlns:a="http://schemas.openxmlformats.org/drawingml/2006/main">
            <a:off x="20564822" y="17613521"/>
            <a:ext cx="312451" cy="2369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5BEA1F9-FEEC-420E-BDC1-F07F767A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7273" y="178503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FF7EFEB3-2CA7-4809-8322-71C1CA95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725" y="1806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7" name=""/>
          <p:cNvCxnSpPr>
            <a:stCxn xmlns:a="http://schemas.openxmlformats.org/drawingml/2006/main" id="562" idx="3"/>
            <a:endCxn xmlns:a="http://schemas.openxmlformats.org/drawingml/2006/main" id="563" idx="1"/>
          </p:cNvCxnSpPr>
          <p:nvPr/>
        </p:nvCxnSpPr>
        <p:spPr>
          <a:xfrm xmlns:a="http://schemas.openxmlformats.org/drawingml/2006/main">
            <a:off x="20877368" y="17850429"/>
            <a:ext cx="278357" cy="211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5F07263-C147-4ABD-92E3-F22F5AAB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5725" y="1806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B41BC7A-73CA-4372-87F2-48D3A666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7576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0" name=""/>
          <p:cNvCxnSpPr>
            <a:stCxn xmlns:a="http://schemas.openxmlformats.org/drawingml/2006/main" id="565" idx="3"/>
            <a:endCxn xmlns:a="http://schemas.openxmlformats.org/drawingml/2006/main" id="566" idx="1"/>
          </p:cNvCxnSpPr>
          <p:nvPr/>
        </p:nvCxnSpPr>
        <p:spPr>
          <a:xfrm xmlns:a="http://schemas.openxmlformats.org/drawingml/2006/main">
            <a:off x="21155820" y="18061432"/>
            <a:ext cx="81756" cy="61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F35C0B27-663F-4363-9D40-C25BC0F5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8236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BCB35E07-8B41-4AFE-AA05-A6644E0F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322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3" name=""/>
          <p:cNvCxnSpPr>
            <a:stCxn xmlns:a="http://schemas.openxmlformats.org/drawingml/2006/main" id="568" idx="3"/>
            <a:endCxn xmlns:a="http://schemas.openxmlformats.org/drawingml/2006/main" id="569" idx="1"/>
          </p:cNvCxnSpPr>
          <p:nvPr/>
        </p:nvCxnSpPr>
        <p:spPr>
          <a:xfrm xmlns:a="http://schemas.openxmlformats.org/drawingml/2006/main">
            <a:off x="17748331" y="15616838"/>
            <a:ext cx="31099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421F765B-30E2-4EEB-94B3-CBDA6DAB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322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211F466E-4233-47E9-97CD-EB13BBD9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8166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6" name=""/>
          <p:cNvCxnSpPr>
            <a:stCxn xmlns:a="http://schemas.openxmlformats.org/drawingml/2006/main" id="571" idx="3"/>
            <a:endCxn xmlns:a="http://schemas.openxmlformats.org/drawingml/2006/main" id="572" idx="1"/>
          </p:cNvCxnSpPr>
          <p:nvPr/>
        </p:nvCxnSpPr>
        <p:spPr>
          <a:xfrm xmlns:a="http://schemas.openxmlformats.org/drawingml/2006/main">
            <a:off x="18059417" y="15824231"/>
            <a:ext cx="35874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70FE32A-909F-47CE-9C8C-CFCF3A8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8166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E77FDA5E-5C13-4147-9029-E918CC5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6946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9" name=""/>
          <p:cNvCxnSpPr>
            <a:stCxn xmlns:a="http://schemas.openxmlformats.org/drawingml/2006/main" id="574" idx="3"/>
            <a:endCxn xmlns:a="http://schemas.openxmlformats.org/drawingml/2006/main" id="575" idx="1"/>
          </p:cNvCxnSpPr>
          <p:nvPr/>
        </p:nvCxnSpPr>
        <p:spPr>
          <a:xfrm xmlns:a="http://schemas.openxmlformats.org/drawingml/2006/main">
            <a:off x="18418261" y="16063494"/>
            <a:ext cx="31868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76B40A33-704F-4AE6-94DB-0A6E4491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6946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C3B57C76-7628-4012-A932-797F9D49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1848" y="163320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2" name=""/>
          <p:cNvCxnSpPr>
            <a:stCxn xmlns:a="http://schemas.openxmlformats.org/drawingml/2006/main" id="577" idx="3"/>
            <a:endCxn xmlns:a="http://schemas.openxmlformats.org/drawingml/2006/main" id="578" idx="1"/>
          </p:cNvCxnSpPr>
          <p:nvPr/>
        </p:nvCxnSpPr>
        <p:spPr>
          <a:xfrm xmlns:a="http://schemas.openxmlformats.org/drawingml/2006/main">
            <a:off x="18737041" y="16275910"/>
            <a:ext cx="84807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5CEF039-6582-42EB-A6F8-22974CB4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5420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B7FD03C6-3D97-466C-94DA-7A54749B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684" y="140279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5" name=""/>
          <p:cNvCxnSpPr>
            <a:stCxn xmlns:a="http://schemas.openxmlformats.org/drawingml/2006/main" id="580" idx="2"/>
            <a:endCxn xmlns:a="http://schemas.openxmlformats.org/drawingml/2006/main" id="581" idx="0"/>
          </p:cNvCxnSpPr>
          <p:nvPr/>
        </p:nvCxnSpPr>
        <p:spPr>
          <a:xfrm xmlns:a="http://schemas.openxmlformats.org/drawingml/2006/main">
            <a:off x="15835468" y="13825868"/>
            <a:ext cx="184264" cy="202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D967C3D8-D6CD-4402-89F2-9E72283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9684" y="140279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2CA8B0BA-71BA-4EE8-A845-6486B2A7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674" y="1426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8" name=""/>
          <p:cNvCxnSpPr>
            <a:stCxn xmlns:a="http://schemas.openxmlformats.org/drawingml/2006/main" id="583" idx="2"/>
            <a:endCxn xmlns:a="http://schemas.openxmlformats.org/drawingml/2006/main" id="584" idx="0"/>
          </p:cNvCxnSpPr>
          <p:nvPr/>
        </p:nvCxnSpPr>
        <p:spPr>
          <a:xfrm xmlns:a="http://schemas.openxmlformats.org/drawingml/2006/main">
            <a:off x="16019732" y="14028080"/>
            <a:ext cx="211990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2E706224-6482-4D31-8CC9-B76D469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31674" y="1426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CF7F6BE1-E199-4CD1-BB22-099C54F5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642" y="144685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1" name=""/>
          <p:cNvCxnSpPr>
            <a:stCxn xmlns:a="http://schemas.openxmlformats.org/drawingml/2006/main" id="586" idx="2"/>
            <a:endCxn xmlns:a="http://schemas.openxmlformats.org/drawingml/2006/main" id="587" idx="0"/>
          </p:cNvCxnSpPr>
          <p:nvPr/>
        </p:nvCxnSpPr>
        <p:spPr>
          <a:xfrm xmlns:a="http://schemas.openxmlformats.org/drawingml/2006/main">
            <a:off x="16231722" y="14260435"/>
            <a:ext cx="189968" cy="2080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1F921F23-3CC6-4DC9-92FE-C1633D3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642" y="144685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21F9F239-2441-4935-91D0-3FD86A25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1023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4" name=""/>
          <p:cNvCxnSpPr>
            <a:stCxn xmlns:a="http://schemas.openxmlformats.org/drawingml/2006/main" id="589" idx="2"/>
            <a:endCxn xmlns:a="http://schemas.openxmlformats.org/drawingml/2006/main" id="590" idx="0"/>
          </p:cNvCxnSpPr>
          <p:nvPr/>
        </p:nvCxnSpPr>
        <p:spPr>
          <a:xfrm xmlns:a="http://schemas.openxmlformats.org/drawingml/2006/main">
            <a:off x="16421690" y="14468612"/>
            <a:ext cx="69381" cy="7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53360473-B2AB-424A-8925-403564F1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5982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BEE3B7C7-71D8-4838-A6CC-E1127C11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1718" y="122369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77" name=""/>
          <p:cNvCxnSpPr>
            <a:stCxn xmlns:a="http://schemas.openxmlformats.org/drawingml/2006/main" id="592" idx="2"/>
            <a:endCxn xmlns:a="http://schemas.openxmlformats.org/drawingml/2006/main" id="593" idx="0"/>
          </p:cNvCxnSpPr>
          <p:nvPr/>
        </p:nvCxnSpPr>
        <p:spPr>
          <a:xfrm xmlns:a="http://schemas.openxmlformats.org/drawingml/2006/main" flipH="1">
            <a:off x="16301766" y="12034851"/>
            <a:ext cx="184264" cy="2021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276A0ACE-021D-4866-A782-BCDB3DDE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1718" y="122369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5BA59EB7-F647-45C1-820E-EBCFA13B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9728" y="124693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0" name=""/>
          <p:cNvCxnSpPr>
            <a:stCxn xmlns:a="http://schemas.openxmlformats.org/drawingml/2006/main" id="595" idx="2"/>
            <a:endCxn xmlns:a="http://schemas.openxmlformats.org/drawingml/2006/main" id="596" idx="0"/>
          </p:cNvCxnSpPr>
          <p:nvPr/>
        </p:nvCxnSpPr>
        <p:spPr>
          <a:xfrm xmlns:a="http://schemas.openxmlformats.org/drawingml/2006/main" flipH="1">
            <a:off x="16089776" y="12237062"/>
            <a:ext cx="211990" cy="2322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45B1B257-BD95-4269-AB38-4E0634D0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9728" y="124693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6BE5DCB5-0D1C-4EF1-9F8B-85C3382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760" y="1267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3" name=""/>
          <p:cNvCxnSpPr>
            <a:stCxn xmlns:a="http://schemas.openxmlformats.org/drawingml/2006/main" id="598" idx="2"/>
            <a:endCxn xmlns:a="http://schemas.openxmlformats.org/drawingml/2006/main" id="599" idx="0"/>
          </p:cNvCxnSpPr>
          <p:nvPr/>
        </p:nvCxnSpPr>
        <p:spPr>
          <a:xfrm xmlns:a="http://schemas.openxmlformats.org/drawingml/2006/main" flipH="1">
            <a:off x="15899808" y="12469417"/>
            <a:ext cx="189968" cy="20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B290F160-A189-4748-A171-2A43720A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9760" y="1267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4CEFE63B-A2BF-45B9-BC1E-7879341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379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6" name=""/>
          <p:cNvCxnSpPr>
            <a:stCxn xmlns:a="http://schemas.openxmlformats.org/drawingml/2006/main" id="601" idx="2"/>
            <a:endCxn xmlns:a="http://schemas.openxmlformats.org/drawingml/2006/main" id="602" idx="0"/>
          </p:cNvCxnSpPr>
          <p:nvPr/>
        </p:nvCxnSpPr>
        <p:spPr>
          <a:xfrm xmlns:a="http://schemas.openxmlformats.org/drawingml/2006/main" flipH="1">
            <a:off x="15830427" y="12677595"/>
            <a:ext cx="69381" cy="7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C4F52BD7-453F-4CD1-A6C1-1056645E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20280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952242F0-0810-4C34-87B2-6AA3261C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266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9" name=""/>
          <p:cNvCxnSpPr>
            <a:stCxn xmlns:a="http://schemas.openxmlformats.org/drawingml/2006/main" id="604" idx="2"/>
            <a:endCxn xmlns:a="http://schemas.openxmlformats.org/drawingml/2006/main" id="605" idx="0"/>
          </p:cNvCxnSpPr>
          <p:nvPr/>
        </p:nvCxnSpPr>
        <p:spPr>
          <a:xfrm xmlns:a="http://schemas.openxmlformats.org/drawingml/2006/main">
            <a:off x="16963338" y="12028100"/>
            <a:ext cx="0" cy="6343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63C5F50A-0C7D-4DE4-AC66-3FD92BC1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266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1A4C8BDA-7978-4DFE-81C9-33FE6950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37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2" name=""/>
          <p:cNvCxnSpPr>
            <a:stCxn xmlns:a="http://schemas.openxmlformats.org/drawingml/2006/main" id="607" idx="2"/>
            <a:endCxn xmlns:a="http://schemas.openxmlformats.org/drawingml/2006/main" id="608" idx="0"/>
          </p:cNvCxnSpPr>
          <p:nvPr/>
        </p:nvCxnSpPr>
        <p:spPr>
          <a:xfrm xmlns:a="http://schemas.openxmlformats.org/drawingml/2006/main">
            <a:off x="16963338" y="12662523"/>
            <a:ext cx="0" cy="10765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E155CF9F-1444-4096-95DC-93BE62B2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37391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5D127D6A-1FC6-43F0-A7A2-2FBC90A2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44247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5" name=""/>
          <p:cNvCxnSpPr>
            <a:stCxn xmlns:a="http://schemas.openxmlformats.org/drawingml/2006/main" id="610" idx="2"/>
            <a:endCxn xmlns:a="http://schemas.openxmlformats.org/drawingml/2006/main" id="611" idx="0"/>
          </p:cNvCxnSpPr>
          <p:nvPr/>
        </p:nvCxnSpPr>
        <p:spPr>
          <a:xfrm xmlns:a="http://schemas.openxmlformats.org/drawingml/2006/main">
            <a:off x="16963338" y="13739206"/>
            <a:ext cx="0" cy="6855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2C86DD44-7B4A-4EAE-8589-289584BD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44247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0B9D0588-FDF8-4509-AF97-24B7AE76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45396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98" name=""/>
          <p:cNvCxnSpPr>
            <a:stCxn xmlns:a="http://schemas.openxmlformats.org/drawingml/2006/main" id="613" idx="2"/>
            <a:endCxn xmlns:a="http://schemas.openxmlformats.org/drawingml/2006/main" id="614" idx="0"/>
          </p:cNvCxnSpPr>
          <p:nvPr/>
        </p:nvCxnSpPr>
        <p:spPr>
          <a:xfrm xmlns:a="http://schemas.openxmlformats.org/drawingml/2006/main">
            <a:off x="16963338" y="14424810"/>
            <a:ext cx="0" cy="114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76AC7BC8-35CE-4B1C-A5E1-3D447660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17CD520C-DAD7-4FC6-9195-C21A9EE4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1" name=""/>
          <p:cNvCxnSpPr>
            <a:stCxn xmlns:a="http://schemas.openxmlformats.org/drawingml/2006/main" id="616" idx="2"/>
            <a:endCxn xmlns:a="http://schemas.openxmlformats.org/drawingml/2006/main" id="617" idx="0"/>
          </p:cNvCxnSpPr>
          <p:nvPr/>
        </p:nvCxnSpPr>
        <p:spPr>
          <a:xfrm xmlns:a="http://schemas.openxmlformats.org/drawingml/2006/main">
            <a:off x="16963338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DAAE2370-077D-47EA-B963-57CB2BAB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FA49324E-F03C-4058-9209-8CAB026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4" name=""/>
          <p:cNvCxnSpPr>
            <a:stCxn xmlns:a="http://schemas.openxmlformats.org/drawingml/2006/main" id="619" idx="2"/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16963338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9475C443-D3C6-4725-A6AD-1C15013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C2736311-BD70-4E44-9A8D-0638EE6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07" name=""/>
          <p:cNvCxnSpPr>
            <a:stCxn xmlns:a="http://schemas.openxmlformats.org/drawingml/2006/main" id="622" idx="2"/>
            <a:endCxn xmlns:a="http://schemas.openxmlformats.org/drawingml/2006/main" id="623" idx="0"/>
          </p:cNvCxnSpPr>
          <p:nvPr/>
        </p:nvCxnSpPr>
        <p:spPr>
          <a:xfrm xmlns:a="http://schemas.openxmlformats.org/drawingml/2006/main">
            <a:off x="16963338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98ECEE92-EC07-47CD-B4FB-03AAB6E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051D4C99-79BB-4743-A575-CFB6E56D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0" name=""/>
          <p:cNvCxnSpPr>
            <a:stCxn xmlns:a="http://schemas.openxmlformats.org/drawingml/2006/main" id="625" idx="2"/>
            <a:endCxn xmlns:a="http://schemas.openxmlformats.org/drawingml/2006/main" id="626" idx="0"/>
          </p:cNvCxnSpPr>
          <p:nvPr/>
        </p:nvCxnSpPr>
        <p:spPr>
          <a:xfrm xmlns:a="http://schemas.openxmlformats.org/drawingml/2006/main">
            <a:off x="16963338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FF63A907-055C-4614-94A5-8335BF42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9348" y="102410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F4168C90-5C22-45E1-AEA0-2A54BF0B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131" y="105819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3" name=""/>
          <p:cNvCxnSpPr>
            <a:stCxn xmlns:a="http://schemas.openxmlformats.org/drawingml/2006/main" id="628" idx="3"/>
            <a:endCxn xmlns:a="http://schemas.openxmlformats.org/drawingml/2006/main" id="629" idx="1"/>
          </p:cNvCxnSpPr>
          <p:nvPr/>
        </p:nvCxnSpPr>
        <p:spPr>
          <a:xfrm xmlns:a="http://schemas.openxmlformats.org/drawingml/2006/main">
            <a:off x="17529443" y="10241118"/>
            <a:ext cx="370688" cy="3408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1CF3AA63-24BB-4E8B-A82B-AB431D96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131" y="105819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626E1F1C-CA04-4B70-8090-8E2BA0AE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09646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6" name=""/>
          <p:cNvCxnSpPr>
            <a:stCxn xmlns:a="http://schemas.openxmlformats.org/drawingml/2006/main" id="631" idx="3"/>
            <a:endCxn xmlns:a="http://schemas.openxmlformats.org/drawingml/2006/main" id="632" idx="1"/>
          </p:cNvCxnSpPr>
          <p:nvPr/>
        </p:nvCxnSpPr>
        <p:spPr>
          <a:xfrm xmlns:a="http://schemas.openxmlformats.org/drawingml/2006/main">
            <a:off x="17900226" y="10581957"/>
            <a:ext cx="416190" cy="3827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FFAAF2E2-213B-461F-9984-0A8B323C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09646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A8326A66-129A-4704-A8FF-82BCCB8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20272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9" name=""/>
          <p:cNvCxnSpPr>
            <a:stCxn xmlns:a="http://schemas.openxmlformats.org/drawingml/2006/main" id="634" idx="2"/>
            <a:endCxn xmlns:a="http://schemas.openxmlformats.org/drawingml/2006/main" id="635" idx="0"/>
          </p:cNvCxnSpPr>
          <p:nvPr/>
        </p:nvCxnSpPr>
        <p:spPr>
          <a:xfrm xmlns:a="http://schemas.openxmlformats.org/drawingml/2006/main">
            <a:off x="18316464" y="10964762"/>
            <a:ext cx="0" cy="10624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BA7357BD-80B4-4150-9DD3-08355283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416" y="120272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511604A9-697B-41FB-BD3F-90832763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271" y="13552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2" name=""/>
          <p:cNvCxnSpPr>
            <a:stCxn xmlns:a="http://schemas.openxmlformats.org/drawingml/2006/main" id="637" idx="2"/>
            <a:endCxn xmlns:a="http://schemas.openxmlformats.org/drawingml/2006/main" id="638" idx="0"/>
          </p:cNvCxnSpPr>
          <p:nvPr/>
        </p:nvCxnSpPr>
        <p:spPr>
          <a:xfrm xmlns:a="http://schemas.openxmlformats.org/drawingml/2006/main" flipH="1">
            <a:off x="17636319" y="12027315"/>
            <a:ext cx="680145" cy="15255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D9915052-E10E-4AD1-9B85-0277B93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6271" y="13552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23063168-62B9-4BA3-AFE1-3BC0D8EC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83" y="1444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5" name=""/>
          <p:cNvCxnSpPr>
            <a:stCxn xmlns:a="http://schemas.openxmlformats.org/drawingml/2006/main" id="640" idx="2"/>
            <a:endCxn xmlns:a="http://schemas.openxmlformats.org/drawingml/2006/main" id="641" idx="0"/>
          </p:cNvCxnSpPr>
          <p:nvPr/>
        </p:nvCxnSpPr>
        <p:spPr>
          <a:xfrm xmlns:a="http://schemas.openxmlformats.org/drawingml/2006/main" flipH="1">
            <a:off x="17240331" y="13553008"/>
            <a:ext cx="395988" cy="88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4D0BC5EF-F934-4AA6-B3DD-603466DC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83" y="1444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357A3DDB-5E8C-41B6-956D-403E3CE4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5444" y="1454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8" name=""/>
          <p:cNvCxnSpPr>
            <a:stCxn xmlns:a="http://schemas.openxmlformats.org/drawingml/2006/main" id="643" idx="2"/>
            <a:endCxn xmlns:a="http://schemas.openxmlformats.org/drawingml/2006/main" id="644" idx="0"/>
          </p:cNvCxnSpPr>
          <p:nvPr/>
        </p:nvCxnSpPr>
        <p:spPr>
          <a:xfrm xmlns:a="http://schemas.openxmlformats.org/drawingml/2006/main" flipH="1">
            <a:off x="17195492" y="14440981"/>
            <a:ext cx="44839" cy="995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E4245326-7F30-4D5D-BC36-03D35B9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CC45D86C-F475-434C-B761-DBD9FCA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1" name=""/>
          <p:cNvCxnSpPr>
            <a:stCxn xmlns:a="http://schemas.openxmlformats.org/drawingml/2006/main" id="646" idx="2"/>
            <a:endCxn xmlns:a="http://schemas.openxmlformats.org/drawingml/2006/main" id="647" idx="0"/>
          </p:cNvCxnSpPr>
          <p:nvPr/>
        </p:nvCxnSpPr>
        <p:spPr>
          <a:xfrm xmlns:a="http://schemas.openxmlformats.org/drawingml/2006/main">
            <a:off x="16963338" y="8452816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B848EA44-1296-4D88-AC16-5254E93D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9BFA7A04-4EDC-428C-9CA2-06CEFEEF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4" name=""/>
          <p:cNvCxnSpPr>
            <a:stCxn xmlns:a="http://schemas.openxmlformats.org/drawingml/2006/main" id="649" idx="2"/>
            <a:endCxn xmlns:a="http://schemas.openxmlformats.org/drawingml/2006/main" id="650" idx="0"/>
          </p:cNvCxnSpPr>
          <p:nvPr/>
        </p:nvCxnSpPr>
        <p:spPr>
          <a:xfrm xmlns:a="http://schemas.openxmlformats.org/drawingml/2006/main">
            <a:off x="16963338" y="8642625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00869D77-73D2-48EF-86E4-5E5D6BF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1560E86D-C005-41F0-BE4B-32FD50A8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7" name=""/>
          <p:cNvCxnSpPr>
            <a:stCxn xmlns:a="http://schemas.openxmlformats.org/drawingml/2006/main" id="652" idx="2"/>
            <a:endCxn xmlns:a="http://schemas.openxmlformats.org/drawingml/2006/main" id="653" idx="0"/>
          </p:cNvCxnSpPr>
          <p:nvPr/>
        </p:nvCxnSpPr>
        <p:spPr>
          <a:xfrm xmlns:a="http://schemas.openxmlformats.org/drawingml/2006/main">
            <a:off x="16963338" y="8858967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BDFC64CC-DBE0-4472-9BA2-4F38515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16E322FA-63FF-4C6B-8DAB-7C044713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290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0" name=""/>
          <p:cNvCxnSpPr>
            <a:stCxn xmlns:a="http://schemas.openxmlformats.org/drawingml/2006/main" id="655" idx="2"/>
            <a:endCxn xmlns:a="http://schemas.openxmlformats.org/drawingml/2006/main" id="656" idx="0"/>
          </p:cNvCxnSpPr>
          <p:nvPr/>
        </p:nvCxnSpPr>
        <p:spPr>
          <a:xfrm xmlns:a="http://schemas.openxmlformats.org/drawingml/2006/main">
            <a:off x="16963338" y="9056939"/>
            <a:ext cx="0" cy="114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9AE72A97-8CB3-489F-AC7A-497723E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5190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0B2C5428-0161-4E32-B08B-C92AFFAF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7856" y="6870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3" name=""/>
          <p:cNvCxnSpPr>
            <a:stCxn xmlns:a="http://schemas.openxmlformats.org/drawingml/2006/main" id="658" idx="1"/>
            <a:endCxn xmlns:a="http://schemas.openxmlformats.org/drawingml/2006/main" id="659" idx="3"/>
          </p:cNvCxnSpPr>
          <p:nvPr/>
        </p:nvCxnSpPr>
        <p:spPr>
          <a:xfrm xmlns:a="http://schemas.openxmlformats.org/drawingml/2006/main" flipH="1">
            <a:off x="18767951" y="6661752"/>
            <a:ext cx="367239" cy="2092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FB58D7EC-0849-427D-B4BD-2FFB539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7856" y="6870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DBD6730C-4AC7-405D-A419-450D9F98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3611" y="71124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6" name=""/>
          <p:cNvCxnSpPr>
            <a:stCxn xmlns:a="http://schemas.openxmlformats.org/drawingml/2006/main" id="661" idx="1"/>
            <a:endCxn xmlns:a="http://schemas.openxmlformats.org/drawingml/2006/main" id="662" idx="3"/>
          </p:cNvCxnSpPr>
          <p:nvPr/>
        </p:nvCxnSpPr>
        <p:spPr>
          <a:xfrm xmlns:a="http://schemas.openxmlformats.org/drawingml/2006/main" flipH="1">
            <a:off x="18343706" y="6871029"/>
            <a:ext cx="424150" cy="2414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BE4EC65B-C306-44C9-B6ED-D84CE5F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43611" y="71124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B931F36D-A112-4211-9C00-D42E01FD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8053" y="7326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49" name=""/>
          <p:cNvCxnSpPr>
            <a:stCxn xmlns:a="http://schemas.openxmlformats.org/drawingml/2006/main" id="664" idx="1"/>
            <a:endCxn xmlns:a="http://schemas.openxmlformats.org/drawingml/2006/main" id="665" idx="3"/>
          </p:cNvCxnSpPr>
          <p:nvPr/>
        </p:nvCxnSpPr>
        <p:spPr>
          <a:xfrm xmlns:a="http://schemas.openxmlformats.org/drawingml/2006/main" flipH="1">
            <a:off x="17968148" y="7112488"/>
            <a:ext cx="375463" cy="2138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C8642288-88BC-4604-A5D4-A0F926C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8053" y="7326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09B09F32-B86A-4C40-A156-2BA57AA5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78640" y="7377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2" name=""/>
          <p:cNvCxnSpPr>
            <a:stCxn xmlns:a="http://schemas.openxmlformats.org/drawingml/2006/main" id="667" idx="1"/>
            <a:endCxn xmlns:a="http://schemas.openxmlformats.org/drawingml/2006/main" id="668" idx="3"/>
          </p:cNvCxnSpPr>
          <p:nvPr/>
        </p:nvCxnSpPr>
        <p:spPr>
          <a:xfrm xmlns:a="http://schemas.openxmlformats.org/drawingml/2006/main" flipH="1">
            <a:off x="17878735" y="7326318"/>
            <a:ext cx="89318" cy="51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69177491-F9C8-4FBB-A98F-3CF5B82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9902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943E87BA-A8EA-4311-9EBC-88B2CB56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379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5" name=""/>
          <p:cNvCxnSpPr>
            <a:stCxn xmlns:a="http://schemas.openxmlformats.org/drawingml/2006/main" id="670" idx="2"/>
            <a:endCxn xmlns:a="http://schemas.openxmlformats.org/drawingml/2006/main" id="671" idx="0"/>
          </p:cNvCxnSpPr>
          <p:nvPr/>
        </p:nvCxnSpPr>
        <p:spPr>
          <a:xfrm xmlns:a="http://schemas.openxmlformats.org/drawingml/2006/main" flipH="1">
            <a:off x="19898427" y="8452816"/>
            <a:ext cx="41523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DDE348B1-B6CE-40B6-91C1-D48A174F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8379" y="86425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E55E7DD1-BCEB-4DA4-815A-CF85B27D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1153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8" name=""/>
          <p:cNvCxnSpPr>
            <a:stCxn xmlns:a="http://schemas.openxmlformats.org/drawingml/2006/main" id="673" idx="2"/>
            <a:endCxn xmlns:a="http://schemas.openxmlformats.org/drawingml/2006/main" id="674" idx="0"/>
          </p:cNvCxnSpPr>
          <p:nvPr/>
        </p:nvCxnSpPr>
        <p:spPr>
          <a:xfrm xmlns:a="http://schemas.openxmlformats.org/drawingml/2006/main" flipH="1">
            <a:off x="19851201" y="8642625"/>
            <a:ext cx="47226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E1AEBAAC-5CCA-4EDA-B951-09DDB437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1153" y="8858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F509906E-4232-46C7-ACCC-89638398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773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1" name=""/>
          <p:cNvCxnSpPr>
            <a:stCxn xmlns:a="http://schemas.openxmlformats.org/drawingml/2006/main" id="676" idx="2"/>
            <a:endCxn xmlns:a="http://schemas.openxmlformats.org/drawingml/2006/main" id="677" idx="0"/>
          </p:cNvCxnSpPr>
          <p:nvPr/>
        </p:nvCxnSpPr>
        <p:spPr>
          <a:xfrm xmlns:a="http://schemas.openxmlformats.org/drawingml/2006/main" flipH="1">
            <a:off x="19807821" y="8858967"/>
            <a:ext cx="4338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59331F0A-89D6-41F6-B5B9-41331F1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7773" y="9056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BFA0B108-8D0E-457F-8A76-F50D0110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302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4" name=""/>
          <p:cNvCxnSpPr>
            <a:stCxn xmlns:a="http://schemas.openxmlformats.org/drawingml/2006/main" id="679" idx="2"/>
            <a:endCxn xmlns:a="http://schemas.openxmlformats.org/drawingml/2006/main" id="680" idx="0"/>
          </p:cNvCxnSpPr>
          <p:nvPr/>
        </p:nvCxnSpPr>
        <p:spPr>
          <a:xfrm xmlns:a="http://schemas.openxmlformats.org/drawingml/2006/main" flipH="1">
            <a:off x="19782350" y="9056939"/>
            <a:ext cx="25471" cy="114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3A9B4BAA-D599-4769-ACC9-E704BFAF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4481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3D86E558-2DB9-4BFC-A2FF-F7B78746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69" y="86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7" name=""/>
          <p:cNvCxnSpPr>
            <a:stCxn xmlns:a="http://schemas.openxmlformats.org/drawingml/2006/main" id="682" idx="3"/>
            <a:endCxn xmlns:a="http://schemas.openxmlformats.org/drawingml/2006/main" id="683" idx="1"/>
          </p:cNvCxnSpPr>
          <p:nvPr/>
        </p:nvCxnSpPr>
        <p:spPr>
          <a:xfrm xmlns:a="http://schemas.openxmlformats.org/drawingml/2006/main">
            <a:off x="20744576" y="8452769"/>
            <a:ext cx="271193" cy="205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017D75D5-CF0E-435C-85BF-4813E86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5769" y="86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F07C59D8-9A80-47BD-9C15-74264D2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315" y="8895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0" name=""/>
          <p:cNvCxnSpPr>
            <a:stCxn xmlns:a="http://schemas.openxmlformats.org/drawingml/2006/main" id="685" idx="3"/>
            <a:endCxn xmlns:a="http://schemas.openxmlformats.org/drawingml/2006/main" id="686" idx="1"/>
          </p:cNvCxnSpPr>
          <p:nvPr/>
        </p:nvCxnSpPr>
        <p:spPr>
          <a:xfrm xmlns:a="http://schemas.openxmlformats.org/drawingml/2006/main">
            <a:off x="21015864" y="8658435"/>
            <a:ext cx="312451" cy="2369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0A4E6ECD-E516-4E17-AB01-05F67FD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8315" y="8895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23A6CD3B-FEDA-4FB0-B770-1FAD2FCD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6767" y="9106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3" name=""/>
          <p:cNvCxnSpPr>
            <a:stCxn xmlns:a="http://schemas.openxmlformats.org/drawingml/2006/main" id="688" idx="3"/>
            <a:endCxn xmlns:a="http://schemas.openxmlformats.org/drawingml/2006/main" id="689" idx="1"/>
          </p:cNvCxnSpPr>
          <p:nvPr/>
        </p:nvCxnSpPr>
        <p:spPr>
          <a:xfrm xmlns:a="http://schemas.openxmlformats.org/drawingml/2006/main">
            <a:off x="21328410" y="8895343"/>
            <a:ext cx="278357" cy="211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2ECF99AF-E922-42BA-BEBD-A2F72B95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6767" y="9106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DD306395-1E02-4580-B75A-B76FEFC8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8618" y="91686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6" name=""/>
          <p:cNvCxnSpPr>
            <a:stCxn xmlns:a="http://schemas.openxmlformats.org/drawingml/2006/main" id="691" idx="3"/>
            <a:endCxn xmlns:a="http://schemas.openxmlformats.org/drawingml/2006/main" id="692" idx="1"/>
          </p:cNvCxnSpPr>
          <p:nvPr/>
        </p:nvCxnSpPr>
        <p:spPr>
          <a:xfrm xmlns:a="http://schemas.openxmlformats.org/drawingml/2006/main">
            <a:off x="21606862" y="9106346"/>
            <a:ext cx="81756" cy="623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BAFDAC95-D1B7-4341-A456-6E835FE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656676A6-B600-4EE5-B413-35D5E060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9" name=""/>
          <p:cNvCxnSpPr>
            <a:stCxn xmlns:a="http://schemas.openxmlformats.org/drawingml/2006/main" id="694" idx="2"/>
            <a:endCxn xmlns:a="http://schemas.openxmlformats.org/drawingml/2006/main" id="695" idx="0"/>
          </p:cNvCxnSpPr>
          <p:nvPr/>
        </p:nvCxnSpPr>
        <p:spPr>
          <a:xfrm xmlns:a="http://schemas.openxmlformats.org/drawingml/2006/main">
            <a:off x="20054302" y="6661799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485F53B8-59AA-4792-8FBE-756D1E1D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68515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D0BE2A9A-E81B-462F-8A58-29D50876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2" name=""/>
          <p:cNvCxnSpPr>
            <a:stCxn xmlns:a="http://schemas.openxmlformats.org/drawingml/2006/main" id="697" idx="2"/>
            <a:endCxn xmlns:a="http://schemas.openxmlformats.org/drawingml/2006/main" id="698" idx="0"/>
          </p:cNvCxnSpPr>
          <p:nvPr/>
        </p:nvCxnSpPr>
        <p:spPr>
          <a:xfrm xmlns:a="http://schemas.openxmlformats.org/drawingml/2006/main">
            <a:off x="20054302" y="6851608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2E7306D0-2FFA-424F-89D5-D9E871A2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067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43171A00-3998-4455-A0FE-C0641C81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5" name=""/>
          <p:cNvCxnSpPr>
            <a:stCxn xmlns:a="http://schemas.openxmlformats.org/drawingml/2006/main" id="700" idx="2"/>
            <a:endCxn xmlns:a="http://schemas.openxmlformats.org/drawingml/2006/main" id="701" idx="0"/>
          </p:cNvCxnSpPr>
          <p:nvPr/>
        </p:nvCxnSpPr>
        <p:spPr>
          <a:xfrm xmlns:a="http://schemas.openxmlformats.org/drawingml/2006/main">
            <a:off x="20054302" y="7067949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A522D742-5086-4120-94C2-21F6A98B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26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08BE56C8-032B-4EDB-99AA-B08A68D7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4254" y="7380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8" name=""/>
          <p:cNvCxnSpPr>
            <a:stCxn xmlns:a="http://schemas.openxmlformats.org/drawingml/2006/main" id="703" idx="2"/>
            <a:endCxn xmlns:a="http://schemas.openxmlformats.org/drawingml/2006/main" id="704" idx="0"/>
          </p:cNvCxnSpPr>
          <p:nvPr/>
        </p:nvCxnSpPr>
        <p:spPr>
          <a:xfrm xmlns:a="http://schemas.openxmlformats.org/drawingml/2006/main">
            <a:off x="20054302" y="7265922"/>
            <a:ext cx="0" cy="114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80A8CEEB-931D-4181-95C1-C8B11DD0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214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031D2365-1342-4A32-A444-803433CC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168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1" name=""/>
          <p:cNvCxnSpPr>
            <a:stCxn xmlns:a="http://schemas.openxmlformats.org/drawingml/2006/main" id="706" idx="1"/>
            <a:endCxn xmlns:a="http://schemas.openxmlformats.org/drawingml/2006/main" id="707" idx="3"/>
          </p:cNvCxnSpPr>
          <p:nvPr/>
        </p:nvCxnSpPr>
        <p:spPr>
          <a:xfrm xmlns:a="http://schemas.openxmlformats.org/drawingml/2006/main" flipH="1">
            <a:off x="21252263" y="13825821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C160D984-96D3-421A-B0EA-ED737F30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168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223CB1EF-F282-4429-AA66-F144632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430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4" name=""/>
          <p:cNvCxnSpPr>
            <a:stCxn xmlns:a="http://schemas.openxmlformats.org/drawingml/2006/main" id="709" idx="1"/>
            <a:endCxn xmlns:a="http://schemas.openxmlformats.org/drawingml/2006/main" id="710" idx="3"/>
          </p:cNvCxnSpPr>
          <p:nvPr/>
        </p:nvCxnSpPr>
        <p:spPr>
          <a:xfrm xmlns:a="http://schemas.openxmlformats.org/drawingml/2006/main" flipH="1">
            <a:off x="20884399" y="14033214"/>
            <a:ext cx="367769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048EDE05-8E11-4797-BD31-41A3177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430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04A6969F-928B-44A4-AF58-940BD80F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56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97" name=""/>
          <p:cNvCxnSpPr>
            <a:stCxn xmlns:a="http://schemas.openxmlformats.org/drawingml/2006/main" id="712" idx="1"/>
            <a:endCxn xmlns:a="http://schemas.openxmlformats.org/drawingml/2006/main" id="713" idx="3"/>
          </p:cNvCxnSpPr>
          <p:nvPr/>
        </p:nvCxnSpPr>
        <p:spPr>
          <a:xfrm xmlns:a="http://schemas.openxmlformats.org/drawingml/2006/main" flipH="1">
            <a:off x="20557659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B198894F-C55E-46F6-BD04-C3BEE9A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756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3A04B7D1-2C1D-44DB-A2DF-4875CA03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0805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0" name=""/>
          <p:cNvCxnSpPr>
            <a:stCxn xmlns:a="http://schemas.openxmlformats.org/drawingml/2006/main" id="715" idx="1"/>
            <a:endCxn xmlns:a="http://schemas.openxmlformats.org/drawingml/2006/main" id="716" idx="3"/>
          </p:cNvCxnSpPr>
          <p:nvPr/>
        </p:nvCxnSpPr>
        <p:spPr>
          <a:xfrm xmlns:a="http://schemas.openxmlformats.org/drawingml/2006/main" flipH="1">
            <a:off x="20470900" y="14484893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EA04A28A-8479-4770-A878-8AF7C703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6CB57F5C-82C6-41B1-B082-9EEE4AFF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3" name=""/>
          <p:cNvCxnSpPr>
            <a:stCxn xmlns:a="http://schemas.openxmlformats.org/drawingml/2006/main" id="718" idx="2"/>
            <a:endCxn xmlns:a="http://schemas.openxmlformats.org/drawingml/2006/main" id="719" idx="0"/>
          </p:cNvCxnSpPr>
          <p:nvPr/>
        </p:nvCxnSpPr>
        <p:spPr>
          <a:xfrm xmlns:a="http://schemas.openxmlformats.org/drawingml/2006/main">
            <a:off x="22375841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58F116BF-C61E-4D28-A94D-5CADD639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DEBC7764-C535-4613-B24C-76DD39FA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6" name=""/>
          <p:cNvCxnSpPr>
            <a:stCxn xmlns:a="http://schemas.openxmlformats.org/drawingml/2006/main" id="721" idx="2"/>
            <a:endCxn xmlns:a="http://schemas.openxmlformats.org/drawingml/2006/main" id="722" idx="0"/>
          </p:cNvCxnSpPr>
          <p:nvPr/>
        </p:nvCxnSpPr>
        <p:spPr>
          <a:xfrm xmlns:a="http://schemas.openxmlformats.org/drawingml/2006/main">
            <a:off x="22375841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BBD6AA5F-A3F5-4BC6-9ED7-3ABE8D60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1949E58C-AD8B-40C9-BA7A-0E941D90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09" name=""/>
          <p:cNvCxnSpPr>
            <a:stCxn xmlns:a="http://schemas.openxmlformats.org/drawingml/2006/main" id="724" idx="2"/>
            <a:endCxn xmlns:a="http://schemas.openxmlformats.org/drawingml/2006/main" id="725" idx="0"/>
          </p:cNvCxnSpPr>
          <p:nvPr/>
        </p:nvCxnSpPr>
        <p:spPr>
          <a:xfrm xmlns:a="http://schemas.openxmlformats.org/drawingml/2006/main">
            <a:off x="22375841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1CCFDC8D-EC44-44AC-849C-C3D9B1C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EA67DBAA-C417-48A6-BABF-41E5EA27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5793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2" name=""/>
          <p:cNvCxnSpPr>
            <a:stCxn xmlns:a="http://schemas.openxmlformats.org/drawingml/2006/main" id="727" idx="2"/>
            <a:endCxn xmlns:a="http://schemas.openxmlformats.org/drawingml/2006/main" id="728" idx="0"/>
          </p:cNvCxnSpPr>
          <p:nvPr/>
        </p:nvCxnSpPr>
        <p:spPr>
          <a:xfrm xmlns:a="http://schemas.openxmlformats.org/drawingml/2006/main">
            <a:off x="22375841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809D56E9-8726-41BB-B3EE-9239746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466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B1E2CA4E-786A-42BD-8136-29E4CBE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8420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5" name=""/>
          <p:cNvCxnSpPr>
            <a:stCxn xmlns:a="http://schemas.openxmlformats.org/drawingml/2006/main" id="730" idx="1"/>
            <a:endCxn xmlns:a="http://schemas.openxmlformats.org/drawingml/2006/main" id="731" idx="3"/>
          </p:cNvCxnSpPr>
          <p:nvPr/>
        </p:nvCxnSpPr>
        <p:spPr>
          <a:xfrm xmlns:a="http://schemas.openxmlformats.org/drawingml/2006/main" flipH="1">
            <a:off x="23958515" y="12034804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ECDFA713-1AB8-42DB-82C8-E70A1565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8420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C7E02D37-B78B-4D06-89E9-1D08A75A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555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8" name=""/>
          <p:cNvCxnSpPr>
            <a:stCxn xmlns:a="http://schemas.openxmlformats.org/drawingml/2006/main" id="733" idx="1"/>
            <a:endCxn xmlns:a="http://schemas.openxmlformats.org/drawingml/2006/main" id="734" idx="3"/>
          </p:cNvCxnSpPr>
          <p:nvPr/>
        </p:nvCxnSpPr>
        <p:spPr>
          <a:xfrm xmlns:a="http://schemas.openxmlformats.org/drawingml/2006/main" flipH="1">
            <a:off x="23590650" y="12242196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0F147D1F-001C-4E74-BBE2-2F76ADB1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0555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EDD11601-9ACB-4FB6-A167-92250A33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815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1" name=""/>
          <p:cNvCxnSpPr>
            <a:stCxn xmlns:a="http://schemas.openxmlformats.org/drawingml/2006/main" id="736" idx="1"/>
            <a:endCxn xmlns:a="http://schemas.openxmlformats.org/drawingml/2006/main" id="737" idx="3"/>
          </p:cNvCxnSpPr>
          <p:nvPr/>
        </p:nvCxnSpPr>
        <p:spPr>
          <a:xfrm xmlns:a="http://schemas.openxmlformats.org/drawingml/2006/main" flipH="1">
            <a:off x="23263910" y="12481459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C0518DC3-ECAC-4F33-A572-1B292D88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3815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D7D3CBCC-B8A9-4686-839A-A6DC3CE7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7056" y="12750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4" name=""/>
          <p:cNvCxnSpPr>
            <a:stCxn xmlns:a="http://schemas.openxmlformats.org/drawingml/2006/main" id="739" idx="1"/>
            <a:endCxn xmlns:a="http://schemas.openxmlformats.org/drawingml/2006/main" id="740" idx="3"/>
          </p:cNvCxnSpPr>
          <p:nvPr/>
        </p:nvCxnSpPr>
        <p:spPr>
          <a:xfrm xmlns:a="http://schemas.openxmlformats.org/drawingml/2006/main" flipH="1">
            <a:off x="23177151" y="12693875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D25DEE52-BCC9-4E73-BBB4-523FA2ED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FAD1F544-971F-4F0C-A7A4-A48C2D2F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7" name=""/>
          <p:cNvCxnSpPr>
            <a:stCxn xmlns:a="http://schemas.openxmlformats.org/drawingml/2006/main" id="742" idx="2"/>
            <a:endCxn xmlns:a="http://schemas.openxmlformats.org/drawingml/2006/main" id="743" idx="0"/>
          </p:cNvCxnSpPr>
          <p:nvPr/>
        </p:nvCxnSpPr>
        <p:spPr>
          <a:xfrm xmlns:a="http://schemas.openxmlformats.org/drawingml/2006/main">
            <a:off x="25082093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C1B56917-BF2F-41E1-844D-EC6D55DE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5B3B5D40-F095-4FBF-9C1E-79B5385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0" name=""/>
          <p:cNvCxnSpPr>
            <a:stCxn xmlns:a="http://schemas.openxmlformats.org/drawingml/2006/main" id="745" idx="2"/>
            <a:endCxn xmlns:a="http://schemas.openxmlformats.org/drawingml/2006/main" id="746" idx="0"/>
          </p:cNvCxnSpPr>
          <p:nvPr/>
        </p:nvCxnSpPr>
        <p:spPr>
          <a:xfrm xmlns:a="http://schemas.openxmlformats.org/drawingml/2006/main">
            <a:off x="25082093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C6B397D5-9EFE-4181-84B2-2145962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AFDE954E-DADD-4526-AC98-863812C9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3" name=""/>
          <p:cNvCxnSpPr>
            <a:stCxn xmlns:a="http://schemas.openxmlformats.org/drawingml/2006/main" id="748" idx="2"/>
            <a:endCxn xmlns:a="http://schemas.openxmlformats.org/drawingml/2006/main" id="749" idx="0"/>
          </p:cNvCxnSpPr>
          <p:nvPr/>
        </p:nvCxnSpPr>
        <p:spPr>
          <a:xfrm xmlns:a="http://schemas.openxmlformats.org/drawingml/2006/main">
            <a:off x="25082093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6DD1893C-0D08-4809-B909-C24CC0DE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0595E0F7-40BF-4A29-9C4C-965561A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6" name=""/>
          <p:cNvCxnSpPr>
            <a:stCxn xmlns:a="http://schemas.openxmlformats.org/drawingml/2006/main" id="751" idx="2"/>
            <a:endCxn xmlns:a="http://schemas.openxmlformats.org/drawingml/2006/main" id="752" idx="0"/>
          </p:cNvCxnSpPr>
          <p:nvPr/>
        </p:nvCxnSpPr>
        <p:spPr>
          <a:xfrm xmlns:a="http://schemas.openxmlformats.org/drawingml/2006/main">
            <a:off x="25082093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A0DA2601-581D-40C0-9AD1-BC0363E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5940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1EDE938A-4D2C-495A-B7D9-EC3B6BE2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3249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9" name=""/>
          <p:cNvCxnSpPr>
            <a:stCxn xmlns:a="http://schemas.openxmlformats.org/drawingml/2006/main" id="754" idx="2"/>
            <a:endCxn xmlns:a="http://schemas.openxmlformats.org/drawingml/2006/main" id="755" idx="0"/>
          </p:cNvCxnSpPr>
          <p:nvPr/>
        </p:nvCxnSpPr>
        <p:spPr>
          <a:xfrm xmlns:a="http://schemas.openxmlformats.org/drawingml/2006/main" flipH="1">
            <a:off x="27233297" y="15616885"/>
            <a:ext cx="152691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61C753DD-0B9D-4C1E-9384-6423763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33249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D465FE23-691C-4690-B576-C797D18F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8139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2" name=""/>
          <p:cNvCxnSpPr>
            <a:stCxn xmlns:a="http://schemas.openxmlformats.org/drawingml/2006/main" id="757" idx="2"/>
            <a:endCxn xmlns:a="http://schemas.openxmlformats.org/drawingml/2006/main" id="758" idx="0"/>
          </p:cNvCxnSpPr>
          <p:nvPr/>
        </p:nvCxnSpPr>
        <p:spPr>
          <a:xfrm xmlns:a="http://schemas.openxmlformats.org/drawingml/2006/main" flipH="1">
            <a:off x="27058187" y="15815486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F3663549-E51A-4DBD-B72A-63E6CE2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8139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7E70B08A-3FDD-4C22-AB18-BEFBD389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14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5" name=""/>
          <p:cNvCxnSpPr>
            <a:stCxn xmlns:a="http://schemas.openxmlformats.org/drawingml/2006/main" id="760" idx="2"/>
            <a:endCxn xmlns:a="http://schemas.openxmlformats.org/drawingml/2006/main" id="761" idx="0"/>
          </p:cNvCxnSpPr>
          <p:nvPr/>
        </p:nvCxnSpPr>
        <p:spPr>
          <a:xfrm xmlns:a="http://schemas.openxmlformats.org/drawingml/2006/main" flipH="1">
            <a:off x="26900189" y="16043288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2816A6AE-C985-4638-8268-11AF891D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14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8247875D-31FD-4D29-9151-3A04A513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3149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8" name=""/>
          <p:cNvCxnSpPr>
            <a:stCxn xmlns:a="http://schemas.openxmlformats.org/drawingml/2006/main" id="763" idx="2"/>
            <a:endCxn xmlns:a="http://schemas.openxmlformats.org/drawingml/2006/main" id="764" idx="0"/>
          </p:cNvCxnSpPr>
          <p:nvPr/>
        </p:nvCxnSpPr>
        <p:spPr>
          <a:xfrm xmlns:a="http://schemas.openxmlformats.org/drawingml/2006/main" flipH="1">
            <a:off x="26833197" y="16248640"/>
            <a:ext cx="66992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8CA19309-C8E7-40BC-B420-3662D23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065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25AAF8E1-6F93-45FE-9847-0096964A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3343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1" name=""/>
          <p:cNvCxnSpPr>
            <a:stCxn xmlns:a="http://schemas.openxmlformats.org/drawingml/2006/main" id="766" idx="2"/>
            <a:endCxn xmlns:a="http://schemas.openxmlformats.org/drawingml/2006/main" id="767" idx="0"/>
          </p:cNvCxnSpPr>
          <p:nvPr/>
        </p:nvCxnSpPr>
        <p:spPr>
          <a:xfrm xmlns:a="http://schemas.openxmlformats.org/drawingml/2006/main">
            <a:off x="28190700" y="15616885"/>
            <a:ext cx="152691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5ADBAB68-E711-49BA-A85C-DCD1B1A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3343" y="15815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C7A47FE7-0FBA-488F-BB74-9701D312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8453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4" name=""/>
          <p:cNvCxnSpPr>
            <a:stCxn xmlns:a="http://schemas.openxmlformats.org/drawingml/2006/main" id="769" idx="2"/>
            <a:endCxn xmlns:a="http://schemas.openxmlformats.org/drawingml/2006/main" id="770" idx="0"/>
          </p:cNvCxnSpPr>
          <p:nvPr/>
        </p:nvCxnSpPr>
        <p:spPr>
          <a:xfrm xmlns:a="http://schemas.openxmlformats.org/drawingml/2006/main">
            <a:off x="28343391" y="15815486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83735AB4-1A2F-4EFD-B56D-D91EEA66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8453" y="160431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E0FD2BDA-6A6C-4AF7-8364-A79B9C9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645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7" name=""/>
          <p:cNvCxnSpPr>
            <a:stCxn xmlns:a="http://schemas.openxmlformats.org/drawingml/2006/main" id="772" idx="2"/>
            <a:endCxn xmlns:a="http://schemas.openxmlformats.org/drawingml/2006/main" id="773" idx="0"/>
          </p:cNvCxnSpPr>
          <p:nvPr/>
        </p:nvCxnSpPr>
        <p:spPr>
          <a:xfrm xmlns:a="http://schemas.openxmlformats.org/drawingml/2006/main">
            <a:off x="28518501" y="16043288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347DA927-EC6D-41D6-A5D3-CA21882C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6451" y="16248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D5649655-70BD-46FA-A195-3B3A9B95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3444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0" name=""/>
          <p:cNvCxnSpPr>
            <a:stCxn xmlns:a="http://schemas.openxmlformats.org/drawingml/2006/main" id="775" idx="2"/>
            <a:endCxn xmlns:a="http://schemas.openxmlformats.org/drawingml/2006/main" id="776" idx="0"/>
          </p:cNvCxnSpPr>
          <p:nvPr/>
        </p:nvCxnSpPr>
        <p:spPr>
          <a:xfrm xmlns:a="http://schemas.openxmlformats.org/drawingml/2006/main">
            <a:off x="28676499" y="16248640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3D27277E-7EF0-46E2-BD52-C4BC6DF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6624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588EFBD9-6675-43A6-91FD-89395D91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3" name=""/>
          <p:cNvCxnSpPr>
            <a:stCxn xmlns:a="http://schemas.openxmlformats.org/drawingml/2006/main" id="778" idx="3"/>
            <a:endCxn xmlns:a="http://schemas.openxmlformats.org/drawingml/2006/main" id="779" idx="1"/>
          </p:cNvCxnSpPr>
          <p:nvPr/>
        </p:nvCxnSpPr>
        <p:spPr>
          <a:xfrm xmlns:a="http://schemas.openxmlformats.org/drawingml/2006/main">
            <a:off x="25886719" y="13825821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48AC8FA0-FA3C-4B1D-B91C-C95ED33E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8130A6B1-E324-4AC1-A9B3-4CD467FF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6" name=""/>
          <p:cNvCxnSpPr>
            <a:stCxn xmlns:a="http://schemas.openxmlformats.org/drawingml/2006/main" id="781" idx="3"/>
            <a:endCxn xmlns:a="http://schemas.openxmlformats.org/drawingml/2006/main" id="782" idx="1"/>
          </p:cNvCxnSpPr>
          <p:nvPr/>
        </p:nvCxnSpPr>
        <p:spPr>
          <a:xfrm xmlns:a="http://schemas.openxmlformats.org/drawingml/2006/main">
            <a:off x="26205765" y="14033214"/>
            <a:ext cx="367769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D4346D32-A909-4EF7-A0FA-BE18DEB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753DD502-4C36-4BDB-8014-4058AA37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9" name=""/>
          <p:cNvCxnSpPr>
            <a:stCxn xmlns:a="http://schemas.openxmlformats.org/drawingml/2006/main" id="784" idx="3"/>
            <a:endCxn xmlns:a="http://schemas.openxmlformats.org/drawingml/2006/main" id="785" idx="1"/>
          </p:cNvCxnSpPr>
          <p:nvPr/>
        </p:nvCxnSpPr>
        <p:spPr>
          <a:xfrm xmlns:a="http://schemas.openxmlformats.org/drawingml/2006/main">
            <a:off x="26573629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A11FD229-0F69-4120-9652-F1579D5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699E8D49-C7C5-40E4-9073-2F31DAC1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033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2" name=""/>
          <p:cNvCxnSpPr>
            <a:stCxn xmlns:a="http://schemas.openxmlformats.org/drawingml/2006/main" id="787" idx="3"/>
            <a:endCxn xmlns:a="http://schemas.openxmlformats.org/drawingml/2006/main" id="788" idx="1"/>
          </p:cNvCxnSpPr>
          <p:nvPr/>
        </p:nvCxnSpPr>
        <p:spPr>
          <a:xfrm xmlns:a="http://schemas.openxmlformats.org/drawingml/2006/main">
            <a:off x="26900369" y="14484893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A0EC4A48-1E77-42B4-A404-0F4FCDD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27EE2C89-8040-4BD8-8BE9-8100E2A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5" name=""/>
          <p:cNvCxnSpPr>
            <a:stCxn xmlns:a="http://schemas.openxmlformats.org/drawingml/2006/main" id="790" idx="2"/>
            <a:endCxn xmlns:a="http://schemas.openxmlformats.org/drawingml/2006/main" id="791" idx="0"/>
          </p:cNvCxnSpPr>
          <p:nvPr/>
        </p:nvCxnSpPr>
        <p:spPr>
          <a:xfrm xmlns:a="http://schemas.openxmlformats.org/drawingml/2006/main">
            <a:off x="25082093" y="12034851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4EB2AF6D-A8D5-4FE7-A5AF-DFDD49D6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1E3C1BA2-699D-4571-9E4C-70442C83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8" name=""/>
          <p:cNvCxnSpPr>
            <a:stCxn xmlns:a="http://schemas.openxmlformats.org/drawingml/2006/main" id="793" idx="2"/>
            <a:endCxn xmlns:a="http://schemas.openxmlformats.org/drawingml/2006/main" id="794" idx="0"/>
          </p:cNvCxnSpPr>
          <p:nvPr/>
        </p:nvCxnSpPr>
        <p:spPr>
          <a:xfrm xmlns:a="http://schemas.openxmlformats.org/drawingml/2006/main">
            <a:off x="25082093" y="12224660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3D61AD42-98E6-4613-BE99-F2CBE607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B98C9266-7746-4169-A2EA-5F2FDCF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1" name=""/>
          <p:cNvCxnSpPr>
            <a:stCxn xmlns:a="http://schemas.openxmlformats.org/drawingml/2006/main" id="796" idx="2"/>
            <a:endCxn xmlns:a="http://schemas.openxmlformats.org/drawingml/2006/main" id="797" idx="0"/>
          </p:cNvCxnSpPr>
          <p:nvPr/>
        </p:nvCxnSpPr>
        <p:spPr>
          <a:xfrm xmlns:a="http://schemas.openxmlformats.org/drawingml/2006/main">
            <a:off x="25082093" y="12441001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8D2E978B-F14C-4C0D-B1D2-6EC5E35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5A2B779F-AFE0-4F2B-A350-9434E19C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4" name=""/>
          <p:cNvCxnSpPr>
            <a:stCxn xmlns:a="http://schemas.openxmlformats.org/drawingml/2006/main" id="799" idx="2"/>
            <a:endCxn xmlns:a="http://schemas.openxmlformats.org/drawingml/2006/main" id="800" idx="0"/>
          </p:cNvCxnSpPr>
          <p:nvPr/>
        </p:nvCxnSpPr>
        <p:spPr>
          <a:xfrm xmlns:a="http://schemas.openxmlformats.org/drawingml/2006/main">
            <a:off x="25082093" y="12638974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64529D88-F983-4D26-87B7-B61CEDD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FED46FD9-1341-4A6A-97BD-70A24D9F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7" name=""/>
          <p:cNvCxnSpPr>
            <a:stCxn xmlns:a="http://schemas.openxmlformats.org/drawingml/2006/main" id="802" idx="2"/>
            <a:endCxn xmlns:a="http://schemas.openxmlformats.org/drawingml/2006/main" id="803" idx="0"/>
          </p:cNvCxnSpPr>
          <p:nvPr/>
        </p:nvCxnSpPr>
        <p:spPr>
          <a:xfrm xmlns:a="http://schemas.openxmlformats.org/drawingml/2006/main">
            <a:off x="25082093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5318E971-34B4-48FC-91FE-449EEB97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90C1E92D-2A15-4C0B-9E6B-1A567DD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0" name=""/>
          <p:cNvCxnSpPr>
            <a:stCxn xmlns:a="http://schemas.openxmlformats.org/drawingml/2006/main" id="805" idx="2"/>
            <a:endCxn xmlns:a="http://schemas.openxmlformats.org/drawingml/2006/main" id="806" idx="0"/>
          </p:cNvCxnSpPr>
          <p:nvPr/>
        </p:nvCxnSpPr>
        <p:spPr>
          <a:xfrm xmlns:a="http://schemas.openxmlformats.org/drawingml/2006/main">
            <a:off x="25082093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27E47F8D-C9C3-470D-86FB-9B584DC2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5FC7FA2C-D5B5-4ACE-8E6C-A5052F32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3" name=""/>
          <p:cNvCxnSpPr>
            <a:stCxn xmlns:a="http://schemas.openxmlformats.org/drawingml/2006/main" id="808" idx="2"/>
            <a:endCxn xmlns:a="http://schemas.openxmlformats.org/drawingml/2006/main" id="809" idx="0"/>
          </p:cNvCxnSpPr>
          <p:nvPr/>
        </p:nvCxnSpPr>
        <p:spPr>
          <a:xfrm xmlns:a="http://schemas.openxmlformats.org/drawingml/2006/main">
            <a:off x="25082093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30AF75D0-C0BA-4152-826E-94BC041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9A2669C5-938C-4179-B560-8636331D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045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6" name=""/>
          <p:cNvCxnSpPr>
            <a:stCxn xmlns:a="http://schemas.openxmlformats.org/drawingml/2006/main" id="811" idx="2"/>
            <a:endCxn xmlns:a="http://schemas.openxmlformats.org/drawingml/2006/main" id="812" idx="0"/>
          </p:cNvCxnSpPr>
          <p:nvPr/>
        </p:nvCxnSpPr>
        <p:spPr>
          <a:xfrm xmlns:a="http://schemas.openxmlformats.org/drawingml/2006/main">
            <a:off x="25082093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09E3F71C-9CEF-438F-86C5-78F2DE57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CFE2551E-39BD-445B-87DF-04867AB0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99" name=""/>
          <p:cNvCxnSpPr>
            <a:stCxn xmlns:a="http://schemas.openxmlformats.org/drawingml/2006/main" id="814" idx="2"/>
            <a:endCxn xmlns:a="http://schemas.openxmlformats.org/drawingml/2006/main" id="815" idx="0"/>
          </p:cNvCxnSpPr>
          <p:nvPr/>
        </p:nvCxnSpPr>
        <p:spPr>
          <a:xfrm xmlns:a="http://schemas.openxmlformats.org/drawingml/2006/main">
            <a:off x="27788344" y="12034851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1061955F-F5B2-4E25-93EF-A36DFF1F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851E58B2-AFA0-4C25-B0AA-D9524102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2" name=""/>
          <p:cNvCxnSpPr>
            <a:stCxn xmlns:a="http://schemas.openxmlformats.org/drawingml/2006/main" id="817" idx="2"/>
            <a:endCxn xmlns:a="http://schemas.openxmlformats.org/drawingml/2006/main" id="818" idx="0"/>
          </p:cNvCxnSpPr>
          <p:nvPr/>
        </p:nvCxnSpPr>
        <p:spPr>
          <a:xfrm xmlns:a="http://schemas.openxmlformats.org/drawingml/2006/main">
            <a:off x="27788344" y="12224660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FCA413EB-1828-4495-8A59-C7F22C4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4331C752-DB5E-44A0-A592-708F10F9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5" name=""/>
          <p:cNvCxnSpPr>
            <a:stCxn xmlns:a="http://schemas.openxmlformats.org/drawingml/2006/main" id="820" idx="2"/>
            <a:endCxn xmlns:a="http://schemas.openxmlformats.org/drawingml/2006/main" id="821" idx="0"/>
          </p:cNvCxnSpPr>
          <p:nvPr/>
        </p:nvCxnSpPr>
        <p:spPr>
          <a:xfrm xmlns:a="http://schemas.openxmlformats.org/drawingml/2006/main">
            <a:off x="27788344" y="12441001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EDE638B9-A0F8-45D6-9432-67F6CE83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3772210F-AB25-4D68-BA50-69623502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296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8" name=""/>
          <p:cNvCxnSpPr>
            <a:stCxn xmlns:a="http://schemas.openxmlformats.org/drawingml/2006/main" id="823" idx="2"/>
            <a:endCxn xmlns:a="http://schemas.openxmlformats.org/drawingml/2006/main" id="824" idx="0"/>
          </p:cNvCxnSpPr>
          <p:nvPr/>
        </p:nvCxnSpPr>
        <p:spPr>
          <a:xfrm xmlns:a="http://schemas.openxmlformats.org/drawingml/2006/main">
            <a:off x="27788344" y="12638974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EB3BF65A-A359-4AAD-8B40-2A4E336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EC46125C-9C84-49EC-8DFE-D0FB2C77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1" name=""/>
          <p:cNvCxnSpPr>
            <a:stCxn xmlns:a="http://schemas.openxmlformats.org/drawingml/2006/main" id="826" idx="2"/>
            <a:endCxn xmlns:a="http://schemas.openxmlformats.org/drawingml/2006/main" id="827" idx="0"/>
          </p:cNvCxnSpPr>
          <p:nvPr/>
        </p:nvCxnSpPr>
        <p:spPr>
          <a:xfrm xmlns:a="http://schemas.openxmlformats.org/drawingml/2006/main">
            <a:off x="30494595" y="13825868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87D7C205-86AB-454A-8F5C-59256EF8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015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E54045F9-D1CB-489B-8398-C5903819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4" name=""/>
          <p:cNvCxnSpPr>
            <a:stCxn xmlns:a="http://schemas.openxmlformats.org/drawingml/2006/main" id="829" idx="2"/>
            <a:endCxn xmlns:a="http://schemas.openxmlformats.org/drawingml/2006/main" id="830" idx="0"/>
          </p:cNvCxnSpPr>
          <p:nvPr/>
        </p:nvCxnSpPr>
        <p:spPr>
          <a:xfrm xmlns:a="http://schemas.openxmlformats.org/drawingml/2006/main">
            <a:off x="30494595" y="14015677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53113E2A-9ED6-41DF-A607-6C5D31C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231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C9A534CE-1B2B-4960-8048-BBF3DD58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7" name=""/>
          <p:cNvCxnSpPr>
            <a:stCxn xmlns:a="http://schemas.openxmlformats.org/drawingml/2006/main" id="832" idx="2"/>
            <a:endCxn xmlns:a="http://schemas.openxmlformats.org/drawingml/2006/main" id="833" idx="0"/>
          </p:cNvCxnSpPr>
          <p:nvPr/>
        </p:nvCxnSpPr>
        <p:spPr>
          <a:xfrm xmlns:a="http://schemas.openxmlformats.org/drawingml/2006/main">
            <a:off x="30494595" y="14232018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45D810A4-6A18-41C0-971F-6767305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4298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2C0A793E-6A8F-4473-8CB1-CD6F0D97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547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0" name=""/>
          <p:cNvCxnSpPr>
            <a:stCxn xmlns:a="http://schemas.openxmlformats.org/drawingml/2006/main" id="835" idx="2"/>
            <a:endCxn xmlns:a="http://schemas.openxmlformats.org/drawingml/2006/main" id="836" idx="0"/>
          </p:cNvCxnSpPr>
          <p:nvPr/>
        </p:nvCxnSpPr>
        <p:spPr>
          <a:xfrm xmlns:a="http://schemas.openxmlformats.org/drawingml/2006/main">
            <a:off x="30494595" y="14429991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37FB79D7-6B7B-47C8-BCBC-C5CC95C1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27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3D872EBD-5012-4AA6-BAAB-E36CF8AE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17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3" name=""/>
          <p:cNvCxnSpPr>
            <a:stCxn xmlns:a="http://schemas.openxmlformats.org/drawingml/2006/main" id="838" idx="3"/>
            <a:endCxn xmlns:a="http://schemas.openxmlformats.org/drawingml/2006/main" id="839" idx="1"/>
          </p:cNvCxnSpPr>
          <p:nvPr/>
        </p:nvCxnSpPr>
        <p:spPr>
          <a:xfrm xmlns:a="http://schemas.openxmlformats.org/drawingml/2006/main">
            <a:off x="31299222" y="13825821"/>
            <a:ext cx="318950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A0356FD0-5403-4690-875D-82AE3BB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8172" y="140331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65BA0465-4D79-4A06-BCD4-B89C9C76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603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6" name=""/>
          <p:cNvCxnSpPr>
            <a:stCxn xmlns:a="http://schemas.openxmlformats.org/drawingml/2006/main" id="841" idx="3"/>
            <a:endCxn xmlns:a="http://schemas.openxmlformats.org/drawingml/2006/main" id="842" idx="1"/>
          </p:cNvCxnSpPr>
          <p:nvPr/>
        </p:nvCxnSpPr>
        <p:spPr>
          <a:xfrm xmlns:a="http://schemas.openxmlformats.org/drawingml/2006/main">
            <a:off x="31618267" y="14033214"/>
            <a:ext cx="367770" cy="239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A8D4BDE3-D81C-4584-92F8-D641778E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6037" y="142724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04C8AAFF-7BD1-4F9B-83DA-BFB6179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77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9" name=""/>
          <p:cNvCxnSpPr>
            <a:stCxn xmlns:a="http://schemas.openxmlformats.org/drawingml/2006/main" id="844" idx="3"/>
            <a:endCxn xmlns:a="http://schemas.openxmlformats.org/drawingml/2006/main" id="845" idx="1"/>
          </p:cNvCxnSpPr>
          <p:nvPr/>
        </p:nvCxnSpPr>
        <p:spPr>
          <a:xfrm xmlns:a="http://schemas.openxmlformats.org/drawingml/2006/main">
            <a:off x="31986132" y="14272476"/>
            <a:ext cx="326645" cy="212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56D77B52-8776-443F-8FE4-97B307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777" y="14484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217519F0-DE40-48AB-801F-36C886D1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9536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2" name=""/>
          <p:cNvCxnSpPr>
            <a:stCxn xmlns:a="http://schemas.openxmlformats.org/drawingml/2006/main" id="847" idx="3"/>
            <a:endCxn xmlns:a="http://schemas.openxmlformats.org/drawingml/2006/main" id="848" idx="1"/>
          </p:cNvCxnSpPr>
          <p:nvPr/>
        </p:nvCxnSpPr>
        <p:spPr>
          <a:xfrm xmlns:a="http://schemas.openxmlformats.org/drawingml/2006/main">
            <a:off x="32312872" y="14484893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D8CA5EDD-7055-4658-8A70-D589D14A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875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F7990F22-F6F8-4C5A-B9A0-AEAACFAE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1921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5" name=""/>
          <p:cNvCxnSpPr>
            <a:stCxn xmlns:a="http://schemas.openxmlformats.org/drawingml/2006/main" id="850" idx="3"/>
            <a:endCxn xmlns:a="http://schemas.openxmlformats.org/drawingml/2006/main" id="851" idx="1"/>
          </p:cNvCxnSpPr>
          <p:nvPr/>
        </p:nvCxnSpPr>
        <p:spPr>
          <a:xfrm xmlns:a="http://schemas.openxmlformats.org/drawingml/2006/main">
            <a:off x="28592970" y="12034804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23C02562-296E-41D4-8D49-C3F15397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11921" y="12242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A5B070FD-E98B-4E38-8882-035E8311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786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8" name=""/>
          <p:cNvCxnSpPr>
            <a:stCxn xmlns:a="http://schemas.openxmlformats.org/drawingml/2006/main" id="853" idx="3"/>
            <a:endCxn xmlns:a="http://schemas.openxmlformats.org/drawingml/2006/main" id="854" idx="1"/>
          </p:cNvCxnSpPr>
          <p:nvPr/>
        </p:nvCxnSpPr>
        <p:spPr>
          <a:xfrm xmlns:a="http://schemas.openxmlformats.org/drawingml/2006/main">
            <a:off x="28912016" y="12242196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E292F077-D67E-4C37-9F13-6880DEC8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9786" y="12481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77E5E9E6-A926-46C2-B632-CB840580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6526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1" name=""/>
          <p:cNvCxnSpPr>
            <a:stCxn xmlns:a="http://schemas.openxmlformats.org/drawingml/2006/main" id="856" idx="3"/>
            <a:endCxn xmlns:a="http://schemas.openxmlformats.org/drawingml/2006/main" id="857" idx="1"/>
          </p:cNvCxnSpPr>
          <p:nvPr/>
        </p:nvCxnSpPr>
        <p:spPr>
          <a:xfrm xmlns:a="http://schemas.openxmlformats.org/drawingml/2006/main">
            <a:off x="29279881" y="12481459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502675A8-CF8F-41EC-A698-C9DF8FD4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6526" y="12693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8E6A16CB-F697-48DE-AC3A-BC9E3481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3285" y="127500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4" name=""/>
          <p:cNvCxnSpPr>
            <a:stCxn xmlns:a="http://schemas.openxmlformats.org/drawingml/2006/main" id="859" idx="3"/>
            <a:endCxn xmlns:a="http://schemas.openxmlformats.org/drawingml/2006/main" id="860" idx="1"/>
          </p:cNvCxnSpPr>
          <p:nvPr/>
        </p:nvCxnSpPr>
        <p:spPr>
          <a:xfrm xmlns:a="http://schemas.openxmlformats.org/drawingml/2006/main">
            <a:off x="29606621" y="12693875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DD79BF22-F047-4748-B854-B20B9488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662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25D86BAE-EC10-4E6C-BCC1-F26645C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7" name=""/>
          <p:cNvCxnSpPr>
            <a:stCxn xmlns:a="http://schemas.openxmlformats.org/drawingml/2006/main" id="862" idx="3"/>
            <a:endCxn xmlns:a="http://schemas.openxmlformats.org/drawingml/2006/main" id="863" idx="1"/>
          </p:cNvCxnSpPr>
          <p:nvPr/>
        </p:nvCxnSpPr>
        <p:spPr>
          <a:xfrm xmlns:a="http://schemas.openxmlformats.org/drawingml/2006/main">
            <a:off x="25886719" y="10243787"/>
            <a:ext cx="318951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FD94592B-A067-43E9-AA39-0404B3A4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5670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31E80838-B5E1-49A4-9419-F751497A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0" name=""/>
          <p:cNvCxnSpPr>
            <a:stCxn xmlns:a="http://schemas.openxmlformats.org/drawingml/2006/main" id="865" idx="3"/>
            <a:endCxn xmlns:a="http://schemas.openxmlformats.org/drawingml/2006/main" id="866" idx="1"/>
          </p:cNvCxnSpPr>
          <p:nvPr/>
        </p:nvCxnSpPr>
        <p:spPr>
          <a:xfrm xmlns:a="http://schemas.openxmlformats.org/drawingml/2006/main">
            <a:off x="26205765" y="10451179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B62F0760-1E5E-48E4-ADBC-8021F5C2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353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B08266CA-F6C8-4F62-9588-05823297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3" name=""/>
          <p:cNvCxnSpPr>
            <a:stCxn xmlns:a="http://schemas.openxmlformats.org/drawingml/2006/main" id="868" idx="3"/>
            <a:endCxn xmlns:a="http://schemas.openxmlformats.org/drawingml/2006/main" id="869" idx="1"/>
          </p:cNvCxnSpPr>
          <p:nvPr/>
        </p:nvCxnSpPr>
        <p:spPr>
          <a:xfrm xmlns:a="http://schemas.openxmlformats.org/drawingml/2006/main">
            <a:off x="26573629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D73EBA68-06E5-47FB-AB90-44C263D4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027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3B268D99-3201-45FD-8EC7-13E987AB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7033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6" name=""/>
          <p:cNvCxnSpPr>
            <a:stCxn xmlns:a="http://schemas.openxmlformats.org/drawingml/2006/main" id="871" idx="3"/>
            <a:endCxn xmlns:a="http://schemas.openxmlformats.org/drawingml/2006/main" id="872" idx="1"/>
          </p:cNvCxnSpPr>
          <p:nvPr/>
        </p:nvCxnSpPr>
        <p:spPr>
          <a:xfrm xmlns:a="http://schemas.openxmlformats.org/drawingml/2006/main">
            <a:off x="26900369" y="10902858"/>
            <a:ext cx="86664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251ED9DD-EE17-45FD-8ED7-0B29094C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033" y="8452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949A5B8A-336B-4A94-92EB-1A8CF70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0327" y="86530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59" name=""/>
          <p:cNvCxnSpPr>
            <a:stCxn xmlns:a="http://schemas.openxmlformats.org/drawingml/2006/main" id="874" idx="2"/>
            <a:endCxn xmlns:a="http://schemas.openxmlformats.org/drawingml/2006/main" id="875" idx="0"/>
          </p:cNvCxnSpPr>
          <p:nvPr/>
        </p:nvCxnSpPr>
        <p:spPr>
          <a:xfrm xmlns:a="http://schemas.openxmlformats.org/drawingml/2006/main">
            <a:off x="23982081" y="8452816"/>
            <a:ext cx="178294" cy="2002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F38552ED-563D-40A4-99F3-997F5F9B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0327" y="86530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10D80838-D69D-49FF-9791-43AE0447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4888" y="8883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2" name=""/>
          <p:cNvCxnSpPr>
            <a:stCxn xmlns:a="http://schemas.openxmlformats.org/drawingml/2006/main" id="877" idx="2"/>
            <a:endCxn xmlns:a="http://schemas.openxmlformats.org/drawingml/2006/main" id="878" idx="0"/>
          </p:cNvCxnSpPr>
          <p:nvPr/>
        </p:nvCxnSpPr>
        <p:spPr>
          <a:xfrm xmlns:a="http://schemas.openxmlformats.org/drawingml/2006/main">
            <a:off x="24160375" y="8653144"/>
            <a:ext cx="204561" cy="2300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66D1E0A7-4B6C-452B-A646-E417BF4A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4888" y="8883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7C3C5DCD-F92D-4CE9-A4B6-E79ECC35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9019" y="9090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5" name=""/>
          <p:cNvCxnSpPr>
            <a:stCxn xmlns:a="http://schemas.openxmlformats.org/drawingml/2006/main" id="880" idx="2"/>
            <a:endCxn xmlns:a="http://schemas.openxmlformats.org/drawingml/2006/main" id="881" idx="0"/>
          </p:cNvCxnSpPr>
          <p:nvPr/>
        </p:nvCxnSpPr>
        <p:spPr>
          <a:xfrm xmlns:a="http://schemas.openxmlformats.org/drawingml/2006/main">
            <a:off x="24364936" y="8883301"/>
            <a:ext cx="184131" cy="2068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EC111055-A55C-4270-BEC5-450F330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9019" y="9090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7BA0C298-E87B-4291-BAD9-4BEC8109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1717" y="9171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8" name=""/>
          <p:cNvCxnSpPr>
            <a:stCxn xmlns:a="http://schemas.openxmlformats.org/drawingml/2006/main" id="883" idx="2"/>
            <a:endCxn xmlns:a="http://schemas.openxmlformats.org/drawingml/2006/main" id="884" idx="0"/>
          </p:cNvCxnSpPr>
          <p:nvPr/>
        </p:nvCxnSpPr>
        <p:spPr>
          <a:xfrm xmlns:a="http://schemas.openxmlformats.org/drawingml/2006/main">
            <a:off x="24549067" y="9090223"/>
            <a:ext cx="72698" cy="81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34158BC3-F5E4-43AD-ADA6-284D1311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6220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475E3585-FE6D-4E54-8D2F-867FF78B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174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1" name=""/>
          <p:cNvCxnSpPr>
            <a:stCxn xmlns:a="http://schemas.openxmlformats.org/drawingml/2006/main" id="886" idx="1"/>
            <a:endCxn xmlns:a="http://schemas.openxmlformats.org/drawingml/2006/main" id="887" idx="3"/>
          </p:cNvCxnSpPr>
          <p:nvPr/>
        </p:nvCxnSpPr>
        <p:spPr>
          <a:xfrm xmlns:a="http://schemas.openxmlformats.org/drawingml/2006/main" flipH="1">
            <a:off x="32077269" y="17407855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CFAB905A-EC89-4978-9CB1-B5EE9F11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7174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5EDF00B7-6DC4-4427-9D8F-20FB85B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9309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4" name=""/>
          <p:cNvCxnSpPr>
            <a:stCxn xmlns:a="http://schemas.openxmlformats.org/drawingml/2006/main" id="889" idx="1"/>
            <a:endCxn xmlns:a="http://schemas.openxmlformats.org/drawingml/2006/main" id="890" idx="3"/>
          </p:cNvCxnSpPr>
          <p:nvPr/>
        </p:nvCxnSpPr>
        <p:spPr>
          <a:xfrm xmlns:a="http://schemas.openxmlformats.org/drawingml/2006/main" flipH="1">
            <a:off x="31709404" y="17615248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DF7FB3F5-66CE-4D1A-B06F-CDD7DC7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9309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A1D5D448-07F4-4D42-9794-DB9E06DC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2569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7" name=""/>
          <p:cNvCxnSpPr>
            <a:stCxn xmlns:a="http://schemas.openxmlformats.org/drawingml/2006/main" id="892" idx="1"/>
            <a:endCxn xmlns:a="http://schemas.openxmlformats.org/drawingml/2006/main" id="893" idx="3"/>
          </p:cNvCxnSpPr>
          <p:nvPr/>
        </p:nvCxnSpPr>
        <p:spPr>
          <a:xfrm xmlns:a="http://schemas.openxmlformats.org/drawingml/2006/main" flipH="1">
            <a:off x="31382664" y="17854511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240C2A07-BE92-4EEB-9F2B-2E21A5EB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2569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E2739D31-BDF2-4D03-B342-76CB3B5B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5810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0" name=""/>
          <p:cNvCxnSpPr>
            <a:stCxn xmlns:a="http://schemas.openxmlformats.org/drawingml/2006/main" id="895" idx="1"/>
            <a:endCxn xmlns:a="http://schemas.openxmlformats.org/drawingml/2006/main" id="896" idx="3"/>
          </p:cNvCxnSpPr>
          <p:nvPr/>
        </p:nvCxnSpPr>
        <p:spPr>
          <a:xfrm xmlns:a="http://schemas.openxmlformats.org/drawingml/2006/main" flipH="1">
            <a:off x="31295905" y="18066927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0C65542D-10EE-4EBB-9F61-19B55CE5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ECEC530D-9156-4C53-9191-37F05A49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3" name=""/>
          <p:cNvCxnSpPr>
            <a:stCxn xmlns:a="http://schemas.openxmlformats.org/drawingml/2006/main" id="898" idx="2"/>
            <a:endCxn xmlns:a="http://schemas.openxmlformats.org/drawingml/2006/main" id="899" idx="0"/>
          </p:cNvCxnSpPr>
          <p:nvPr/>
        </p:nvCxnSpPr>
        <p:spPr>
          <a:xfrm xmlns:a="http://schemas.openxmlformats.org/drawingml/2006/main">
            <a:off x="33200847" y="1740790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8AF121A2-63B0-464D-9999-76EBDE8D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1570DDE0-1F8B-48E6-8150-0E11DA18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6" name=""/>
          <p:cNvCxnSpPr>
            <a:stCxn xmlns:a="http://schemas.openxmlformats.org/drawingml/2006/main" id="901" idx="2"/>
            <a:endCxn xmlns:a="http://schemas.openxmlformats.org/drawingml/2006/main" id="902" idx="0"/>
          </p:cNvCxnSpPr>
          <p:nvPr/>
        </p:nvCxnSpPr>
        <p:spPr>
          <a:xfrm xmlns:a="http://schemas.openxmlformats.org/drawingml/2006/main">
            <a:off x="33200847" y="17597711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D9B81CE5-445C-4576-8FA2-C5FF0E9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B1EAA7F5-F8B6-42CF-AB72-D63FD6DF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9" name=""/>
          <p:cNvCxnSpPr>
            <a:stCxn xmlns:a="http://schemas.openxmlformats.org/drawingml/2006/main" id="904" idx="2"/>
            <a:endCxn xmlns:a="http://schemas.openxmlformats.org/drawingml/2006/main" id="905" idx="0"/>
          </p:cNvCxnSpPr>
          <p:nvPr/>
        </p:nvCxnSpPr>
        <p:spPr>
          <a:xfrm xmlns:a="http://schemas.openxmlformats.org/drawingml/2006/main">
            <a:off x="33200847" y="17814053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B1CBB90C-3B68-42ED-804E-7E28C3E9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3D771531-DC96-44D1-A3B6-87CB0F8E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0799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2" name=""/>
          <p:cNvCxnSpPr>
            <a:stCxn xmlns:a="http://schemas.openxmlformats.org/drawingml/2006/main" id="907" idx="2"/>
            <a:endCxn xmlns:a="http://schemas.openxmlformats.org/drawingml/2006/main" id="908" idx="0"/>
          </p:cNvCxnSpPr>
          <p:nvPr/>
        </p:nvCxnSpPr>
        <p:spPr>
          <a:xfrm xmlns:a="http://schemas.openxmlformats.org/drawingml/2006/main">
            <a:off x="33200847" y="18012025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5AC1BBF7-3061-4030-97FB-6E951718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2471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BE164544-4B6D-4A2A-B575-75E35777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3425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5" name=""/>
          <p:cNvCxnSpPr>
            <a:stCxn xmlns:a="http://schemas.openxmlformats.org/drawingml/2006/main" id="910" idx="1"/>
            <a:endCxn xmlns:a="http://schemas.openxmlformats.org/drawingml/2006/main" id="911" idx="3"/>
          </p:cNvCxnSpPr>
          <p:nvPr/>
        </p:nvCxnSpPr>
        <p:spPr>
          <a:xfrm xmlns:a="http://schemas.openxmlformats.org/drawingml/2006/main" flipH="1">
            <a:off x="34783520" y="15616838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D5F8CACB-5082-4799-B0C7-F4DC425D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3425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0E5FBAFF-D475-4C71-9A53-0AEC42E9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556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98" name=""/>
          <p:cNvCxnSpPr>
            <a:stCxn xmlns:a="http://schemas.openxmlformats.org/drawingml/2006/main" id="913" idx="1"/>
            <a:endCxn xmlns:a="http://schemas.openxmlformats.org/drawingml/2006/main" id="914" idx="3"/>
          </p:cNvCxnSpPr>
          <p:nvPr/>
        </p:nvCxnSpPr>
        <p:spPr>
          <a:xfrm xmlns:a="http://schemas.openxmlformats.org/drawingml/2006/main" flipH="1">
            <a:off x="34415656" y="15824231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DCBB5F1E-DFC5-4E2E-A1D8-B912E47A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556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18BBCE53-6A12-4B67-821B-F484FA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882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1" name=""/>
          <p:cNvCxnSpPr>
            <a:stCxn xmlns:a="http://schemas.openxmlformats.org/drawingml/2006/main" id="916" idx="1"/>
            <a:endCxn xmlns:a="http://schemas.openxmlformats.org/drawingml/2006/main" id="917" idx="3"/>
          </p:cNvCxnSpPr>
          <p:nvPr/>
        </p:nvCxnSpPr>
        <p:spPr>
          <a:xfrm xmlns:a="http://schemas.openxmlformats.org/drawingml/2006/main" flipH="1">
            <a:off x="34088916" y="16063494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17925DA9-973B-4A65-B8CD-A34491EE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882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50F9B1FF-724B-4D11-B564-ED8BE133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2062" y="163320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4" name=""/>
          <p:cNvCxnSpPr>
            <a:stCxn xmlns:a="http://schemas.openxmlformats.org/drawingml/2006/main" id="919" idx="1"/>
            <a:endCxn xmlns:a="http://schemas.openxmlformats.org/drawingml/2006/main" id="920" idx="3"/>
          </p:cNvCxnSpPr>
          <p:nvPr/>
        </p:nvCxnSpPr>
        <p:spPr>
          <a:xfrm xmlns:a="http://schemas.openxmlformats.org/drawingml/2006/main" flipH="1">
            <a:off x="34002157" y="16275910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5C433A1E-3141-4070-BB18-DE592B2C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942AEAD6-0DC3-4B61-89E3-20F1B305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7" name=""/>
          <p:cNvCxnSpPr>
            <a:stCxn xmlns:a="http://schemas.openxmlformats.org/drawingml/2006/main" id="922" idx="2"/>
            <a:endCxn xmlns:a="http://schemas.openxmlformats.org/drawingml/2006/main" id="923" idx="0"/>
          </p:cNvCxnSpPr>
          <p:nvPr/>
        </p:nvCxnSpPr>
        <p:spPr>
          <a:xfrm xmlns:a="http://schemas.openxmlformats.org/drawingml/2006/main">
            <a:off x="35907098" y="1740790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5B80E7CF-3BD5-49A7-87E2-777B6E10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A775B891-3819-41F0-AA41-495455F2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0" name=""/>
          <p:cNvCxnSpPr>
            <a:stCxn xmlns:a="http://schemas.openxmlformats.org/drawingml/2006/main" id="925" idx="2"/>
            <a:endCxn xmlns:a="http://schemas.openxmlformats.org/drawingml/2006/main" id="926" idx="0"/>
          </p:cNvCxnSpPr>
          <p:nvPr/>
        </p:nvCxnSpPr>
        <p:spPr>
          <a:xfrm xmlns:a="http://schemas.openxmlformats.org/drawingml/2006/main">
            <a:off x="35907098" y="17597711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F26537BC-8EC2-497D-B2C7-E5EFEE4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A804ACF3-4F7D-4074-8C1B-BFB89362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3" name=""/>
          <p:cNvCxnSpPr>
            <a:stCxn xmlns:a="http://schemas.openxmlformats.org/drawingml/2006/main" id="928" idx="2"/>
            <a:endCxn xmlns:a="http://schemas.openxmlformats.org/drawingml/2006/main" id="929" idx="0"/>
          </p:cNvCxnSpPr>
          <p:nvPr/>
        </p:nvCxnSpPr>
        <p:spPr>
          <a:xfrm xmlns:a="http://schemas.openxmlformats.org/drawingml/2006/main">
            <a:off x="35907098" y="17814053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FF289FD3-A6F3-4FE4-B09D-F887E61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11767275-F253-4B7E-B41C-4B0AACBC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6" name=""/>
          <p:cNvCxnSpPr>
            <a:stCxn xmlns:a="http://schemas.openxmlformats.org/drawingml/2006/main" id="931" idx="2"/>
            <a:endCxn xmlns:a="http://schemas.openxmlformats.org/drawingml/2006/main" id="932" idx="0"/>
          </p:cNvCxnSpPr>
          <p:nvPr/>
        </p:nvCxnSpPr>
        <p:spPr>
          <a:xfrm xmlns:a="http://schemas.openxmlformats.org/drawingml/2006/main">
            <a:off x="35907098" y="18012025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2799B0CF-C3EE-4B65-ADB5-4DA39DEB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1629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99E642A0-CD81-4CE1-AF96-2423AAC1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0675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9" name=""/>
          <p:cNvCxnSpPr>
            <a:stCxn xmlns:a="http://schemas.openxmlformats.org/drawingml/2006/main" id="934" idx="3"/>
            <a:endCxn xmlns:a="http://schemas.openxmlformats.org/drawingml/2006/main" id="935" idx="1"/>
          </p:cNvCxnSpPr>
          <p:nvPr/>
        </p:nvCxnSpPr>
        <p:spPr>
          <a:xfrm xmlns:a="http://schemas.openxmlformats.org/drawingml/2006/main">
            <a:off x="36711724" y="17407855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98DCD9E8-DCDD-46B3-B966-32BBD394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0675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66E184BF-EE4D-4A8A-88D0-B24DC53A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540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2" name=""/>
          <p:cNvCxnSpPr>
            <a:stCxn xmlns:a="http://schemas.openxmlformats.org/drawingml/2006/main" id="937" idx="3"/>
            <a:endCxn xmlns:a="http://schemas.openxmlformats.org/drawingml/2006/main" id="938" idx="1"/>
          </p:cNvCxnSpPr>
          <p:nvPr/>
        </p:nvCxnSpPr>
        <p:spPr>
          <a:xfrm xmlns:a="http://schemas.openxmlformats.org/drawingml/2006/main">
            <a:off x="37030770" y="17615248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7398E038-7CC1-4E11-9DC6-38EEAC5D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8540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E2A23831-1C36-4E37-8051-538C8D69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280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5" name=""/>
          <p:cNvCxnSpPr>
            <a:stCxn xmlns:a="http://schemas.openxmlformats.org/drawingml/2006/main" id="940" idx="3"/>
            <a:endCxn xmlns:a="http://schemas.openxmlformats.org/drawingml/2006/main" id="941" idx="1"/>
          </p:cNvCxnSpPr>
          <p:nvPr/>
        </p:nvCxnSpPr>
        <p:spPr>
          <a:xfrm xmlns:a="http://schemas.openxmlformats.org/drawingml/2006/main">
            <a:off x="37398635" y="17854511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82E15B81-434D-4A50-95CB-7CAE54E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280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E4005C8B-405F-4F73-B287-220E5584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039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8" name=""/>
          <p:cNvCxnSpPr>
            <a:stCxn xmlns:a="http://schemas.openxmlformats.org/drawingml/2006/main" id="943" idx="3"/>
            <a:endCxn xmlns:a="http://schemas.openxmlformats.org/drawingml/2006/main" id="944" idx="1"/>
          </p:cNvCxnSpPr>
          <p:nvPr/>
        </p:nvCxnSpPr>
        <p:spPr>
          <a:xfrm xmlns:a="http://schemas.openxmlformats.org/drawingml/2006/main">
            <a:off x="37725375" y="18066927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297BBF70-EAFE-4DBC-8400-3FE4A33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3B383262-FA48-4665-B06A-5A35FD5D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1" name=""/>
          <p:cNvCxnSpPr>
            <a:stCxn xmlns:a="http://schemas.openxmlformats.org/drawingml/2006/main" id="946" idx="2"/>
            <a:endCxn xmlns:a="http://schemas.openxmlformats.org/drawingml/2006/main" id="947" idx="0"/>
          </p:cNvCxnSpPr>
          <p:nvPr/>
        </p:nvCxnSpPr>
        <p:spPr>
          <a:xfrm xmlns:a="http://schemas.openxmlformats.org/drawingml/2006/main">
            <a:off x="35907098" y="15616885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4F11A870-980A-4FCE-947B-F30E281D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D969B74D-9BB9-43D6-84D5-88BE0344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4" name=""/>
          <p:cNvCxnSpPr>
            <a:stCxn xmlns:a="http://schemas.openxmlformats.org/drawingml/2006/main" id="949" idx="2"/>
            <a:endCxn xmlns:a="http://schemas.openxmlformats.org/drawingml/2006/main" id="950" idx="0"/>
          </p:cNvCxnSpPr>
          <p:nvPr/>
        </p:nvCxnSpPr>
        <p:spPr>
          <a:xfrm xmlns:a="http://schemas.openxmlformats.org/drawingml/2006/main">
            <a:off x="35907098" y="15806694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8504BDCC-6DE4-4F28-89BB-F73C2021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0EE1B183-01A9-4170-BA26-CF9602E2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7" name=""/>
          <p:cNvCxnSpPr>
            <a:stCxn xmlns:a="http://schemas.openxmlformats.org/drawingml/2006/main" id="952" idx="2"/>
            <a:endCxn xmlns:a="http://schemas.openxmlformats.org/drawingml/2006/main" id="953" idx="0"/>
          </p:cNvCxnSpPr>
          <p:nvPr/>
        </p:nvCxnSpPr>
        <p:spPr>
          <a:xfrm xmlns:a="http://schemas.openxmlformats.org/drawingml/2006/main">
            <a:off x="35907098" y="16023035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BA281577-1CCD-4658-8ED5-E0604A59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10A44D1D-4F9F-430E-B5C7-E0D39BB7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7050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0" name=""/>
          <p:cNvCxnSpPr>
            <a:stCxn xmlns:a="http://schemas.openxmlformats.org/drawingml/2006/main" id="955" idx="2"/>
            <a:endCxn xmlns:a="http://schemas.openxmlformats.org/drawingml/2006/main" id="956" idx="0"/>
          </p:cNvCxnSpPr>
          <p:nvPr/>
        </p:nvCxnSpPr>
        <p:spPr>
          <a:xfrm xmlns:a="http://schemas.openxmlformats.org/drawingml/2006/main">
            <a:off x="35907098" y="16221008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C387A775-FDE9-4EE9-B1B4-E17ABD7D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982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18278590-7148-4AFD-B04A-598584B8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276" y="14017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3" name=""/>
          <p:cNvCxnSpPr>
            <a:stCxn xmlns:a="http://schemas.openxmlformats.org/drawingml/2006/main" id="958" idx="2"/>
            <a:endCxn xmlns:a="http://schemas.openxmlformats.org/drawingml/2006/main" id="959" idx="0"/>
          </p:cNvCxnSpPr>
          <p:nvPr/>
        </p:nvCxnSpPr>
        <p:spPr>
          <a:xfrm xmlns:a="http://schemas.openxmlformats.org/drawingml/2006/main" flipH="1">
            <a:off x="36151324" y="13825868"/>
            <a:ext cx="44706" cy="1914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186BBC32-0282-4028-ADFA-5ACBED83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1276" y="14017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26086DA8-4B01-4174-A1F7-D8572CB7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202" y="14235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6" name=""/>
          <p:cNvCxnSpPr>
            <a:stCxn xmlns:a="http://schemas.openxmlformats.org/drawingml/2006/main" id="961" idx="2"/>
            <a:endCxn xmlns:a="http://schemas.openxmlformats.org/drawingml/2006/main" id="962" idx="0"/>
          </p:cNvCxnSpPr>
          <p:nvPr/>
        </p:nvCxnSpPr>
        <p:spPr>
          <a:xfrm xmlns:a="http://schemas.openxmlformats.org/drawingml/2006/main" flipH="1">
            <a:off x="36100250" y="14017404"/>
            <a:ext cx="51074" cy="2184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88AB20A3-C19E-4FDC-A357-AA3A87A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202" y="14235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7B414094-3020-4D87-BCBA-5A4610B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506" y="144355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9" name=""/>
          <p:cNvCxnSpPr>
            <a:stCxn xmlns:a="http://schemas.openxmlformats.org/drawingml/2006/main" id="964" idx="2"/>
            <a:endCxn xmlns:a="http://schemas.openxmlformats.org/drawingml/2006/main" id="965" idx="0"/>
          </p:cNvCxnSpPr>
          <p:nvPr/>
        </p:nvCxnSpPr>
        <p:spPr>
          <a:xfrm xmlns:a="http://schemas.openxmlformats.org/drawingml/2006/main" flipH="1">
            <a:off x="36053554" y="14235943"/>
            <a:ext cx="46696" cy="1996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33950196-245C-4FD3-B4BB-A2CF71C6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3506" y="144355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9112488D-25F2-44E8-9236-FF91973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770" y="145441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2" name=""/>
          <p:cNvCxnSpPr>
            <a:stCxn xmlns:a="http://schemas.openxmlformats.org/drawingml/2006/main" id="967" idx="2"/>
            <a:endCxn xmlns:a="http://schemas.openxmlformats.org/drawingml/2006/main" id="968" idx="0"/>
          </p:cNvCxnSpPr>
          <p:nvPr/>
        </p:nvCxnSpPr>
        <p:spPr>
          <a:xfrm xmlns:a="http://schemas.openxmlformats.org/drawingml/2006/main" flipH="1">
            <a:off x="36027818" y="14435643"/>
            <a:ext cx="25736" cy="1085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801D0914-697D-4DCB-8244-9D0804C2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33022C37-D705-43EB-A3C9-908AA90F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5" name=""/>
          <p:cNvCxnSpPr>
            <a:stCxn xmlns:a="http://schemas.openxmlformats.org/drawingml/2006/main" id="970" idx="2"/>
            <a:endCxn xmlns:a="http://schemas.openxmlformats.org/drawingml/2006/main" id="971" idx="0"/>
          </p:cNvCxnSpPr>
          <p:nvPr/>
        </p:nvCxnSpPr>
        <p:spPr>
          <a:xfrm xmlns:a="http://schemas.openxmlformats.org/drawingml/2006/main">
            <a:off x="38613350" y="15616885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D956E419-30DD-49A4-A79C-78F3CC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58065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0A5A9C7C-EAEC-42BF-A763-5883A058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58" name=""/>
          <p:cNvCxnSpPr>
            <a:stCxn xmlns:a="http://schemas.openxmlformats.org/drawingml/2006/main" id="973" idx="2"/>
            <a:endCxn xmlns:a="http://schemas.openxmlformats.org/drawingml/2006/main" id="974" idx="0"/>
          </p:cNvCxnSpPr>
          <p:nvPr/>
        </p:nvCxnSpPr>
        <p:spPr>
          <a:xfrm xmlns:a="http://schemas.openxmlformats.org/drawingml/2006/main">
            <a:off x="38613350" y="15806694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555A25F6-C6D2-4730-B27D-CFD4A83E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022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8A7A8F81-9BB4-44FE-9D2F-1F7DAE8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1" name=""/>
          <p:cNvCxnSpPr>
            <a:stCxn xmlns:a="http://schemas.openxmlformats.org/drawingml/2006/main" id="976" idx="2"/>
            <a:endCxn xmlns:a="http://schemas.openxmlformats.org/drawingml/2006/main" id="977" idx="0"/>
          </p:cNvCxnSpPr>
          <p:nvPr/>
        </p:nvCxnSpPr>
        <p:spPr>
          <a:xfrm xmlns:a="http://schemas.openxmlformats.org/drawingml/2006/main">
            <a:off x="38613350" y="16023035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A861C89D-7BA6-4B8D-80DC-C116CC0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220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9B1D9A64-F666-4C7B-A622-4829CB50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3302" y="16335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4" name=""/>
          <p:cNvCxnSpPr>
            <a:stCxn xmlns:a="http://schemas.openxmlformats.org/drawingml/2006/main" id="979" idx="2"/>
            <a:endCxn xmlns:a="http://schemas.openxmlformats.org/drawingml/2006/main" id="980" idx="0"/>
          </p:cNvCxnSpPr>
          <p:nvPr/>
        </p:nvCxnSpPr>
        <p:spPr>
          <a:xfrm xmlns:a="http://schemas.openxmlformats.org/drawingml/2006/main">
            <a:off x="38613350" y="16221008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137AFECA-070D-4598-8677-967036E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4071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5F098ED9-D7DD-498D-9B04-E75C809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1381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7" name=""/>
          <p:cNvCxnSpPr>
            <a:stCxn xmlns:a="http://schemas.openxmlformats.org/drawingml/2006/main" id="982" idx="2"/>
            <a:endCxn xmlns:a="http://schemas.openxmlformats.org/drawingml/2006/main" id="983" idx="0"/>
          </p:cNvCxnSpPr>
          <p:nvPr/>
        </p:nvCxnSpPr>
        <p:spPr>
          <a:xfrm xmlns:a="http://schemas.openxmlformats.org/drawingml/2006/main" flipH="1">
            <a:off x="39411429" y="20989937"/>
            <a:ext cx="152690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17EEC767-CB4E-46AE-B64E-DED72AB3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1381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F257E2C3-00EF-46B0-BCE4-06170D5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70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0" name=""/>
          <p:cNvCxnSpPr>
            <a:stCxn xmlns:a="http://schemas.openxmlformats.org/drawingml/2006/main" id="985" idx="2"/>
            <a:endCxn xmlns:a="http://schemas.openxmlformats.org/drawingml/2006/main" id="986" idx="0"/>
          </p:cNvCxnSpPr>
          <p:nvPr/>
        </p:nvCxnSpPr>
        <p:spPr>
          <a:xfrm xmlns:a="http://schemas.openxmlformats.org/drawingml/2006/main" flipH="1">
            <a:off x="39236318" y="21188538"/>
            <a:ext cx="175111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1FA810BA-B336-4E3E-9045-560DBA34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6270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F39DE10C-D71A-409E-AF79-5781AF29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8273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3" name=""/>
          <p:cNvCxnSpPr>
            <a:stCxn xmlns:a="http://schemas.openxmlformats.org/drawingml/2006/main" id="988" idx="2"/>
            <a:endCxn xmlns:a="http://schemas.openxmlformats.org/drawingml/2006/main" id="989" idx="0"/>
          </p:cNvCxnSpPr>
          <p:nvPr/>
        </p:nvCxnSpPr>
        <p:spPr>
          <a:xfrm xmlns:a="http://schemas.openxmlformats.org/drawingml/2006/main" flipH="1">
            <a:off x="39078321" y="21416340"/>
            <a:ext cx="157997" cy="2052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CC63749F-182E-4300-9B95-1B207832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8273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9661507E-0560-44FC-B59F-CCF86A2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1280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6" name=""/>
          <p:cNvCxnSpPr>
            <a:stCxn xmlns:a="http://schemas.openxmlformats.org/drawingml/2006/main" id="991" idx="2"/>
            <a:endCxn xmlns:a="http://schemas.openxmlformats.org/drawingml/2006/main" id="992" idx="0"/>
          </p:cNvCxnSpPr>
          <p:nvPr/>
        </p:nvCxnSpPr>
        <p:spPr>
          <a:xfrm xmlns:a="http://schemas.openxmlformats.org/drawingml/2006/main" flipH="1">
            <a:off x="39011328" y="21621691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02A91D83-5A4F-4B12-BCA8-DE48CC1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8783" y="209898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51365F04-B35B-4A5A-9B5F-5C9160CD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1474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9" name=""/>
          <p:cNvCxnSpPr>
            <a:stCxn xmlns:a="http://schemas.openxmlformats.org/drawingml/2006/main" id="994" idx="2"/>
            <a:endCxn xmlns:a="http://schemas.openxmlformats.org/drawingml/2006/main" id="995" idx="0"/>
          </p:cNvCxnSpPr>
          <p:nvPr/>
        </p:nvCxnSpPr>
        <p:spPr>
          <a:xfrm xmlns:a="http://schemas.openxmlformats.org/drawingml/2006/main">
            <a:off x="40368831" y="20989937"/>
            <a:ext cx="152691" cy="198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49B50285-FA3D-4A19-9592-FD2F22CB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1474" y="211884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EEF65F7B-2FB1-41C4-82C9-F7E182F9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585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2" name=""/>
          <p:cNvCxnSpPr>
            <a:stCxn xmlns:a="http://schemas.openxmlformats.org/drawingml/2006/main" id="997" idx="2"/>
            <a:endCxn xmlns:a="http://schemas.openxmlformats.org/drawingml/2006/main" id="998" idx="0"/>
          </p:cNvCxnSpPr>
          <p:nvPr/>
        </p:nvCxnSpPr>
        <p:spPr>
          <a:xfrm xmlns:a="http://schemas.openxmlformats.org/drawingml/2006/main">
            <a:off x="40521521" y="21188538"/>
            <a:ext cx="175111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1C9795B7-F7E8-4C81-A3A9-9CC7096A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6585" y="21416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17945F8E-72B2-40EC-B004-B26875A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4582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5" name=""/>
          <p:cNvCxnSpPr>
            <a:stCxn xmlns:a="http://schemas.openxmlformats.org/drawingml/2006/main" id="1000" idx="2"/>
            <a:endCxn xmlns:a="http://schemas.openxmlformats.org/drawingml/2006/main" id="1001" idx="0"/>
          </p:cNvCxnSpPr>
          <p:nvPr/>
        </p:nvCxnSpPr>
        <p:spPr>
          <a:xfrm xmlns:a="http://schemas.openxmlformats.org/drawingml/2006/main">
            <a:off x="40696633" y="21416340"/>
            <a:ext cx="157997" cy="2052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F1F4B310-D0A6-4C53-A457-F237F610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4582" y="216215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EC209E90-0CBF-4E97-B8D8-6AC2B1F8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1575" y="21708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8" name=""/>
          <p:cNvCxnSpPr>
            <a:stCxn xmlns:a="http://schemas.openxmlformats.org/drawingml/2006/main" id="1003" idx="2"/>
            <a:endCxn xmlns:a="http://schemas.openxmlformats.org/drawingml/2006/main" id="1004" idx="0"/>
          </p:cNvCxnSpPr>
          <p:nvPr/>
        </p:nvCxnSpPr>
        <p:spPr>
          <a:xfrm xmlns:a="http://schemas.openxmlformats.org/drawingml/2006/main">
            <a:off x="40854630" y="21621691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D87F067B-F828-41FC-A4CD-93CB90E0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7197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DC2CC196-6C63-4309-B958-BCF43DC4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4506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1" name=""/>
          <p:cNvCxnSpPr>
            <a:stCxn xmlns:a="http://schemas.openxmlformats.org/drawingml/2006/main" id="1006" idx="2"/>
            <a:endCxn xmlns:a="http://schemas.openxmlformats.org/drawingml/2006/main" id="1007" idx="0"/>
          </p:cNvCxnSpPr>
          <p:nvPr/>
        </p:nvCxnSpPr>
        <p:spPr>
          <a:xfrm xmlns:a="http://schemas.openxmlformats.org/drawingml/2006/main" flipH="1">
            <a:off x="40764554" y="19198920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25A21FE2-34C8-41D3-8F69-47766D6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4506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50DC557F-1BC1-4B49-93AC-820DD83C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9396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4" name=""/>
          <p:cNvCxnSpPr>
            <a:stCxn xmlns:a="http://schemas.openxmlformats.org/drawingml/2006/main" id="1009" idx="2"/>
            <a:endCxn xmlns:a="http://schemas.openxmlformats.org/drawingml/2006/main" id="1010" idx="0"/>
          </p:cNvCxnSpPr>
          <p:nvPr/>
        </p:nvCxnSpPr>
        <p:spPr>
          <a:xfrm xmlns:a="http://schemas.openxmlformats.org/drawingml/2006/main" flipH="1">
            <a:off x="40589444" y="19397520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367A34C7-95A8-4F57-9A23-DE8132B0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9396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D1EB1F12-F51C-4481-A775-584F2FD1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399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7" name=""/>
          <p:cNvCxnSpPr>
            <a:stCxn xmlns:a="http://schemas.openxmlformats.org/drawingml/2006/main" id="1012" idx="2"/>
            <a:endCxn xmlns:a="http://schemas.openxmlformats.org/drawingml/2006/main" id="1013" idx="0"/>
          </p:cNvCxnSpPr>
          <p:nvPr/>
        </p:nvCxnSpPr>
        <p:spPr>
          <a:xfrm xmlns:a="http://schemas.openxmlformats.org/drawingml/2006/main" flipH="1">
            <a:off x="40431447" y="19625322"/>
            <a:ext cx="157997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60A270B1-5F91-4A5B-95C7-A26F9DFC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399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43C4574D-F70C-4AC2-A1E3-97106382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4406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0" name=""/>
          <p:cNvCxnSpPr>
            <a:stCxn xmlns:a="http://schemas.openxmlformats.org/drawingml/2006/main" id="1015" idx="2"/>
            <a:endCxn xmlns:a="http://schemas.openxmlformats.org/drawingml/2006/main" id="1016" idx="0"/>
          </p:cNvCxnSpPr>
          <p:nvPr/>
        </p:nvCxnSpPr>
        <p:spPr>
          <a:xfrm xmlns:a="http://schemas.openxmlformats.org/drawingml/2006/main" flipH="1">
            <a:off x="40364453" y="19830674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59A0B2D9-A1C2-4520-BA39-1B79D353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1909" y="19198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E8361688-F693-4EBF-BA45-D21BE117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4600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3" name=""/>
          <p:cNvCxnSpPr>
            <a:stCxn xmlns:a="http://schemas.openxmlformats.org/drawingml/2006/main" id="1018" idx="2"/>
            <a:endCxn xmlns:a="http://schemas.openxmlformats.org/drawingml/2006/main" id="1019" idx="0"/>
          </p:cNvCxnSpPr>
          <p:nvPr/>
        </p:nvCxnSpPr>
        <p:spPr>
          <a:xfrm xmlns:a="http://schemas.openxmlformats.org/drawingml/2006/main">
            <a:off x="41721957" y="19198920"/>
            <a:ext cx="152691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D38D730E-C08A-48AF-AB22-1E57CC5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4600" y="19397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3487210C-D043-4FC0-85D4-4F67A390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9710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6" name=""/>
          <p:cNvCxnSpPr>
            <a:stCxn xmlns:a="http://schemas.openxmlformats.org/drawingml/2006/main" id="1021" idx="2"/>
            <a:endCxn xmlns:a="http://schemas.openxmlformats.org/drawingml/2006/main" id="1022" idx="0"/>
          </p:cNvCxnSpPr>
          <p:nvPr/>
        </p:nvCxnSpPr>
        <p:spPr>
          <a:xfrm xmlns:a="http://schemas.openxmlformats.org/drawingml/2006/main">
            <a:off x="41874647" y="19397520"/>
            <a:ext cx="175110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34EC496E-67BB-40E8-AF1C-62B4E8CB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9710" y="19625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E5B07DC0-67B8-44B9-9874-EDE499EE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708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9" name=""/>
          <p:cNvCxnSpPr>
            <a:stCxn xmlns:a="http://schemas.openxmlformats.org/drawingml/2006/main" id="1024" idx="2"/>
            <a:endCxn xmlns:a="http://schemas.openxmlformats.org/drawingml/2006/main" id="1025" idx="0"/>
          </p:cNvCxnSpPr>
          <p:nvPr/>
        </p:nvCxnSpPr>
        <p:spPr>
          <a:xfrm xmlns:a="http://schemas.openxmlformats.org/drawingml/2006/main">
            <a:off x="42049758" y="19625322"/>
            <a:ext cx="157998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FF0BAE9D-8535-408D-8BAB-CD82B6C1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708" y="19830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D333052C-4F2F-42FD-B0E7-64388708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4701" y="19917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2" name=""/>
          <p:cNvCxnSpPr>
            <a:stCxn xmlns:a="http://schemas.openxmlformats.org/drawingml/2006/main" id="1027" idx="2"/>
            <a:endCxn xmlns:a="http://schemas.openxmlformats.org/drawingml/2006/main" id="1028" idx="0"/>
          </p:cNvCxnSpPr>
          <p:nvPr/>
        </p:nvCxnSpPr>
        <p:spPr>
          <a:xfrm xmlns:a="http://schemas.openxmlformats.org/drawingml/2006/main">
            <a:off x="42207756" y="19830674"/>
            <a:ext cx="66993" cy="865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26EA073E-B9C9-427B-BEB1-2A9ECA4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390EE8DB-1120-4596-B9CF-0841A7AD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5" name=""/>
          <p:cNvCxnSpPr>
            <a:stCxn xmlns:a="http://schemas.openxmlformats.org/drawingml/2006/main" id="1030" idx="2"/>
            <a:endCxn xmlns:a="http://schemas.openxmlformats.org/drawingml/2006/main" id="1031" idx="0"/>
          </p:cNvCxnSpPr>
          <p:nvPr/>
        </p:nvCxnSpPr>
        <p:spPr>
          <a:xfrm xmlns:a="http://schemas.openxmlformats.org/drawingml/2006/main">
            <a:off x="41319601" y="17407902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11F4B3C8-5643-402B-8BC7-31EAF1A6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597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EF00A580-AB23-4376-8B2C-49B32405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8" name=""/>
          <p:cNvCxnSpPr>
            <a:stCxn xmlns:a="http://schemas.openxmlformats.org/drawingml/2006/main" id="1033" idx="2"/>
            <a:endCxn xmlns:a="http://schemas.openxmlformats.org/drawingml/2006/main" id="1034" idx="0"/>
          </p:cNvCxnSpPr>
          <p:nvPr/>
        </p:nvCxnSpPr>
        <p:spPr>
          <a:xfrm xmlns:a="http://schemas.openxmlformats.org/drawingml/2006/main">
            <a:off x="41319601" y="17597711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C0AE2CEC-8483-4E64-AF45-AE699760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78139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D805BFC0-0990-4816-88A3-4F11D1FD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1" name=""/>
          <p:cNvCxnSpPr>
            <a:stCxn xmlns:a="http://schemas.openxmlformats.org/drawingml/2006/main" id="1036" idx="2"/>
            <a:endCxn xmlns:a="http://schemas.openxmlformats.org/drawingml/2006/main" id="1037" idx="0"/>
          </p:cNvCxnSpPr>
          <p:nvPr/>
        </p:nvCxnSpPr>
        <p:spPr>
          <a:xfrm xmlns:a="http://schemas.openxmlformats.org/drawingml/2006/main">
            <a:off x="41319601" y="17814053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B03664F8-AE1B-4793-8623-B05F2F8D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8011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62192DC3-0C57-426C-ADC2-26143BE2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9553" y="18126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4" name=""/>
          <p:cNvCxnSpPr>
            <a:stCxn xmlns:a="http://schemas.openxmlformats.org/drawingml/2006/main" id="1039" idx="2"/>
            <a:endCxn xmlns:a="http://schemas.openxmlformats.org/drawingml/2006/main" id="1040" idx="0"/>
          </p:cNvCxnSpPr>
          <p:nvPr/>
        </p:nvCxnSpPr>
        <p:spPr>
          <a:xfrm xmlns:a="http://schemas.openxmlformats.org/drawingml/2006/main">
            <a:off x="41319601" y="18012025"/>
            <a:ext cx="0" cy="1141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75E63ED9-B775-4CFB-A478-9CF710D5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132" y="17407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B3D4634F-DC6D-466E-9608-8DF83F6D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3178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7" name=""/>
          <p:cNvCxnSpPr>
            <a:stCxn xmlns:a="http://schemas.openxmlformats.org/drawingml/2006/main" id="1042" idx="3"/>
            <a:endCxn xmlns:a="http://schemas.openxmlformats.org/drawingml/2006/main" id="1043" idx="1"/>
          </p:cNvCxnSpPr>
          <p:nvPr/>
        </p:nvCxnSpPr>
        <p:spPr>
          <a:xfrm xmlns:a="http://schemas.openxmlformats.org/drawingml/2006/main">
            <a:off x="42124227" y="17407855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4EDA5A28-EE71-4540-95B2-BA2D105F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3178" y="176152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50581980-F515-4CF2-AD44-A13CCE0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1043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0" name=""/>
          <p:cNvCxnSpPr>
            <a:stCxn xmlns:a="http://schemas.openxmlformats.org/drawingml/2006/main" id="1045" idx="3"/>
            <a:endCxn xmlns:a="http://schemas.openxmlformats.org/drawingml/2006/main" id="1046" idx="1"/>
          </p:cNvCxnSpPr>
          <p:nvPr/>
        </p:nvCxnSpPr>
        <p:spPr>
          <a:xfrm xmlns:a="http://schemas.openxmlformats.org/drawingml/2006/main">
            <a:off x="42443273" y="17615248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2ACD275C-1658-46F8-A976-F818E8DF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1043" y="17854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F0A55069-182C-4EBB-A7C5-2789E5F9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7783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3" name=""/>
          <p:cNvCxnSpPr>
            <a:stCxn xmlns:a="http://schemas.openxmlformats.org/drawingml/2006/main" id="1048" idx="3"/>
            <a:endCxn xmlns:a="http://schemas.openxmlformats.org/drawingml/2006/main" id="1049" idx="1"/>
          </p:cNvCxnSpPr>
          <p:nvPr/>
        </p:nvCxnSpPr>
        <p:spPr>
          <a:xfrm xmlns:a="http://schemas.openxmlformats.org/drawingml/2006/main">
            <a:off x="42811138" y="17854511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1325C269-F621-49E8-88D1-7495DAC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37783" y="18066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4924C26C-6C40-4ACC-8F83-98EC1B2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542" y="18123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6" name=""/>
          <p:cNvCxnSpPr>
            <a:stCxn xmlns:a="http://schemas.openxmlformats.org/drawingml/2006/main" id="1051" idx="3"/>
            <a:endCxn xmlns:a="http://schemas.openxmlformats.org/drawingml/2006/main" id="1052" idx="1"/>
          </p:cNvCxnSpPr>
          <p:nvPr/>
        </p:nvCxnSpPr>
        <p:spPr>
          <a:xfrm xmlns:a="http://schemas.openxmlformats.org/drawingml/2006/main">
            <a:off x="43137878" y="18066927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CD06FFB9-27ED-4F8B-A741-01D7586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7881" y="156167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61433825-D542-4C78-958D-13853430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6927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9" name=""/>
          <p:cNvCxnSpPr>
            <a:stCxn xmlns:a="http://schemas.openxmlformats.org/drawingml/2006/main" id="1054" idx="3"/>
            <a:endCxn xmlns:a="http://schemas.openxmlformats.org/drawingml/2006/main" id="1055" idx="1"/>
          </p:cNvCxnSpPr>
          <p:nvPr/>
        </p:nvCxnSpPr>
        <p:spPr>
          <a:xfrm xmlns:a="http://schemas.openxmlformats.org/drawingml/2006/main">
            <a:off x="39417976" y="15616838"/>
            <a:ext cx="318951" cy="2073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8047562C-F520-4C57-B1F1-A72DD91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6927" y="158241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37C428CF-89E5-45B5-83F0-D5A48AA7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79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2" name=""/>
          <p:cNvCxnSpPr>
            <a:stCxn xmlns:a="http://schemas.openxmlformats.org/drawingml/2006/main" id="1057" idx="3"/>
            <a:endCxn xmlns:a="http://schemas.openxmlformats.org/drawingml/2006/main" id="1058" idx="1"/>
          </p:cNvCxnSpPr>
          <p:nvPr/>
        </p:nvCxnSpPr>
        <p:spPr>
          <a:xfrm xmlns:a="http://schemas.openxmlformats.org/drawingml/2006/main">
            <a:off x="39737022" y="15824231"/>
            <a:ext cx="367769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2B6B109E-25D1-4E25-B566-C5022344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4791" y="160634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C30FB0A9-D732-4CFB-AAFC-512FB102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53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5" name=""/>
          <p:cNvCxnSpPr>
            <a:stCxn xmlns:a="http://schemas.openxmlformats.org/drawingml/2006/main" id="1060" idx="3"/>
            <a:endCxn xmlns:a="http://schemas.openxmlformats.org/drawingml/2006/main" id="1061" idx="1"/>
          </p:cNvCxnSpPr>
          <p:nvPr/>
        </p:nvCxnSpPr>
        <p:spPr>
          <a:xfrm xmlns:a="http://schemas.openxmlformats.org/drawingml/2006/main">
            <a:off x="40104886" y="16063494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6168A4A7-F5DB-4C2B-9199-687981ED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1531" y="16275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0B7E089C-0299-4F3B-AF5C-DC153363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8290" y="163320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8" name=""/>
          <p:cNvCxnSpPr>
            <a:stCxn xmlns:a="http://schemas.openxmlformats.org/drawingml/2006/main" id="1063" idx="3"/>
            <a:endCxn xmlns:a="http://schemas.openxmlformats.org/drawingml/2006/main" id="1064" idx="1"/>
          </p:cNvCxnSpPr>
          <p:nvPr/>
        </p:nvCxnSpPr>
        <p:spPr>
          <a:xfrm xmlns:a="http://schemas.openxmlformats.org/drawingml/2006/main">
            <a:off x="40431626" y="16275910"/>
            <a:ext cx="86664" cy="5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C70CCE22-BA96-4CA8-906C-A2F2E911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00694" y="13825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60D0A861-5ED6-42AC-AA9B-A77F1992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799" y="140314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1" name=""/>
          <p:cNvCxnSpPr>
            <a:stCxn xmlns:a="http://schemas.openxmlformats.org/drawingml/2006/main" id="1066" idx="3"/>
            <a:endCxn xmlns:a="http://schemas.openxmlformats.org/drawingml/2006/main" id="1067" idx="1"/>
          </p:cNvCxnSpPr>
          <p:nvPr/>
        </p:nvCxnSpPr>
        <p:spPr>
          <a:xfrm xmlns:a="http://schemas.openxmlformats.org/drawingml/2006/main">
            <a:off x="37000789" y="13825821"/>
            <a:ext cx="268010" cy="205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9C909027-5D1A-4F9D-9ACB-6150F1C3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8799" y="140314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99717BC8-9BF0-40D8-88ED-37B14222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7763" y="142683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4" name=""/>
          <p:cNvCxnSpPr>
            <a:stCxn xmlns:a="http://schemas.openxmlformats.org/drawingml/2006/main" id="1069" idx="3"/>
            <a:endCxn xmlns:a="http://schemas.openxmlformats.org/drawingml/2006/main" id="1070" idx="1"/>
          </p:cNvCxnSpPr>
          <p:nvPr/>
        </p:nvCxnSpPr>
        <p:spPr>
          <a:xfrm xmlns:a="http://schemas.openxmlformats.org/drawingml/2006/main">
            <a:off x="37268894" y="14031487"/>
            <a:ext cx="308869" cy="2369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077EC136-05EC-4C5C-9CC9-5427EDD1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7763" y="142683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D3E8CEB4-2904-40A3-9A75-9173EC2A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3163" y="14479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7" name=""/>
          <p:cNvCxnSpPr>
            <a:stCxn xmlns:a="http://schemas.openxmlformats.org/drawingml/2006/main" id="1072" idx="3"/>
            <a:endCxn xmlns:a="http://schemas.openxmlformats.org/drawingml/2006/main" id="1073" idx="1"/>
          </p:cNvCxnSpPr>
          <p:nvPr/>
        </p:nvCxnSpPr>
        <p:spPr>
          <a:xfrm xmlns:a="http://schemas.openxmlformats.org/drawingml/2006/main">
            <a:off x="37577858" y="14268394"/>
            <a:ext cx="275305" cy="2110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649774C5-051D-4507-B017-FAE1E84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3163" y="14479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6AB696B5-945E-48F2-986C-B5D134DD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4086" y="14541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0" name=""/>
          <p:cNvCxnSpPr>
            <a:stCxn xmlns:a="http://schemas.openxmlformats.org/drawingml/2006/main" id="1075" idx="3"/>
            <a:endCxn xmlns:a="http://schemas.openxmlformats.org/drawingml/2006/main" id="1076" idx="1"/>
          </p:cNvCxnSpPr>
          <p:nvPr/>
        </p:nvCxnSpPr>
        <p:spPr>
          <a:xfrm xmlns:a="http://schemas.openxmlformats.org/drawingml/2006/main">
            <a:off x="37853258" y="14479398"/>
            <a:ext cx="80828" cy="61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5BEE4A3C-C645-446D-B90F-F0CD83A0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034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50E603D4-8E74-4445-8966-27C64104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3" name=""/>
          <p:cNvCxnSpPr>
            <a:stCxn xmlns:a="http://schemas.openxmlformats.org/drawingml/2006/main" id="1078" idx="2"/>
            <a:endCxn xmlns:a="http://schemas.openxmlformats.org/drawingml/2006/main" id="1079" idx="0"/>
          </p:cNvCxnSpPr>
          <p:nvPr/>
        </p:nvCxnSpPr>
        <p:spPr>
          <a:xfrm xmlns:a="http://schemas.openxmlformats.org/drawingml/2006/main">
            <a:off x="36318342" y="12034851"/>
            <a:ext cx="0" cy="1897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DDC56806-FCBA-42C3-A81F-94E5EE4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2245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552F4DF7-07EF-455E-98EB-5448D00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6" name=""/>
          <p:cNvCxnSpPr>
            <a:stCxn xmlns:a="http://schemas.openxmlformats.org/drawingml/2006/main" id="1081" idx="2"/>
            <a:endCxn xmlns:a="http://schemas.openxmlformats.org/drawingml/2006/main" id="1082" idx="0"/>
          </p:cNvCxnSpPr>
          <p:nvPr/>
        </p:nvCxnSpPr>
        <p:spPr>
          <a:xfrm xmlns:a="http://schemas.openxmlformats.org/drawingml/2006/main">
            <a:off x="36318342" y="12224660"/>
            <a:ext cx="0" cy="2162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CFAB9D6B-A3BA-4644-B039-B8A645BF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440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3491877C-BDA7-4881-8CC0-3A177B6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9" name=""/>
          <p:cNvCxnSpPr>
            <a:stCxn xmlns:a="http://schemas.openxmlformats.org/drawingml/2006/main" id="1084" idx="2"/>
            <a:endCxn xmlns:a="http://schemas.openxmlformats.org/drawingml/2006/main" id="1085" idx="0"/>
          </p:cNvCxnSpPr>
          <p:nvPr/>
        </p:nvCxnSpPr>
        <p:spPr>
          <a:xfrm xmlns:a="http://schemas.openxmlformats.org/drawingml/2006/main">
            <a:off x="36318342" y="12441001"/>
            <a:ext cx="0" cy="1978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637173A5-1DF3-411A-B18D-A18A679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63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FBD29983-B9A0-484E-9914-7BCCA8AC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2753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2" name=""/>
          <p:cNvCxnSpPr>
            <a:stCxn xmlns:a="http://schemas.openxmlformats.org/drawingml/2006/main" id="1087" idx="2"/>
            <a:endCxn xmlns:a="http://schemas.openxmlformats.org/drawingml/2006/main" id="1088" idx="0"/>
          </p:cNvCxnSpPr>
          <p:nvPr/>
        </p:nvCxnSpPr>
        <p:spPr>
          <a:xfrm xmlns:a="http://schemas.openxmlformats.org/drawingml/2006/main">
            <a:off x="36318342" y="12638974"/>
            <a:ext cx="0" cy="114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6E16F889-FFE8-4C21-9AC5-26CF5648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4352" y="120320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1" name="">
            <a:extLst xmlns:a="http://schemas.openxmlformats.org/drawingml/2006/main">
              <a:ext uri="{FF2B5EF4-FFF2-40B4-BE49-F238E27FC236}">
                <a16:creationId xmlns:a16="http://schemas.microsoft.com/office/drawing/2014/main" id="{593DE653-C87F-423D-890B-8A1A19FC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513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5" name=""/>
          <p:cNvCxnSpPr>
            <a:stCxn xmlns:a="http://schemas.openxmlformats.org/drawingml/2006/main" id="1090" idx="3"/>
            <a:endCxn xmlns:a="http://schemas.openxmlformats.org/drawingml/2006/main" id="1091" idx="1"/>
          </p:cNvCxnSpPr>
          <p:nvPr/>
        </p:nvCxnSpPr>
        <p:spPr>
          <a:xfrm xmlns:a="http://schemas.openxmlformats.org/drawingml/2006/main">
            <a:off x="36884447" y="12032135"/>
            <a:ext cx="370688" cy="3408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CF98741F-41A9-47D4-AB98-19A5750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55135" y="12372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0DDB157A-EEF3-4895-86F4-B5AEA057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420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78" name=""/>
          <p:cNvCxnSpPr>
            <a:stCxn xmlns:a="http://schemas.openxmlformats.org/drawingml/2006/main" id="1093" idx="3"/>
            <a:endCxn xmlns:a="http://schemas.openxmlformats.org/drawingml/2006/main" id="1094" idx="1"/>
          </p:cNvCxnSpPr>
          <p:nvPr/>
        </p:nvCxnSpPr>
        <p:spPr>
          <a:xfrm xmlns:a="http://schemas.openxmlformats.org/drawingml/2006/main">
            <a:off x="37255230" y="12372974"/>
            <a:ext cx="416190" cy="3827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0813ECB2-F649-433C-9D66-66829843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420" y="127556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74DDE22E-0965-4EEF-9B19-5AC357FE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817" y="13753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1" name=""/>
          <p:cNvCxnSpPr>
            <a:stCxn xmlns:a="http://schemas.openxmlformats.org/drawingml/2006/main" id="1096" idx="2"/>
            <a:endCxn xmlns:a="http://schemas.openxmlformats.org/drawingml/2006/main" id="1097" idx="0"/>
          </p:cNvCxnSpPr>
          <p:nvPr/>
        </p:nvCxnSpPr>
        <p:spPr>
          <a:xfrm xmlns:a="http://schemas.openxmlformats.org/drawingml/2006/main">
            <a:off x="37671468" y="12755779"/>
            <a:ext cx="407397" cy="9974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9" name="">
            <a:extLst xmlns:a="http://schemas.openxmlformats.org/drawingml/2006/main">
              <a:ext uri="{FF2B5EF4-FFF2-40B4-BE49-F238E27FC236}">
                <a16:creationId xmlns:a16="http://schemas.microsoft.com/office/drawing/2014/main" id="{333D1C47-5E29-4B82-97C0-5D4AC764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78817" y="137532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0" name="">
            <a:extLst xmlns:a="http://schemas.openxmlformats.org/drawingml/2006/main">
              <a:ext uri="{FF2B5EF4-FFF2-40B4-BE49-F238E27FC236}">
                <a16:creationId xmlns:a16="http://schemas.microsoft.com/office/drawing/2014/main" id="{C72F22E9-A1EE-418A-A87E-7B3E5BBA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667" y="14436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4" name=""/>
          <p:cNvCxnSpPr>
            <a:stCxn xmlns:a="http://schemas.openxmlformats.org/drawingml/2006/main" id="1099" idx="2"/>
            <a:endCxn xmlns:a="http://schemas.openxmlformats.org/drawingml/2006/main" id="1100" idx="0"/>
          </p:cNvCxnSpPr>
          <p:nvPr/>
        </p:nvCxnSpPr>
        <p:spPr>
          <a:xfrm xmlns:a="http://schemas.openxmlformats.org/drawingml/2006/main">
            <a:off x="38078865" y="13753336"/>
            <a:ext cx="278850" cy="6829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02" name="">
            <a:extLst xmlns:a="http://schemas.openxmlformats.org/drawingml/2006/main">
              <a:ext uri="{FF2B5EF4-FFF2-40B4-BE49-F238E27FC236}">
                <a16:creationId xmlns:a16="http://schemas.microsoft.com/office/drawing/2014/main" id="{EE87F698-AACE-458B-9A46-4984DD90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667" y="14436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3" name="">
            <a:extLst xmlns:a="http://schemas.openxmlformats.org/drawingml/2006/main">
              <a:ext uri="{FF2B5EF4-FFF2-40B4-BE49-F238E27FC236}">
                <a16:creationId xmlns:a16="http://schemas.microsoft.com/office/drawing/2014/main" id="{C1B2B87E-37E2-4393-BE10-6AAD45D2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9720" y="145388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7" name=""/>
          <p:cNvCxnSpPr>
            <a:stCxn xmlns:a="http://schemas.openxmlformats.org/drawingml/2006/main" id="1102" idx="2"/>
            <a:endCxn xmlns:a="http://schemas.openxmlformats.org/drawingml/2006/main" id="1103" idx="0"/>
          </p:cNvCxnSpPr>
          <p:nvPr/>
        </p:nvCxnSpPr>
        <p:spPr>
          <a:xfrm xmlns:a="http://schemas.openxmlformats.org/drawingml/2006/main">
            <a:off x="38357715" y="14436428"/>
            <a:ext cx="42053" cy="1024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05" name="">
            <a:extLst xmlns:a="http://schemas.openxmlformats.org/drawingml/2006/main">
              <a:ext uri="{FF2B5EF4-FFF2-40B4-BE49-F238E27FC236}">
                <a16:creationId xmlns:a16="http://schemas.microsoft.com/office/drawing/2014/main" id="{483DEB04-E499-41E0-8FB1-201101ED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6" name="">
            <a:extLst xmlns:a="http://schemas.openxmlformats.org/drawingml/2006/main">
              <a:ext uri="{FF2B5EF4-FFF2-40B4-BE49-F238E27FC236}">
                <a16:creationId xmlns:a16="http://schemas.microsoft.com/office/drawing/2014/main" id="{C49C2C85-C11F-4E09-A23A-5E45ACAE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0" name=""/>
          <p:cNvCxnSpPr>
            <a:stCxn xmlns:a="http://schemas.openxmlformats.org/drawingml/2006/main" id="1105" idx="2"/>
            <a:endCxn xmlns:a="http://schemas.openxmlformats.org/drawingml/2006/main" id="1106" idx="0"/>
          </p:cNvCxnSpPr>
          <p:nvPr/>
        </p:nvCxnSpPr>
        <p:spPr>
          <a:xfrm xmlns:a="http://schemas.openxmlformats.org/drawingml/2006/main">
            <a:off x="36318342" y="10243834"/>
            <a:ext cx="0" cy="189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83777E81-3FE6-4FF7-891A-0C75801A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4335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9" name="">
            <a:extLst xmlns:a="http://schemas.openxmlformats.org/drawingml/2006/main">
              <a:ext uri="{FF2B5EF4-FFF2-40B4-BE49-F238E27FC236}">
                <a16:creationId xmlns:a16="http://schemas.microsoft.com/office/drawing/2014/main" id="{33378A08-BB6C-48AE-A3B1-677D421B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3" name=""/>
          <p:cNvCxnSpPr>
            <a:stCxn xmlns:a="http://schemas.openxmlformats.org/drawingml/2006/main" id="1108" idx="2"/>
            <a:endCxn xmlns:a="http://schemas.openxmlformats.org/drawingml/2006/main" id="1109" idx="0"/>
          </p:cNvCxnSpPr>
          <p:nvPr/>
        </p:nvCxnSpPr>
        <p:spPr>
          <a:xfrm xmlns:a="http://schemas.openxmlformats.org/drawingml/2006/main">
            <a:off x="36318342" y="10433642"/>
            <a:ext cx="0" cy="216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11" name="">
            <a:extLst xmlns:a="http://schemas.openxmlformats.org/drawingml/2006/main">
              <a:ext uri="{FF2B5EF4-FFF2-40B4-BE49-F238E27FC236}">
                <a16:creationId xmlns:a16="http://schemas.microsoft.com/office/drawing/2014/main" id="{F5C1C7E5-F0EB-47B0-8AB7-AB19B261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6498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9866D445-E36F-478C-859A-C29DBA7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6" name=""/>
          <p:cNvCxnSpPr>
            <a:stCxn xmlns:a="http://schemas.openxmlformats.org/drawingml/2006/main" id="1111" idx="2"/>
            <a:endCxn xmlns:a="http://schemas.openxmlformats.org/drawingml/2006/main" id="1112" idx="0"/>
          </p:cNvCxnSpPr>
          <p:nvPr/>
        </p:nvCxnSpPr>
        <p:spPr>
          <a:xfrm xmlns:a="http://schemas.openxmlformats.org/drawingml/2006/main">
            <a:off x="36318342" y="10649984"/>
            <a:ext cx="0" cy="1978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14" name="">
            <a:extLst xmlns:a="http://schemas.openxmlformats.org/drawingml/2006/main">
              <a:ext uri="{FF2B5EF4-FFF2-40B4-BE49-F238E27FC236}">
                <a16:creationId xmlns:a16="http://schemas.microsoft.com/office/drawing/2014/main" id="{A1B63854-2D83-4B54-B8AC-89446F6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8478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5" name="">
            <a:extLst xmlns:a="http://schemas.openxmlformats.org/drawingml/2006/main">
              <a:ext uri="{FF2B5EF4-FFF2-40B4-BE49-F238E27FC236}">
                <a16:creationId xmlns:a16="http://schemas.microsoft.com/office/drawing/2014/main" id="{57ACFB42-AAC6-43F0-BA9A-7344A5C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8294" y="109615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99" name=""/>
          <p:cNvCxnSpPr>
            <a:stCxn xmlns:a="http://schemas.openxmlformats.org/drawingml/2006/main" id="1114" idx="2"/>
            <a:endCxn xmlns:a="http://schemas.openxmlformats.org/drawingml/2006/main" id="1115" idx="0"/>
          </p:cNvCxnSpPr>
          <p:nvPr/>
        </p:nvCxnSpPr>
        <p:spPr>
          <a:xfrm xmlns:a="http://schemas.openxmlformats.org/drawingml/2006/main">
            <a:off x="36318342" y="10847956"/>
            <a:ext cx="0" cy="113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17" name="">
            <a:extLst xmlns:a="http://schemas.openxmlformats.org/drawingml/2006/main">
              <a:ext uri="{FF2B5EF4-FFF2-40B4-BE49-F238E27FC236}">
                <a16:creationId xmlns:a16="http://schemas.microsoft.com/office/drawing/2014/main" id="{5C1B6D99-A35B-4299-A567-6404A814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2874" y="102437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8" name="">
            <a:extLst xmlns:a="http://schemas.openxmlformats.org/drawingml/2006/main">
              <a:ext uri="{FF2B5EF4-FFF2-40B4-BE49-F238E27FC236}">
                <a16:creationId xmlns:a16="http://schemas.microsoft.com/office/drawing/2014/main" id="{79C9BBA4-32E6-463B-A626-025DFC2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191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2" name=""/>
          <p:cNvCxnSpPr>
            <a:stCxn xmlns:a="http://schemas.openxmlformats.org/drawingml/2006/main" id="1117" idx="3"/>
            <a:endCxn xmlns:a="http://schemas.openxmlformats.org/drawingml/2006/main" id="1118" idx="1"/>
          </p:cNvCxnSpPr>
          <p:nvPr/>
        </p:nvCxnSpPr>
        <p:spPr>
          <a:xfrm xmlns:a="http://schemas.openxmlformats.org/drawingml/2006/main">
            <a:off x="37122969" y="10243787"/>
            <a:ext cx="318950" cy="2073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0" name="">
            <a:extLst xmlns:a="http://schemas.openxmlformats.org/drawingml/2006/main">
              <a:ext uri="{FF2B5EF4-FFF2-40B4-BE49-F238E27FC236}">
                <a16:creationId xmlns:a16="http://schemas.microsoft.com/office/drawing/2014/main" id="{FDC8298F-AA77-48A7-8699-6211F549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1919" y="104511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1" name="">
            <a:extLst xmlns:a="http://schemas.openxmlformats.org/drawingml/2006/main">
              <a:ext uri="{FF2B5EF4-FFF2-40B4-BE49-F238E27FC236}">
                <a16:creationId xmlns:a16="http://schemas.microsoft.com/office/drawing/2014/main" id="{B8A69F98-BC1C-484E-9399-F18EEFD5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78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5" name=""/>
          <p:cNvCxnSpPr>
            <a:stCxn xmlns:a="http://schemas.openxmlformats.org/drawingml/2006/main" id="1120" idx="3"/>
            <a:endCxn xmlns:a="http://schemas.openxmlformats.org/drawingml/2006/main" id="1121" idx="1"/>
          </p:cNvCxnSpPr>
          <p:nvPr/>
        </p:nvCxnSpPr>
        <p:spPr>
          <a:xfrm xmlns:a="http://schemas.openxmlformats.org/drawingml/2006/main">
            <a:off x="37442014" y="10451179"/>
            <a:ext cx="367770" cy="2392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3" name="">
            <a:extLst xmlns:a="http://schemas.openxmlformats.org/drawingml/2006/main">
              <a:ext uri="{FF2B5EF4-FFF2-40B4-BE49-F238E27FC236}">
                <a16:creationId xmlns:a16="http://schemas.microsoft.com/office/drawing/2014/main" id="{886C6503-69B5-45A1-877E-BEBEFB3A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9784" y="106903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4" name="">
            <a:extLst xmlns:a="http://schemas.openxmlformats.org/drawingml/2006/main">
              <a:ext uri="{FF2B5EF4-FFF2-40B4-BE49-F238E27FC236}">
                <a16:creationId xmlns:a16="http://schemas.microsoft.com/office/drawing/2014/main" id="{A55D256C-1B3C-4C19-978F-254242F3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652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8" name=""/>
          <p:cNvCxnSpPr>
            <a:stCxn xmlns:a="http://schemas.openxmlformats.org/drawingml/2006/main" id="1123" idx="3"/>
            <a:endCxn xmlns:a="http://schemas.openxmlformats.org/drawingml/2006/main" id="1124" idx="1"/>
          </p:cNvCxnSpPr>
          <p:nvPr/>
        </p:nvCxnSpPr>
        <p:spPr>
          <a:xfrm xmlns:a="http://schemas.openxmlformats.org/drawingml/2006/main">
            <a:off x="37809879" y="10690442"/>
            <a:ext cx="326645" cy="2124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6" name="">
            <a:extLst xmlns:a="http://schemas.openxmlformats.org/drawingml/2006/main">
              <a:ext uri="{FF2B5EF4-FFF2-40B4-BE49-F238E27FC236}">
                <a16:creationId xmlns:a16="http://schemas.microsoft.com/office/drawing/2014/main" id="{932880AD-111C-461E-ABD0-71B046FA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6524" y="109028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7" name="">
            <a:extLst xmlns:a="http://schemas.openxmlformats.org/drawingml/2006/main">
              <a:ext uri="{FF2B5EF4-FFF2-40B4-BE49-F238E27FC236}">
                <a16:creationId xmlns:a16="http://schemas.microsoft.com/office/drawing/2014/main" id="{BA2B6C12-3920-4679-B9DC-19820B4E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3283" y="109583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1" name=""/>
          <p:cNvCxnSpPr>
            <a:stCxn xmlns:a="http://schemas.openxmlformats.org/drawingml/2006/main" id="1126" idx="3"/>
            <a:endCxn xmlns:a="http://schemas.openxmlformats.org/drawingml/2006/main" id="1127" idx="1"/>
          </p:cNvCxnSpPr>
          <p:nvPr/>
        </p:nvCxnSpPr>
        <p:spPr>
          <a:xfrm xmlns:a="http://schemas.openxmlformats.org/drawingml/2006/main">
            <a:off x="38136619" y="10902858"/>
            <a:ext cx="86664" cy="55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29" name="">
            <a:extLst xmlns:a="http://schemas.openxmlformats.org/drawingml/2006/main">
              <a:ext uri="{FF2B5EF4-FFF2-40B4-BE49-F238E27FC236}">
                <a16:creationId xmlns:a16="http://schemas.microsoft.com/office/drawing/2014/main" id="{82549962-7ABB-4893-AEC4-6C79E17B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153" y="8413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0" name="">
            <a:extLst xmlns:a="http://schemas.openxmlformats.org/drawingml/2006/main">
              <a:ext uri="{FF2B5EF4-FFF2-40B4-BE49-F238E27FC236}">
                <a16:creationId xmlns:a16="http://schemas.microsoft.com/office/drawing/2014/main" id="{99588C4E-62F5-4DD4-A4F2-7428E842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8349" y="8433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4" name=""/>
          <p:cNvCxnSpPr>
            <a:stCxn xmlns:a="http://schemas.openxmlformats.org/drawingml/2006/main" id="1129" idx="3"/>
            <a:endCxn xmlns:a="http://schemas.openxmlformats.org/drawingml/2006/main" id="1130" idx="1"/>
          </p:cNvCxnSpPr>
          <p:nvPr/>
        </p:nvCxnSpPr>
        <p:spPr>
          <a:xfrm xmlns:a="http://schemas.openxmlformats.org/drawingml/2006/main">
            <a:off x="24785248" y="8413049"/>
            <a:ext cx="53101" cy="202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32" name="">
            <a:extLst xmlns:a="http://schemas.openxmlformats.org/drawingml/2006/main">
              <a:ext uri="{FF2B5EF4-FFF2-40B4-BE49-F238E27FC236}">
                <a16:creationId xmlns:a16="http://schemas.microsoft.com/office/drawing/2014/main" id="{E76E0DE3-FF8E-470F-8315-E4B6214D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38349" y="8433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3" name="">
            <a:extLst xmlns:a="http://schemas.openxmlformats.org/drawingml/2006/main">
              <a:ext uri="{FF2B5EF4-FFF2-40B4-BE49-F238E27FC236}">
                <a16:creationId xmlns:a16="http://schemas.microsoft.com/office/drawing/2014/main" id="{E41BF654-7F7A-4104-BCA6-F7109138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90" y="8445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7" name=""/>
          <p:cNvCxnSpPr>
            <a:stCxn xmlns:a="http://schemas.openxmlformats.org/drawingml/2006/main" id="1132" idx="3"/>
            <a:endCxn xmlns:a="http://schemas.openxmlformats.org/drawingml/2006/main" id="1133" idx="1"/>
          </p:cNvCxnSpPr>
          <p:nvPr/>
        </p:nvCxnSpPr>
        <p:spPr>
          <a:xfrm xmlns:a="http://schemas.openxmlformats.org/drawingml/2006/main">
            <a:off x="24838444" y="8433302"/>
            <a:ext cx="31346" cy="119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35" name="">
            <a:extLst xmlns:a="http://schemas.openxmlformats.org/drawingml/2006/main">
              <a:ext uri="{FF2B5EF4-FFF2-40B4-BE49-F238E27FC236}">
                <a16:creationId xmlns:a16="http://schemas.microsoft.com/office/drawing/2014/main" id="{C7B7370E-9415-445A-864E-CE4CE473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9790" y="8445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6" name="">
            <a:extLst xmlns:a="http://schemas.openxmlformats.org/drawingml/2006/main">
              <a:ext uri="{FF2B5EF4-FFF2-40B4-BE49-F238E27FC236}">
                <a16:creationId xmlns:a16="http://schemas.microsoft.com/office/drawing/2014/main" id="{109C7FC2-0AF9-4168-8EED-1C97758C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799" y="92107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0" name=""/>
          <p:cNvCxnSpPr>
            <a:stCxn xmlns:a="http://schemas.openxmlformats.org/drawingml/2006/main" id="1135" idx="3"/>
            <a:endCxn xmlns:a="http://schemas.openxmlformats.org/drawingml/2006/main" id="1136" idx="1"/>
          </p:cNvCxnSpPr>
          <p:nvPr/>
        </p:nvCxnSpPr>
        <p:spPr>
          <a:xfrm xmlns:a="http://schemas.openxmlformats.org/drawingml/2006/main">
            <a:off x="24869885" y="8445233"/>
            <a:ext cx="7044914" cy="7655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38" name="">
            <a:extLst xmlns:a="http://schemas.openxmlformats.org/drawingml/2006/main">
              <a:ext uri="{FF2B5EF4-FFF2-40B4-BE49-F238E27FC236}">
                <a16:creationId xmlns:a16="http://schemas.microsoft.com/office/drawing/2014/main" id="{F9CA74CE-2AFA-4041-8436-539E3AE4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4799" y="92107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9" name="">
            <a:extLst xmlns:a="http://schemas.openxmlformats.org/drawingml/2006/main">
              <a:ext uri="{FF2B5EF4-FFF2-40B4-BE49-F238E27FC236}">
                <a16:creationId xmlns:a16="http://schemas.microsoft.com/office/drawing/2014/main" id="{E49AB02A-2C13-481E-A92E-2FD4C23F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1903" y="9540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3" name=""/>
          <p:cNvCxnSpPr>
            <a:stCxn xmlns:a="http://schemas.openxmlformats.org/drawingml/2006/main" id="1138" idx="3"/>
            <a:endCxn xmlns:a="http://schemas.openxmlformats.org/drawingml/2006/main" id="1139" idx="1"/>
          </p:cNvCxnSpPr>
          <p:nvPr/>
        </p:nvCxnSpPr>
        <p:spPr>
          <a:xfrm xmlns:a="http://schemas.openxmlformats.org/drawingml/2006/main">
            <a:off x="31914894" y="9210749"/>
            <a:ext cx="3037009" cy="3300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41" name="">
            <a:extLst xmlns:a="http://schemas.openxmlformats.org/drawingml/2006/main">
              <a:ext uri="{FF2B5EF4-FFF2-40B4-BE49-F238E27FC236}">
                <a16:creationId xmlns:a16="http://schemas.microsoft.com/office/drawing/2014/main" id="{E2A236BE-39AF-432F-A2D1-DD367249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1903" y="9540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2" name="">
            <a:extLst xmlns:a="http://schemas.openxmlformats.org/drawingml/2006/main">
              <a:ext uri="{FF2B5EF4-FFF2-40B4-BE49-F238E27FC236}">
                <a16:creationId xmlns:a16="http://schemas.microsoft.com/office/drawing/2014/main" id="{8CA0E953-55C9-4F76-BED8-50EF520F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744" y="95516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6" name=""/>
          <p:cNvCxnSpPr>
            <a:stCxn xmlns:a="http://schemas.openxmlformats.org/drawingml/2006/main" id="1141" idx="3"/>
            <a:endCxn xmlns:a="http://schemas.openxmlformats.org/drawingml/2006/main" id="1142" idx="1"/>
          </p:cNvCxnSpPr>
          <p:nvPr/>
        </p:nvCxnSpPr>
        <p:spPr>
          <a:xfrm xmlns:a="http://schemas.openxmlformats.org/drawingml/2006/main">
            <a:off x="34951998" y="9540756"/>
            <a:ext cx="96746" cy="109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AB53BFDC-BE82-4AF4-B04F-9F348A31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3691" y="66617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649069F3-D740-47A9-A1F9-3DFF1F6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8782" y="6872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9" name=""/>
          <p:cNvCxnSpPr>
            <a:stCxn xmlns:a="http://schemas.openxmlformats.org/drawingml/2006/main" id="1144" idx="3"/>
            <a:endCxn xmlns:a="http://schemas.openxmlformats.org/drawingml/2006/main" id="1145" idx="1"/>
          </p:cNvCxnSpPr>
          <p:nvPr/>
        </p:nvCxnSpPr>
        <p:spPr>
          <a:xfrm xmlns:a="http://schemas.openxmlformats.org/drawingml/2006/main">
            <a:off x="21083786" y="6661752"/>
            <a:ext cx="414996" cy="2110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47" name="">
            <a:extLst xmlns:a="http://schemas.openxmlformats.org/drawingml/2006/main">
              <a:ext uri="{FF2B5EF4-FFF2-40B4-BE49-F238E27FC236}">
                <a16:creationId xmlns:a16="http://schemas.microsoft.com/office/drawing/2014/main" id="{4E7B0D94-E02B-42B7-9FDF-7E030537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8782" y="68727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819A6454-1F8A-493B-B8B4-14E1E76E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478" y="71165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2" name=""/>
          <p:cNvCxnSpPr>
            <a:stCxn xmlns:a="http://schemas.openxmlformats.org/drawingml/2006/main" id="1147" idx="3"/>
            <a:endCxn xmlns:a="http://schemas.openxmlformats.org/drawingml/2006/main" id="1148" idx="1"/>
          </p:cNvCxnSpPr>
          <p:nvPr/>
        </p:nvCxnSpPr>
        <p:spPr>
          <a:xfrm xmlns:a="http://schemas.openxmlformats.org/drawingml/2006/main">
            <a:off x="21498877" y="6872756"/>
            <a:ext cx="479601" cy="2438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0" name="">
            <a:extLst xmlns:a="http://schemas.openxmlformats.org/drawingml/2006/main">
              <a:ext uri="{FF2B5EF4-FFF2-40B4-BE49-F238E27FC236}">
                <a16:creationId xmlns:a16="http://schemas.microsoft.com/office/drawing/2014/main" id="{EB56A7B4-C153-4EB8-A01F-0062BBCC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478" y="71165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1" name="">
            <a:extLst xmlns:a="http://schemas.openxmlformats.org/drawingml/2006/main">
              <a:ext uri="{FF2B5EF4-FFF2-40B4-BE49-F238E27FC236}">
                <a16:creationId xmlns:a16="http://schemas.microsoft.com/office/drawing/2014/main" id="{7A242352-21E1-46E2-BDB9-2CE56A89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1794" y="7331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5" name=""/>
          <p:cNvCxnSpPr>
            <a:stCxn xmlns:a="http://schemas.openxmlformats.org/drawingml/2006/main" id="1150" idx="3"/>
            <a:endCxn xmlns:a="http://schemas.openxmlformats.org/drawingml/2006/main" id="1151" idx="1"/>
          </p:cNvCxnSpPr>
          <p:nvPr/>
        </p:nvCxnSpPr>
        <p:spPr>
          <a:xfrm xmlns:a="http://schemas.openxmlformats.org/drawingml/2006/main">
            <a:off x="21978573" y="7116570"/>
            <a:ext cx="423221" cy="2150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3" name="">
            <a:extLst xmlns:a="http://schemas.openxmlformats.org/drawingml/2006/main">
              <a:ext uri="{FF2B5EF4-FFF2-40B4-BE49-F238E27FC236}">
                <a16:creationId xmlns:a16="http://schemas.microsoft.com/office/drawing/2014/main" id="{9AEDC0F2-69BC-43F2-9A3A-A3893D8D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1794" y="7331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4" name="">
            <a:extLst xmlns:a="http://schemas.openxmlformats.org/drawingml/2006/main">
              <a:ext uri="{FF2B5EF4-FFF2-40B4-BE49-F238E27FC236}">
                <a16:creationId xmlns:a16="http://schemas.microsoft.com/office/drawing/2014/main" id="{694855F8-10B5-46ED-A51F-36A2E5F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1207" y="73772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8" name=""/>
          <p:cNvCxnSpPr>
            <a:stCxn xmlns:a="http://schemas.openxmlformats.org/drawingml/2006/main" id="1153" idx="3"/>
            <a:endCxn xmlns:a="http://schemas.openxmlformats.org/drawingml/2006/main" id="1154" idx="1"/>
          </p:cNvCxnSpPr>
          <p:nvPr/>
        </p:nvCxnSpPr>
        <p:spPr>
          <a:xfrm xmlns:a="http://schemas.openxmlformats.org/drawingml/2006/main">
            <a:off x="22401889" y="7331657"/>
            <a:ext cx="89318" cy="456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56" name="">
            <a:extLst xmlns:a="http://schemas.openxmlformats.org/drawingml/2006/main">
              <a:ext uri="{FF2B5EF4-FFF2-40B4-BE49-F238E27FC236}">
                <a16:creationId xmlns:a16="http://schemas.microsoft.com/office/drawing/2014/main" id="{3F3C3D85-404B-4460-A514-207DC44E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5794" y="6467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7" name="">
            <a:extLst xmlns:a="http://schemas.openxmlformats.org/drawingml/2006/main">
              <a:ext uri="{FF2B5EF4-FFF2-40B4-BE49-F238E27FC236}">
                <a16:creationId xmlns:a16="http://schemas.microsoft.com/office/drawing/2014/main" id="{A0EED7CF-2E4E-4A5B-A15F-58ED29A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1978" y="6796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1" name=""/>
          <p:cNvCxnSpPr>
            <a:stCxn xmlns:a="http://schemas.openxmlformats.org/drawingml/2006/main" id="1156" idx="3"/>
            <a:endCxn xmlns:a="http://schemas.openxmlformats.org/drawingml/2006/main" id="1157" idx="1"/>
          </p:cNvCxnSpPr>
          <p:nvPr/>
        </p:nvCxnSpPr>
        <p:spPr>
          <a:xfrm xmlns:a="http://schemas.openxmlformats.org/drawingml/2006/main">
            <a:off x="21325889" y="6467075"/>
            <a:ext cx="1276089" cy="3296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9" name="">
            <a:extLst xmlns:a="http://schemas.openxmlformats.org/drawingml/2006/main">
              <a:ext uri="{FF2B5EF4-FFF2-40B4-BE49-F238E27FC236}">
                <a16:creationId xmlns:a16="http://schemas.microsoft.com/office/drawing/2014/main" id="{C04639E9-12AC-4F8C-B2C4-B1E12F32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1978" y="67967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0" name="">
            <a:extLst xmlns:a="http://schemas.openxmlformats.org/drawingml/2006/main">
              <a:ext uri="{FF2B5EF4-FFF2-40B4-BE49-F238E27FC236}">
                <a16:creationId xmlns:a16="http://schemas.microsoft.com/office/drawing/2014/main" id="{25327C36-AC19-4CAB-B6C2-F5E84684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820" y="72692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4" name=""/>
          <p:cNvCxnSpPr>
            <a:stCxn xmlns:a="http://schemas.openxmlformats.org/drawingml/2006/main" id="1159" idx="3"/>
            <a:endCxn xmlns:a="http://schemas.openxmlformats.org/drawingml/2006/main" id="1160" idx="1"/>
          </p:cNvCxnSpPr>
          <p:nvPr/>
        </p:nvCxnSpPr>
        <p:spPr>
          <a:xfrm xmlns:a="http://schemas.openxmlformats.org/drawingml/2006/main">
            <a:off x="22602073" y="6796769"/>
            <a:ext cx="1828747" cy="4725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62" name="">
            <a:extLst xmlns:a="http://schemas.openxmlformats.org/drawingml/2006/main">
              <a:ext uri="{FF2B5EF4-FFF2-40B4-BE49-F238E27FC236}">
                <a16:creationId xmlns:a16="http://schemas.microsoft.com/office/drawing/2014/main" id="{FEFA27B5-F083-4C6D-9B67-DA34860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820" y="72692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3" name="">
            <a:extLst xmlns:a="http://schemas.openxmlformats.org/drawingml/2006/main">
              <a:ext uri="{FF2B5EF4-FFF2-40B4-BE49-F238E27FC236}">
                <a16:creationId xmlns:a16="http://schemas.microsoft.com/office/drawing/2014/main" id="{C4750BB3-3B16-4D05-96AE-35420B7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3024" y="7388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7" name=""/>
          <p:cNvCxnSpPr>
            <a:stCxn xmlns:a="http://schemas.openxmlformats.org/drawingml/2006/main" id="1162" idx="3"/>
            <a:endCxn xmlns:a="http://schemas.openxmlformats.org/drawingml/2006/main" id="1163" idx="1"/>
          </p:cNvCxnSpPr>
          <p:nvPr/>
        </p:nvCxnSpPr>
        <p:spPr>
          <a:xfrm xmlns:a="http://schemas.openxmlformats.org/drawingml/2006/main">
            <a:off x="24430915" y="7269329"/>
            <a:ext cx="432109" cy="119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65" name="">
            <a:extLst xmlns:a="http://schemas.openxmlformats.org/drawingml/2006/main">
              <a:ext uri="{FF2B5EF4-FFF2-40B4-BE49-F238E27FC236}">
                <a16:creationId xmlns:a16="http://schemas.microsoft.com/office/drawing/2014/main" id="{CB4F335C-288E-4AC0-AE0A-D74E513A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3024" y="7388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6" name="">
            <a:extLst xmlns:a="http://schemas.openxmlformats.org/drawingml/2006/main">
              <a:ext uri="{FF2B5EF4-FFF2-40B4-BE49-F238E27FC236}">
                <a16:creationId xmlns:a16="http://schemas.microsoft.com/office/drawing/2014/main" id="{EFAE4519-B526-4C93-82CC-9B8ED38F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4692" y="74149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0" name=""/>
          <p:cNvCxnSpPr>
            <a:stCxn xmlns:a="http://schemas.openxmlformats.org/drawingml/2006/main" id="1165" idx="3"/>
            <a:endCxn xmlns:a="http://schemas.openxmlformats.org/drawingml/2006/main" id="1166" idx="1"/>
          </p:cNvCxnSpPr>
          <p:nvPr/>
        </p:nvCxnSpPr>
        <p:spPr>
          <a:xfrm xmlns:a="http://schemas.openxmlformats.org/drawingml/2006/main">
            <a:off x="24863119" y="7388332"/>
            <a:ext cx="91573" cy="266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68" name="">
            <a:extLst xmlns:a="http://schemas.openxmlformats.org/drawingml/2006/main">
              <a:ext uri="{FF2B5EF4-FFF2-40B4-BE49-F238E27FC236}">
                <a16:creationId xmlns:a16="http://schemas.microsoft.com/office/drawing/2014/main" id="{C7DEBF31-1583-4BBD-9CFA-A80C0C39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7162" y="4569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952E133C-26CB-4049-9DBD-21465BF2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181" y="49019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3" name=""/>
          <p:cNvCxnSpPr>
            <a:stCxn xmlns:a="http://schemas.openxmlformats.org/drawingml/2006/main" id="1168" idx="3"/>
            <a:endCxn xmlns:a="http://schemas.openxmlformats.org/drawingml/2006/main" id="1169" idx="1"/>
          </p:cNvCxnSpPr>
          <p:nvPr/>
        </p:nvCxnSpPr>
        <p:spPr>
          <a:xfrm xmlns:a="http://schemas.openxmlformats.org/drawingml/2006/main">
            <a:off x="11267257" y="4569615"/>
            <a:ext cx="1898924" cy="3323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1" name="">
            <a:extLst xmlns:a="http://schemas.openxmlformats.org/drawingml/2006/main">
              <a:ext uri="{FF2B5EF4-FFF2-40B4-BE49-F238E27FC236}">
                <a16:creationId xmlns:a16="http://schemas.microsoft.com/office/drawing/2014/main" id="{ADA92EB6-0645-4BF6-A403-E682281F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181" y="49019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2" name="">
            <a:extLst xmlns:a="http://schemas.openxmlformats.org/drawingml/2006/main">
              <a:ext uri="{FF2B5EF4-FFF2-40B4-BE49-F238E27FC236}">
                <a16:creationId xmlns:a16="http://schemas.microsoft.com/office/drawing/2014/main" id="{6EE6F5C7-1485-436E-89FA-1DDA411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4" y="5526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6" name=""/>
          <p:cNvCxnSpPr>
            <a:stCxn xmlns:a="http://schemas.openxmlformats.org/drawingml/2006/main" id="1171" idx="3"/>
            <a:endCxn xmlns:a="http://schemas.openxmlformats.org/drawingml/2006/main" id="1172" idx="1"/>
          </p:cNvCxnSpPr>
          <p:nvPr/>
        </p:nvCxnSpPr>
        <p:spPr>
          <a:xfrm xmlns:a="http://schemas.openxmlformats.org/drawingml/2006/main">
            <a:off x="13166276" y="4901977"/>
            <a:ext cx="3567248" cy="6242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4" name="">
            <a:extLst xmlns:a="http://schemas.openxmlformats.org/drawingml/2006/main">
              <a:ext uri="{FF2B5EF4-FFF2-40B4-BE49-F238E27FC236}">
                <a16:creationId xmlns:a16="http://schemas.microsoft.com/office/drawing/2014/main" id="{0DF74B3A-21C2-4249-841A-62DEF032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4" y="5526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5" name="">
            <a:extLst xmlns:a="http://schemas.openxmlformats.org/drawingml/2006/main">
              <a:ext uri="{FF2B5EF4-FFF2-40B4-BE49-F238E27FC236}">
                <a16:creationId xmlns:a16="http://schemas.microsoft.com/office/drawing/2014/main" id="{0BAA6DA0-E604-4672-9F23-E7AEB42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995" y="58680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9" name=""/>
          <p:cNvCxnSpPr>
            <a:stCxn xmlns:a="http://schemas.openxmlformats.org/drawingml/2006/main" id="1174" idx="3"/>
            <a:endCxn xmlns:a="http://schemas.openxmlformats.org/drawingml/2006/main" id="1175" idx="1"/>
          </p:cNvCxnSpPr>
          <p:nvPr/>
        </p:nvCxnSpPr>
        <p:spPr>
          <a:xfrm xmlns:a="http://schemas.openxmlformats.org/drawingml/2006/main">
            <a:off x="16733619" y="5526195"/>
            <a:ext cx="1954376" cy="3419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7" name="">
            <a:extLst xmlns:a="http://schemas.openxmlformats.org/drawingml/2006/main">
              <a:ext uri="{FF2B5EF4-FFF2-40B4-BE49-F238E27FC236}">
                <a16:creationId xmlns:a16="http://schemas.microsoft.com/office/drawing/2014/main" id="{28483E09-FB82-4DF3-847E-FF532E6F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7995" y="58680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8" name="">
            <a:extLst xmlns:a="http://schemas.openxmlformats.org/drawingml/2006/main">
              <a:ext uri="{FF2B5EF4-FFF2-40B4-BE49-F238E27FC236}">
                <a16:creationId xmlns:a16="http://schemas.microsoft.com/office/drawing/2014/main" id="{67A319B2-0118-4C2A-91DB-4B6997DD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6030" y="5885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2" name=""/>
          <p:cNvCxnSpPr>
            <a:stCxn xmlns:a="http://schemas.openxmlformats.org/drawingml/2006/main" id="1177" idx="3"/>
            <a:endCxn xmlns:a="http://schemas.openxmlformats.org/drawingml/2006/main" id="1178" idx="1"/>
          </p:cNvCxnSpPr>
          <p:nvPr/>
        </p:nvCxnSpPr>
        <p:spPr>
          <a:xfrm xmlns:a="http://schemas.openxmlformats.org/drawingml/2006/main">
            <a:off x="18688090" y="5868134"/>
            <a:ext cx="97940" cy="177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80" name="">
            <a:extLst xmlns:a="http://schemas.openxmlformats.org/drawingml/2006/main">
              <a:ext uri="{FF2B5EF4-FFF2-40B4-BE49-F238E27FC236}">
                <a16:creationId xmlns:a16="http://schemas.microsoft.com/office/drawing/2014/main" id="{C432CE0D-8FD9-43A7-8B02-62547D0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8484" y="30796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1" name="">
            <a:extLst xmlns:a="http://schemas.openxmlformats.org/drawingml/2006/main">
              <a:ext uri="{FF2B5EF4-FFF2-40B4-BE49-F238E27FC236}">
                <a16:creationId xmlns:a16="http://schemas.microsoft.com/office/drawing/2014/main" id="{BE0CBCD8-0054-42C9-AA1A-B10EBB8D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767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5" name=""/>
          <p:cNvCxnSpPr>
            <a:stCxn xmlns:a="http://schemas.openxmlformats.org/drawingml/2006/main" id="1180" idx="2"/>
            <a:endCxn xmlns:a="http://schemas.openxmlformats.org/drawingml/2006/main" id="1181" idx="0"/>
          </p:cNvCxnSpPr>
          <p:nvPr/>
        </p:nvCxnSpPr>
        <p:spPr>
          <a:xfrm xmlns:a="http://schemas.openxmlformats.org/drawingml/2006/main">
            <a:off x="9038532" y="3079765"/>
            <a:ext cx="154283" cy="198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3" name="">
            <a:extLst xmlns:a="http://schemas.openxmlformats.org/drawingml/2006/main">
              <a:ext uri="{FF2B5EF4-FFF2-40B4-BE49-F238E27FC236}">
                <a16:creationId xmlns:a16="http://schemas.microsoft.com/office/drawing/2014/main" id="{504116DE-A067-4C25-9AC3-6C295E4B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767" y="3278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4" name="">
            <a:extLst xmlns:a="http://schemas.openxmlformats.org/drawingml/2006/main">
              <a:ext uri="{FF2B5EF4-FFF2-40B4-BE49-F238E27FC236}">
                <a16:creationId xmlns:a16="http://schemas.microsoft.com/office/drawing/2014/main" id="{F999BF68-9399-441B-B394-B3AE5E3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602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8" name=""/>
          <p:cNvCxnSpPr>
            <a:stCxn xmlns:a="http://schemas.openxmlformats.org/drawingml/2006/main" id="1183" idx="2"/>
            <a:endCxn xmlns:a="http://schemas.openxmlformats.org/drawingml/2006/main" id="1184" idx="0"/>
          </p:cNvCxnSpPr>
          <p:nvPr/>
        </p:nvCxnSpPr>
        <p:spPr>
          <a:xfrm xmlns:a="http://schemas.openxmlformats.org/drawingml/2006/main">
            <a:off x="9192815" y="3278365"/>
            <a:ext cx="176835" cy="2277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6" name="">
            <a:extLst xmlns:a="http://schemas.openxmlformats.org/drawingml/2006/main">
              <a:ext uri="{FF2B5EF4-FFF2-40B4-BE49-F238E27FC236}">
                <a16:creationId xmlns:a16="http://schemas.microsoft.com/office/drawing/2014/main" id="{C9479681-7898-4EDB-B0DE-1E5222DE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602" y="3506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7" name="">
            <a:extLst xmlns:a="http://schemas.openxmlformats.org/drawingml/2006/main">
              <a:ext uri="{FF2B5EF4-FFF2-40B4-BE49-F238E27FC236}">
                <a16:creationId xmlns:a16="http://schemas.microsoft.com/office/drawing/2014/main" id="{1EBE5C19-E14D-4A51-BF45-E8D4A89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91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1" name=""/>
          <p:cNvCxnSpPr>
            <a:stCxn xmlns:a="http://schemas.openxmlformats.org/drawingml/2006/main" id="1186" idx="2"/>
            <a:endCxn xmlns:a="http://schemas.openxmlformats.org/drawingml/2006/main" id="1187" idx="0"/>
          </p:cNvCxnSpPr>
          <p:nvPr/>
        </p:nvCxnSpPr>
        <p:spPr>
          <a:xfrm xmlns:a="http://schemas.openxmlformats.org/drawingml/2006/main">
            <a:off x="9369650" y="3506167"/>
            <a:ext cx="159589" cy="2052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9" name="">
            <a:extLst xmlns:a="http://schemas.openxmlformats.org/drawingml/2006/main">
              <a:ext uri="{FF2B5EF4-FFF2-40B4-BE49-F238E27FC236}">
                <a16:creationId xmlns:a16="http://schemas.microsoft.com/office/drawing/2014/main" id="{9243AAD7-3EFF-4FCF-98ED-537C9A3C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91" y="37114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0" name="">
            <a:extLst xmlns:a="http://schemas.openxmlformats.org/drawingml/2006/main">
              <a:ext uri="{FF2B5EF4-FFF2-40B4-BE49-F238E27FC236}">
                <a16:creationId xmlns:a16="http://schemas.microsoft.com/office/drawing/2014/main" id="{27F98E70-5D06-40A8-A6D2-E799AE4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6317" y="37977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4" name=""/>
          <p:cNvCxnSpPr>
            <a:stCxn xmlns:a="http://schemas.openxmlformats.org/drawingml/2006/main" id="1189" idx="2"/>
            <a:endCxn xmlns:a="http://schemas.openxmlformats.org/drawingml/2006/main" id="1190" idx="0"/>
          </p:cNvCxnSpPr>
          <p:nvPr/>
        </p:nvCxnSpPr>
        <p:spPr>
          <a:xfrm xmlns:a="http://schemas.openxmlformats.org/drawingml/2006/main">
            <a:off x="9529239" y="3711519"/>
            <a:ext cx="67126" cy="862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92" name="">
            <a:extLst xmlns:a="http://schemas.openxmlformats.org/drawingml/2006/main">
              <a:ext uri="{FF2B5EF4-FFF2-40B4-BE49-F238E27FC236}">
                <a16:creationId xmlns:a16="http://schemas.microsoft.com/office/drawing/2014/main" id="{BFAE8762-8B5F-4BB5-8C17-980C46D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4960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3" name="">
            <a:extLst xmlns:a="http://schemas.openxmlformats.org/drawingml/2006/main">
              <a:ext uri="{FF2B5EF4-FFF2-40B4-BE49-F238E27FC236}">
                <a16:creationId xmlns:a16="http://schemas.microsoft.com/office/drawing/2014/main" id="{6D0207DD-7434-4A89-A2D0-D0E67AB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621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7" name=""/>
          <p:cNvCxnSpPr>
            <a:stCxn xmlns:a="http://schemas.openxmlformats.org/drawingml/2006/main" id="1192" idx="2"/>
            <a:endCxn xmlns:a="http://schemas.openxmlformats.org/drawingml/2006/main" id="1193" idx="0"/>
          </p:cNvCxnSpPr>
          <p:nvPr/>
        </p:nvCxnSpPr>
        <p:spPr>
          <a:xfrm xmlns:a="http://schemas.openxmlformats.org/drawingml/2006/main">
            <a:off x="8632329" y="1496140"/>
            <a:ext cx="0" cy="1251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95" name="">
            <a:extLst xmlns:a="http://schemas.openxmlformats.org/drawingml/2006/main">
              <a:ext uri="{FF2B5EF4-FFF2-40B4-BE49-F238E27FC236}">
                <a16:creationId xmlns:a16="http://schemas.microsoft.com/office/drawing/2014/main" id="{3B01AB2C-8C2E-4520-80BC-54B7BCC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621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6" name="">
            <a:extLst xmlns:a="http://schemas.openxmlformats.org/drawingml/2006/main">
              <a:ext uri="{FF2B5EF4-FFF2-40B4-BE49-F238E27FC236}">
                <a16:creationId xmlns:a16="http://schemas.microsoft.com/office/drawing/2014/main" id="{3B9D69A7-E497-4BC6-BCFB-3F365A54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756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0" name=""/>
          <p:cNvCxnSpPr>
            <a:stCxn xmlns:a="http://schemas.openxmlformats.org/drawingml/2006/main" id="1195" idx="2"/>
            <a:endCxn xmlns:a="http://schemas.openxmlformats.org/drawingml/2006/main" id="1196" idx="0"/>
          </p:cNvCxnSpPr>
          <p:nvPr/>
        </p:nvCxnSpPr>
        <p:spPr>
          <a:xfrm xmlns:a="http://schemas.openxmlformats.org/drawingml/2006/main">
            <a:off x="8632329" y="1621423"/>
            <a:ext cx="0" cy="1350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98" name="">
            <a:extLst xmlns:a="http://schemas.openxmlformats.org/drawingml/2006/main">
              <a:ext uri="{FF2B5EF4-FFF2-40B4-BE49-F238E27FC236}">
                <a16:creationId xmlns:a16="http://schemas.microsoft.com/office/drawing/2014/main" id="{C50A083C-2689-4987-9BDE-51B8D79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756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9" name="">
            <a:extLst xmlns:a="http://schemas.openxmlformats.org/drawingml/2006/main">
              <a:ext uri="{FF2B5EF4-FFF2-40B4-BE49-F238E27FC236}">
                <a16:creationId xmlns:a16="http://schemas.microsoft.com/office/drawing/2014/main" id="{395B9B37-BB87-479D-A1ED-64AB7239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8863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3" name=""/>
          <p:cNvCxnSpPr>
            <a:stCxn xmlns:a="http://schemas.openxmlformats.org/drawingml/2006/main" id="1198" idx="2"/>
            <a:endCxn xmlns:a="http://schemas.openxmlformats.org/drawingml/2006/main" id="1199" idx="0"/>
          </p:cNvCxnSpPr>
          <p:nvPr/>
        </p:nvCxnSpPr>
        <p:spPr>
          <a:xfrm xmlns:a="http://schemas.openxmlformats.org/drawingml/2006/main">
            <a:off x="8632329" y="1756597"/>
            <a:ext cx="0" cy="1297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01" name="">
            <a:extLst xmlns:a="http://schemas.openxmlformats.org/drawingml/2006/main">
              <a:ext uri="{FF2B5EF4-FFF2-40B4-BE49-F238E27FC236}">
                <a16:creationId xmlns:a16="http://schemas.microsoft.com/office/drawing/2014/main" id="{5B1C2F15-C0E8-4F82-B007-157D367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18863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02" name="">
            <a:extLst xmlns:a="http://schemas.openxmlformats.org/drawingml/2006/main">
              <a:ext uri="{FF2B5EF4-FFF2-40B4-BE49-F238E27FC236}">
                <a16:creationId xmlns:a16="http://schemas.microsoft.com/office/drawing/2014/main" id="{6C6476D5-E832-491D-A825-E3B00ED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281" y="20033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6" name=""/>
          <p:cNvCxnSpPr>
            <a:stCxn xmlns:a="http://schemas.openxmlformats.org/drawingml/2006/main" id="1201" idx="2"/>
            <a:endCxn xmlns:a="http://schemas.openxmlformats.org/drawingml/2006/main" id="1202" idx="0"/>
          </p:cNvCxnSpPr>
          <p:nvPr/>
        </p:nvCxnSpPr>
        <p:spPr>
          <a:xfrm xmlns:a="http://schemas.openxmlformats.org/drawingml/2006/main">
            <a:off x="8632329" y="1886433"/>
            <a:ext cx="0" cy="1168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04" name="">
            <a:extLst xmlns:a="http://schemas.openxmlformats.org/drawingml/2006/main">
              <a:ext uri="{FF2B5EF4-FFF2-40B4-BE49-F238E27FC236}">
                <a16:creationId xmlns:a16="http://schemas.microsoft.com/office/drawing/2014/main" id="{9AEAEA08-FFA4-436E-9DC9-B31987B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145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60F4C149-8C5A-4349-B737-0CB21AC3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5145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06" name="">
            <a:extLst xmlns:a="http://schemas.openxmlformats.org/drawingml/2006/main">
              <a:ext uri="{FF2B5EF4-FFF2-40B4-BE49-F238E27FC236}">
                <a16:creationId xmlns:a16="http://schemas.microsoft.com/office/drawing/2014/main" id="{B2CC7B53-856F-4582-A450-BC2D396E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294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7" name="">
            <a:extLst xmlns:a="http://schemas.openxmlformats.org/drawingml/2006/main">
              <a:ext uri="{FF2B5EF4-FFF2-40B4-BE49-F238E27FC236}">
                <a16:creationId xmlns:a16="http://schemas.microsoft.com/office/drawing/2014/main" id="{B6BC7837-97E2-4F1B-8700-3286339B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294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08" name="">
            <a:extLst xmlns:a="http://schemas.openxmlformats.org/drawingml/2006/main">
              <a:ext uri="{FF2B5EF4-FFF2-40B4-BE49-F238E27FC236}">
                <a16:creationId xmlns:a16="http://schemas.microsoft.com/office/drawing/2014/main" id="{B876D53E-810A-428D-8DBE-8052C357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83" y="329075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9" name="">
            <a:extLst xmlns:a="http://schemas.openxmlformats.org/drawingml/2006/main">
              <a:ext uri="{FF2B5EF4-FFF2-40B4-BE49-F238E27FC236}">
                <a16:creationId xmlns:a16="http://schemas.microsoft.com/office/drawing/2014/main" id="{77866525-F28C-436A-BE02-D0F51A1B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483" y="329075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0" name="">
            <a:extLst xmlns:a="http://schemas.openxmlformats.org/drawingml/2006/main">
              <a:ext uri="{FF2B5EF4-FFF2-40B4-BE49-F238E27FC236}">
                <a16:creationId xmlns:a16="http://schemas.microsoft.com/office/drawing/2014/main" id="{4D43E710-0DDC-4C45-ACAC-EF138F3D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397" y="68718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1" name="">
            <a:extLst xmlns:a="http://schemas.openxmlformats.org/drawingml/2006/main">
              <a:ext uri="{FF2B5EF4-FFF2-40B4-BE49-F238E27FC236}">
                <a16:creationId xmlns:a16="http://schemas.microsoft.com/office/drawing/2014/main" id="{0597C3A2-E77A-463E-B013-D31D3E6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397" y="68718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2" name="">
            <a:extLst xmlns:a="http://schemas.openxmlformats.org/drawingml/2006/main">
              <a:ext uri="{FF2B5EF4-FFF2-40B4-BE49-F238E27FC236}">
                <a16:creationId xmlns:a16="http://schemas.microsoft.com/office/drawing/2014/main" id="{C49194BE-1E75-4668-B1D9-DADC217E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171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3" name="">
            <a:extLst xmlns:a="http://schemas.openxmlformats.org/drawingml/2006/main">
              <a:ext uri="{FF2B5EF4-FFF2-40B4-BE49-F238E27FC236}">
                <a16:creationId xmlns:a16="http://schemas.microsoft.com/office/drawing/2014/main" id="{89FA5F86-F1C0-4F1C-9FE7-DB8898CD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171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4" name="">
            <a:extLst xmlns:a="http://schemas.openxmlformats.org/drawingml/2006/main">
              <a:ext uri="{FF2B5EF4-FFF2-40B4-BE49-F238E27FC236}">
                <a16:creationId xmlns:a16="http://schemas.microsoft.com/office/drawing/2014/main" id="{E4A59164-695A-459C-AA72-7A081FB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319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5" name="">
            <a:extLst xmlns:a="http://schemas.openxmlformats.org/drawingml/2006/main">
              <a:ext uri="{FF2B5EF4-FFF2-40B4-BE49-F238E27FC236}">
                <a16:creationId xmlns:a16="http://schemas.microsoft.com/office/drawing/2014/main" id="{0F4DF275-8048-4E44-921F-0EB1F8E2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319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16" name="">
            <a:extLst xmlns:a="http://schemas.openxmlformats.org/drawingml/2006/main">
              <a:ext uri="{FF2B5EF4-FFF2-40B4-BE49-F238E27FC236}">
                <a16:creationId xmlns:a16="http://schemas.microsoft.com/office/drawing/2014/main" id="{51187D7C-371B-4A48-A729-DEA666D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793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7" name="">
            <a:extLst xmlns:a="http://schemas.openxmlformats.org/drawingml/2006/main">
              <a:ext uri="{FF2B5EF4-FFF2-40B4-BE49-F238E27FC236}">
                <a16:creationId xmlns:a16="http://schemas.microsoft.com/office/drawing/2014/main" id="{46A7FF11-2FEC-480D-A591-9996F5A4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793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18" name="">
            <a:extLst xmlns:a="http://schemas.openxmlformats.org/drawingml/2006/main">
              <a:ext uri="{FF2B5EF4-FFF2-40B4-BE49-F238E27FC236}">
                <a16:creationId xmlns:a16="http://schemas.microsoft.com/office/drawing/2014/main" id="{64CD4A57-17F4-473A-9463-29F18AE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240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9" name="">
            <a:extLst xmlns:a="http://schemas.openxmlformats.org/drawingml/2006/main">
              <a:ext uri="{FF2B5EF4-FFF2-40B4-BE49-F238E27FC236}">
                <a16:creationId xmlns:a16="http://schemas.microsoft.com/office/drawing/2014/main" id="{B8BC5798-38B2-4E9A-A7FD-4203D031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240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0" name="">
            <a:extLst xmlns:a="http://schemas.openxmlformats.org/drawingml/2006/main">
              <a:ext uri="{FF2B5EF4-FFF2-40B4-BE49-F238E27FC236}">
                <a16:creationId xmlns:a16="http://schemas.microsoft.com/office/drawing/2014/main" id="{5596F4C2-ECAB-4820-872F-FA4A013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312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1" name="">
            <a:extLst xmlns:a="http://schemas.openxmlformats.org/drawingml/2006/main">
              <a:ext uri="{FF2B5EF4-FFF2-40B4-BE49-F238E27FC236}">
                <a16:creationId xmlns:a16="http://schemas.microsoft.com/office/drawing/2014/main" id="{4E83CECC-9AFD-4C25-9A9F-A3625EC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312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2" name="">
            <a:extLst xmlns:a="http://schemas.openxmlformats.org/drawingml/2006/main">
              <a:ext uri="{FF2B5EF4-FFF2-40B4-BE49-F238E27FC236}">
                <a16:creationId xmlns:a16="http://schemas.microsoft.com/office/drawing/2014/main" id="{C85C7CBC-E397-49F2-8026-47C1B1B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950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3" name="">
            <a:extLst xmlns:a="http://schemas.openxmlformats.org/drawingml/2006/main">
              <a:ext uri="{FF2B5EF4-FFF2-40B4-BE49-F238E27FC236}">
                <a16:creationId xmlns:a16="http://schemas.microsoft.com/office/drawing/2014/main" id="{C0827D01-A4AC-4806-903D-5425297A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9950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4" name="">
            <a:extLst xmlns:a="http://schemas.openxmlformats.org/drawingml/2006/main">
              <a:ext uri="{FF2B5EF4-FFF2-40B4-BE49-F238E27FC236}">
                <a16:creationId xmlns:a16="http://schemas.microsoft.com/office/drawing/2014/main" id="{7E6B28D0-1C73-4CCF-8F70-665D9A4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5" name="">
            <a:extLst xmlns:a="http://schemas.openxmlformats.org/drawingml/2006/main">
              <a:ext uri="{FF2B5EF4-FFF2-40B4-BE49-F238E27FC236}">
                <a16:creationId xmlns:a16="http://schemas.microsoft.com/office/drawing/2014/main" id="{27390108-E394-4B58-8788-58C8E3C2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26" name="">
            <a:extLst xmlns:a="http://schemas.openxmlformats.org/drawingml/2006/main">
              <a:ext uri="{FF2B5EF4-FFF2-40B4-BE49-F238E27FC236}">
                <a16:creationId xmlns:a16="http://schemas.microsoft.com/office/drawing/2014/main" id="{2EACCB2E-CD40-4CD7-BB82-29134D54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7" name="">
            <a:extLst xmlns:a="http://schemas.openxmlformats.org/drawingml/2006/main">
              <a:ext uri="{FF2B5EF4-FFF2-40B4-BE49-F238E27FC236}">
                <a16:creationId xmlns:a16="http://schemas.microsoft.com/office/drawing/2014/main" id="{4C99DD5A-D9BC-4A6F-830D-5DDB8975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099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28" name="">
            <a:extLst xmlns:a="http://schemas.openxmlformats.org/drawingml/2006/main">
              <a:ext uri="{FF2B5EF4-FFF2-40B4-BE49-F238E27FC236}">
                <a16:creationId xmlns:a16="http://schemas.microsoft.com/office/drawing/2014/main" id="{39BBBF04-5634-464F-AC81-1D8D9E5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750" y="2657366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9" name="">
            <a:extLst xmlns:a="http://schemas.openxmlformats.org/drawingml/2006/main">
              <a:ext uri="{FF2B5EF4-FFF2-40B4-BE49-F238E27FC236}">
                <a16:creationId xmlns:a16="http://schemas.microsoft.com/office/drawing/2014/main" id="{6BAD23C5-FE24-4EB3-94AB-DAF60AC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750" y="2657366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30" name="">
            <a:extLst xmlns:a="http://schemas.openxmlformats.org/drawingml/2006/main">
              <a:ext uri="{FF2B5EF4-FFF2-40B4-BE49-F238E27FC236}">
                <a16:creationId xmlns:a16="http://schemas.microsoft.com/office/drawing/2014/main" id="{3C770619-CD9C-4A21-88F3-8A1930B8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875" y="2657366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1" name="">
            <a:extLst xmlns:a="http://schemas.openxmlformats.org/drawingml/2006/main">
              <a:ext uri="{FF2B5EF4-FFF2-40B4-BE49-F238E27FC236}">
                <a16:creationId xmlns:a16="http://schemas.microsoft.com/office/drawing/2014/main" id="{36FD7A51-788D-459B-92D9-29C4A75F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4875" y="2657366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32" name="">
            <a:extLst xmlns:a="http://schemas.openxmlformats.org/drawingml/2006/main">
              <a:ext uri="{FF2B5EF4-FFF2-40B4-BE49-F238E27FC236}">
                <a16:creationId xmlns:a16="http://schemas.microsoft.com/office/drawing/2014/main" id="{EDA64CC2-5650-4A54-94CC-373ED6F3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4" y="247826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3" name="">
            <a:extLst xmlns:a="http://schemas.openxmlformats.org/drawingml/2006/main">
              <a:ext uri="{FF2B5EF4-FFF2-40B4-BE49-F238E27FC236}">
                <a16:creationId xmlns:a16="http://schemas.microsoft.com/office/drawing/2014/main" id="{771EF987-97D8-4904-9580-90AD71F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044" y="247826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34" name="">
            <a:extLst xmlns:a="http://schemas.openxmlformats.org/drawingml/2006/main">
              <a:ext uri="{FF2B5EF4-FFF2-40B4-BE49-F238E27FC236}">
                <a16:creationId xmlns:a16="http://schemas.microsoft.com/office/drawing/2014/main" id="{32980931-694B-44C3-BAE5-52B39E2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667" y="247826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5" name="">
            <a:extLst xmlns:a="http://schemas.openxmlformats.org/drawingml/2006/main">
              <a:ext uri="{FF2B5EF4-FFF2-40B4-BE49-F238E27FC236}">
                <a16:creationId xmlns:a16="http://schemas.microsoft.com/office/drawing/2014/main" id="{7D31AFF2-A6DF-4C3C-A1C8-94B7DEEF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667" y="247826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36" name="">
            <a:extLst xmlns:a="http://schemas.openxmlformats.org/drawingml/2006/main">
              <a:ext uri="{FF2B5EF4-FFF2-40B4-BE49-F238E27FC236}">
                <a16:creationId xmlns:a16="http://schemas.microsoft.com/office/drawing/2014/main" id="{FD636788-9981-476A-BFAF-A4A89ED7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350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7" name="">
            <a:extLst xmlns:a="http://schemas.openxmlformats.org/drawingml/2006/main">
              <a:ext uri="{FF2B5EF4-FFF2-40B4-BE49-F238E27FC236}">
                <a16:creationId xmlns:a16="http://schemas.microsoft.com/office/drawing/2014/main" id="{0913793B-0FBF-4955-95D4-DF170704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350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38" name="">
            <a:extLst xmlns:a="http://schemas.openxmlformats.org/drawingml/2006/main">
              <a:ext uri="{FF2B5EF4-FFF2-40B4-BE49-F238E27FC236}">
                <a16:creationId xmlns:a16="http://schemas.microsoft.com/office/drawing/2014/main" id="{BE19C3DC-4FA9-49E5-9823-D2D65467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2321" y="2299163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9" name="">
            <a:extLst xmlns:a="http://schemas.openxmlformats.org/drawingml/2006/main">
              <a:ext uri="{FF2B5EF4-FFF2-40B4-BE49-F238E27FC236}">
                <a16:creationId xmlns:a16="http://schemas.microsoft.com/office/drawing/2014/main" id="{33442282-E0F6-4D1E-8CA5-D77566E2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2321" y="2299163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40" name="">
            <a:extLst xmlns:a="http://schemas.openxmlformats.org/drawingml/2006/main">
              <a:ext uri="{FF2B5EF4-FFF2-40B4-BE49-F238E27FC236}">
                <a16:creationId xmlns:a16="http://schemas.microsoft.com/office/drawing/2014/main" id="{BA9D9422-E445-4238-A195-9EE03CD0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02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1" name="">
            <a:extLst xmlns:a="http://schemas.openxmlformats.org/drawingml/2006/main">
              <a:ext uri="{FF2B5EF4-FFF2-40B4-BE49-F238E27FC236}">
                <a16:creationId xmlns:a16="http://schemas.microsoft.com/office/drawing/2014/main" id="{D94C0B06-16AD-40B6-9849-26414747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6202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42" name="">
            <a:extLst xmlns:a="http://schemas.openxmlformats.org/drawingml/2006/main">
              <a:ext uri="{FF2B5EF4-FFF2-40B4-BE49-F238E27FC236}">
                <a16:creationId xmlns:a16="http://schemas.microsoft.com/office/drawing/2014/main" id="{0378850B-D0B5-45E3-AF45-2A558C16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23" y="19409596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3" name="">
            <a:extLst xmlns:a="http://schemas.openxmlformats.org/drawingml/2006/main">
              <a:ext uri="{FF2B5EF4-FFF2-40B4-BE49-F238E27FC236}">
                <a16:creationId xmlns:a16="http://schemas.microsoft.com/office/drawing/2014/main" id="{FEA604C8-69B1-4872-830E-74BF51CE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123" y="19409596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1244" name="">
            <a:extLst xmlns:a="http://schemas.openxmlformats.org/drawingml/2006/main">
              <a:ext uri="{FF2B5EF4-FFF2-40B4-BE49-F238E27FC236}">
                <a16:creationId xmlns:a16="http://schemas.microsoft.com/office/drawing/2014/main" id="{24F55AE8-B4C0-489B-84EA-27F2218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803" y="19409596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5" name="">
            <a:extLst xmlns:a="http://schemas.openxmlformats.org/drawingml/2006/main">
              <a:ext uri="{FF2B5EF4-FFF2-40B4-BE49-F238E27FC236}">
                <a16:creationId xmlns:a16="http://schemas.microsoft.com/office/drawing/2014/main" id="{2D38EED6-C271-4E47-8C64-FF0C4B62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803" y="19409596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1246" name="">
            <a:extLst xmlns:a="http://schemas.openxmlformats.org/drawingml/2006/main">
              <a:ext uri="{FF2B5EF4-FFF2-40B4-BE49-F238E27FC236}">
                <a16:creationId xmlns:a16="http://schemas.microsoft.com/office/drawing/2014/main" id="{B8B43147-15F1-47C0-8872-4A2171A9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587" y="19409596"/>
            <a:ext cx="424510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7" name="">
            <a:extLst xmlns:a="http://schemas.openxmlformats.org/drawingml/2006/main">
              <a:ext uri="{FF2B5EF4-FFF2-40B4-BE49-F238E27FC236}">
                <a16:creationId xmlns:a16="http://schemas.microsoft.com/office/drawing/2014/main" id="{545FD47F-1520-4C18-B5BB-A96234AA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587" y="19409596"/>
            <a:ext cx="424510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1248" name="">
            <a:extLst xmlns:a="http://schemas.openxmlformats.org/drawingml/2006/main">
              <a:ext uri="{FF2B5EF4-FFF2-40B4-BE49-F238E27FC236}">
                <a16:creationId xmlns:a16="http://schemas.microsoft.com/office/drawing/2014/main" id="{459757BC-2647-4C88-B5D9-D2FE48B7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486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49" name="">
            <a:extLst xmlns:a="http://schemas.openxmlformats.org/drawingml/2006/main">
              <a:ext uri="{FF2B5EF4-FFF2-40B4-BE49-F238E27FC236}">
                <a16:creationId xmlns:a16="http://schemas.microsoft.com/office/drawing/2014/main" id="{7E90D6F3-D9CD-44C7-8431-C8579E5A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486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50" name="">
            <a:extLst xmlns:a="http://schemas.openxmlformats.org/drawingml/2006/main">
              <a:ext uri="{FF2B5EF4-FFF2-40B4-BE49-F238E27FC236}">
                <a16:creationId xmlns:a16="http://schemas.microsoft.com/office/drawing/2014/main" id="{A592D9CF-06B9-4CB3-A0B8-0EAEFE28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30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1" name="">
            <a:extLst xmlns:a="http://schemas.openxmlformats.org/drawingml/2006/main">
              <a:ext uri="{FF2B5EF4-FFF2-40B4-BE49-F238E27FC236}">
                <a16:creationId xmlns:a16="http://schemas.microsoft.com/office/drawing/2014/main" id="{00F08ED6-E677-4C3A-9372-6C1497C3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030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52" name="">
            <a:extLst xmlns:a="http://schemas.openxmlformats.org/drawingml/2006/main">
              <a:ext uri="{FF2B5EF4-FFF2-40B4-BE49-F238E27FC236}">
                <a16:creationId xmlns:a16="http://schemas.microsoft.com/office/drawing/2014/main" id="{CD8A45D2-AADA-4796-85C7-39F54962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35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3" name="">
            <a:extLst xmlns:a="http://schemas.openxmlformats.org/drawingml/2006/main">
              <a:ext uri="{FF2B5EF4-FFF2-40B4-BE49-F238E27FC236}">
                <a16:creationId xmlns:a16="http://schemas.microsoft.com/office/drawing/2014/main" id="{5409D754-AA08-4EA1-B31D-6BB3CEF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135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54" name="">
            <a:extLst xmlns:a="http://schemas.openxmlformats.org/drawingml/2006/main">
              <a:ext uri="{FF2B5EF4-FFF2-40B4-BE49-F238E27FC236}">
                <a16:creationId xmlns:a16="http://schemas.microsoft.com/office/drawing/2014/main" id="{44C3666B-8DF3-436C-88BE-BB4FA095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218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5" name="">
            <a:extLst xmlns:a="http://schemas.openxmlformats.org/drawingml/2006/main">
              <a:ext uri="{FF2B5EF4-FFF2-40B4-BE49-F238E27FC236}">
                <a16:creationId xmlns:a16="http://schemas.microsoft.com/office/drawing/2014/main" id="{8A64BD1A-9D71-4BCD-9B9F-BE9766FA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218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56" name="">
            <a:extLst xmlns:a="http://schemas.openxmlformats.org/drawingml/2006/main">
              <a:ext uri="{FF2B5EF4-FFF2-40B4-BE49-F238E27FC236}">
                <a16:creationId xmlns:a16="http://schemas.microsoft.com/office/drawing/2014/main" id="{C5641EF8-95D2-4DDD-80E0-11450F5C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05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7" name="">
            <a:extLst xmlns:a="http://schemas.openxmlformats.org/drawingml/2006/main">
              <a:ext uri="{FF2B5EF4-FFF2-40B4-BE49-F238E27FC236}">
                <a16:creationId xmlns:a16="http://schemas.microsoft.com/office/drawing/2014/main" id="{FD46B16C-24F3-4736-A4CB-1E5B9B4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05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58" name="">
            <a:extLst xmlns:a="http://schemas.openxmlformats.org/drawingml/2006/main">
              <a:ext uri="{FF2B5EF4-FFF2-40B4-BE49-F238E27FC236}">
                <a16:creationId xmlns:a16="http://schemas.microsoft.com/office/drawing/2014/main" id="{F7313C21-C7C5-456B-AD4F-4DD4E6CD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723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9" name="">
            <a:extLst xmlns:a="http://schemas.openxmlformats.org/drawingml/2006/main">
              <a:ext uri="{FF2B5EF4-FFF2-40B4-BE49-F238E27FC236}">
                <a16:creationId xmlns:a16="http://schemas.microsoft.com/office/drawing/2014/main" id="{6CDA5EA8-DAE0-425E-A344-2AE3689F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723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60" name="">
            <a:extLst xmlns:a="http://schemas.openxmlformats.org/drawingml/2006/main">
              <a:ext uri="{FF2B5EF4-FFF2-40B4-BE49-F238E27FC236}">
                <a16:creationId xmlns:a16="http://schemas.microsoft.com/office/drawing/2014/main" id="{55E243F5-9FDB-43BF-9415-BB33EE2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093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1" name="">
            <a:extLst xmlns:a="http://schemas.openxmlformats.org/drawingml/2006/main">
              <a:ext uri="{FF2B5EF4-FFF2-40B4-BE49-F238E27FC236}">
                <a16:creationId xmlns:a16="http://schemas.microsoft.com/office/drawing/2014/main" id="{E1E29F29-ECAD-461D-8016-14897699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093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62" name="">
            <a:extLst xmlns:a="http://schemas.openxmlformats.org/drawingml/2006/main">
              <a:ext uri="{FF2B5EF4-FFF2-40B4-BE49-F238E27FC236}">
                <a16:creationId xmlns:a16="http://schemas.microsoft.com/office/drawing/2014/main" id="{C2ACCDFE-911D-4340-BE1B-DBCC6C7C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749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3" name="">
            <a:extLst xmlns:a="http://schemas.openxmlformats.org/drawingml/2006/main">
              <a:ext uri="{FF2B5EF4-FFF2-40B4-BE49-F238E27FC236}">
                <a16:creationId xmlns:a16="http://schemas.microsoft.com/office/drawing/2014/main" id="{50A86F5E-2033-4095-915C-D3CF7E91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749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64" name="">
            <a:extLst xmlns:a="http://schemas.openxmlformats.org/drawingml/2006/main">
              <a:ext uri="{FF2B5EF4-FFF2-40B4-BE49-F238E27FC236}">
                <a16:creationId xmlns:a16="http://schemas.microsoft.com/office/drawing/2014/main" id="{D03322E7-01E8-4D5B-9F46-63170EEB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36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5" name="">
            <a:extLst xmlns:a="http://schemas.openxmlformats.org/drawingml/2006/main">
              <a:ext uri="{FF2B5EF4-FFF2-40B4-BE49-F238E27FC236}">
                <a16:creationId xmlns:a16="http://schemas.microsoft.com/office/drawing/2014/main" id="{CCA9749B-4931-4376-B777-07610DF8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36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66" name="">
            <a:extLst xmlns:a="http://schemas.openxmlformats.org/drawingml/2006/main">
              <a:ext uri="{FF2B5EF4-FFF2-40B4-BE49-F238E27FC236}">
                <a16:creationId xmlns:a16="http://schemas.microsoft.com/office/drawing/2014/main" id="{CB5FB69E-C20A-4A53-9FDC-9995805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001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7" name="">
            <a:extLst xmlns:a="http://schemas.openxmlformats.org/drawingml/2006/main">
              <a:ext uri="{FF2B5EF4-FFF2-40B4-BE49-F238E27FC236}">
                <a16:creationId xmlns:a16="http://schemas.microsoft.com/office/drawing/2014/main" id="{B321646C-7AEF-4664-AE66-106E626D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001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68" name="">
            <a:extLst xmlns:a="http://schemas.openxmlformats.org/drawingml/2006/main">
              <a:ext uri="{FF2B5EF4-FFF2-40B4-BE49-F238E27FC236}">
                <a16:creationId xmlns:a16="http://schemas.microsoft.com/office/drawing/2014/main" id="{5C71D6EA-75D5-4093-BC12-F41F1838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11349390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69" name="">
            <a:extLst xmlns:a="http://schemas.openxmlformats.org/drawingml/2006/main">
              <a:ext uri="{FF2B5EF4-FFF2-40B4-BE49-F238E27FC236}">
                <a16:creationId xmlns:a16="http://schemas.microsoft.com/office/drawing/2014/main" id="{0968D93B-429F-4046-8477-5298260B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11349390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70" name="">
            <a:extLst xmlns:a="http://schemas.openxmlformats.org/drawingml/2006/main">
              <a:ext uri="{FF2B5EF4-FFF2-40B4-BE49-F238E27FC236}">
                <a16:creationId xmlns:a16="http://schemas.microsoft.com/office/drawing/2014/main" id="{EB221BD1-58EF-4769-B548-3F412EF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6871847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1" name="">
            <a:extLst xmlns:a="http://schemas.openxmlformats.org/drawingml/2006/main">
              <a:ext uri="{FF2B5EF4-FFF2-40B4-BE49-F238E27FC236}">
                <a16:creationId xmlns:a16="http://schemas.microsoft.com/office/drawing/2014/main" id="{5BB75855-C7BF-4994-BCB5-C165A604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6871847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72" name="">
            <a:extLst xmlns:a="http://schemas.openxmlformats.org/drawingml/2006/main">
              <a:ext uri="{FF2B5EF4-FFF2-40B4-BE49-F238E27FC236}">
                <a16:creationId xmlns:a16="http://schemas.microsoft.com/office/drawing/2014/main" id="{CDCD5C8C-7C5D-4CD8-9CA5-930BF45D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3" name="">
            <a:extLst xmlns:a="http://schemas.openxmlformats.org/drawingml/2006/main">
              <a:ext uri="{FF2B5EF4-FFF2-40B4-BE49-F238E27FC236}">
                <a16:creationId xmlns:a16="http://schemas.microsoft.com/office/drawing/2014/main" id="{EAEA7FCF-9295-4758-9F76-A90680F6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545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74" name="">
            <a:extLst xmlns:a="http://schemas.openxmlformats.org/drawingml/2006/main">
              <a:ext uri="{FF2B5EF4-FFF2-40B4-BE49-F238E27FC236}">
                <a16:creationId xmlns:a16="http://schemas.microsoft.com/office/drawing/2014/main" id="{F533E3CA-A0CB-4294-9EC4-19DCB28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763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5" name="">
            <a:extLst xmlns:a="http://schemas.openxmlformats.org/drawingml/2006/main">
              <a:ext uri="{FF2B5EF4-FFF2-40B4-BE49-F238E27FC236}">
                <a16:creationId xmlns:a16="http://schemas.microsoft.com/office/drawing/2014/main" id="{15D9190E-6834-451B-85DB-46C44BB6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9763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76" name="">
            <a:extLst xmlns:a="http://schemas.openxmlformats.org/drawingml/2006/main">
              <a:ext uri="{FF2B5EF4-FFF2-40B4-BE49-F238E27FC236}">
                <a16:creationId xmlns:a16="http://schemas.microsoft.com/office/drawing/2014/main" id="{D4070F0B-1D2C-4BA3-A9CF-9BB36030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912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7" name="">
            <a:extLst xmlns:a="http://schemas.openxmlformats.org/drawingml/2006/main">
              <a:ext uri="{FF2B5EF4-FFF2-40B4-BE49-F238E27FC236}">
                <a16:creationId xmlns:a16="http://schemas.microsoft.com/office/drawing/2014/main" id="{B4B0F913-FBE0-4D04-AB56-3ECBE73A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912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78" name="">
            <a:extLst xmlns:a="http://schemas.openxmlformats.org/drawingml/2006/main">
              <a:ext uri="{FF2B5EF4-FFF2-40B4-BE49-F238E27FC236}">
                <a16:creationId xmlns:a16="http://schemas.microsoft.com/office/drawing/2014/main" id="{A2A0AAAE-9290-49FB-B3C0-041E6F9B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5882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9" name="">
            <a:extLst xmlns:a="http://schemas.openxmlformats.org/drawingml/2006/main">
              <a:ext uri="{FF2B5EF4-FFF2-40B4-BE49-F238E27FC236}">
                <a16:creationId xmlns:a16="http://schemas.microsoft.com/office/drawing/2014/main" id="{28F2A3BB-BEAA-49E0-A2C1-E591AC3E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5882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0" name="">
            <a:extLst xmlns:a="http://schemas.openxmlformats.org/drawingml/2006/main">
              <a:ext uri="{FF2B5EF4-FFF2-40B4-BE49-F238E27FC236}">
                <a16:creationId xmlns:a16="http://schemas.microsoft.com/office/drawing/2014/main" id="{7D91D7EA-E6BA-47AC-B319-5013355C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778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1" name="">
            <a:extLst xmlns:a="http://schemas.openxmlformats.org/drawingml/2006/main">
              <a:ext uri="{FF2B5EF4-FFF2-40B4-BE49-F238E27FC236}">
                <a16:creationId xmlns:a16="http://schemas.microsoft.com/office/drawing/2014/main" id="{8A39C95D-F945-4EFA-8C51-B378FFB3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7778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2" name="">
            <a:extLst xmlns:a="http://schemas.openxmlformats.org/drawingml/2006/main">
              <a:ext uri="{FF2B5EF4-FFF2-40B4-BE49-F238E27FC236}">
                <a16:creationId xmlns:a16="http://schemas.microsoft.com/office/drawing/2014/main" id="{FCDBF24F-9658-4DB5-86E6-0D741533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978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3" name="">
            <a:extLst xmlns:a="http://schemas.openxmlformats.org/drawingml/2006/main">
              <a:ext uri="{FF2B5EF4-FFF2-40B4-BE49-F238E27FC236}">
                <a16:creationId xmlns:a16="http://schemas.microsoft.com/office/drawing/2014/main" id="{E1DD05EA-DC4A-494A-A529-428BE966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7978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4" name="">
            <a:extLst xmlns:a="http://schemas.openxmlformats.org/drawingml/2006/main">
              <a:ext uri="{FF2B5EF4-FFF2-40B4-BE49-F238E27FC236}">
                <a16:creationId xmlns:a16="http://schemas.microsoft.com/office/drawing/2014/main" id="{93B99B78-ADD3-46FD-8026-03005E53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185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5" name="">
            <a:extLst xmlns:a="http://schemas.openxmlformats.org/drawingml/2006/main">
              <a:ext uri="{FF2B5EF4-FFF2-40B4-BE49-F238E27FC236}">
                <a16:creationId xmlns:a16="http://schemas.microsoft.com/office/drawing/2014/main" id="{81C74CA0-07B9-4718-9CF5-10117914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2185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86" name="">
            <a:extLst xmlns:a="http://schemas.openxmlformats.org/drawingml/2006/main">
              <a:ext uri="{FF2B5EF4-FFF2-40B4-BE49-F238E27FC236}">
                <a16:creationId xmlns:a16="http://schemas.microsoft.com/office/drawing/2014/main" id="{BEA5EBEE-402D-48D5-95D9-DF3C56E6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267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7" name="">
            <a:extLst xmlns:a="http://schemas.openxmlformats.org/drawingml/2006/main">
              <a:ext uri="{FF2B5EF4-FFF2-40B4-BE49-F238E27FC236}">
                <a16:creationId xmlns:a16="http://schemas.microsoft.com/office/drawing/2014/main" id="{B6933B32-AAEF-4D4F-8878-E7D3183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267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88" name="">
            <a:extLst xmlns:a="http://schemas.openxmlformats.org/drawingml/2006/main">
              <a:ext uri="{FF2B5EF4-FFF2-40B4-BE49-F238E27FC236}">
                <a16:creationId xmlns:a16="http://schemas.microsoft.com/office/drawing/2014/main" id="{9868A818-7435-4AFB-91C4-18DC750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4596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89" name="">
            <a:extLst xmlns:a="http://schemas.openxmlformats.org/drawingml/2006/main">
              <a:ext uri="{FF2B5EF4-FFF2-40B4-BE49-F238E27FC236}">
                <a16:creationId xmlns:a16="http://schemas.microsoft.com/office/drawing/2014/main" id="{529FE91A-48C8-4DCD-922F-A4FF566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4596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90" name="">
            <a:extLst xmlns:a="http://schemas.openxmlformats.org/drawingml/2006/main">
              <a:ext uri="{FF2B5EF4-FFF2-40B4-BE49-F238E27FC236}">
                <a16:creationId xmlns:a16="http://schemas.microsoft.com/office/drawing/2014/main" id="{B27FDD67-E67D-4C44-AEF3-FB5A0B8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173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1" name="">
            <a:extLst xmlns:a="http://schemas.openxmlformats.org/drawingml/2006/main">
              <a:ext uri="{FF2B5EF4-FFF2-40B4-BE49-F238E27FC236}">
                <a16:creationId xmlns:a16="http://schemas.microsoft.com/office/drawing/2014/main" id="{AEC9BD1A-6782-4CDF-AF7A-F349128F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0173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92" name="">
            <a:extLst xmlns:a="http://schemas.openxmlformats.org/drawingml/2006/main">
              <a:ext uri="{FF2B5EF4-FFF2-40B4-BE49-F238E27FC236}">
                <a16:creationId xmlns:a16="http://schemas.microsoft.com/office/drawing/2014/main" id="{D91AF842-DF98-4ACC-86BA-5CA6A3D6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7281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3" name="">
            <a:extLst xmlns:a="http://schemas.openxmlformats.org/drawingml/2006/main">
              <a:ext uri="{FF2B5EF4-FFF2-40B4-BE49-F238E27FC236}">
                <a16:creationId xmlns:a16="http://schemas.microsoft.com/office/drawing/2014/main" id="{BBA5CD98-95D2-4E05-B9F7-29039E28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7281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294" name="">
            <a:extLst xmlns:a="http://schemas.openxmlformats.org/drawingml/2006/main">
              <a:ext uri="{FF2B5EF4-FFF2-40B4-BE49-F238E27FC236}">
                <a16:creationId xmlns:a16="http://schemas.microsoft.com/office/drawing/2014/main" id="{0C5BDFCD-F2BE-4F50-B500-5B003B57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7147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5" name="">
            <a:extLst xmlns:a="http://schemas.openxmlformats.org/drawingml/2006/main">
              <a:ext uri="{FF2B5EF4-FFF2-40B4-BE49-F238E27FC236}">
                <a16:creationId xmlns:a16="http://schemas.microsoft.com/office/drawing/2014/main" id="{52E31D59-DFA4-42D5-8348-A572EC4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97147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96" name="">
            <a:extLst xmlns:a="http://schemas.openxmlformats.org/drawingml/2006/main">
              <a:ext uri="{FF2B5EF4-FFF2-40B4-BE49-F238E27FC236}">
                <a16:creationId xmlns:a16="http://schemas.microsoft.com/office/drawing/2014/main" id="{81593B2F-3BE9-4532-9F20-E3C3E17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988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7" name="">
            <a:extLst xmlns:a="http://schemas.openxmlformats.org/drawingml/2006/main">
              <a:ext uri="{FF2B5EF4-FFF2-40B4-BE49-F238E27FC236}">
                <a16:creationId xmlns:a16="http://schemas.microsoft.com/office/drawing/2014/main" id="{57CD3134-DFCE-4BB1-96FB-72773025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4988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98" name="">
            <a:extLst xmlns:a="http://schemas.openxmlformats.org/drawingml/2006/main">
              <a:ext uri="{FF2B5EF4-FFF2-40B4-BE49-F238E27FC236}">
                <a16:creationId xmlns:a16="http://schemas.microsoft.com/office/drawing/2014/main" id="{A2533F4E-CCDA-4BB8-B057-2F402404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9" name="">
            <a:extLst xmlns:a="http://schemas.openxmlformats.org/drawingml/2006/main">
              <a:ext uri="{FF2B5EF4-FFF2-40B4-BE49-F238E27FC236}">
                <a16:creationId xmlns:a16="http://schemas.microsoft.com/office/drawing/2014/main" id="{A678BB5A-0EAC-4193-8272-F104660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00" name="">
            <a:extLst xmlns:a="http://schemas.openxmlformats.org/drawingml/2006/main">
              <a:ext uri="{FF2B5EF4-FFF2-40B4-BE49-F238E27FC236}">
                <a16:creationId xmlns:a16="http://schemas.microsoft.com/office/drawing/2014/main" id="{8E9EB414-1324-4408-8A8F-59669FD7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1" name="">
            <a:extLst xmlns:a="http://schemas.openxmlformats.org/drawingml/2006/main">
              <a:ext uri="{FF2B5EF4-FFF2-40B4-BE49-F238E27FC236}">
                <a16:creationId xmlns:a16="http://schemas.microsoft.com/office/drawing/2014/main" id="{A4C2DE88-6691-4A9B-B64F-AD1D411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088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02" name="">
            <a:extLst xmlns:a="http://schemas.openxmlformats.org/drawingml/2006/main">
              <a:ext uri="{FF2B5EF4-FFF2-40B4-BE49-F238E27FC236}">
                <a16:creationId xmlns:a16="http://schemas.microsoft.com/office/drawing/2014/main" id="{DA434ADD-8421-4052-A266-A299322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3" name="">
            <a:extLst xmlns:a="http://schemas.openxmlformats.org/drawingml/2006/main">
              <a:ext uri="{FF2B5EF4-FFF2-40B4-BE49-F238E27FC236}">
                <a16:creationId xmlns:a16="http://schemas.microsoft.com/office/drawing/2014/main" id="{51873EF5-7D0C-4B34-94B4-8E8F7DD3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04" name="">
            <a:extLst xmlns:a="http://schemas.openxmlformats.org/drawingml/2006/main">
              <a:ext uri="{FF2B5EF4-FFF2-40B4-BE49-F238E27FC236}">
                <a16:creationId xmlns:a16="http://schemas.microsoft.com/office/drawing/2014/main" id="{99B4B39D-5833-4EFD-BF77-06FA9D9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5" name="">
            <a:extLst xmlns:a="http://schemas.openxmlformats.org/drawingml/2006/main">
              <a:ext uri="{FF2B5EF4-FFF2-40B4-BE49-F238E27FC236}">
                <a16:creationId xmlns:a16="http://schemas.microsoft.com/office/drawing/2014/main" id="{35223651-ED77-4F2E-8F94-CE7BB94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06" name="">
            <a:extLst xmlns:a="http://schemas.openxmlformats.org/drawingml/2006/main">
              <a:ext uri="{FF2B5EF4-FFF2-40B4-BE49-F238E27FC236}">
                <a16:creationId xmlns:a16="http://schemas.microsoft.com/office/drawing/2014/main" id="{D015F456-7110-47E1-87B4-A6EF252D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8855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7" name="">
            <a:extLst xmlns:a="http://schemas.openxmlformats.org/drawingml/2006/main">
              <a:ext uri="{FF2B5EF4-FFF2-40B4-BE49-F238E27FC236}">
                <a16:creationId xmlns:a16="http://schemas.microsoft.com/office/drawing/2014/main" id="{510FCC32-1660-4690-9FD3-5A40DB01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8855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08" name="">
            <a:extLst xmlns:a="http://schemas.openxmlformats.org/drawingml/2006/main">
              <a:ext uri="{FF2B5EF4-FFF2-40B4-BE49-F238E27FC236}">
                <a16:creationId xmlns:a16="http://schemas.microsoft.com/office/drawing/2014/main" id="{F8A16E54-7F2C-4AB9-9377-8551888C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09" name="">
            <a:extLst xmlns:a="http://schemas.openxmlformats.org/drawingml/2006/main">
              <a:ext uri="{FF2B5EF4-FFF2-40B4-BE49-F238E27FC236}">
                <a16:creationId xmlns:a16="http://schemas.microsoft.com/office/drawing/2014/main" id="{CF3822DE-90F1-44FF-863E-51D0D6F8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163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10" name="">
            <a:extLst xmlns:a="http://schemas.openxmlformats.org/drawingml/2006/main">
              <a:ext uri="{FF2B5EF4-FFF2-40B4-BE49-F238E27FC236}">
                <a16:creationId xmlns:a16="http://schemas.microsoft.com/office/drawing/2014/main" id="{4E3E9560-BE25-4B66-B0B8-A5BC776B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2758" y="6871847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1" name="">
            <a:extLst xmlns:a="http://schemas.openxmlformats.org/drawingml/2006/main">
              <a:ext uri="{FF2B5EF4-FFF2-40B4-BE49-F238E27FC236}">
                <a16:creationId xmlns:a16="http://schemas.microsoft.com/office/drawing/2014/main" id="{2CAFA641-42F2-4228-B7C3-1AE569C7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2758" y="6871847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1312" name="">
            <a:extLst xmlns:a="http://schemas.openxmlformats.org/drawingml/2006/main">
              <a:ext uri="{FF2B5EF4-FFF2-40B4-BE49-F238E27FC236}">
                <a16:creationId xmlns:a16="http://schemas.microsoft.com/office/drawing/2014/main" id="{1C9BEAE7-CEF8-4437-88D1-7AD6FD3B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323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3" name="">
            <a:extLst xmlns:a="http://schemas.openxmlformats.org/drawingml/2006/main">
              <a:ext uri="{FF2B5EF4-FFF2-40B4-BE49-F238E27FC236}">
                <a16:creationId xmlns:a16="http://schemas.microsoft.com/office/drawing/2014/main" id="{8FC2DF78-2342-43DE-93D4-4FC1E47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8323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14" name="">
            <a:extLst xmlns:a="http://schemas.openxmlformats.org/drawingml/2006/main">
              <a:ext uri="{FF2B5EF4-FFF2-40B4-BE49-F238E27FC236}">
                <a16:creationId xmlns:a16="http://schemas.microsoft.com/office/drawing/2014/main" id="{771676F6-F75E-45A9-88D8-8995BF09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189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5" name="">
            <a:extLst xmlns:a="http://schemas.openxmlformats.org/drawingml/2006/main">
              <a:ext uri="{FF2B5EF4-FFF2-40B4-BE49-F238E27FC236}">
                <a16:creationId xmlns:a16="http://schemas.microsoft.com/office/drawing/2014/main" id="{10C5F510-2EDA-4C1E-B574-3A382005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8189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16" name="">
            <a:extLst xmlns:a="http://schemas.openxmlformats.org/drawingml/2006/main">
              <a:ext uri="{FF2B5EF4-FFF2-40B4-BE49-F238E27FC236}">
                <a16:creationId xmlns:a16="http://schemas.microsoft.com/office/drawing/2014/main" id="{FDE4CA71-BC99-4F6D-8D08-1E1D2D22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9049" y="6871847"/>
            <a:ext cx="4563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7" name="">
            <a:extLst xmlns:a="http://schemas.openxmlformats.org/drawingml/2006/main">
              <a:ext uri="{FF2B5EF4-FFF2-40B4-BE49-F238E27FC236}">
                <a16:creationId xmlns:a16="http://schemas.microsoft.com/office/drawing/2014/main" id="{1ED0018A-C71D-41B8-9A11-65BBDCB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9049" y="6871847"/>
            <a:ext cx="4563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1318" name="">
            <a:extLst xmlns:a="http://schemas.openxmlformats.org/drawingml/2006/main">
              <a:ext uri="{FF2B5EF4-FFF2-40B4-BE49-F238E27FC236}">
                <a16:creationId xmlns:a16="http://schemas.microsoft.com/office/drawing/2014/main" id="{707EBE2D-CD4E-4CD8-93D4-7922A074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384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9" name="">
            <a:extLst xmlns:a="http://schemas.openxmlformats.org/drawingml/2006/main">
              <a:ext uri="{FF2B5EF4-FFF2-40B4-BE49-F238E27FC236}">
                <a16:creationId xmlns:a16="http://schemas.microsoft.com/office/drawing/2014/main" id="{D3AAA50F-8856-42F0-8E5F-F3A32A6B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78384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0" name="">
            <a:extLst xmlns:a="http://schemas.openxmlformats.org/drawingml/2006/main">
              <a:ext uri="{FF2B5EF4-FFF2-40B4-BE49-F238E27FC236}">
                <a16:creationId xmlns:a16="http://schemas.microsoft.com/office/drawing/2014/main" id="{10F36E69-1793-4D11-94FD-0587F8E6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666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1" name="">
            <a:extLst xmlns:a="http://schemas.openxmlformats.org/drawingml/2006/main">
              <a:ext uri="{FF2B5EF4-FFF2-40B4-BE49-F238E27FC236}">
                <a16:creationId xmlns:a16="http://schemas.microsoft.com/office/drawing/2014/main" id="{95EB66A1-C411-45E3-9D55-A0F94941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666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22" name="">
            <a:extLst xmlns:a="http://schemas.openxmlformats.org/drawingml/2006/main">
              <a:ext uri="{FF2B5EF4-FFF2-40B4-BE49-F238E27FC236}">
                <a16:creationId xmlns:a16="http://schemas.microsoft.com/office/drawing/2014/main" id="{2A9630F1-B8E6-4837-9C23-63BA9F8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4636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3" name="">
            <a:extLst xmlns:a="http://schemas.openxmlformats.org/drawingml/2006/main">
              <a:ext uri="{FF2B5EF4-FFF2-40B4-BE49-F238E27FC236}">
                <a16:creationId xmlns:a16="http://schemas.microsoft.com/office/drawing/2014/main" id="{3133B077-B3B3-4E32-A986-CABBB20B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4636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4" name="">
            <a:extLst xmlns:a="http://schemas.openxmlformats.org/drawingml/2006/main">
              <a:ext uri="{FF2B5EF4-FFF2-40B4-BE49-F238E27FC236}">
                <a16:creationId xmlns:a16="http://schemas.microsoft.com/office/drawing/2014/main" id="{FB690019-6073-4A6D-B9F1-FA673F09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5" name="">
            <a:extLst xmlns:a="http://schemas.openxmlformats.org/drawingml/2006/main">
              <a:ext uri="{FF2B5EF4-FFF2-40B4-BE49-F238E27FC236}">
                <a16:creationId xmlns:a16="http://schemas.microsoft.com/office/drawing/2014/main" id="{D6EFF2E9-3AC3-487F-B19B-579E9733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6" name="">
            <a:extLst xmlns:a="http://schemas.openxmlformats.org/drawingml/2006/main">
              <a:ext uri="{FF2B5EF4-FFF2-40B4-BE49-F238E27FC236}">
                <a16:creationId xmlns:a16="http://schemas.microsoft.com/office/drawing/2014/main" id="{DB510EDE-0F1B-47D1-A7D6-117D2A97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528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7" name="">
            <a:extLst xmlns:a="http://schemas.openxmlformats.org/drawingml/2006/main">
              <a:ext uri="{FF2B5EF4-FFF2-40B4-BE49-F238E27FC236}">
                <a16:creationId xmlns:a16="http://schemas.microsoft.com/office/drawing/2014/main" id="{D4C9DEEA-0A0F-4208-B919-A46D40D0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6528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28" name="">
            <a:extLst xmlns:a="http://schemas.openxmlformats.org/drawingml/2006/main">
              <a:ext uri="{FF2B5EF4-FFF2-40B4-BE49-F238E27FC236}">
                <a16:creationId xmlns:a16="http://schemas.microsoft.com/office/drawing/2014/main" id="{734C9599-9FF4-41BF-983A-AD7888C5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9654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29" name="">
            <a:extLst xmlns:a="http://schemas.openxmlformats.org/drawingml/2006/main">
              <a:ext uri="{FF2B5EF4-FFF2-40B4-BE49-F238E27FC236}">
                <a16:creationId xmlns:a16="http://schemas.microsoft.com/office/drawing/2014/main" id="{1F7E60AA-C052-4F2E-8EAC-01550A22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9654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30" name="">
            <a:extLst xmlns:a="http://schemas.openxmlformats.org/drawingml/2006/main">
              <a:ext uri="{FF2B5EF4-FFF2-40B4-BE49-F238E27FC236}">
                <a16:creationId xmlns:a16="http://schemas.microsoft.com/office/drawing/2014/main" id="{2F2333CD-748D-4559-B749-B5D30E4E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1" name="">
            <a:extLst xmlns:a="http://schemas.openxmlformats.org/drawingml/2006/main">
              <a:ext uri="{FF2B5EF4-FFF2-40B4-BE49-F238E27FC236}">
                <a16:creationId xmlns:a16="http://schemas.microsoft.com/office/drawing/2014/main" id="{717040C2-F96A-45B8-95FA-43C2DC05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32" name="">
            <a:extLst xmlns:a="http://schemas.openxmlformats.org/drawingml/2006/main">
              <a:ext uri="{FF2B5EF4-FFF2-40B4-BE49-F238E27FC236}">
                <a16:creationId xmlns:a16="http://schemas.microsoft.com/office/drawing/2014/main" id="{E245D6D0-3852-451F-B057-F6BD25FC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3" name="">
            <a:extLst xmlns:a="http://schemas.openxmlformats.org/drawingml/2006/main">
              <a:ext uri="{FF2B5EF4-FFF2-40B4-BE49-F238E27FC236}">
                <a16:creationId xmlns:a16="http://schemas.microsoft.com/office/drawing/2014/main" id="{0809ECE8-749D-4667-BF9B-71B1F63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34" name="">
            <a:extLst xmlns:a="http://schemas.openxmlformats.org/drawingml/2006/main">
              <a:ext uri="{FF2B5EF4-FFF2-40B4-BE49-F238E27FC236}">
                <a16:creationId xmlns:a16="http://schemas.microsoft.com/office/drawing/2014/main" id="{31A78815-08FB-4154-9AE7-7DDE6FC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5" name="">
            <a:extLst xmlns:a="http://schemas.openxmlformats.org/drawingml/2006/main">
              <a:ext uri="{FF2B5EF4-FFF2-40B4-BE49-F238E27FC236}">
                <a16:creationId xmlns:a16="http://schemas.microsoft.com/office/drawing/2014/main" id="{2BA0C0A7-7072-4344-A336-A320AF33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7591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36" name="">
            <a:extLst xmlns:a="http://schemas.openxmlformats.org/drawingml/2006/main">
              <a:ext uri="{FF2B5EF4-FFF2-40B4-BE49-F238E27FC236}">
                <a16:creationId xmlns:a16="http://schemas.microsoft.com/office/drawing/2014/main" id="{652794EA-6C10-46D0-82D7-E235ACC3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2169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7" name="">
            <a:extLst xmlns:a="http://schemas.openxmlformats.org/drawingml/2006/main">
              <a:ext uri="{FF2B5EF4-FFF2-40B4-BE49-F238E27FC236}">
                <a16:creationId xmlns:a16="http://schemas.microsoft.com/office/drawing/2014/main" id="{E225FE5D-CF92-4900-9529-D9A62310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2169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38" name="">
            <a:extLst xmlns:a="http://schemas.openxmlformats.org/drawingml/2006/main">
              <a:ext uri="{FF2B5EF4-FFF2-40B4-BE49-F238E27FC236}">
                <a16:creationId xmlns:a16="http://schemas.microsoft.com/office/drawing/2014/main" id="{58734C8B-5C58-4EA4-909F-13C3B1E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420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39" name="">
            <a:extLst xmlns:a="http://schemas.openxmlformats.org/drawingml/2006/main">
              <a:ext uri="{FF2B5EF4-FFF2-40B4-BE49-F238E27FC236}">
                <a16:creationId xmlns:a16="http://schemas.microsoft.com/office/drawing/2014/main" id="{28B41E2D-9285-4A62-9810-390B48D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8420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40" name="">
            <a:extLst xmlns:a="http://schemas.openxmlformats.org/drawingml/2006/main">
              <a:ext uri="{FF2B5EF4-FFF2-40B4-BE49-F238E27FC236}">
                <a16:creationId xmlns:a16="http://schemas.microsoft.com/office/drawing/2014/main" id="{50E69042-EC65-470D-9A7F-C4702851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1" name="">
            <a:extLst xmlns:a="http://schemas.openxmlformats.org/drawingml/2006/main">
              <a:ext uri="{FF2B5EF4-FFF2-40B4-BE49-F238E27FC236}">
                <a16:creationId xmlns:a16="http://schemas.microsoft.com/office/drawing/2014/main" id="{4F34DEE4-98FD-41F6-8D9A-9680354C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42" name="">
            <a:extLst xmlns:a="http://schemas.openxmlformats.org/drawingml/2006/main">
              <a:ext uri="{FF2B5EF4-FFF2-40B4-BE49-F238E27FC236}">
                <a16:creationId xmlns:a16="http://schemas.microsoft.com/office/drawing/2014/main" id="{3BF42BDC-C399-4CB8-A7EE-AD762328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139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3" name="">
            <a:extLst xmlns:a="http://schemas.openxmlformats.org/drawingml/2006/main">
              <a:ext uri="{FF2B5EF4-FFF2-40B4-BE49-F238E27FC236}">
                <a16:creationId xmlns:a16="http://schemas.microsoft.com/office/drawing/2014/main" id="{BF60AEA3-0714-4328-A47C-05CA94E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7139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44" name="">
            <a:extLst xmlns:a="http://schemas.openxmlformats.org/drawingml/2006/main">
              <a:ext uri="{FF2B5EF4-FFF2-40B4-BE49-F238E27FC236}">
                <a16:creationId xmlns:a16="http://schemas.microsoft.com/office/drawing/2014/main" id="{07940154-8AD6-451F-A132-704397B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5" name="">
            <a:extLst xmlns:a="http://schemas.openxmlformats.org/drawingml/2006/main">
              <a:ext uri="{FF2B5EF4-FFF2-40B4-BE49-F238E27FC236}">
                <a16:creationId xmlns:a16="http://schemas.microsoft.com/office/drawing/2014/main" id="{19A31550-150D-42B8-8349-DA7A2786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088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46" name="">
            <a:extLst xmlns:a="http://schemas.openxmlformats.org/drawingml/2006/main">
              <a:ext uri="{FF2B5EF4-FFF2-40B4-BE49-F238E27FC236}">
                <a16:creationId xmlns:a16="http://schemas.microsoft.com/office/drawing/2014/main" id="{9B6B2804-9658-4875-9315-796811C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415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7" name="">
            <a:extLst xmlns:a="http://schemas.openxmlformats.org/drawingml/2006/main">
              <a:ext uri="{FF2B5EF4-FFF2-40B4-BE49-F238E27FC236}">
                <a16:creationId xmlns:a16="http://schemas.microsoft.com/office/drawing/2014/main" id="{6B19279D-CEB3-48D0-AA6B-C093442E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415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48" name="">
            <a:extLst xmlns:a="http://schemas.openxmlformats.org/drawingml/2006/main">
              <a:ext uri="{FF2B5EF4-FFF2-40B4-BE49-F238E27FC236}">
                <a16:creationId xmlns:a16="http://schemas.microsoft.com/office/drawing/2014/main" id="{E37C425F-47A4-42B0-B551-F55DE2D0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9" name="">
            <a:extLst xmlns:a="http://schemas.openxmlformats.org/drawingml/2006/main">
              <a:ext uri="{FF2B5EF4-FFF2-40B4-BE49-F238E27FC236}">
                <a16:creationId xmlns:a16="http://schemas.microsoft.com/office/drawing/2014/main" id="{FF7CE2FF-4609-4068-8DC4-ADC4E1C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390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50" name="">
            <a:extLst xmlns:a="http://schemas.openxmlformats.org/drawingml/2006/main">
              <a:ext uri="{FF2B5EF4-FFF2-40B4-BE49-F238E27FC236}">
                <a16:creationId xmlns:a16="http://schemas.microsoft.com/office/drawing/2014/main" id="{06B6C8B1-0943-478F-BB9F-8F6ED8D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4671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1" name="">
            <a:extLst xmlns:a="http://schemas.openxmlformats.org/drawingml/2006/main">
              <a:ext uri="{FF2B5EF4-FFF2-40B4-BE49-F238E27FC236}">
                <a16:creationId xmlns:a16="http://schemas.microsoft.com/office/drawing/2014/main" id="{A2D46311-9291-4743-898C-F808CF7F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4671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52" name="">
            <a:extLst xmlns:a="http://schemas.openxmlformats.org/drawingml/2006/main">
              <a:ext uri="{FF2B5EF4-FFF2-40B4-BE49-F238E27FC236}">
                <a16:creationId xmlns:a16="http://schemas.microsoft.com/office/drawing/2014/main" id="{D9A89643-95B1-4241-8BEC-F60310C7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642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3" name="">
            <a:extLst xmlns:a="http://schemas.openxmlformats.org/drawingml/2006/main">
              <a:ext uri="{FF2B5EF4-FFF2-40B4-BE49-F238E27FC236}">
                <a16:creationId xmlns:a16="http://schemas.microsoft.com/office/drawing/2014/main" id="{9010FFCD-B477-4374-81F5-C1C14F06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9642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54" name="">
            <a:extLst xmlns:a="http://schemas.openxmlformats.org/drawingml/2006/main">
              <a:ext uri="{FF2B5EF4-FFF2-40B4-BE49-F238E27FC236}">
                <a16:creationId xmlns:a16="http://schemas.microsoft.com/office/drawing/2014/main" id="{60A6302B-CE82-4DC7-B498-1696E5C7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5" name="">
            <a:extLst xmlns:a="http://schemas.openxmlformats.org/drawingml/2006/main">
              <a:ext uri="{FF2B5EF4-FFF2-40B4-BE49-F238E27FC236}">
                <a16:creationId xmlns:a16="http://schemas.microsoft.com/office/drawing/2014/main" id="{D3D95759-D525-48D0-8255-013CB8E2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56" name="">
            <a:extLst xmlns:a="http://schemas.openxmlformats.org/drawingml/2006/main">
              <a:ext uri="{FF2B5EF4-FFF2-40B4-BE49-F238E27FC236}">
                <a16:creationId xmlns:a16="http://schemas.microsoft.com/office/drawing/2014/main" id="{C29152BB-DF49-4A7B-B87A-629082DB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5893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7" name="">
            <a:extLst xmlns:a="http://schemas.openxmlformats.org/drawingml/2006/main">
              <a:ext uri="{FF2B5EF4-FFF2-40B4-BE49-F238E27FC236}">
                <a16:creationId xmlns:a16="http://schemas.microsoft.com/office/drawing/2014/main" id="{9666BF61-95DD-4FC1-B1E1-1EE82692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5893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58" name="">
            <a:extLst xmlns:a="http://schemas.openxmlformats.org/drawingml/2006/main">
              <a:ext uri="{FF2B5EF4-FFF2-40B4-BE49-F238E27FC236}">
                <a16:creationId xmlns:a16="http://schemas.microsoft.com/office/drawing/2014/main" id="{0123B127-E3FF-42E8-9DAB-96CAFB01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59" name="">
            <a:extLst xmlns:a="http://schemas.openxmlformats.org/drawingml/2006/main">
              <a:ext uri="{FF2B5EF4-FFF2-40B4-BE49-F238E27FC236}">
                <a16:creationId xmlns:a16="http://schemas.microsoft.com/office/drawing/2014/main" id="{FA9E0D66-CCB4-4B13-8E8A-6DAF35D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923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60" name="">
            <a:extLst xmlns:a="http://schemas.openxmlformats.org/drawingml/2006/main">
              <a:ext uri="{FF2B5EF4-FFF2-40B4-BE49-F238E27FC236}">
                <a16:creationId xmlns:a16="http://schemas.microsoft.com/office/drawing/2014/main" id="{16E8E1F0-8DDB-4373-8B8F-467EE97B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1750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1" name="">
            <a:extLst xmlns:a="http://schemas.openxmlformats.org/drawingml/2006/main">
              <a:ext uri="{FF2B5EF4-FFF2-40B4-BE49-F238E27FC236}">
                <a16:creationId xmlns:a16="http://schemas.microsoft.com/office/drawing/2014/main" id="{D668DBB2-410F-45E1-8688-8E9EA656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1750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62" name="">
            <a:extLst xmlns:a="http://schemas.openxmlformats.org/drawingml/2006/main">
              <a:ext uri="{FF2B5EF4-FFF2-40B4-BE49-F238E27FC236}">
                <a16:creationId xmlns:a16="http://schemas.microsoft.com/office/drawing/2014/main" id="{7AC5D600-5C7A-4C1C-9897-952ECF99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174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3" name="">
            <a:extLst xmlns:a="http://schemas.openxmlformats.org/drawingml/2006/main">
              <a:ext uri="{FF2B5EF4-FFF2-40B4-BE49-F238E27FC236}">
                <a16:creationId xmlns:a16="http://schemas.microsoft.com/office/drawing/2014/main" id="{7E0ECC0B-8195-449F-91B9-9171775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07174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64" name="">
            <a:extLst xmlns:a="http://schemas.openxmlformats.org/drawingml/2006/main">
              <a:ext uri="{FF2B5EF4-FFF2-40B4-BE49-F238E27FC236}">
                <a16:creationId xmlns:a16="http://schemas.microsoft.com/office/drawing/2014/main" id="{467778FD-25A2-4127-A66E-E0540CB7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59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5" name="">
            <a:extLst xmlns:a="http://schemas.openxmlformats.org/drawingml/2006/main">
              <a:ext uri="{FF2B5EF4-FFF2-40B4-BE49-F238E27FC236}">
                <a16:creationId xmlns:a16="http://schemas.microsoft.com/office/drawing/2014/main" id="{35E50FF7-A84C-4D79-B1C0-63326DD3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4659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66" name="">
            <a:extLst xmlns:a="http://schemas.openxmlformats.org/drawingml/2006/main">
              <a:ext uri="{FF2B5EF4-FFF2-40B4-BE49-F238E27FC236}">
                <a16:creationId xmlns:a16="http://schemas.microsoft.com/office/drawing/2014/main" id="{E4C72E9E-FD2B-480A-BC00-7E938D76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21200613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7" name="">
            <a:extLst xmlns:a="http://schemas.openxmlformats.org/drawingml/2006/main">
              <a:ext uri="{FF2B5EF4-FFF2-40B4-BE49-F238E27FC236}">
                <a16:creationId xmlns:a16="http://schemas.microsoft.com/office/drawing/2014/main" id="{7F1B056C-0C4A-491F-9E4F-91970223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21200613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68" name="">
            <a:extLst xmlns:a="http://schemas.openxmlformats.org/drawingml/2006/main">
              <a:ext uri="{FF2B5EF4-FFF2-40B4-BE49-F238E27FC236}">
                <a16:creationId xmlns:a16="http://schemas.microsoft.com/office/drawing/2014/main" id="{111273CD-D201-44EC-9E17-19AA206D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69" name="">
            <a:extLst xmlns:a="http://schemas.openxmlformats.org/drawingml/2006/main">
              <a:ext uri="{FF2B5EF4-FFF2-40B4-BE49-F238E27FC236}">
                <a16:creationId xmlns:a16="http://schemas.microsoft.com/office/drawing/2014/main" id="{AD70A25C-D3C2-460F-A730-46FC58A7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7785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70" name="">
            <a:extLst xmlns:a="http://schemas.openxmlformats.org/drawingml/2006/main">
              <a:ext uri="{FF2B5EF4-FFF2-40B4-BE49-F238E27FC236}">
                <a16:creationId xmlns:a16="http://schemas.microsoft.com/office/drawing/2014/main" id="{495B63B3-9695-45A6-A0AD-FA2C454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11" y="1940959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1" name="">
            <a:extLst xmlns:a="http://schemas.openxmlformats.org/drawingml/2006/main">
              <a:ext uri="{FF2B5EF4-FFF2-40B4-BE49-F238E27FC236}">
                <a16:creationId xmlns:a16="http://schemas.microsoft.com/office/drawing/2014/main" id="{03162807-78D4-4409-B1C4-8376F8BF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11" y="1940959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72" name="">
            <a:extLst xmlns:a="http://schemas.openxmlformats.org/drawingml/2006/main">
              <a:ext uri="{FF2B5EF4-FFF2-40B4-BE49-F238E27FC236}">
                <a16:creationId xmlns:a16="http://schemas.microsoft.com/office/drawing/2014/main" id="{945CB56B-C36B-4099-89B1-01D89EE3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3426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3" name="">
            <a:extLst xmlns:a="http://schemas.openxmlformats.org/drawingml/2006/main">
              <a:ext uri="{FF2B5EF4-FFF2-40B4-BE49-F238E27FC236}">
                <a16:creationId xmlns:a16="http://schemas.microsoft.com/office/drawing/2014/main" id="{2A3E996F-B9EE-4417-8894-1C7A9DC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3426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74" name="">
            <a:extLst xmlns:a="http://schemas.openxmlformats.org/drawingml/2006/main">
              <a:ext uri="{FF2B5EF4-FFF2-40B4-BE49-F238E27FC236}">
                <a16:creationId xmlns:a16="http://schemas.microsoft.com/office/drawing/2014/main" id="{59642A46-1BE1-4882-BF4D-AD206C66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396" y="176185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5" name="">
            <a:extLst xmlns:a="http://schemas.openxmlformats.org/drawingml/2006/main">
              <a:ext uri="{FF2B5EF4-FFF2-40B4-BE49-F238E27FC236}">
                <a16:creationId xmlns:a16="http://schemas.microsoft.com/office/drawing/2014/main" id="{3BFB75DE-75DD-4F62-9964-4AC2C3C3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8396" y="176185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76" name="">
            <a:extLst xmlns:a="http://schemas.openxmlformats.org/drawingml/2006/main">
              <a:ext uri="{FF2B5EF4-FFF2-40B4-BE49-F238E27FC236}">
                <a16:creationId xmlns:a16="http://schemas.microsoft.com/office/drawing/2014/main" id="{59A80643-213C-4C2A-ADC1-D143C40E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2144" y="1582756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7" name="">
            <a:extLst xmlns:a="http://schemas.openxmlformats.org/drawingml/2006/main">
              <a:ext uri="{FF2B5EF4-FFF2-40B4-BE49-F238E27FC236}">
                <a16:creationId xmlns:a16="http://schemas.microsoft.com/office/drawing/2014/main" id="{0756DE36-7A74-4172-AD02-3E306CA0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22144" y="1582756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78" name="">
            <a:extLst xmlns:a="http://schemas.openxmlformats.org/drawingml/2006/main">
              <a:ext uri="{FF2B5EF4-FFF2-40B4-BE49-F238E27FC236}">
                <a16:creationId xmlns:a16="http://schemas.microsoft.com/office/drawing/2014/main" id="{86E1E735-92FB-4BFE-B49D-E951A58A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7636" y="14036544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79" name="">
            <a:extLst xmlns:a="http://schemas.openxmlformats.org/drawingml/2006/main">
              <a:ext uri="{FF2B5EF4-FFF2-40B4-BE49-F238E27FC236}">
                <a16:creationId xmlns:a16="http://schemas.microsoft.com/office/drawing/2014/main" id="{C822301F-D299-4AFE-B73F-11D9EFFE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7636" y="14036544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80" name="">
            <a:extLst xmlns:a="http://schemas.openxmlformats.org/drawingml/2006/main">
              <a:ext uri="{FF2B5EF4-FFF2-40B4-BE49-F238E27FC236}">
                <a16:creationId xmlns:a16="http://schemas.microsoft.com/office/drawing/2014/main" id="{3A979B70-ACF1-406B-8553-FE16ABE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2245841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1" name="">
            <a:extLst xmlns:a="http://schemas.openxmlformats.org/drawingml/2006/main">
              <a:ext uri="{FF2B5EF4-FFF2-40B4-BE49-F238E27FC236}">
                <a16:creationId xmlns:a16="http://schemas.microsoft.com/office/drawing/2014/main" id="{D57DA273-FE35-44C8-AFC8-591CD29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2245841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82" name="">
            <a:extLst xmlns:a="http://schemas.openxmlformats.org/drawingml/2006/main">
              <a:ext uri="{FF2B5EF4-FFF2-40B4-BE49-F238E27FC236}">
                <a16:creationId xmlns:a16="http://schemas.microsoft.com/office/drawing/2014/main" id="{69A7AF8B-312C-448C-9F05-13D14783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9803" y="1314103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3" name="">
            <a:extLst xmlns:a="http://schemas.openxmlformats.org/drawingml/2006/main">
              <a:ext uri="{FF2B5EF4-FFF2-40B4-BE49-F238E27FC236}">
                <a16:creationId xmlns:a16="http://schemas.microsoft.com/office/drawing/2014/main" id="{AF0C6496-CB6B-42ED-BE20-0FD13A96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9803" y="1314103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84" name="">
            <a:extLst xmlns:a="http://schemas.openxmlformats.org/drawingml/2006/main">
              <a:ext uri="{FF2B5EF4-FFF2-40B4-BE49-F238E27FC236}">
                <a16:creationId xmlns:a16="http://schemas.microsoft.com/office/drawing/2014/main" id="{2283AA17-DF76-4ABE-B062-05552606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5" name="">
            <a:extLst xmlns:a="http://schemas.openxmlformats.org/drawingml/2006/main">
              <a:ext uri="{FF2B5EF4-FFF2-40B4-BE49-F238E27FC236}">
                <a16:creationId xmlns:a16="http://schemas.microsoft.com/office/drawing/2014/main" id="{667AD37B-763E-4104-A1A6-C9E3BCBB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216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386" name="">
            <a:extLst xmlns:a="http://schemas.openxmlformats.org/drawingml/2006/main">
              <a:ext uri="{FF2B5EF4-FFF2-40B4-BE49-F238E27FC236}">
                <a16:creationId xmlns:a16="http://schemas.microsoft.com/office/drawing/2014/main" id="{FACE468F-510A-4991-BB30-ECE14132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7137" y="10454509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7" name="">
            <a:extLst xmlns:a="http://schemas.openxmlformats.org/drawingml/2006/main">
              <a:ext uri="{FF2B5EF4-FFF2-40B4-BE49-F238E27FC236}">
                <a16:creationId xmlns:a16="http://schemas.microsoft.com/office/drawing/2014/main" id="{767CCA11-9A61-4ABF-A825-F3B5F461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7137" y="10454509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88" name="">
            <a:extLst xmlns:a="http://schemas.openxmlformats.org/drawingml/2006/main">
              <a:ext uri="{FF2B5EF4-FFF2-40B4-BE49-F238E27FC236}">
                <a16:creationId xmlns:a16="http://schemas.microsoft.com/office/drawing/2014/main" id="{98FCDD2A-4EFF-47E9-8CD9-8EF3FD10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5503" y="8663178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89" name="">
            <a:extLst xmlns:a="http://schemas.openxmlformats.org/drawingml/2006/main">
              <a:ext uri="{FF2B5EF4-FFF2-40B4-BE49-F238E27FC236}">
                <a16:creationId xmlns:a16="http://schemas.microsoft.com/office/drawing/2014/main" id="{CF6FFAFC-9087-4111-B07B-D7B24A4A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5503" y="8663178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90" name="">
            <a:extLst xmlns:a="http://schemas.openxmlformats.org/drawingml/2006/main">
              <a:ext uri="{FF2B5EF4-FFF2-40B4-BE49-F238E27FC236}">
                <a16:creationId xmlns:a16="http://schemas.microsoft.com/office/drawing/2014/main" id="{151C39A9-3294-4374-BB64-93DE9B8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3425" y="6871847"/>
            <a:ext cx="1069235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1" name="">
            <a:extLst xmlns:a="http://schemas.openxmlformats.org/drawingml/2006/main">
              <a:ext uri="{FF2B5EF4-FFF2-40B4-BE49-F238E27FC236}">
                <a16:creationId xmlns:a16="http://schemas.microsoft.com/office/drawing/2014/main" id="{3D04E414-C973-4A7B-AB25-5EA3CEA7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3425" y="6871847"/>
            <a:ext cx="1069235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1392" name="">
            <a:extLst xmlns:a="http://schemas.openxmlformats.org/drawingml/2006/main">
              <a:ext uri="{FF2B5EF4-FFF2-40B4-BE49-F238E27FC236}">
                <a16:creationId xmlns:a16="http://schemas.microsoft.com/office/drawing/2014/main" id="{879EE327-456B-4520-A8B9-B285149B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879" y="6871847"/>
            <a:ext cx="424510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3" name="">
            <a:extLst xmlns:a="http://schemas.openxmlformats.org/drawingml/2006/main">
              <a:ext uri="{FF2B5EF4-FFF2-40B4-BE49-F238E27FC236}">
                <a16:creationId xmlns:a16="http://schemas.microsoft.com/office/drawing/2014/main" id="{5425D4EA-6B6F-492B-8F98-1C76B84C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879" y="6871847"/>
            <a:ext cx="424510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1394" name="">
            <a:extLst xmlns:a="http://schemas.openxmlformats.org/drawingml/2006/main">
              <a:ext uri="{FF2B5EF4-FFF2-40B4-BE49-F238E27FC236}">
                <a16:creationId xmlns:a16="http://schemas.microsoft.com/office/drawing/2014/main" id="{6A17933B-FC2B-4322-80AA-29C1242C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610" y="5082086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5" name="">
            <a:extLst xmlns:a="http://schemas.openxmlformats.org/drawingml/2006/main">
              <a:ext uri="{FF2B5EF4-FFF2-40B4-BE49-F238E27FC236}">
                <a16:creationId xmlns:a16="http://schemas.microsoft.com/office/drawing/2014/main" id="{4AE28348-D086-490E-8F4F-AFC900F9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2610" y="5082086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96" name="">
            <a:extLst xmlns:a="http://schemas.openxmlformats.org/drawingml/2006/main">
              <a:ext uri="{FF2B5EF4-FFF2-40B4-BE49-F238E27FC236}">
                <a16:creationId xmlns:a16="http://schemas.microsoft.com/office/drawing/2014/main" id="{93A2C178-42F9-4F03-8A3A-E72BE6E9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200" y="3290755"/>
            <a:ext cx="331648" cy="2918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7" name="">
            <a:extLst xmlns:a="http://schemas.openxmlformats.org/drawingml/2006/main">
              <a:ext uri="{FF2B5EF4-FFF2-40B4-BE49-F238E27FC236}">
                <a16:creationId xmlns:a16="http://schemas.microsoft.com/office/drawing/2014/main" id="{3DA76F7A-39BE-4D4E-9791-EFE850D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200" y="3290755"/>
            <a:ext cx="331648" cy="291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5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398" name="">
            <a:extLst xmlns:a="http://schemas.openxmlformats.org/drawingml/2006/main">
              <a:ext uri="{FF2B5EF4-FFF2-40B4-BE49-F238E27FC236}">
                <a16:creationId xmlns:a16="http://schemas.microsoft.com/office/drawing/2014/main" id="{3C3305E2-51B3-4C4B-BCCA-8F5C1CB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711" y="20089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99" name="">
            <a:extLst xmlns:a="http://schemas.openxmlformats.org/drawingml/2006/main">
              <a:ext uri="{FF2B5EF4-FFF2-40B4-BE49-F238E27FC236}">
                <a16:creationId xmlns:a16="http://schemas.microsoft.com/office/drawing/2014/main" id="{A64AAED0-5285-472C-BAF6-B64E967C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06" y="20487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需要严格保证归约顺序？</a:t>
            </a:r>
          </a:p>
        </p:txBody>
      </p:sp>
      <p:sp>
        <p:nvSpPr>
          <p:cNvPr id="1400" name="">
            <a:extLst xmlns:a="http://schemas.openxmlformats.org/drawingml/2006/main">
              <a:ext uri="{FF2B5EF4-FFF2-40B4-BE49-F238E27FC236}">
                <a16:creationId xmlns:a16="http://schemas.microsoft.com/office/drawing/2014/main" id="{26AB8E3B-4AC9-4738-97A5-A1ACB2B6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851" y="38002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1" name="">
            <a:extLst xmlns:a="http://schemas.openxmlformats.org/drawingml/2006/main">
              <a:ext uri="{FF2B5EF4-FFF2-40B4-BE49-F238E27FC236}">
                <a16:creationId xmlns:a16="http://schemas.microsoft.com/office/drawing/2014/main" id="{C8DCAF2B-0CD7-49F1-9291-DD5838D4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47" y="38400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总 rank 数 &gt; 8？</a:t>
            </a:r>
          </a:p>
        </p:txBody>
      </p:sp>
      <p:sp>
        <p:nvSpPr>
          <p:cNvPr id="1402" name="">
            <a:extLst xmlns:a="http://schemas.openxmlformats.org/drawingml/2006/main">
              <a:ext uri="{FF2B5EF4-FFF2-40B4-BE49-F238E27FC236}">
                <a16:creationId xmlns:a16="http://schemas.microsoft.com/office/drawing/2014/main" id="{2FB96692-E154-4B6A-BDCB-1B4EF176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600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3" name="">
            <a:extLst xmlns:a="http://schemas.openxmlformats.org/drawingml/2006/main">
              <a:ext uri="{FF2B5EF4-FFF2-40B4-BE49-F238E27FC236}">
                <a16:creationId xmlns:a16="http://schemas.microsoft.com/office/drawing/2014/main" id="{EEEC20EF-9190-4E9F-AE31-721B991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195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GroupMesh</a:t>
            </a:r>
          </a:p>
        </p:txBody>
      </p:sp>
      <p:sp>
        <p:nvSpPr>
          <p:cNvPr id="1404" name="">
            <a:extLst xmlns:a="http://schemas.openxmlformats.org/drawingml/2006/main">
              <a:ext uri="{FF2B5EF4-FFF2-40B4-BE49-F238E27FC236}">
                <a16:creationId xmlns:a16="http://schemas.microsoft.com/office/drawing/2014/main" id="{3CB53E9D-D594-43AC-A14E-F2BBF5C8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851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5" name="">
            <a:extLst xmlns:a="http://schemas.openxmlformats.org/drawingml/2006/main">
              <a:ext uri="{FF2B5EF4-FFF2-40B4-BE49-F238E27FC236}">
                <a16:creationId xmlns:a16="http://schemas.microsoft.com/office/drawing/2014/main" id="{3BB6A62C-F73D-4D05-82FB-8727FAF4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47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StrictOrderedMesh</a:t>
            </a:r>
          </a:p>
        </p:txBody>
      </p:sp>
      <p:sp>
        <p:nvSpPr>
          <p:cNvPr id="1406" name="">
            <a:extLst xmlns:a="http://schemas.openxmlformats.org/drawingml/2006/main">
              <a:ext uri="{FF2B5EF4-FFF2-40B4-BE49-F238E27FC236}">
                <a16:creationId xmlns:a16="http://schemas.microsoft.com/office/drawing/2014/main" id="{E9D227F4-6FFD-4893-8C31-72420310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102" y="38002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7" name="">
            <a:extLst xmlns:a="http://schemas.openxmlformats.org/drawingml/2006/main">
              <a:ext uri="{FF2B5EF4-FFF2-40B4-BE49-F238E27FC236}">
                <a16:creationId xmlns:a16="http://schemas.microsoft.com/office/drawing/2014/main" id="{F847A3DE-744E-42C6-8D86-CCC620F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98" y="38400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1408" name="">
            <a:extLst xmlns:a="http://schemas.openxmlformats.org/drawingml/2006/main">
              <a:ext uri="{FF2B5EF4-FFF2-40B4-BE49-F238E27FC236}">
                <a16:creationId xmlns:a16="http://schemas.microsoft.com/office/drawing/2014/main" id="{2A66C218-EE39-4B60-9760-DF5D4AA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102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9" name="">
            <a:extLst xmlns:a="http://schemas.openxmlformats.org/drawingml/2006/main">
              <a:ext uri="{FF2B5EF4-FFF2-40B4-BE49-F238E27FC236}">
                <a16:creationId xmlns:a16="http://schemas.microsoft.com/office/drawing/2014/main" id="{D68F2DC1-5726-44B0-ACE4-A9F71960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98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410" name="">
            <a:extLst xmlns:a="http://schemas.openxmlformats.org/drawingml/2006/main">
              <a:ext uri="{FF2B5EF4-FFF2-40B4-BE49-F238E27FC236}">
                <a16:creationId xmlns:a16="http://schemas.microsoft.com/office/drawing/2014/main" id="{D6D6FD1A-3254-40E2-A163-1743F579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851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1" name="">
            <a:extLst xmlns:a="http://schemas.openxmlformats.org/drawingml/2006/main">
              <a:ext uri="{FF2B5EF4-FFF2-40B4-BE49-F238E27FC236}">
                <a16:creationId xmlns:a16="http://schemas.microsoft.com/office/drawing/2014/main" id="{9BD9B27D-387B-4643-B57D-E12809A2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6447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412" name="">
            <a:extLst xmlns:a="http://schemas.openxmlformats.org/drawingml/2006/main">
              <a:ext uri="{FF2B5EF4-FFF2-40B4-BE49-F238E27FC236}">
                <a16:creationId xmlns:a16="http://schemas.microsoft.com/office/drawing/2014/main" id="{6E415191-E351-44D6-8B30-F1B248C7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3102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3" name="">
            <a:extLst xmlns:a="http://schemas.openxmlformats.org/drawingml/2006/main">
              <a:ext uri="{FF2B5EF4-FFF2-40B4-BE49-F238E27FC236}">
                <a16:creationId xmlns:a16="http://schemas.microsoft.com/office/drawing/2014/main" id="{C305BA43-B6D5-467D-BDB7-EEB20DC9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698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1414" name="">
            <a:extLst xmlns:a="http://schemas.openxmlformats.org/drawingml/2006/main">
              <a:ext uri="{FF2B5EF4-FFF2-40B4-BE49-F238E27FC236}">
                <a16:creationId xmlns:a16="http://schemas.microsoft.com/office/drawing/2014/main" id="{68CB1BF2-F14D-47DA-8BB7-58757BD9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924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5" name="">
            <a:extLst xmlns:a="http://schemas.openxmlformats.org/drawingml/2006/main">
              <a:ext uri="{FF2B5EF4-FFF2-40B4-BE49-F238E27FC236}">
                <a16:creationId xmlns:a16="http://schemas.microsoft.com/office/drawing/2014/main" id="{58E4B704-7F1D-4B73-B809-443C0924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19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每模块设备数 = 8？</a:t>
            </a:r>
          </a:p>
        </p:txBody>
      </p:sp>
      <p:sp>
        <p:nvSpPr>
          <p:cNvPr id="1416" name="">
            <a:extLst xmlns:a="http://schemas.openxmlformats.org/drawingml/2006/main">
              <a:ext uri="{FF2B5EF4-FFF2-40B4-BE49-F238E27FC236}">
                <a16:creationId xmlns:a16="http://schemas.microsoft.com/office/drawing/2014/main" id="{10B92AE8-6E21-42D2-9490-7BE3B835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672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7" name="">
            <a:extLst xmlns:a="http://schemas.openxmlformats.org/drawingml/2006/main">
              <a:ext uri="{FF2B5EF4-FFF2-40B4-BE49-F238E27FC236}">
                <a16:creationId xmlns:a16="http://schemas.microsoft.com/office/drawing/2014/main" id="{5913DE09-B4B7-4C41-9997-F4F4329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1268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最高层链路使用 UboE？</a:t>
            </a:r>
          </a:p>
        </p:txBody>
      </p:sp>
      <p:sp>
        <p:nvSpPr>
          <p:cNvPr id="1418" name="">
            <a:extLst xmlns:a="http://schemas.openxmlformats.org/drawingml/2006/main">
              <a:ext uri="{FF2B5EF4-FFF2-40B4-BE49-F238E27FC236}">
                <a16:creationId xmlns:a16="http://schemas.microsoft.com/office/drawing/2014/main" id="{FC1712C6-9B05-4708-9A01-5A3D51F1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76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19" name="">
            <a:extLst xmlns:a="http://schemas.openxmlformats.org/drawingml/2006/main">
              <a:ext uri="{FF2B5EF4-FFF2-40B4-BE49-F238E27FC236}">
                <a16:creationId xmlns:a16="http://schemas.microsoft.com/office/drawing/2014/main" id="{A6767A3F-45AC-4867-9479-F15B41C6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72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2？</a:t>
            </a:r>
          </a:p>
        </p:txBody>
      </p:sp>
      <p:sp>
        <p:nvSpPr>
          <p:cNvPr id="1420" name="">
            <a:extLst xmlns:a="http://schemas.openxmlformats.org/drawingml/2006/main">
              <a:ext uri="{FF2B5EF4-FFF2-40B4-BE49-F238E27FC236}">
                <a16:creationId xmlns:a16="http://schemas.microsoft.com/office/drawing/2014/main" id="{7736A580-3E0D-4F70-A716-1B37B987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1" name="">
            <a:extLst xmlns:a="http://schemas.openxmlformats.org/drawingml/2006/main">
              <a:ext uri="{FF2B5EF4-FFF2-40B4-BE49-F238E27FC236}">
                <a16:creationId xmlns:a16="http://schemas.microsoft.com/office/drawing/2014/main" id="{23B8EA12-16B7-49A0-88FD-5F75FF2F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21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422" name="">
            <a:extLst xmlns:a="http://schemas.openxmlformats.org/drawingml/2006/main">
              <a:ext uri="{FF2B5EF4-FFF2-40B4-BE49-F238E27FC236}">
                <a16:creationId xmlns:a16="http://schemas.microsoft.com/office/drawing/2014/main" id="{FE16F0C8-4774-4010-8FA3-C9EDA26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876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3" name="">
            <a:extLst xmlns:a="http://schemas.openxmlformats.org/drawingml/2006/main">
              <a:ext uri="{FF2B5EF4-FFF2-40B4-BE49-F238E27FC236}">
                <a16:creationId xmlns:a16="http://schemas.microsoft.com/office/drawing/2014/main" id="{D345FF82-84E0-4B58-BED8-B7F6F184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472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PipeLineMeshNHRNHR</a:t>
            </a:r>
          </a:p>
        </p:txBody>
      </p:sp>
      <p:sp>
        <p:nvSpPr>
          <p:cNvPr id="1424" name="">
            <a:extLst xmlns:a="http://schemas.openxmlformats.org/drawingml/2006/main">
              <a:ext uri="{FF2B5EF4-FFF2-40B4-BE49-F238E27FC236}">
                <a16:creationId xmlns:a16="http://schemas.microsoft.com/office/drawing/2014/main" id="{385CB155-B66D-4C8A-A500-AB88C66D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379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5" name="">
            <a:extLst xmlns:a="http://schemas.openxmlformats.org/drawingml/2006/main">
              <a:ext uri="{FF2B5EF4-FFF2-40B4-BE49-F238E27FC236}">
                <a16:creationId xmlns:a16="http://schemas.microsoft.com/office/drawing/2014/main" id="{0B1D5B89-D5E1-412D-B4A0-2DEEFC26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975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需要退化为单级 NHR？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</a:t>
            </a:r>
          </a:p>
        </p:txBody>
      </p:sp>
      <p:sp>
        <p:nvSpPr>
          <p:cNvPr id="1426" name="">
            <a:extLst xmlns:a="http://schemas.openxmlformats.org/drawingml/2006/main">
              <a:ext uri="{FF2B5EF4-FFF2-40B4-BE49-F238E27FC236}">
                <a16:creationId xmlns:a16="http://schemas.microsoft.com/office/drawing/2014/main" id="{81B7DCFA-8288-45A1-AE4C-400146B9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902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7" name="">
            <a:extLst xmlns:a="http://schemas.openxmlformats.org/drawingml/2006/main">
              <a:ext uri="{FF2B5EF4-FFF2-40B4-BE49-F238E27FC236}">
                <a16:creationId xmlns:a16="http://schemas.microsoft.com/office/drawing/2014/main" id="{459EB044-1955-4597-BD90-42AFD654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498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28" name="">
            <a:extLst xmlns:a="http://schemas.openxmlformats.org/drawingml/2006/main">
              <a:ext uri="{FF2B5EF4-FFF2-40B4-BE49-F238E27FC236}">
                <a16:creationId xmlns:a16="http://schemas.microsoft.com/office/drawing/2014/main" id="{77593C3A-7E35-4109-8F16-41C6B74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53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29" name="">
            <a:extLst xmlns:a="http://schemas.openxmlformats.org/drawingml/2006/main">
              <a:ext uri="{FF2B5EF4-FFF2-40B4-BE49-F238E27FC236}">
                <a16:creationId xmlns:a16="http://schemas.microsoft.com/office/drawing/2014/main" id="{BC914C76-F3EB-4B07-AEAD-357DF3C5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749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层本地实例只有 1 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个 rank？</a:t>
            </a:r>
          </a:p>
        </p:txBody>
      </p:sp>
      <p:sp>
        <p:nvSpPr>
          <p:cNvPr id="1430" name="">
            <a:extLst xmlns:a="http://schemas.openxmlformats.org/drawingml/2006/main">
              <a:ext uri="{FF2B5EF4-FFF2-40B4-BE49-F238E27FC236}">
                <a16:creationId xmlns:a16="http://schemas.microsoft.com/office/drawing/2014/main" id="{CDF16E69-C43C-43B0-9AD5-561B79C0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1" name="">
            <a:extLst xmlns:a="http://schemas.openxmlformats.org/drawingml/2006/main">
              <a:ext uri="{FF2B5EF4-FFF2-40B4-BE49-F238E27FC236}">
                <a16:creationId xmlns:a16="http://schemas.microsoft.com/office/drawing/2014/main" id="{874CA141-E43D-4450-81CF-059C96B0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32" name="">
            <a:extLst xmlns:a="http://schemas.openxmlformats.org/drawingml/2006/main">
              <a:ext uri="{FF2B5EF4-FFF2-40B4-BE49-F238E27FC236}">
                <a16:creationId xmlns:a16="http://schemas.microsoft.com/office/drawing/2014/main" id="{4C7BCB60-6C0B-428F-A237-D319B509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3" name="">
            <a:extLst xmlns:a="http://schemas.openxmlformats.org/drawingml/2006/main">
              <a:ext uri="{FF2B5EF4-FFF2-40B4-BE49-F238E27FC236}">
                <a16:creationId xmlns:a16="http://schemas.microsoft.com/office/drawing/2014/main" id="{01D437E3-308F-47F9-A6A7-24B9A60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1434" name="">
            <a:extLst xmlns:a="http://schemas.openxmlformats.org/drawingml/2006/main">
              <a:ext uri="{FF2B5EF4-FFF2-40B4-BE49-F238E27FC236}">
                <a16:creationId xmlns:a16="http://schemas.microsoft.com/office/drawing/2014/main" id="{873F99E8-DD54-479E-8144-30C55078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5" name="">
            <a:extLst xmlns:a="http://schemas.openxmlformats.org/drawingml/2006/main">
              <a:ext uri="{FF2B5EF4-FFF2-40B4-BE49-F238E27FC236}">
                <a16:creationId xmlns:a16="http://schemas.microsoft.com/office/drawing/2014/main" id="{EE63E98B-BA2E-460A-A44F-FCC4EF6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1436" name="">
            <a:extLst xmlns:a="http://schemas.openxmlformats.org/drawingml/2006/main">
              <a:ext uri="{FF2B5EF4-FFF2-40B4-BE49-F238E27FC236}">
                <a16:creationId xmlns:a16="http://schemas.microsoft.com/office/drawing/2014/main" id="{BAFCA618-4587-4B4F-9B82-1701709F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7" name="">
            <a:extLst xmlns:a="http://schemas.openxmlformats.org/drawingml/2006/main">
              <a:ext uri="{FF2B5EF4-FFF2-40B4-BE49-F238E27FC236}">
                <a16:creationId xmlns:a16="http://schemas.microsoft.com/office/drawing/2014/main" id="{15FC6E07-C782-4EEF-9F4E-BD94E29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1438" name="">
            <a:extLst xmlns:a="http://schemas.openxmlformats.org/drawingml/2006/main">
              <a:ext uri="{FF2B5EF4-FFF2-40B4-BE49-F238E27FC236}">
                <a16:creationId xmlns:a16="http://schemas.microsoft.com/office/drawing/2014/main" id="{EEDBB9CC-B81B-405A-8957-5D8047F7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5405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9" name="">
            <a:extLst xmlns:a="http://schemas.openxmlformats.org/drawingml/2006/main">
              <a:ext uri="{FF2B5EF4-FFF2-40B4-BE49-F238E27FC236}">
                <a16:creationId xmlns:a16="http://schemas.microsoft.com/office/drawing/2014/main" id="{F877A066-6773-417D-A664-40AB0BBC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000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1440" name="">
            <a:extLst xmlns:a="http://schemas.openxmlformats.org/drawingml/2006/main">
              <a:ext uri="{FF2B5EF4-FFF2-40B4-BE49-F238E27FC236}">
                <a16:creationId xmlns:a16="http://schemas.microsoft.com/office/drawing/2014/main" id="{BA218B4D-84D8-4DB4-A06D-1B619E19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56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1" name="">
            <a:extLst xmlns:a="http://schemas.openxmlformats.org/drawingml/2006/main">
              <a:ext uri="{FF2B5EF4-FFF2-40B4-BE49-F238E27FC236}">
                <a16:creationId xmlns:a16="http://schemas.microsoft.com/office/drawing/2014/main" id="{BFC3C1BC-1DE1-46BC-AF5B-D96499F2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52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42" name="">
            <a:extLst xmlns:a="http://schemas.openxmlformats.org/drawingml/2006/main">
              <a:ext uri="{FF2B5EF4-FFF2-40B4-BE49-F238E27FC236}">
                <a16:creationId xmlns:a16="http://schemas.microsoft.com/office/drawing/2014/main" id="{BA68A8D5-9B71-4A30-A198-6B2C6D5B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3" name="">
            <a:extLst xmlns:a="http://schemas.openxmlformats.org/drawingml/2006/main">
              <a:ext uri="{FF2B5EF4-FFF2-40B4-BE49-F238E27FC236}">
                <a16:creationId xmlns:a16="http://schemas.microsoft.com/office/drawing/2014/main" id="{DC127F12-391C-4E03-838B-B56761F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2？</a:t>
            </a:r>
          </a:p>
        </p:txBody>
      </p:sp>
      <p:sp>
        <p:nvSpPr>
          <p:cNvPr id="1444" name="">
            <a:extLst xmlns:a="http://schemas.openxmlformats.org/drawingml/2006/main">
              <a:ext uri="{FF2B5EF4-FFF2-40B4-BE49-F238E27FC236}">
                <a16:creationId xmlns:a16="http://schemas.microsoft.com/office/drawing/2014/main" id="{B6C7C6B8-522D-4539-A598-70A01D2C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5" name="">
            <a:extLst xmlns:a="http://schemas.openxmlformats.org/drawingml/2006/main">
              <a:ext uri="{FF2B5EF4-FFF2-40B4-BE49-F238E27FC236}">
                <a16:creationId xmlns:a16="http://schemas.microsoft.com/office/drawing/2014/main" id="{75868ACA-79D1-4987-8788-15553AC2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&gt; 32MiB？</a:t>
            </a:r>
          </a:p>
        </p:txBody>
      </p:sp>
      <p:sp>
        <p:nvSpPr>
          <p:cNvPr id="1446" name="">
            <a:extLst xmlns:a="http://schemas.openxmlformats.org/drawingml/2006/main">
              <a:ext uri="{FF2B5EF4-FFF2-40B4-BE49-F238E27FC236}">
                <a16:creationId xmlns:a16="http://schemas.microsoft.com/office/drawing/2014/main" id="{38C86BC6-0A07-43EB-955B-DBF1582E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815" y="2529280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7" name="">
            <a:extLst xmlns:a="http://schemas.openxmlformats.org/drawingml/2006/main">
              <a:ext uri="{FF2B5EF4-FFF2-40B4-BE49-F238E27FC236}">
                <a16:creationId xmlns:a16="http://schemas.microsoft.com/office/drawing/2014/main" id="{09A68B96-5607-4B47-A32C-EE8209F9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410" y="2533260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&gt; 4GiB？</a:t>
            </a:r>
          </a:p>
        </p:txBody>
      </p:sp>
      <p:sp>
        <p:nvSpPr>
          <p:cNvPr id="1448" name="">
            <a:extLst xmlns:a="http://schemas.openxmlformats.org/drawingml/2006/main">
              <a:ext uri="{FF2B5EF4-FFF2-40B4-BE49-F238E27FC236}">
                <a16:creationId xmlns:a16="http://schemas.microsoft.com/office/drawing/2014/main" id="{2FFB7BC7-4084-4FDD-8878-CBB39A0C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4689" y="27083822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49" name="">
            <a:extLst xmlns:a="http://schemas.openxmlformats.org/drawingml/2006/main">
              <a:ext uri="{FF2B5EF4-FFF2-40B4-BE49-F238E27FC236}">
                <a16:creationId xmlns:a16="http://schemas.microsoft.com/office/drawing/2014/main" id="{62C6E2FE-C24B-49F3-9318-6D1F5EA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284" y="27123620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1450" name="">
            <a:extLst xmlns:a="http://schemas.openxmlformats.org/drawingml/2006/main">
              <a:ext uri="{FF2B5EF4-FFF2-40B4-BE49-F238E27FC236}">
                <a16:creationId xmlns:a16="http://schemas.microsoft.com/office/drawing/2014/main" id="{E5AF7E17-6CE3-47DB-A510-8C06FBAB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940" y="27083822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1" name="">
            <a:extLst xmlns:a="http://schemas.openxmlformats.org/drawingml/2006/main">
              <a:ext uri="{FF2B5EF4-FFF2-40B4-BE49-F238E27FC236}">
                <a16:creationId xmlns:a16="http://schemas.microsoft.com/office/drawing/2014/main" id="{0F2AF17B-B6B9-40B6-BA8B-F90F86EF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36" y="27123620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452" name="">
            <a:extLst xmlns:a="http://schemas.openxmlformats.org/drawingml/2006/main">
              <a:ext uri="{FF2B5EF4-FFF2-40B4-BE49-F238E27FC236}">
                <a16:creationId xmlns:a16="http://schemas.microsoft.com/office/drawing/2014/main" id="{B964F5A3-063B-411E-98A3-80C6C164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066" y="2529280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3" name="">
            <a:extLst xmlns:a="http://schemas.openxmlformats.org/drawingml/2006/main">
              <a:ext uri="{FF2B5EF4-FFF2-40B4-BE49-F238E27FC236}">
                <a16:creationId xmlns:a16="http://schemas.microsoft.com/office/drawing/2014/main" id="{6212E922-2AFE-459D-838B-6A76DE6B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3662" y="2533260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54" name="">
            <a:extLst xmlns:a="http://schemas.openxmlformats.org/drawingml/2006/main">
              <a:ext uri="{FF2B5EF4-FFF2-40B4-BE49-F238E27FC236}">
                <a16:creationId xmlns:a16="http://schemas.microsoft.com/office/drawing/2014/main" id="{B4EF608B-2CBF-44A7-B5EB-91BA3062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4159" y="2350178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5" name="">
            <a:extLst xmlns:a="http://schemas.openxmlformats.org/drawingml/2006/main">
              <a:ext uri="{FF2B5EF4-FFF2-40B4-BE49-F238E27FC236}">
                <a16:creationId xmlns:a16="http://schemas.microsoft.com/office/drawing/2014/main" id="{AA28DFBB-299B-4229-975B-7A8800B7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755" y="2354158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456" name="">
            <a:extLst xmlns:a="http://schemas.openxmlformats.org/drawingml/2006/main">
              <a:ext uri="{FF2B5EF4-FFF2-40B4-BE49-F238E27FC236}">
                <a16:creationId xmlns:a16="http://schemas.microsoft.com/office/drawing/2014/main" id="{47D00488-4174-4E21-9E61-61361CE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7907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7" name="">
            <a:extLst xmlns:a="http://schemas.openxmlformats.org/drawingml/2006/main">
              <a:ext uri="{FF2B5EF4-FFF2-40B4-BE49-F238E27FC236}">
                <a16:creationId xmlns:a16="http://schemas.microsoft.com/office/drawing/2014/main" id="{7AAFDB48-9B2B-41F0-A59B-8C991397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503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458" name="">
            <a:extLst xmlns:a="http://schemas.openxmlformats.org/drawingml/2006/main">
              <a:ext uri="{FF2B5EF4-FFF2-40B4-BE49-F238E27FC236}">
                <a16:creationId xmlns:a16="http://schemas.microsoft.com/office/drawing/2014/main" id="{4F81C755-BD91-45A5-9055-1858ABFA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4159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59" name="">
            <a:extLst xmlns:a="http://schemas.openxmlformats.org/drawingml/2006/main">
              <a:ext uri="{FF2B5EF4-FFF2-40B4-BE49-F238E27FC236}">
                <a16:creationId xmlns:a16="http://schemas.microsoft.com/office/drawing/2014/main" id="{849F22FB-1961-4729-900B-0EA1F09A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3755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460" name="">
            <a:extLst xmlns:a="http://schemas.openxmlformats.org/drawingml/2006/main">
              <a:ext uri="{FF2B5EF4-FFF2-40B4-BE49-F238E27FC236}">
                <a16:creationId xmlns:a16="http://schemas.microsoft.com/office/drawing/2014/main" id="{F42172AA-DC4E-4CFC-B7CA-E043FB13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7924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1" name="">
            <a:extLst xmlns:a="http://schemas.openxmlformats.org/drawingml/2006/main">
              <a:ext uri="{FF2B5EF4-FFF2-40B4-BE49-F238E27FC236}">
                <a16:creationId xmlns:a16="http://schemas.microsoft.com/office/drawing/2014/main" id="{7ECF73BF-A3DF-43CA-99F9-9BF092D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519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1462" name="">
            <a:extLst xmlns:a="http://schemas.openxmlformats.org/drawingml/2006/main">
              <a:ext uri="{FF2B5EF4-FFF2-40B4-BE49-F238E27FC236}">
                <a16:creationId xmlns:a16="http://schemas.microsoft.com/office/drawing/2014/main" id="{21FA7133-0A9F-4AFC-AA48-205D0C0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212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3" name="">
            <a:extLst xmlns:a="http://schemas.openxmlformats.org/drawingml/2006/main">
              <a:ext uri="{FF2B5EF4-FFF2-40B4-BE49-F238E27FC236}">
                <a16:creationId xmlns:a16="http://schemas.microsoft.com/office/drawing/2014/main" id="{C67C50A1-F603-45FD-A0EE-88E4B8C3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2807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最高层链路使用 UboE？</a:t>
            </a:r>
          </a:p>
        </p:txBody>
      </p:sp>
      <p:sp>
        <p:nvSpPr>
          <p:cNvPr id="1464" name="">
            <a:extLst xmlns:a="http://schemas.openxmlformats.org/drawingml/2006/main">
              <a:ext uri="{FF2B5EF4-FFF2-40B4-BE49-F238E27FC236}">
                <a16:creationId xmlns:a16="http://schemas.microsoft.com/office/drawing/2014/main" id="{D458B5F8-6518-4B11-A284-4F802B8D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128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5" name="">
            <a:extLst xmlns:a="http://schemas.openxmlformats.org/drawingml/2006/main">
              <a:ext uri="{FF2B5EF4-FFF2-40B4-BE49-F238E27FC236}">
                <a16:creationId xmlns:a16="http://schemas.microsoft.com/office/drawing/2014/main" id="{B66A265A-9615-44C7-A833-FD64BF4D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723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466" name="">
            <a:extLst xmlns:a="http://schemas.openxmlformats.org/drawingml/2006/main">
              <a:ext uri="{FF2B5EF4-FFF2-40B4-BE49-F238E27FC236}">
                <a16:creationId xmlns:a16="http://schemas.microsoft.com/office/drawing/2014/main" id="{FD443ACC-B84C-426A-AF53-11838D15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684" y="5591615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7" name="">
            <a:extLst xmlns:a="http://schemas.openxmlformats.org/drawingml/2006/main">
              <a:ext uri="{FF2B5EF4-FFF2-40B4-BE49-F238E27FC236}">
                <a16:creationId xmlns:a16="http://schemas.microsoft.com/office/drawing/2014/main" id="{5C8B2EDD-944A-488F-A3AE-C330E2A0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8279" y="5631413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1468" name="">
            <a:extLst xmlns:a="http://schemas.openxmlformats.org/drawingml/2006/main">
              <a:ext uri="{FF2B5EF4-FFF2-40B4-BE49-F238E27FC236}">
                <a16:creationId xmlns:a16="http://schemas.microsoft.com/office/drawing/2014/main" id="{9004CF6F-6B29-43CC-B857-66BE826D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69" name="">
            <a:extLst xmlns:a="http://schemas.openxmlformats.org/drawingml/2006/main">
              <a:ext uri="{FF2B5EF4-FFF2-40B4-BE49-F238E27FC236}">
                <a16:creationId xmlns:a16="http://schemas.microsoft.com/office/drawing/2014/main" id="{7556F610-8971-48A0-A4C7-783C53F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470" name="">
            <a:extLst xmlns:a="http://schemas.openxmlformats.org/drawingml/2006/main">
              <a:ext uri="{FF2B5EF4-FFF2-40B4-BE49-F238E27FC236}">
                <a16:creationId xmlns:a16="http://schemas.microsoft.com/office/drawing/2014/main" id="{0CDDF8C3-4BCB-4BE6-8FCF-820A8081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469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1" name="">
            <a:extLst xmlns:a="http://schemas.openxmlformats.org/drawingml/2006/main">
              <a:ext uri="{FF2B5EF4-FFF2-40B4-BE49-F238E27FC236}">
                <a16:creationId xmlns:a16="http://schemas.microsoft.com/office/drawing/2014/main" id="{A3848EA0-46AF-439A-A7E3-BDDBE201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64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472" name="">
            <a:extLst xmlns:a="http://schemas.openxmlformats.org/drawingml/2006/main">
              <a:ext uri="{FF2B5EF4-FFF2-40B4-BE49-F238E27FC236}">
                <a16:creationId xmlns:a16="http://schemas.microsoft.com/office/drawing/2014/main" id="{CAA26556-CAEB-4C51-AE12-EA070DDB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217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3" name="">
            <a:extLst xmlns:a="http://schemas.openxmlformats.org/drawingml/2006/main">
              <a:ext uri="{FF2B5EF4-FFF2-40B4-BE49-F238E27FC236}">
                <a16:creationId xmlns:a16="http://schemas.microsoft.com/office/drawing/2014/main" id="{B7DD430B-D189-4403-B151-6C90B07B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4813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474" name="">
            <a:extLst xmlns:a="http://schemas.openxmlformats.org/drawingml/2006/main">
              <a:ext uri="{FF2B5EF4-FFF2-40B4-BE49-F238E27FC236}">
                <a16:creationId xmlns:a16="http://schemas.microsoft.com/office/drawing/2014/main" id="{A5FC0FEF-0104-4B80-89EC-CB294D7E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469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5" name="">
            <a:extLst xmlns:a="http://schemas.openxmlformats.org/drawingml/2006/main">
              <a:ext uri="{FF2B5EF4-FFF2-40B4-BE49-F238E27FC236}">
                <a16:creationId xmlns:a16="http://schemas.microsoft.com/office/drawing/2014/main" id="{3C346304-7505-4180-8E9A-EF96753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64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476" name="">
            <a:extLst xmlns:a="http://schemas.openxmlformats.org/drawingml/2006/main">
              <a:ext uri="{FF2B5EF4-FFF2-40B4-BE49-F238E27FC236}">
                <a16:creationId xmlns:a16="http://schemas.microsoft.com/office/drawing/2014/main" id="{3BD74387-DB3E-4BD0-A59B-2621092A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7" name="">
            <a:extLst xmlns:a="http://schemas.openxmlformats.org/drawingml/2006/main">
              <a:ext uri="{FF2B5EF4-FFF2-40B4-BE49-F238E27FC236}">
                <a16:creationId xmlns:a16="http://schemas.microsoft.com/office/drawing/2014/main" id="{8B1A007C-1E1F-4724-819A-8F7859CC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 路径条件？</a:t>
            </a:r>
          </a:p>
        </p:txBody>
      </p:sp>
      <p:sp>
        <p:nvSpPr>
          <p:cNvPr id="1478" name="">
            <a:extLst xmlns:a="http://schemas.openxmlformats.org/drawingml/2006/main">
              <a:ext uri="{FF2B5EF4-FFF2-40B4-BE49-F238E27FC236}">
                <a16:creationId xmlns:a16="http://schemas.microsoft.com/office/drawing/2014/main" id="{E0BCA67E-5BBF-4245-A174-8AB29AF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79" name="">
            <a:extLst xmlns:a="http://schemas.openxmlformats.org/drawingml/2006/main">
              <a:ext uri="{FF2B5EF4-FFF2-40B4-BE49-F238E27FC236}">
                <a16:creationId xmlns:a16="http://schemas.microsoft.com/office/drawing/2014/main" id="{38F59EF4-C7D9-483B-82EA-EC1E0096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总 rank 数 = 2？</a:t>
            </a:r>
          </a:p>
        </p:txBody>
      </p:sp>
      <p:sp>
        <p:nvSpPr>
          <p:cNvPr id="1480" name="">
            <a:extLst xmlns:a="http://schemas.openxmlformats.org/drawingml/2006/main">
              <a:ext uri="{FF2B5EF4-FFF2-40B4-BE49-F238E27FC236}">
                <a16:creationId xmlns:a16="http://schemas.microsoft.com/office/drawing/2014/main" id="{BC4B87DD-680B-4C50-9D95-7285124E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2541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1" name="">
            <a:extLst xmlns:a="http://schemas.openxmlformats.org/drawingml/2006/main">
              <a:ext uri="{FF2B5EF4-FFF2-40B4-BE49-F238E27FC236}">
                <a16:creationId xmlns:a16="http://schemas.microsoft.com/office/drawing/2014/main" id="{962164AA-E71C-456D-87A9-1B878E6C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137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≥ 8MiB？</a:t>
            </a:r>
          </a:p>
        </p:txBody>
      </p:sp>
      <p:sp>
        <p:nvSpPr>
          <p:cNvPr id="1482" name="">
            <a:extLst xmlns:a="http://schemas.openxmlformats.org/drawingml/2006/main">
              <a:ext uri="{FF2B5EF4-FFF2-40B4-BE49-F238E27FC236}">
                <a16:creationId xmlns:a16="http://schemas.microsoft.com/office/drawing/2014/main" id="{D2995842-64E8-40C9-AB7A-485A38C0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469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3" name="">
            <a:extLst xmlns:a="http://schemas.openxmlformats.org/drawingml/2006/main">
              <a:ext uri="{FF2B5EF4-FFF2-40B4-BE49-F238E27FC236}">
                <a16:creationId xmlns:a16="http://schemas.microsoft.com/office/drawing/2014/main" id="{9101371E-6808-415A-9751-2B4B3B73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1064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1484" name="">
            <a:extLst xmlns:a="http://schemas.openxmlformats.org/drawingml/2006/main">
              <a:ext uri="{FF2B5EF4-FFF2-40B4-BE49-F238E27FC236}">
                <a16:creationId xmlns:a16="http://schemas.microsoft.com/office/drawing/2014/main" id="{5545B154-15B6-4438-A923-182D72A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720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5" name="">
            <a:extLst xmlns:a="http://schemas.openxmlformats.org/drawingml/2006/main">
              <a:ext uri="{FF2B5EF4-FFF2-40B4-BE49-F238E27FC236}">
                <a16:creationId xmlns:a16="http://schemas.microsoft.com/office/drawing/2014/main" id="{FD078B7E-C216-4B0D-973C-2F403A57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7316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486" name="">
            <a:extLst xmlns:a="http://schemas.openxmlformats.org/drawingml/2006/main">
              <a:ext uri="{FF2B5EF4-FFF2-40B4-BE49-F238E27FC236}">
                <a16:creationId xmlns:a16="http://schemas.microsoft.com/office/drawing/2014/main" id="{8624ABA9-B4D0-423C-9299-99061A7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1390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7" name="">
            <a:extLst xmlns:a="http://schemas.openxmlformats.org/drawingml/2006/main">
              <a:ext uri="{FF2B5EF4-FFF2-40B4-BE49-F238E27FC236}">
                <a16:creationId xmlns:a16="http://schemas.microsoft.com/office/drawing/2014/main" id="{52430FC0-E18A-4D6A-80A3-FA7FE286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0986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488" name="">
            <a:extLst xmlns:a="http://schemas.openxmlformats.org/drawingml/2006/main">
              <a:ext uri="{FF2B5EF4-FFF2-40B4-BE49-F238E27FC236}">
                <a16:creationId xmlns:a16="http://schemas.microsoft.com/office/drawing/2014/main" id="{AF036BFF-29F8-418E-B83D-04B73E7B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642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89" name="">
            <a:extLst xmlns:a="http://schemas.openxmlformats.org/drawingml/2006/main">
              <a:ext uri="{FF2B5EF4-FFF2-40B4-BE49-F238E27FC236}">
                <a16:creationId xmlns:a16="http://schemas.microsoft.com/office/drawing/2014/main" id="{1C3FF2F1-DCBB-4988-98AD-19AF5AEB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7237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归一化数据量 &gt; 32MiB？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输入大小 × 8 / rank数²</a:t>
            </a:r>
          </a:p>
        </p:txBody>
      </p:sp>
      <p:sp>
        <p:nvSpPr>
          <p:cNvPr id="1490" name="">
            <a:extLst xmlns:a="http://schemas.openxmlformats.org/drawingml/2006/main">
              <a:ext uri="{FF2B5EF4-FFF2-40B4-BE49-F238E27FC236}">
                <a16:creationId xmlns:a16="http://schemas.microsoft.com/office/drawing/2014/main" id="{E44F261B-7118-4BD1-AEBB-A06D82AB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2929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1" name="">
            <a:extLst xmlns:a="http://schemas.openxmlformats.org/drawingml/2006/main">
              <a:ext uri="{FF2B5EF4-FFF2-40B4-BE49-F238E27FC236}">
                <a16:creationId xmlns:a16="http://schemas.microsoft.com/office/drawing/2014/main" id="{D297654C-24A3-49E1-82EE-427D6C0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2525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 路径条件？</a:t>
            </a:r>
          </a:p>
        </p:txBody>
      </p:sp>
      <p:sp>
        <p:nvSpPr>
          <p:cNvPr id="1492" name="">
            <a:extLst xmlns:a="http://schemas.openxmlformats.org/drawingml/2006/main">
              <a:ext uri="{FF2B5EF4-FFF2-40B4-BE49-F238E27FC236}">
                <a16:creationId xmlns:a16="http://schemas.microsoft.com/office/drawing/2014/main" id="{64D14789-7F01-4651-85ED-0A7249C4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984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3" name="">
            <a:extLst xmlns:a="http://schemas.openxmlformats.org/drawingml/2006/main">
              <a:ext uri="{FF2B5EF4-FFF2-40B4-BE49-F238E27FC236}">
                <a16:creationId xmlns:a16="http://schemas.microsoft.com/office/drawing/2014/main" id="{5AE34003-E769-4DC3-9D66-D64690C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7580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&gt; 4GiB？</a:t>
            </a:r>
          </a:p>
        </p:txBody>
      </p:sp>
      <p:sp>
        <p:nvSpPr>
          <p:cNvPr id="1494" name="">
            <a:extLst xmlns:a="http://schemas.openxmlformats.org/drawingml/2006/main">
              <a:ext uri="{FF2B5EF4-FFF2-40B4-BE49-F238E27FC236}">
                <a16:creationId xmlns:a16="http://schemas.microsoft.com/office/drawing/2014/main" id="{8B5FE49C-3BBE-49BD-A050-3D5727D4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7285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5" name="">
            <a:extLst xmlns:a="http://schemas.openxmlformats.org/drawingml/2006/main">
              <a:ext uri="{FF2B5EF4-FFF2-40B4-BE49-F238E27FC236}">
                <a16:creationId xmlns:a16="http://schemas.microsoft.com/office/drawing/2014/main" id="{2412F3CB-079E-404C-AF6A-8E762C99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6880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1496" name="">
            <a:extLst xmlns:a="http://schemas.openxmlformats.org/drawingml/2006/main">
              <a:ext uri="{FF2B5EF4-FFF2-40B4-BE49-F238E27FC236}">
                <a16:creationId xmlns:a16="http://schemas.microsoft.com/office/drawing/2014/main" id="{6458D15E-1819-4AF7-A665-9C050DEC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3536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7" name="">
            <a:extLst xmlns:a="http://schemas.openxmlformats.org/drawingml/2006/main">
              <a:ext uri="{FF2B5EF4-FFF2-40B4-BE49-F238E27FC236}">
                <a16:creationId xmlns:a16="http://schemas.microsoft.com/office/drawing/2014/main" id="{5EBFC56A-B077-4C58-93E0-CCA22032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3132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1498" name="">
            <a:extLst xmlns:a="http://schemas.openxmlformats.org/drawingml/2006/main">
              <a:ext uri="{FF2B5EF4-FFF2-40B4-BE49-F238E27FC236}">
                <a16:creationId xmlns:a16="http://schemas.microsoft.com/office/drawing/2014/main" id="{EB17564F-45D5-490B-AB2E-F258D7E3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4235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9" name="">
            <a:extLst xmlns:a="http://schemas.openxmlformats.org/drawingml/2006/main">
              <a:ext uri="{FF2B5EF4-FFF2-40B4-BE49-F238E27FC236}">
                <a16:creationId xmlns:a16="http://schemas.microsoft.com/office/drawing/2014/main" id="{CCFFA2C4-3EA4-4FCD-8ACB-7765C256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831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1500" name="">
            <a:extLst xmlns:a="http://schemas.openxmlformats.org/drawingml/2006/main">
              <a:ext uri="{FF2B5EF4-FFF2-40B4-BE49-F238E27FC236}">
                <a16:creationId xmlns:a16="http://schemas.microsoft.com/office/drawing/2014/main" id="{12C36142-C128-49A3-BD40-76081F4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181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1" name="">
            <a:extLst xmlns:a="http://schemas.openxmlformats.org/drawingml/2006/main">
              <a:ext uri="{FF2B5EF4-FFF2-40B4-BE49-F238E27FC236}">
                <a16:creationId xmlns:a16="http://schemas.microsoft.com/office/drawing/2014/main" id="{58A10969-AB2A-4A35-83B7-C7BD9272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8776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02" name="">
            <a:extLst xmlns:a="http://schemas.openxmlformats.org/drawingml/2006/main">
              <a:ext uri="{FF2B5EF4-FFF2-40B4-BE49-F238E27FC236}">
                <a16:creationId xmlns:a16="http://schemas.microsoft.com/office/drawing/2014/main" id="{310C9394-5F17-4E58-8930-2BAFEB92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8684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3" name="">
            <a:extLst xmlns:a="http://schemas.openxmlformats.org/drawingml/2006/main">
              <a:ext uri="{FF2B5EF4-FFF2-40B4-BE49-F238E27FC236}">
                <a16:creationId xmlns:a16="http://schemas.microsoft.com/office/drawing/2014/main" id="{552DC6A3-9C9E-4D68-BBEC-31007385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8279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04" name="">
            <a:extLst xmlns:a="http://schemas.openxmlformats.org/drawingml/2006/main">
              <a:ext uri="{FF2B5EF4-FFF2-40B4-BE49-F238E27FC236}">
                <a16:creationId xmlns:a16="http://schemas.microsoft.com/office/drawing/2014/main" id="{66E00FEC-F12A-4DE6-999D-578F5A02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3971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5" name="">
            <a:extLst xmlns:a="http://schemas.openxmlformats.org/drawingml/2006/main">
              <a:ext uri="{FF2B5EF4-FFF2-40B4-BE49-F238E27FC236}">
                <a16:creationId xmlns:a16="http://schemas.microsoft.com/office/drawing/2014/main" id="{53B280DF-C588-485A-A779-0380FA42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567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506" name="">
            <a:extLst xmlns:a="http://schemas.openxmlformats.org/drawingml/2006/main">
              <a:ext uri="{FF2B5EF4-FFF2-40B4-BE49-F238E27FC236}">
                <a16:creationId xmlns:a16="http://schemas.microsoft.com/office/drawing/2014/main" id="{A0518B2B-FF85-48D3-80BB-E5E03B8A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223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7" name="">
            <a:extLst xmlns:a="http://schemas.openxmlformats.org/drawingml/2006/main">
              <a:ext uri="{FF2B5EF4-FFF2-40B4-BE49-F238E27FC236}">
                <a16:creationId xmlns:a16="http://schemas.microsoft.com/office/drawing/2014/main" id="{3CF5E949-1B90-47CF-B6BA-8C5E8C4B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818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508" name="">
            <a:extLst xmlns:a="http://schemas.openxmlformats.org/drawingml/2006/main">
              <a:ext uri="{FF2B5EF4-FFF2-40B4-BE49-F238E27FC236}">
                <a16:creationId xmlns:a16="http://schemas.microsoft.com/office/drawing/2014/main" id="{7E7A6085-E114-46C2-9C1C-CE6761A0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1093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09" name="">
            <a:extLst xmlns:a="http://schemas.openxmlformats.org/drawingml/2006/main">
              <a:ext uri="{FF2B5EF4-FFF2-40B4-BE49-F238E27FC236}">
                <a16:creationId xmlns:a16="http://schemas.microsoft.com/office/drawing/2014/main" id="{EB2BE069-AA18-4665-AE5B-ADA1D00B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0689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1510" name="">
            <a:extLst xmlns:a="http://schemas.openxmlformats.org/drawingml/2006/main">
              <a:ext uri="{FF2B5EF4-FFF2-40B4-BE49-F238E27FC236}">
                <a16:creationId xmlns:a16="http://schemas.microsoft.com/office/drawing/2014/main" id="{692BC6C3-9555-4DEA-81E7-A4E3B6A7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1" name="">
            <a:extLst xmlns:a="http://schemas.openxmlformats.org/drawingml/2006/main">
              <a:ext uri="{FF2B5EF4-FFF2-40B4-BE49-F238E27FC236}">
                <a16:creationId xmlns:a16="http://schemas.microsoft.com/office/drawing/2014/main" id="{A75C6789-76D2-44EA-B300-654188F8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1512" name="">
            <a:extLst xmlns:a="http://schemas.openxmlformats.org/drawingml/2006/main">
              <a:ext uri="{FF2B5EF4-FFF2-40B4-BE49-F238E27FC236}">
                <a16:creationId xmlns:a16="http://schemas.microsoft.com/office/drawing/2014/main" id="{ACEA822D-1C84-4891-861E-A40BC0B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3" name="">
            <a:extLst xmlns:a="http://schemas.openxmlformats.org/drawingml/2006/main">
              <a:ext uri="{FF2B5EF4-FFF2-40B4-BE49-F238E27FC236}">
                <a16:creationId xmlns:a16="http://schemas.microsoft.com/office/drawing/2014/main" id="{A9A4280A-DAFD-4947-8CBA-9ACD2AF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14" name="">
            <a:extLst xmlns:a="http://schemas.openxmlformats.org/drawingml/2006/main">
              <a:ext uri="{FF2B5EF4-FFF2-40B4-BE49-F238E27FC236}">
                <a16:creationId xmlns:a16="http://schemas.microsoft.com/office/drawing/2014/main" id="{18ACACB7-02E9-47A6-AF57-1611CCE4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223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5" name="">
            <a:extLst xmlns:a="http://schemas.openxmlformats.org/drawingml/2006/main">
              <a:ext uri="{FF2B5EF4-FFF2-40B4-BE49-F238E27FC236}">
                <a16:creationId xmlns:a16="http://schemas.microsoft.com/office/drawing/2014/main" id="{B7616F60-CE49-4C18-9DD5-3D9E3EB9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818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16" name="">
            <a:extLst xmlns:a="http://schemas.openxmlformats.org/drawingml/2006/main">
              <a:ext uri="{FF2B5EF4-FFF2-40B4-BE49-F238E27FC236}">
                <a16:creationId xmlns:a16="http://schemas.microsoft.com/office/drawing/2014/main" id="{C0527C67-3BA3-4289-BCEB-1329CAFB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3971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7" name="">
            <a:extLst xmlns:a="http://schemas.openxmlformats.org/drawingml/2006/main">
              <a:ext uri="{FF2B5EF4-FFF2-40B4-BE49-F238E27FC236}">
                <a16:creationId xmlns:a16="http://schemas.microsoft.com/office/drawing/2014/main" id="{849A3957-0657-4C7B-853E-AD7621F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3567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18" name="">
            <a:extLst xmlns:a="http://schemas.openxmlformats.org/drawingml/2006/main">
              <a:ext uri="{FF2B5EF4-FFF2-40B4-BE49-F238E27FC236}">
                <a16:creationId xmlns:a16="http://schemas.microsoft.com/office/drawing/2014/main" id="{CEF08244-48A8-4234-AA4E-0C1AA004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0223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19" name="">
            <a:extLst xmlns:a="http://schemas.openxmlformats.org/drawingml/2006/main">
              <a:ext uri="{FF2B5EF4-FFF2-40B4-BE49-F238E27FC236}">
                <a16:creationId xmlns:a16="http://schemas.microsoft.com/office/drawing/2014/main" id="{147CA8A1-8868-45CB-ACB6-3ACA525B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9818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20" name="">
            <a:extLst xmlns:a="http://schemas.openxmlformats.org/drawingml/2006/main">
              <a:ext uri="{FF2B5EF4-FFF2-40B4-BE49-F238E27FC236}">
                <a16:creationId xmlns:a16="http://schemas.microsoft.com/office/drawing/2014/main" id="{655A5321-5A92-4C77-9BCA-3689054F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1" name="">
            <a:extLst xmlns:a="http://schemas.openxmlformats.org/drawingml/2006/main">
              <a:ext uri="{FF2B5EF4-FFF2-40B4-BE49-F238E27FC236}">
                <a16:creationId xmlns:a16="http://schemas.microsoft.com/office/drawing/2014/main" id="{A60FBB59-AC93-4860-A4E2-36398C3A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22" name="">
            <a:extLst xmlns:a="http://schemas.openxmlformats.org/drawingml/2006/main">
              <a:ext uri="{FF2B5EF4-FFF2-40B4-BE49-F238E27FC236}">
                <a16:creationId xmlns:a16="http://schemas.microsoft.com/office/drawing/2014/main" id="{0B0D0EB5-3998-45BB-86A2-90EC60E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6474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3" name="">
            <a:extLst xmlns:a="http://schemas.openxmlformats.org/drawingml/2006/main">
              <a:ext uri="{FF2B5EF4-FFF2-40B4-BE49-F238E27FC236}">
                <a16:creationId xmlns:a16="http://schemas.microsoft.com/office/drawing/2014/main" id="{DEF6E828-C75D-4670-B0B7-441811ED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6070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24" name="">
            <a:extLst xmlns:a="http://schemas.openxmlformats.org/drawingml/2006/main">
              <a:ext uri="{FF2B5EF4-FFF2-40B4-BE49-F238E27FC236}">
                <a16:creationId xmlns:a16="http://schemas.microsoft.com/office/drawing/2014/main" id="{FD2DBA3F-4ABE-448B-8686-6FA528F7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26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5" name="">
            <a:extLst xmlns:a="http://schemas.openxmlformats.org/drawingml/2006/main">
              <a:ext uri="{FF2B5EF4-FFF2-40B4-BE49-F238E27FC236}">
                <a16:creationId xmlns:a16="http://schemas.microsoft.com/office/drawing/2014/main" id="{ED07D2B3-D701-4AFE-8131-AA81BDA5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321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归一化数据量 &gt; 32MiB？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输入大小 × 8 / rank数²</a:t>
            </a:r>
          </a:p>
        </p:txBody>
      </p:sp>
      <p:sp>
        <p:nvSpPr>
          <p:cNvPr id="1526" name="">
            <a:extLst xmlns:a="http://schemas.openxmlformats.org/drawingml/2006/main">
              <a:ext uri="{FF2B5EF4-FFF2-40B4-BE49-F238E27FC236}">
                <a16:creationId xmlns:a16="http://schemas.microsoft.com/office/drawing/2014/main" id="{547DBF72-D23C-4A8C-8BE6-8EF69237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9600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7" name="">
            <a:extLst xmlns:a="http://schemas.openxmlformats.org/drawingml/2006/main">
              <a:ext uri="{FF2B5EF4-FFF2-40B4-BE49-F238E27FC236}">
                <a16:creationId xmlns:a16="http://schemas.microsoft.com/office/drawing/2014/main" id="{DB8229D6-FF64-494B-9CEB-3C4C8E27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9195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SoleMeshChunkTwoShot</a:t>
            </a:r>
          </a:p>
        </p:txBody>
      </p:sp>
      <p:sp>
        <p:nvSpPr>
          <p:cNvPr id="1528" name="">
            <a:extLst xmlns:a="http://schemas.openxmlformats.org/drawingml/2006/main">
              <a:ext uri="{FF2B5EF4-FFF2-40B4-BE49-F238E27FC236}">
                <a16:creationId xmlns:a16="http://schemas.microsoft.com/office/drawing/2014/main" id="{3C87EEA0-4BD2-4548-B09F-0D177D0F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5851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9" name="">
            <a:extLst xmlns:a="http://schemas.openxmlformats.org/drawingml/2006/main">
              <a:ext uri="{FF2B5EF4-FFF2-40B4-BE49-F238E27FC236}">
                <a16:creationId xmlns:a16="http://schemas.microsoft.com/office/drawing/2014/main" id="{B3D39AF1-B0AD-40F1-96F2-FCBB3342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447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30" name="">
            <a:extLst xmlns:a="http://schemas.openxmlformats.org/drawingml/2006/main">
              <a:ext uri="{FF2B5EF4-FFF2-40B4-BE49-F238E27FC236}">
                <a16:creationId xmlns:a16="http://schemas.microsoft.com/office/drawing/2014/main" id="{05510579-86A8-4193-93FA-AC5DA7D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26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1" name="">
            <a:extLst xmlns:a="http://schemas.openxmlformats.org/drawingml/2006/main">
              <a:ext uri="{FF2B5EF4-FFF2-40B4-BE49-F238E27FC236}">
                <a16:creationId xmlns:a16="http://schemas.microsoft.com/office/drawing/2014/main" id="{DD95A3C1-8865-4313-AE8B-5D73D849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321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32" name="">
            <a:extLst xmlns:a="http://schemas.openxmlformats.org/drawingml/2006/main">
              <a:ext uri="{FF2B5EF4-FFF2-40B4-BE49-F238E27FC236}">
                <a16:creationId xmlns:a16="http://schemas.microsoft.com/office/drawing/2014/main" id="{D5A409BE-79BE-4C51-B931-E1CAAE2F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2726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3" name="">
            <a:extLst xmlns:a="http://schemas.openxmlformats.org/drawingml/2006/main">
              <a:ext uri="{FF2B5EF4-FFF2-40B4-BE49-F238E27FC236}">
                <a16:creationId xmlns:a16="http://schemas.microsoft.com/office/drawing/2014/main" id="{C420CF6E-8A8D-4DA6-81D9-0A4B6EB4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2321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534" name="">
            <a:extLst xmlns:a="http://schemas.openxmlformats.org/drawingml/2006/main">
              <a:ext uri="{FF2B5EF4-FFF2-40B4-BE49-F238E27FC236}">
                <a16:creationId xmlns:a16="http://schemas.microsoft.com/office/drawing/2014/main" id="{81343B7D-405A-488C-9E7E-AC2AF455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977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5" name="">
            <a:extLst xmlns:a="http://schemas.openxmlformats.org/drawingml/2006/main">
              <a:ext uri="{FF2B5EF4-FFF2-40B4-BE49-F238E27FC236}">
                <a16:creationId xmlns:a16="http://schemas.microsoft.com/office/drawing/2014/main" id="{515596F1-E1B7-4232-BBF1-D5BC3E30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573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&lt; 32MiB？</a:t>
            </a:r>
          </a:p>
        </p:txBody>
      </p:sp>
      <p:sp>
        <p:nvSpPr>
          <p:cNvPr id="1536" name="">
            <a:extLst xmlns:a="http://schemas.openxmlformats.org/drawingml/2006/main">
              <a:ext uri="{FF2B5EF4-FFF2-40B4-BE49-F238E27FC236}">
                <a16:creationId xmlns:a16="http://schemas.microsoft.com/office/drawing/2014/main" id="{CB6F9CC4-5DB3-4D4A-84EA-690DE23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977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7" name="">
            <a:extLst xmlns:a="http://schemas.openxmlformats.org/drawingml/2006/main">
              <a:ext uri="{FF2B5EF4-FFF2-40B4-BE49-F238E27FC236}">
                <a16:creationId xmlns:a16="http://schemas.microsoft.com/office/drawing/2014/main" id="{B3E254B7-810B-4D17-9447-F834ABC3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573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538" name="">
            <a:extLst xmlns:a="http://schemas.openxmlformats.org/drawingml/2006/main">
              <a:ext uri="{FF2B5EF4-FFF2-40B4-BE49-F238E27FC236}">
                <a16:creationId xmlns:a16="http://schemas.microsoft.com/office/drawing/2014/main" id="{877419A3-9DCF-4762-A218-9FA681F3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228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39" name="">
            <a:extLst xmlns:a="http://schemas.openxmlformats.org/drawingml/2006/main">
              <a:ext uri="{FF2B5EF4-FFF2-40B4-BE49-F238E27FC236}">
                <a16:creationId xmlns:a16="http://schemas.microsoft.com/office/drawing/2014/main" id="{40213561-B344-42AD-B5DE-2A06F6A7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4824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540" name="">
            <a:extLst xmlns:a="http://schemas.openxmlformats.org/drawingml/2006/main">
              <a:ext uri="{FF2B5EF4-FFF2-40B4-BE49-F238E27FC236}">
                <a16:creationId xmlns:a16="http://schemas.microsoft.com/office/drawing/2014/main" id="{AFEB5F22-FBB2-4122-B60C-3C0114D4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724" y="9174278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1" name="">
            <a:extLst xmlns:a="http://schemas.openxmlformats.org/drawingml/2006/main">
              <a:ext uri="{FF2B5EF4-FFF2-40B4-BE49-F238E27FC236}">
                <a16:creationId xmlns:a16="http://schemas.microsoft.com/office/drawing/2014/main" id="{85C39C69-E5DE-4885-8B9D-CD1B4C43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2319" y="921407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拓扑信息查询成功？</a:t>
            </a:r>
          </a:p>
        </p:txBody>
      </p:sp>
      <p:sp>
        <p:nvSpPr>
          <p:cNvPr id="1542" name="">
            <a:extLst xmlns:a="http://schemas.openxmlformats.org/drawingml/2006/main">
              <a:ext uri="{FF2B5EF4-FFF2-40B4-BE49-F238E27FC236}">
                <a16:creationId xmlns:a16="http://schemas.microsoft.com/office/drawing/2014/main" id="{73D73819-BCC5-4ED5-901E-D9C5C14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724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3" name="">
            <a:extLst xmlns:a="http://schemas.openxmlformats.org/drawingml/2006/main">
              <a:ext uri="{FF2B5EF4-FFF2-40B4-BE49-F238E27FC236}">
                <a16:creationId xmlns:a16="http://schemas.microsoft.com/office/drawing/2014/main" id="{20CB8C26-E488-4D70-802A-3EB92273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2319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组与 Mesh 组的 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1544" name="">
            <a:extLst xmlns:a="http://schemas.openxmlformats.org/drawingml/2006/main">
              <a:ext uri="{FF2B5EF4-FFF2-40B4-BE49-F238E27FC236}">
                <a16:creationId xmlns:a16="http://schemas.microsoft.com/office/drawing/2014/main" id="{6AEE601C-2FE7-490A-A0F4-542148CB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724" y="12755684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5" name="">
            <a:extLst xmlns:a="http://schemas.openxmlformats.org/drawingml/2006/main">
              <a:ext uri="{FF2B5EF4-FFF2-40B4-BE49-F238E27FC236}">
                <a16:creationId xmlns:a16="http://schemas.microsoft.com/office/drawing/2014/main" id="{0AC67E28-8835-4FD9-A1A5-990280B3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2319" y="12795482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总 rank 数 ≤ 4？</a:t>
            </a:r>
          </a:p>
        </p:txBody>
      </p:sp>
      <p:sp>
        <p:nvSpPr>
          <p:cNvPr id="1546" name="">
            <a:extLst xmlns:a="http://schemas.openxmlformats.org/drawingml/2006/main">
              <a:ext uri="{FF2B5EF4-FFF2-40B4-BE49-F238E27FC236}">
                <a16:creationId xmlns:a16="http://schemas.microsoft.com/office/drawing/2014/main" id="{9BB0E801-7347-4146-AB72-502FB26B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1480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7" name="">
            <a:extLst xmlns:a="http://schemas.openxmlformats.org/drawingml/2006/main">
              <a:ext uri="{FF2B5EF4-FFF2-40B4-BE49-F238E27FC236}">
                <a16:creationId xmlns:a16="http://schemas.microsoft.com/office/drawing/2014/main" id="{8B7D8D9E-635C-4B01-BD05-11EF0150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075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48" name="">
            <a:extLst xmlns:a="http://schemas.openxmlformats.org/drawingml/2006/main">
              <a:ext uri="{FF2B5EF4-FFF2-40B4-BE49-F238E27FC236}">
                <a16:creationId xmlns:a16="http://schemas.microsoft.com/office/drawing/2014/main" id="{3B79047C-F9B9-48D6-83C1-5877FF96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228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49" name="">
            <a:extLst xmlns:a="http://schemas.openxmlformats.org/drawingml/2006/main">
              <a:ext uri="{FF2B5EF4-FFF2-40B4-BE49-F238E27FC236}">
                <a16:creationId xmlns:a16="http://schemas.microsoft.com/office/drawing/2014/main" id="{82F62B26-7058-48F4-A757-9B1DB6B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4824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50" name="">
            <a:extLst xmlns:a="http://schemas.openxmlformats.org/drawingml/2006/main">
              <a:ext uri="{FF2B5EF4-FFF2-40B4-BE49-F238E27FC236}">
                <a16:creationId xmlns:a16="http://schemas.microsoft.com/office/drawing/2014/main" id="{AD2FCE5B-6A5C-45FF-8B36-8A6B3A18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977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1" name="">
            <a:extLst xmlns:a="http://schemas.openxmlformats.org/drawingml/2006/main">
              <a:ext uri="{FF2B5EF4-FFF2-40B4-BE49-F238E27FC236}">
                <a16:creationId xmlns:a16="http://schemas.microsoft.com/office/drawing/2014/main" id="{CD730BF5-A623-4095-AE9D-68DA4D1D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8573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52" name="">
            <a:extLst xmlns:a="http://schemas.openxmlformats.org/drawingml/2006/main">
              <a:ext uri="{FF2B5EF4-FFF2-40B4-BE49-F238E27FC236}">
                <a16:creationId xmlns:a16="http://schemas.microsoft.com/office/drawing/2014/main" id="{BCFEAE3D-A2F9-4F7E-85E3-522CAE36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5228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3" name="">
            <a:extLst xmlns:a="http://schemas.openxmlformats.org/drawingml/2006/main">
              <a:ext uri="{FF2B5EF4-FFF2-40B4-BE49-F238E27FC236}">
                <a16:creationId xmlns:a16="http://schemas.microsoft.com/office/drawing/2014/main" id="{6E950B40-182B-4AD3-8EC6-5804E240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4824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1554" name="">
            <a:extLst xmlns:a="http://schemas.openxmlformats.org/drawingml/2006/main">
              <a:ext uri="{FF2B5EF4-FFF2-40B4-BE49-F238E27FC236}">
                <a16:creationId xmlns:a16="http://schemas.microsoft.com/office/drawing/2014/main" id="{16D05F1F-E434-4184-8FA0-489F6C3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1480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5" name="">
            <a:extLst xmlns:a="http://schemas.openxmlformats.org/drawingml/2006/main">
              <a:ext uri="{FF2B5EF4-FFF2-40B4-BE49-F238E27FC236}">
                <a16:creationId xmlns:a16="http://schemas.microsoft.com/office/drawing/2014/main" id="{1809798C-C2AD-420C-BCC3-422BD502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075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≤ 8MiB？</a:t>
            </a:r>
          </a:p>
        </p:txBody>
      </p:sp>
      <p:sp>
        <p:nvSpPr>
          <p:cNvPr id="1556" name="">
            <a:extLst xmlns:a="http://schemas.openxmlformats.org/drawingml/2006/main">
              <a:ext uri="{FF2B5EF4-FFF2-40B4-BE49-F238E27FC236}">
                <a16:creationId xmlns:a16="http://schemas.microsoft.com/office/drawing/2014/main" id="{1DFA58B9-683E-4822-8C35-F3234675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1480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7" name="">
            <a:extLst xmlns:a="http://schemas.openxmlformats.org/drawingml/2006/main">
              <a:ext uri="{FF2B5EF4-FFF2-40B4-BE49-F238E27FC236}">
                <a16:creationId xmlns:a16="http://schemas.microsoft.com/office/drawing/2014/main" id="{138F34EB-0BBD-42B6-B3E8-466CF15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1075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SoleMeshOneShot</a:t>
            </a:r>
          </a:p>
        </p:txBody>
      </p:sp>
      <p:sp>
        <p:nvSpPr>
          <p:cNvPr id="1558" name="">
            <a:extLst xmlns:a="http://schemas.openxmlformats.org/drawingml/2006/main">
              <a:ext uri="{FF2B5EF4-FFF2-40B4-BE49-F238E27FC236}">
                <a16:creationId xmlns:a16="http://schemas.microsoft.com/office/drawing/2014/main" id="{3FA10E21-C706-4D0D-8AC4-CB9C3A7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59" name="">
            <a:extLst xmlns:a="http://schemas.openxmlformats.org/drawingml/2006/main">
              <a:ext uri="{FF2B5EF4-FFF2-40B4-BE49-F238E27FC236}">
                <a16:creationId xmlns:a16="http://schemas.microsoft.com/office/drawing/2014/main" id="{173B7E17-C759-49C3-A008-3402F4F9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TwoShotNHR</a:t>
            </a:r>
          </a:p>
        </p:txBody>
      </p:sp>
      <p:sp>
        <p:nvSpPr>
          <p:cNvPr id="1560" name="">
            <a:extLst xmlns:a="http://schemas.openxmlformats.org/drawingml/2006/main">
              <a:ext uri="{FF2B5EF4-FFF2-40B4-BE49-F238E27FC236}">
                <a16:creationId xmlns:a16="http://schemas.microsoft.com/office/drawing/2014/main" id="{415D364E-AFDE-44BA-8C66-A7626B9C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14546701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1" name="">
            <a:extLst xmlns:a="http://schemas.openxmlformats.org/drawingml/2006/main">
              <a:ext uri="{FF2B5EF4-FFF2-40B4-BE49-F238E27FC236}">
                <a16:creationId xmlns:a16="http://schemas.microsoft.com/office/drawing/2014/main" id="{7C485261-C899-4A5A-A59B-7D18CF53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14586499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属于特殊数据或运算？</a:t>
            </a:r>
          </a:p>
        </p:txBody>
      </p:sp>
      <p:sp>
        <p:nvSpPr>
          <p:cNvPr id="1562" name="">
            <a:extLst xmlns:a="http://schemas.openxmlformats.org/drawingml/2006/main">
              <a:ext uri="{FF2B5EF4-FFF2-40B4-BE49-F238E27FC236}">
                <a16:creationId xmlns:a16="http://schemas.microsoft.com/office/drawing/2014/main" id="{77B5CE0B-E687-4FD1-9C80-EC0D31AB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3" name="">
            <a:extLst xmlns:a="http://schemas.openxmlformats.org/drawingml/2006/main">
              <a:ext uri="{FF2B5EF4-FFF2-40B4-BE49-F238E27FC236}">
                <a16:creationId xmlns:a16="http://schemas.microsoft.com/office/drawing/2014/main" id="{C59B33BD-D3C3-470E-8575-28AE631E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564" name="">
            <a:extLst xmlns:a="http://schemas.openxmlformats.org/drawingml/2006/main">
              <a:ext uri="{FF2B5EF4-FFF2-40B4-BE49-F238E27FC236}">
                <a16:creationId xmlns:a16="http://schemas.microsoft.com/office/drawing/2014/main" id="{17F094CF-557F-46BB-A1FC-24BBD058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983" y="1633771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5" name="">
            <a:extLst xmlns:a="http://schemas.openxmlformats.org/drawingml/2006/main">
              <a:ext uri="{FF2B5EF4-FFF2-40B4-BE49-F238E27FC236}">
                <a16:creationId xmlns:a16="http://schemas.microsoft.com/office/drawing/2014/main" id="{2DF582CC-1F82-4BDF-8DB7-DA8432A5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3578" y="16377516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组是 Mesh 组的较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大整倍数？</a:t>
            </a:r>
          </a:p>
        </p:txBody>
      </p:sp>
      <p:sp>
        <p:nvSpPr>
          <p:cNvPr id="1566" name="">
            <a:extLst xmlns:a="http://schemas.openxmlformats.org/drawingml/2006/main">
              <a:ext uri="{FF2B5EF4-FFF2-40B4-BE49-F238E27FC236}">
                <a16:creationId xmlns:a16="http://schemas.microsoft.com/office/drawing/2014/main" id="{413D169F-95DF-4E1F-92D5-CAE9D2C9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983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7" name="">
            <a:extLst xmlns:a="http://schemas.openxmlformats.org/drawingml/2006/main">
              <a:ext uri="{FF2B5EF4-FFF2-40B4-BE49-F238E27FC236}">
                <a16:creationId xmlns:a16="http://schemas.microsoft.com/office/drawing/2014/main" id="{4BC0022F-365F-4714-84F9-2E175B0E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3578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输入 ≥ 1MiB？</a:t>
            </a:r>
          </a:p>
        </p:txBody>
      </p:sp>
      <p:sp>
        <p:nvSpPr>
          <p:cNvPr id="1568" name="">
            <a:extLst xmlns:a="http://schemas.openxmlformats.org/drawingml/2006/main">
              <a:ext uri="{FF2B5EF4-FFF2-40B4-BE49-F238E27FC236}">
                <a16:creationId xmlns:a16="http://schemas.microsoft.com/office/drawing/2014/main" id="{D93D9C67-C213-41E9-9E52-0461898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0857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69" name="">
            <a:extLst xmlns:a="http://schemas.openxmlformats.org/drawingml/2006/main">
              <a:ext uri="{FF2B5EF4-FFF2-40B4-BE49-F238E27FC236}">
                <a16:creationId xmlns:a16="http://schemas.microsoft.com/office/drawing/2014/main" id="{728C8C01-7553-4588-AFDF-BDF68F08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0453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支持对称内存？</a:t>
            </a:r>
          </a:p>
        </p:txBody>
      </p:sp>
      <p:sp>
        <p:nvSpPr>
          <p:cNvPr id="1570" name="">
            <a:extLst xmlns:a="http://schemas.openxmlformats.org/drawingml/2006/main">
              <a:ext uri="{FF2B5EF4-FFF2-40B4-BE49-F238E27FC236}">
                <a16:creationId xmlns:a16="http://schemas.microsoft.com/office/drawing/2014/main" id="{AAD5C573-E596-42BE-B383-8CD15C48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7731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1" name="">
            <a:extLst xmlns:a="http://schemas.openxmlformats.org/drawingml/2006/main">
              <a:ext uri="{FF2B5EF4-FFF2-40B4-BE49-F238E27FC236}">
                <a16:creationId xmlns:a16="http://schemas.microsoft.com/office/drawing/2014/main" id="{0F5926F3-1F47-4FF4-8D7F-5026063A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27327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572" name="">
            <a:extLst xmlns:a="http://schemas.openxmlformats.org/drawingml/2006/main">
              <a:ext uri="{FF2B5EF4-FFF2-40B4-BE49-F238E27FC236}">
                <a16:creationId xmlns:a16="http://schemas.microsoft.com/office/drawing/2014/main" id="{431EC09E-AAC9-4300-BFAF-851A2CD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3983" y="21710770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3" name="">
            <a:extLst xmlns:a="http://schemas.openxmlformats.org/drawingml/2006/main">
              <a:ext uri="{FF2B5EF4-FFF2-40B4-BE49-F238E27FC236}">
                <a16:creationId xmlns:a16="http://schemas.microsoft.com/office/drawing/2014/main" id="{686E66DE-6D1D-4743-BBC5-1226B6E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3578" y="21750568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1574" name="">
            <a:extLst xmlns:a="http://schemas.openxmlformats.org/drawingml/2006/main">
              <a:ext uri="{FF2B5EF4-FFF2-40B4-BE49-F238E27FC236}">
                <a16:creationId xmlns:a16="http://schemas.microsoft.com/office/drawing/2014/main" id="{1C1B874F-A2CC-4098-ACC0-D571140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108" y="19919753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5" name="">
            <a:extLst xmlns:a="http://schemas.openxmlformats.org/drawingml/2006/main">
              <a:ext uri="{FF2B5EF4-FFF2-40B4-BE49-F238E27FC236}">
                <a16:creationId xmlns:a16="http://schemas.microsoft.com/office/drawing/2014/main" id="{42F76D48-433A-403F-912F-3C0419B1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6704" y="19959551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576" name="">
            <a:extLst xmlns:a="http://schemas.openxmlformats.org/drawingml/2006/main">
              <a:ext uri="{FF2B5EF4-FFF2-40B4-BE49-F238E27FC236}">
                <a16:creationId xmlns:a16="http://schemas.microsoft.com/office/drawing/2014/main" id="{29857CC9-2CE3-4E34-9744-30886AA3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0234" y="1812873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7" name="">
            <a:extLst xmlns:a="http://schemas.openxmlformats.org/drawingml/2006/main">
              <a:ext uri="{FF2B5EF4-FFF2-40B4-BE49-F238E27FC236}">
                <a16:creationId xmlns:a16="http://schemas.microsoft.com/office/drawing/2014/main" id="{1AEBD2BF-612F-492D-8350-91214CA3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9830" y="1816853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578" name="">
            <a:extLst xmlns:a="http://schemas.openxmlformats.org/drawingml/2006/main">
              <a:ext uri="{FF2B5EF4-FFF2-40B4-BE49-F238E27FC236}">
                <a16:creationId xmlns:a16="http://schemas.microsoft.com/office/drawing/2014/main" id="{E2B12615-E624-4626-945C-12ABFE24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8975" y="10964039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79" name="">
            <a:extLst xmlns:a="http://schemas.openxmlformats.org/drawingml/2006/main">
              <a:ext uri="{FF2B5EF4-FFF2-40B4-BE49-F238E27FC236}">
                <a16:creationId xmlns:a16="http://schemas.microsoft.com/office/drawing/2014/main" id="{065ECA46-6F6C-4378-BF2F-F3CE4E16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8571" y="11003837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580" name="">
            <a:extLst xmlns:a="http://schemas.openxmlformats.org/drawingml/2006/main">
              <a:ext uri="{FF2B5EF4-FFF2-40B4-BE49-F238E27FC236}">
                <a16:creationId xmlns:a16="http://schemas.microsoft.com/office/drawing/2014/main" id="{C8F3CF1A-681D-4347-B222-823E52CA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7345" y="7382946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81" name="">
            <a:extLst xmlns:a="http://schemas.openxmlformats.org/drawingml/2006/main">
              <a:ext uri="{FF2B5EF4-FFF2-40B4-BE49-F238E27FC236}">
                <a16:creationId xmlns:a16="http://schemas.microsoft.com/office/drawing/2014/main" id="{7375CAAE-A995-406F-AE16-AE5BBD16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6940" y="7422744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582" name="">
            <a:extLst xmlns:a="http://schemas.openxmlformats.org/drawingml/2006/main">
              <a:ext uri="{FF2B5EF4-FFF2-40B4-BE49-F238E27FC236}">
                <a16:creationId xmlns:a16="http://schemas.microsoft.com/office/drawing/2014/main" id="{B0C70599-2FCE-4235-947C-A4EB6CE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711" y="429567"/>
            <a:ext cx="2531141" cy="10625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83" name="">
            <a:extLst xmlns:a="http://schemas.openxmlformats.org/drawingml/2006/main">
              <a:ext uri="{FF2B5EF4-FFF2-40B4-BE49-F238E27FC236}">
                <a16:creationId xmlns:a16="http://schemas.microsoft.com/office/drawing/2014/main" id="{778A54F5-61CA-4EE6-9D40-352C89EB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306" y="469365"/>
            <a:ext cx="2371950" cy="982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AllReduce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算法叶子补前缀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AicpuAllReduce</a:t>
            </a:r>
          </a:p>
        </p:txBody>
      </p:sp>
    </p:spTree>
    <p:extLst>
      <p:ext uri="{BB962C8B-B14F-4D97-AF65-F5344CB8AC3E}">
        <p14:creationId xmlns:p14="http://schemas.microsoft.com/office/powerpoint/2010/main" val="111969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CF66547-F40D-47D5-B897-2A63167B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Selector、Executor、Template 与“编排”怎么区分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C5B81-3F8C-48BE-AF47-5DE886A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Selector 选算法；Executor 组织整体阶段与分块循环；Template 展开内部通信步骤。“编排”是安排这些步骤、依赖和资源的工作。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E589B-5B00-47B5-9B93-62506D81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1A178-6B3E-4435-B3E7-67EDA6B0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15F49-1775-495B-BFD3-3B1C3180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Selector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选哪套算法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C1870-FC9D-4A29-9C26-43E0443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看什么：算子、拓扑、类型、数据量、执行模式。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产出：algName，并确定/调整 Engine。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630DB-6981-4A5F-8E77-8C27AFC2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规则路径：ExecuteSelector →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AllReduceAutoSelector → SelectAicpuAlgo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可选新路径：SelectorEngine 过滤候选并比较 cost。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83FC4-D509-4696-BAD1-61C5BA6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4960F-1FD7-40E0-A3F6-79E42063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1182445" y="69818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9D4C0-EC26-45F1-BE57-D4580E48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33795-4ED1-477F-AA5C-4B2CC13C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F309A-50FC-48A8-AAEC-E2D1FDE4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注册表 + TopoMatch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算法名落到具体实现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4F1C5-28E8-404C-821C-9310685E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注册表把名字映射成具体 Executor 和 Template 类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型。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TopoMatch 把物理拓扑整理成算法需要的通信分组。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9FF4F-1159-44EF-A377-0E1201EB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查 REGISTER_EXEC_V2 / MULTI；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看 CalcAlgHierarchyInfo → MatchTopo。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拓扑匹配还可参与 cost 候选探测。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2E171-9E87-4CAD-830A-D84EB031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710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48F83-4841-4C09-8F77-32017F78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2517195" y="69818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A175C-EC97-45F0-B432-55A0FCCC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56C34-D6EE-44FD-B09E-413F03F8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910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95ED4-85F8-4E45-9657-4F558413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2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整体流程编排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2C74E-1FA5-4385-B987-F49C80B2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2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复用/接入通道与线程资源，计算一次处理多少数据。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安排分块、尾块、偏移以及模板调用顺序。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20AD1-2868-459E-8263-7431201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1722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入口：Orchestrate → OrchestrateLoop。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单模板可复用通用 Executor；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复杂算法可组合多个模板与多个层次。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956DD-FF2D-4101-A7FD-41CB24E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18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7D927-9FCD-4291-B9BA-58D16F89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850" y="6981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3851945" y="69818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44C30-6C3D-493E-8434-EEF04BB1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850" y="3048000"/>
            <a:ext cx="10572750" cy="847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C0F6B1-0801-4F3A-8321-05FCCBF7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3850" y="3048000"/>
            <a:ext cx="1057275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0AD97B-085C-419D-89AE-D55C360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975" y="322897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Template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内部步骤编排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FDBB15-23E1-48C8-9DC4-26E59166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975" y="5334000"/>
            <a:ext cx="10048875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CalcRes 描述所需线程、通知、通道。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 按本轮数据切片，展开复制、归约、收发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、同步。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6E41A-670C-441E-B17B-138B734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1975" y="8572500"/>
            <a:ext cx="10048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例如：OneShot / TwoShot / NHR。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AICPU、AIV、CCU 有不同实现模板；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线程上的通信原语再交给 HCOMM 执行。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93433F-4337-45CD-B007-5DD79479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0"/>
            <a:ext cx="443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真实例子：AicpuAllReduceSoleMeshTwoShot 的注册关系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CEC2FC-1C2C-4222-B064-7C786DBA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430250"/>
            <a:ext cx="10572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FCF87B-CBF1-4066-8345-B25CD9D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525500"/>
            <a:ext cx="10229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algName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AicpuAllReduceSoleMeshTwoShot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49F1DA-7B63-457B-BAC2-2DD82112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06636D-D999-408E-8B2C-0BAEC4B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1191970" y="14401848"/>
            <a:ext cx="809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20C962-04D6-4480-A7B5-C1EA5D6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3430250"/>
            <a:ext cx="10668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3BB9E0-D646-4391-9116-FF39E31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3525500"/>
            <a:ext cx="10325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InsV2AllReduceSoleExecutor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9E01AC-F3E3-4358-9F04-B611569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0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55766C-C6B0-421A-8E34-146E058E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25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2669595" y="14401848"/>
            <a:ext cx="809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0BDBD2-06EF-4364-B6BA-6CC45A3F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25" y="13430250"/>
            <a:ext cx="9525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86400F-AC7A-47F2-B163-4B0A1115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0575" y="13525500"/>
            <a:ext cx="91821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TopoMatch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TopoMatchOneLevel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F1E0BD-41E8-4E49-9D0D-75457EC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25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E62735-CFDD-452C-A3E1-8648A375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0" y="14401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33004220" y="14401848"/>
            <a:ext cx="809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933395-9AAE-4709-9371-F3894EC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0" y="13430250"/>
            <a:ext cx="112871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9AFC21-31C6-4093-9EEB-2F62EF90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200" y="13525500"/>
            <a:ext cx="109442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Template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InsTempAllReduceMesh1DTwoShot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36FDA4-0B53-43BF-BB30-D0CC8B2D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659100"/>
            <a:ext cx="442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上行表示注册绑定：同一个 Executor 类可搭配不同 Template；它们不是必须一一对应的三套算法。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8E7D7A-6989-4C4C-9D40-5543F21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0"/>
            <a:ext cx="4438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正常执行时沿这条链继续读（缓存命中可复用已展开任务）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7362A2-55F7-49CA-8DC6-D1D2CF9A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0"/>
            <a:ext cx="666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296105-43C0-4F85-ADF8-A5614185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0"/>
            <a:ext cx="6324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选型、准备资源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启动 AICPU Kernel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004B0C-2E89-45A7-8585-D7933FDD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7F5C5B-D1E5-4C12-BC82-FC2FCF99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727719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D8FCF0-3472-48A2-8BE2-83DCAC2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811750"/>
            <a:ext cx="762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875B99-031F-47A6-B611-6CD09DE2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0"/>
            <a:ext cx="7277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AICPU：OpOrchestrate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 algName 取 Executor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E2C9C7-CA9E-481C-8848-4C6404F1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D9DD8C-1BEE-459D-85D9-CD957A6C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565919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BD52DA-9D75-41E2-A4CA-89BB3C3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1100" y="17811750"/>
            <a:ext cx="9906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CA5819-BC14-41E9-B28F-B159FAC8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2550" y="17907000"/>
            <a:ext cx="9563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Executor：OrchestrateLoop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 Buffer 容量分块，更新偏移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132468-F613-41DD-AE8D-2BF1210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7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52549D-BA99-45BF-8872-C7B5D73D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2632719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269DB5-7483-4C04-A1D9-08A66D59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0" y="17811750"/>
            <a:ext cx="11715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D684A4B-8A40-4D36-A159-678897BC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0550" y="17907000"/>
            <a:ext cx="11372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Template：KernelRun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SplitData → ReduceScatter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→ CopyRsResultToOutput（按需） → AllGather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C27B2E-3ABB-4D24-97AC-EE8E61DA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48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B751BC-FF5D-433F-926F-59C123A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8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38804945" y="18907173"/>
            <a:ext cx="76190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7789C9D-EBFC-419D-86F2-7DF4F8FA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850" y="17811750"/>
            <a:ext cx="552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536F31-AB0F-493E-B4E3-EACD6EB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38300" y="17907000"/>
            <a:ext cx="51816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通信原语 / HCOMM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收发、复制、归约、通知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75C67B3-CF85-4E5C-BD39-ECDAA978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93125"/>
            <a:ext cx="1438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想知道“为什么选它”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059909-05E5-4E37-91CA-CA7287EE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0"/>
            <a:ext cx="14239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先看 Selector 的条件与日志中的 algName。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D0F743-8CA6-404F-A203-8232346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1193125"/>
            <a:ext cx="1438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想知道“怎样并行、分几轮”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1E20CE-B3EB-4D67-BB20-8D9212E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2002750"/>
            <a:ext cx="14239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看 Executor 的 OrchestrateLoop、线程/Buffer、模板调用顺序。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9AE0A5-BC3A-4D33-A917-49EDFA43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1193125"/>
            <a:ext cx="1438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想估算“读写多少、传输多少”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A65D39-2B68-4042-9BBE-7495F749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2002750"/>
            <a:ext cx="142398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进入 Template，按实际路径统计复制、归约、收发和同步。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8DE37C2-19C6-4549-903D-D257E17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0"/>
            <a:ext cx="4448175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33A462-B457-454C-BDF9-4749D4D6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0"/>
            <a:ext cx="441388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C++ 的 template&lt;typename …&gt; 是泛型语法：用于把 Executor、TopoMatch、算法 Template 组合成具体类型。这里“算法 Template”是实现角色，不是又一轮 Selector。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7EDE2BD-117E-4437-A402-9CE96850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0"/>
            <a:ext cx="44386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/ AIV / CCU 回答“谁来展开或执行”；Selector / Executor / Template 回答“软件职责”。分析性能时，两条轴都要看。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A29A06E-C811-4B26-983B-C57FC622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0"/>
            <a:ext cx="4438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源码锚点：op_common.cc:159–205,888–904；kernel_launch.cc:276–320；ins_v2_all_reduce_sole_executor.cc:156–301,394–396；ins_temp_all_reduce_mesh_1D_two_shot.cc:69–192。完整路径见备注。</a:t>
            </a:r>
          </a:p>
        </p:txBody>
      </p:sp>
    </p:spTree>
    <p:extLst>
      <p:ext uri="{BB962C8B-B14F-4D97-AF65-F5344CB8AC3E}">
        <p14:creationId xmlns:p14="http://schemas.microsoft.com/office/powerpoint/2010/main" val="339479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88F1C0-6167-470C-80C4-9BA803E8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算子索引与读图说明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E4FA3-DC95-473A-A73B-A64529F2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15 个算子各有自己的 SelectAicpuAlgo；共用选型框架，不代表共用 AllReduce 的判断条件或阈值。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0A9BC-1957-4122-98EE-874EFE18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581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E306A-2E12-4B3E-A5DD-67DD2029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19500"/>
            <a:ext cx="5467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算子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F68BE-3AE2-4E0B-8BCC-A84E540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1019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3C67C-FA03-40B9-BF4C-2D14FEC2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619500"/>
            <a:ext cx="984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做什么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5FB27-FC3E-4539-B188-F79941FA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3524250"/>
            <a:ext cx="1238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A6294-89D5-4B04-B75C-945028A5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3619500"/>
            <a:ext cx="1203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本入口的主要差异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B4E14-5756-4757-9D8A-84817FC8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3524250"/>
            <a:ext cx="171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05FC8-A775-4E66-84B6-B0C848D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0" y="3619500"/>
            <a:ext cx="1371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3C933-FD47-4444-B034-9AAF22C6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2073D-7169-47F7-974E-900F47E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720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CB73A-32E9-4F48-B05A-0BEF868B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767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5F576-731D-49FD-9C40-A3C9CA2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5720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归约后，结果给全部 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D998E-02C3-42E3-97D6-C6E1373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44767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4BA1A-BFE1-4A41-8D29-527D337D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45720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严格保序优先；再按类型、拓扑、大小、内存能力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ED8EE2-3ED8-4296-B738-94578902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44767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9CFA35-6301-4CE0-AB79-3F970DFA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45720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3BFED-D406-4422-B98D-5D1A34B2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150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6CACB-631A-4DC6-B730-FC767638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102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AllGather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7CBA7-9D09-4CB4-BA57-D566128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150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3C08A-60EE-4302-AE01-D5C82C12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0102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的块收集到全部 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30585-7712-439D-91C7-BA665614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59150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714BC-9632-426A-852F-3E6FCE7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60102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拓扑优先；大小还比较 S×P；无归约类型判断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C5997-AB46-43A2-8BB3-9DD56BF9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59150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900BBC-065B-4872-AE18-3E10250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60102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202D3-22DA-48C0-8EE3-D4F46748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5330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91A6A-49AA-4551-AD69-BF4A039B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44855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ReduceScatter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1B904-A83F-40F6-8AB3-E10EF300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35330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B29FD-BDC5-4E44-B711-E0261D99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74485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归约后，每 rank 获得不同结果块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E225E-41FF-4813-85BF-36796457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735330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5B6A88-E961-44EE-A731-8687618D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744855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保序优先；类型；归一化系数 (8/P)²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B01B07-4CCD-4820-979B-287DE985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735330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DE8E83-6B3F-467B-9ED5-55651A3F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744855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CD5EEB-B1C3-4A25-9206-340C9BD1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79157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45B13F-1BA6-4F33-BE57-A7C677B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8868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A0A0F8-89BA-4350-B979-9F1DEE3C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879157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689201-EBD4-49B9-8497-701F560A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888682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归约结果只给 root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61A9F-F47E-442A-AB8D-D7997CE2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879157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C7FAA9-C529-4761-AB9A-F222055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888682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类型与拓扑；单层 Mesh 以 8MiB 分界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2A6B85-2E27-4DD3-A743-9CE52912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879157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D2D826-3A57-4BAC-B318-41F9CF69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888682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24D344-99CD-434F-8504-B1EFBC12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298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84DDBF-5F69-4A29-BEAA-29FB279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03251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A6DD49-4481-4CC1-89FF-7C24EC4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02298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E79405-BAB7-42E5-A8D4-283B7C5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3251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root 向全部 rank 广播同一份数据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EE4A19-E4C6-43B2-8B60-33DAA7FB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02298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8A82C1-CECB-4B38-81AF-0043EF1D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03251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多层拓扑；混合拓扑再看全连通、PCIe、大小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C677DF-C081-4F58-8C09-A8B56CB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02298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8C1107-6778-4D55-97FB-633A5995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03251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C9F292-3129-4BB3-B789-ACBDB175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681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684E2C-C5A5-4BD3-971A-27310784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17633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Scatter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3E198B-C280-465B-A4CD-C90F1955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16681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DF263D-7CEB-4007-8D44-1E18764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17633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root 给不同 rank 分发不同数据块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7510C6-686F-4F64-AC8B-F6A3C0D0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16681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53DBE68-C24A-408D-920D-8DC9B528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17633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比较总发送量 T；单层 CLOS 也看 PCIe 混合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CF4463-994C-49BC-BCD8-6E47E4C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16681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D27EB9-1418-4F61-8716-583C52B3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17633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F10477-CFDC-4693-9BC9-34E03F2A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10640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F273FA-D356-4153-9B8A-F6827D9E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20165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97065C-6A1F-44AF-8A30-ABFE4695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10640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0AA807-F182-46D0-9582-540502F0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32016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给每个目标发送等量数据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D96EB2-2D46-41DA-8977-56FB3789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310640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6B2DE8-9D26-4017-B132-DB39CB2B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320165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通道阈值 150MiB；并发还看计数 c&gt;512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8F66926-5CCD-437C-A520-ED798DCA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310640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5737A0-018C-4DE6-B8F0-0EAA88B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320165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9 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68EB29-095E-4E73-93F0-437F6FE6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54467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01E8010-1E10-497B-8CEE-B247BE9F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6399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65F5AA-1D2F-4E45-A0EA-A647CEF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54467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332F10-9FFE-4C20-92B4-FB39C6C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463992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按各目标的计数、偏移做不等量交换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237BC2-57DD-4A91-A1CF-D042BCD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454467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0C909F-86BA-434D-A6A4-9AF50CE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463992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无大小分档；多层赋值后仍继续后面的判断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1D24F3-10BF-4ED0-8740-CAB95E15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454467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26C31C5-99D9-4769-8770-6B366B4D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463992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9 右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EE3CDB-2B5C-4D0F-AE21-70D7B57B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9829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0DC85B-E6BE-4242-A15C-3E744BA1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0782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AllGatherV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2B7717-269A-4509-9883-1248F4C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9829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E8B55EE-312C-47C9-8BE4-2DACD750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60782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的输入块长度可以不同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B918A5-784C-403B-885C-6622F83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59829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BA7A61-6686-4675-BD3A-5F717E51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60782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只检查逻辑层数 1～3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659BA5-5405-4917-BC69-8F0116D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59829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6F06F5-BAA6-4BE6-A362-90E0DD53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60782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1FB902F-8B05-4F98-BEB6-0EA4EE77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212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1928BD-4436-49C9-BA24-053F135E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5164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ReduceScatterV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437DA2B-3A2A-4991-98FC-DB9C3D93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4212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D41A8B4-AE43-47A8-8CF8-899D94E8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75164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的输出块长度可以不同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8E717F4-7382-4AE7-B0C0-63D31C6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74212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A0AE559-C042-43AF-93F7-29B89AB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75164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先排除 UINT64/FP64，再检查逻辑层数 1～3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75685DC-ED73-401E-A845-016ADDE9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74212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91EF450-F2A5-475F-BF6E-7D66FCC1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75164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B22AB1F-8758-4DE1-B6AC-22AABDAF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85950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59B3804-57BC-4221-A71A-97F71261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95475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6EB744-3BDA-4CA5-BEC2-5ABA5A4C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85950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51FC513-7EA3-4742-A5E4-AA560C46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895475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用全局计数矩阵描述不等量交换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37328B8-3A25-48AB-8A4D-27A6AFED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1885950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E466AE-60E8-4F8D-AFB4-5CE2B95A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1895475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直接返回 AicpuAllToAllVCSoleMesh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EE1D39-6B34-40EE-B338-0E471D0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885950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2DECD0-4614-4B8B-9516-5AECB3B4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1895475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9D09197-7E5E-4A53-A529-C3CC261B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9777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5DD58D4-0EB6-4B93-8946-7DBA64E3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39302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 / Recv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6A3718-9B8E-49CC-8B8E-D4DAE7A8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29777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0AEAF1-9EFA-43BF-ACB2-27D060A5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039302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点对点发送 / 接收（2 个算子）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F14FBC-2B8B-4A21-8521-F348D3AA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2029777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E06D6C6-915C-4C36-AFD5-5E21476A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039302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分别直接返回 AicpuSend/RecvSoleMesh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65AE6D-9A06-4192-ABAF-069F3B61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2029777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39361DE-ACF7-49D7-9EC7-4F85B3E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2039302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795AC10-99AE-4E36-AFB1-F37D46A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36050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5EC4B02-255D-4CC6-B388-3268A95E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31300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BatchSendRecv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7253DA-4A22-4BC1-A2BD-5654E923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736050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CABD10-C24B-4AF9-855C-209DEF8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1831300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成批发送与接收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0D99132-339E-43BD-931E-00442730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21736050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942CEA6-23A6-4E51-AD3C-9F686F8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1831300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直接返回 AicpuBatchSendRecvSoleMesh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9DE7F5D-8E4C-4BCA-8498-D9D15BC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21736050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9501F8A-6F61-4808-81C4-2503734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21831300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8A569A0-6697-446E-8E17-BF838B3B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74325"/>
            <a:ext cx="58102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A09E42C-A529-4D62-9819-0132BA23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269575"/>
            <a:ext cx="55054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Barrier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BB0DC8-AD2C-48E6-ACAA-A47A992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174325"/>
            <a:ext cx="1019175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60E4689-4C74-49B2-80EF-61D9DD47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3269575"/>
            <a:ext cx="988695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所有 rank 同步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FBCF6CA-2531-4810-8F90-07F0DF50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23174325"/>
            <a:ext cx="12382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D44A301-6990-45A5-9D84-8440FB1D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11650" y="23269575"/>
            <a:ext cx="12077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直接返回 AicpuBarrierSoleNHR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EA712EE-8690-4442-B7D0-98C9DD8C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23174325"/>
            <a:ext cx="17145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E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DEC7E5-5EFB-4D7B-82E6-B356E702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23269575"/>
            <a:ext cx="1409700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64EC61F-7B17-422D-A8AF-8E5FF47B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33337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图中颜色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95E504D-4F4B-42AA-89FA-D5DF77A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39528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白色是条件；红色“是/否”标出分支；黄色是返回算法；粉色 NOT_MATCH 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是未命中。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3D5C83-77B3-4544-AC45-0B94B92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1722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数据量口径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7461A3E-5898-4EB5-9944-6714A2CB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7913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S=count×元素字节数。AR/AG/Reduce 是每 rank 输入；RS 是每 rank 输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出块。Scatter 用 T=S×P。MiB=2²⁰ 字节。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AEABB29-08CB-4BF7-AEB0-5E4DD6DB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90106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特殊数据与保序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749D39A-F25D-41A8-9421-B45ED413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96297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特殊：INT64/UINT64/FP64 或 PROD。严格保序：STRICT + 浮点 SUM/PROD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 + P&gt;2；AR、RS 优先检查。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C3FBE3D-D161-48E0-B346-AED83F34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18491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网络与术语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04714E9-B815-4C96-9B5C-6493E85B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24682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Mesh：网状互连；CLOS：交换网络。UboE：UB over Ethernet。URMA：统一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远端内存访问能力；图中没有独立的“UR”判据。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CBE2004-FC0E-434E-A199-D92A190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46875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拓扑标记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53C00D6-995D-4F8D-AD31-A6D7E2DC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53066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层数是逻辑通信层次。拓扑对称指同层各组 rank 数一致。Level1Nhr、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Level0Nhr 是源码中的 NHR 退化标记；后者按标记判断。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B3984A9-1CCA-4C54-A0AC-A6CA30C4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75260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额外 CLOS 路径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A1D0CA6-A945-437F-9889-F4649505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181451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非 HostDPU；原始层数&gt;1；第2原始层含 CLOS；第0层本地实例&gt;1 rank。它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不等于“逻辑两层”。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63B65DE-5772-4755-B824-5BC1C1DC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036445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组规模与内存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AF67902-F6A3-4DB4-A3E2-0C6A5A02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098357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较大整倍数：Mesh组&gt;1，CLOS组更大且能整除。对称内存是可定位对端对应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窗口的能力，与拓扑对称不同。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9EABB45-BE71-4D7A-9599-38CF3620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3202900"/>
            <a:ext cx="1257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算法后缀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CE31C68-3D45-4E59-9772-23C76765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23822025"/>
            <a:ext cx="1247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NHR：非均衡层次环。Chunk 分块；Concur/Parallel 并行；PipeLine 流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水；MultiLink/MultiJetty 多链路/多端点。具体性能继续读 Template。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859004D-A10E-4F85-9EED-416C6FC9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098500"/>
            <a:ext cx="302895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基于 hccl 170ddeec 的 src/ops 普通 AutoSelector，已进入 SelectAicpuAlgo；不是全部 HCCL 版本和硬件的支持矩阵。NOT_MATCH 仅表示本选择器未命中。</a:t>
            </a:r>
          </a:p>
        </p:txBody>
      </p:sp>
    </p:spTree>
    <p:extLst>
      <p:ext uri="{BB962C8B-B14F-4D97-AF65-F5344CB8AC3E}">
        <p14:creationId xmlns:p14="http://schemas.microsoft.com/office/powerpoint/2010/main" val="118985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3CA53C50-84B6-4CA9-85AA-108F508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580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9D8E7-384D-4BA1-9447-1D05739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229" y="8416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2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4913324" y="8159728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CEED2-208E-4BE5-989E-340FB460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229" y="8416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2AB18-FE68-4E53-B53F-A64AA1B7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011" y="8713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5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4334106" y="841700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FD8BF-AC79-476B-9E8A-039B5D84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011" y="8713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F866A-2819-4B22-8FE4-69A15275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45" y="89772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8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819640" y="8713811"/>
            <a:ext cx="514371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F6DE9-59E3-4203-94CA-82A06E6F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45" y="89772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58A2B-CD1A-4AB4-B5CA-3379E5D8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357" y="9046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683452" y="8977316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89024-9111-4E7C-8813-F1DA96E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AE4B8-13E8-4F36-A93F-0320206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682470" y="8159775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008CE-A499-4EFE-9700-27EC60D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7F699-5C64-4D44-8B96-2FD32CF1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2470" y="839523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8FE33-84EC-42CD-B065-E4F5744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D1A7F-630B-419B-B795-4AF1A674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0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682470" y="866361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AA63D-D849-4853-9F80-A0A821A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F0D30-852B-4252-A3BB-43E48AF5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423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2470" y="890919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71806-236F-4C4E-872F-79CBD464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934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2A14F-AB61-4F55-8F00-AFBF6D56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539" y="619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6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9908634" y="5937946"/>
            <a:ext cx="663300" cy="2617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792376-4FC6-4B22-B1EF-D752038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539" y="6199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4EB25-D11C-4654-90A7-CCC05725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540" y="6502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9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9141635" y="6199699"/>
            <a:ext cx="766904" cy="3024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A6843-3618-4DDC-AA9A-B309E19B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1540" y="6502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F3825C-6EE0-4DF8-9594-C7729F26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776" y="6768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2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8464871" y="6502156"/>
            <a:ext cx="676669" cy="266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0141E9-2FB8-475A-82A5-834A1F5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776" y="6768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DEA0BF-EFD7-4DC6-85AE-062C46D4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904" y="6824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5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8321999" y="6768971"/>
            <a:ext cx="142777" cy="55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611D2F-17A4-48AD-9909-1C0550CB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778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336908-C996-4A52-BA90-8DF4F04B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830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8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1698878" y="8159775"/>
            <a:ext cx="139948" cy="239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71D05-CD15-4746-A6BE-AA545614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830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DA87CD-F081-4ECE-9A11-A640FBD4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038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1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11539086" y="8399521"/>
            <a:ext cx="159792" cy="2739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D2455C-BFD0-4C1F-915B-15928C06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038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260BB1-92D5-487A-93B8-168AB9D6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50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11393498" y="8673543"/>
            <a:ext cx="145588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043E54-1BAB-4C86-8CF2-5D8C84F8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450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FDE1D9-F271-4E0D-BE8D-A6993C3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8672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7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11318720" y="8923026"/>
            <a:ext cx="74778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0DE671-3D0D-44A3-BD2E-50D4FA91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790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109A17-5AA1-41DB-9716-1B302FE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0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3435534" y="10381511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9E6AD3-1E14-4D65-B82E-94472115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EB321D-D58C-498F-AC87-C134563C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3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2856316" y="10638784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96C735-9C24-4FA7-9F5E-8116E8F7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43EB2A-2E9A-42B6-B509-9B06BE9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6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12341850" y="10935593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7F5308-ED8D-4362-8A62-4DF2023F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B87587-8D2B-4FB3-A361-3A16C92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567" y="11268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9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12205662" y="11199099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26388A-61F7-4F73-B7AB-0747D72F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7790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833DA8-AAB7-4394-A3C9-D04364B8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2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13435534" y="12603293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F95A38-5E5F-4288-93DA-E4C872C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439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BA7FD5-DAD5-495F-BEB3-CDDDCD4F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5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12856316" y="1286056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B1DBC5-8D63-4782-8F6A-96EFD2FE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622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3BF5D3-69E7-44A9-927A-1F775109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8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12341850" y="13157376"/>
            <a:ext cx="514371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39BFC23-461C-4BFA-BF22-316C3F5A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175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CCC9CF-8E99-499C-A5D5-2665DE06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5567" y="1349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1" name=""/>
          <p:cNvCxnSpPr>
            <a:stCxn xmlns:a="http://schemas.openxmlformats.org/drawingml/2006/main" id="70" idx="1"/>
            <a:endCxn xmlns:a="http://schemas.openxmlformats.org/drawingml/2006/main" id="71" idx="3"/>
          </p:cNvCxnSpPr>
          <p:nvPr/>
        </p:nvCxnSpPr>
        <p:spPr>
          <a:xfrm xmlns:a="http://schemas.openxmlformats.org/drawingml/2006/main" flipH="1">
            <a:off x="12205662" y="13420881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A1F1403-8ACE-4F40-8FAA-79FF5B1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0585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A604AA-04C8-45FC-8D96-F3DB6685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828" y="15064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4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14719876" y="14825123"/>
            <a:ext cx="130757" cy="239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9EA4DC-84CA-47A4-8F7A-C3D384E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9828" y="150647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16A2DD-869A-4149-9CD6-50B96FF5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480" y="153387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7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 flipH="1">
            <a:off x="14570528" y="15064868"/>
            <a:ext cx="149348" cy="2739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F214100-C36F-4905-806D-67F8A717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0480" y="153387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6F535B-086D-4815-98CC-5E44F36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292" y="155882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0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14434340" y="15338891"/>
            <a:ext cx="136188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BF930E-C1FD-43A8-A09E-45D94D58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4292" y="155882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0877F7-4191-47CD-AB82-5B7565E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4527" y="1571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3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 flipH="1">
            <a:off x="14364575" y="15588374"/>
            <a:ext cx="69765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2C37055-1DF2-40B5-870A-0696BA5A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522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2AF4A7B-613A-4D85-A25F-000189F1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171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6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0135266" y="21490424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12D7BC-FE74-4ECD-9B04-EA1E584E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5171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56F375-BA09-4DE9-8A10-CEEAA4AE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953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9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9556048" y="2174769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55AECAA-25EA-4E44-A4CE-6BBEDEC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953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F05A282-829A-4F3F-B7AD-10F42DF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48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2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9041583" y="22044506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5D00CD-D876-40E1-A7D2-604A751E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48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C8351A6-32ED-4660-B508-7D81F2E8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299" y="22377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5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8905394" y="22308012"/>
            <a:ext cx="136094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135B762-42BC-47A9-B2BD-ED2DAE24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0FEF10C-E35E-417C-B5BD-F0DEB1F4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8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1904413" y="21490471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45E36E-1F8D-48CE-85E8-13DB4238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FD52281-5813-47E2-8740-72C1AA51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1904413" y="2172593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EC0F50A-1201-4167-B321-CA4CEB30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970872D-4887-4534-B5DA-EC8F0ED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4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1904413" y="2199430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F54D4F-0828-48FC-9DBE-85FCD87B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A2BD60E-5218-458F-AB4C-05A995A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4365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7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1904413" y="22239894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A7EC65-E182-40FC-89BC-DB02A8B6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6770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F9C86CD-C26B-4CE8-90B4-43EBFDAD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650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0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 flipH="1">
            <a:off x="13148698" y="19268688"/>
            <a:ext cx="238120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D3AA159-F132-43CE-BB93-37D49B33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8650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0574B56-8B78-43C4-887B-A4F223CF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646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3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 flipH="1">
            <a:off x="12875694" y="19515055"/>
            <a:ext cx="273004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4AB52F2-582F-4F95-B35F-199E3C44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5646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6115258-7547-4B10-A2FF-8E0D51AB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380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6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 flipH="1">
            <a:off x="12629428" y="19797647"/>
            <a:ext cx="246266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82E372-ED04-49FB-BD0F-7C996CF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9380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7D53BDB-B349-40B4-9C19-650F7FE6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567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9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 flipH="1">
            <a:off x="12525615" y="20052388"/>
            <a:ext cx="10381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639F29-9C59-49EE-9CEA-50823898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54B4FE0-511B-4DDC-AE13-6E82561E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2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6165518" y="21490471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6C089DA-CBCF-4702-8C26-5D5B444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7258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AFAB0E-8E9B-44C0-878C-67BB121C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5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6165518" y="2172593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4991BC-9ACB-4260-A701-7C4E9293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19942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E1FFD58-FE07-4F89-B240-6DF353DC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8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6165518" y="2199430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16931F2-9CAC-4E64-A0A1-BBDDD9A0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223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816F486-924C-46E6-BE94-34C95AD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5470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1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6165518" y="22239894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DAE229E-8042-42D7-A87D-009F4B06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2547" y="25933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B944A02-136E-43CA-8C00-009C4C6A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129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4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 flipH="1">
            <a:off x="16482177" y="25934036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51C3486-8900-4C8E-AC2A-03AE7E54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2129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11464C1-006F-4C19-ADC4-0996F80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10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7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 flipH="1">
            <a:off x="16206458" y="26180403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AE132AC-42B2-4EA5-9427-DF3E64EF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10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DF43680-B267-4AE9-8903-EC7DDC4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637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0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 flipH="1">
            <a:off x="15957685" y="26462995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686F7A2-0FC4-4489-8FC5-3A9F9887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7637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60CF11B-5A0F-4A3B-B249-26E56AE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2780" y="268250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3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 flipH="1">
            <a:off x="15852828" y="26717736"/>
            <a:ext cx="104857" cy="107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B37B1BB-C990-4DDD-B90B-8951A1F3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599" y="25933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89E0E7C-8379-4811-A0F6-5664670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017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6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17989647" y="25934036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4E6487F-B289-4E2C-AF8C-346557B8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0017" y="26180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D3D2861-B3EC-4F9F-AE04-565B3E38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736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9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8230065" y="26180403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FEB1350-FC7C-437E-98E6-C8A7C9C1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5736" y="264629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3D0E8ED-0AEF-45ED-BF03-11AFCBC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509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2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8505784" y="26462995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647C633-301E-48D1-B68C-233D7464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4509" y="267176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9878B66-213C-44E4-A29A-8ACF79E8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366" y="268250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5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18754557" y="26717736"/>
            <a:ext cx="104857" cy="107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92BCE97-6266-40CE-8AE0-73F44025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571" y="23712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CF44611-FB3D-4178-9FE6-7BAF9B3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9523" y="23963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8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19159618" y="23712206"/>
            <a:ext cx="353953" cy="2518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146A93A-48AF-4192-8CB3-5B7EAF1D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9523" y="23963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E7DFEA3-5768-434E-986B-D35502A7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2002" y="24253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1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18752097" y="23964026"/>
            <a:ext cx="407426" cy="2896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9115C80-B5D9-4E2A-84B0-441D2D85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2002" y="24253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3B036B4-CB36-495B-B06E-B609A6A1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302" y="245128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4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18387397" y="24253629"/>
            <a:ext cx="364605" cy="2592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47D04EC-70E0-4AB2-9514-6425763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7302" y="245128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12D4E5A-1D76-4608-B06F-CBDB84F6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5526" y="245994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7" name=""/>
          <p:cNvCxnSpPr>
            <a:stCxn xmlns:a="http://schemas.openxmlformats.org/drawingml/2006/main" id="166" idx="1"/>
            <a:endCxn xmlns:a="http://schemas.openxmlformats.org/drawingml/2006/main" id="167" idx="3"/>
          </p:cNvCxnSpPr>
          <p:nvPr/>
        </p:nvCxnSpPr>
        <p:spPr>
          <a:xfrm xmlns:a="http://schemas.openxmlformats.org/drawingml/2006/main" flipH="1">
            <a:off x="18265621" y="24512850"/>
            <a:ext cx="121681" cy="866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8E8EC58-D388-40EC-9FB2-15F3BA37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0623" y="237121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A46CD59-15FF-4AAC-86D7-FCE81BE9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1380" y="239519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0" name=""/>
          <p:cNvCxnSpPr>
            <a:stCxn xmlns:a="http://schemas.openxmlformats.org/drawingml/2006/main" id="169" idx="2"/>
            <a:endCxn xmlns:a="http://schemas.openxmlformats.org/drawingml/2006/main" id="170" idx="0"/>
          </p:cNvCxnSpPr>
          <p:nvPr/>
        </p:nvCxnSpPr>
        <p:spPr>
          <a:xfrm xmlns:a="http://schemas.openxmlformats.org/drawingml/2006/main">
            <a:off x="20780671" y="23712253"/>
            <a:ext cx="130757" cy="239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A1803FF-E8A5-45A7-9B64-6C372EB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1380" y="239519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AB742ED-57A7-4E85-8AA2-CD2646D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728" y="2422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3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20911428" y="23951999"/>
            <a:ext cx="149348" cy="2739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60B4944-3CA0-4AF7-912E-39C64B2E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0728" y="2422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F0CA8DB-A93E-4279-9AAD-BDF9C85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6916" y="244754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6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>
            <a:off x="21060776" y="24226021"/>
            <a:ext cx="136188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77D77D4-DEF4-4567-BA22-F0290AC8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6916" y="244754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F38FB28-78D4-4E96-90BA-F8C8B42B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6681" y="246033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9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21196964" y="24475504"/>
            <a:ext cx="69765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ED53819-6035-44DA-8EAD-A6E730B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2313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1793787-C7B8-4735-921E-C921AC9C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4664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2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17432408" y="21490424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3CF97C2-C771-4F04-ACCE-E1395CF2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4664" y="217476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36CD528-15A9-4AD1-90E0-1F596BD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3882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5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17934759" y="2174769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7BD6AAA-D29F-417E-A003-11E16E5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3882" y="220444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922012A-ED65-43BF-A80E-3364163D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834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8" name=""/>
          <p:cNvCxnSpPr>
            <a:stCxn xmlns:a="http://schemas.openxmlformats.org/drawingml/2006/main" id="187" idx="3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18513977" y="22044506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A0D61ED-EC3D-4F88-89E1-3FC30168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8348" y="223079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8E7E29D-9990-4075-A419-043119EF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4536" y="22377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1" name=""/>
          <p:cNvCxnSpPr>
            <a:stCxn xmlns:a="http://schemas.openxmlformats.org/drawingml/2006/main" id="190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19028443" y="22308012"/>
            <a:ext cx="136093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28EEC8A8-7E67-44F9-9B0E-84752956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3613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F376A66-821C-463D-9056-908E70AE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538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4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4653661" y="19268688"/>
            <a:ext cx="242925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5BE3EB49-1A46-41DC-8FE4-5D2EC964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6538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4D61E161-CD3E-4599-AE53-3FB6D9FF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972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7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14896586" y="19515055"/>
            <a:ext cx="278434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C79C8ED-950B-427B-B59F-4CDE8E3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4972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1C4E6F7-0FE2-4458-9CF5-8699450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252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0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15175020" y="19797647"/>
            <a:ext cx="251280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6796559F-A3E5-457F-A72A-55819846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252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3B05BA4-66CD-406A-A4AB-B15590F7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1944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3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15426300" y="20052388"/>
            <a:ext cx="105692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10B37FC-6F6B-4DE9-B75F-FBE4418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8292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F9A0700-AC0E-4605-8050-28E44C9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594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6" name=""/>
          <p:cNvCxnSpPr>
            <a:stCxn xmlns:a="http://schemas.openxmlformats.org/drawingml/2006/main" id="205" idx="1"/>
            <a:endCxn xmlns:a="http://schemas.openxmlformats.org/drawingml/2006/main" id="206" idx="3"/>
          </p:cNvCxnSpPr>
          <p:nvPr/>
        </p:nvCxnSpPr>
        <p:spPr>
          <a:xfrm xmlns:a="http://schemas.openxmlformats.org/drawingml/2006/main" flipH="1">
            <a:off x="16506036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7D44508-8A2C-4189-B222-EA52C6DB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594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D6FDF54F-FC73-42E2-B675-69AAF99D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723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9" name=""/>
          <p:cNvCxnSpPr>
            <a:stCxn xmlns:a="http://schemas.openxmlformats.org/drawingml/2006/main" id="208" idx="1"/>
            <a:endCxn xmlns:a="http://schemas.openxmlformats.org/drawingml/2006/main" id="209" idx="3"/>
          </p:cNvCxnSpPr>
          <p:nvPr/>
        </p:nvCxnSpPr>
        <p:spPr>
          <a:xfrm xmlns:a="http://schemas.openxmlformats.org/drawingml/2006/main" flipH="1">
            <a:off x="15926818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1836E0B-82C6-4A42-8519-BA2F1B39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6723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5621240-D6A9-4F62-90E1-6D766133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2257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2" name=""/>
          <p:cNvCxnSpPr>
            <a:stCxn xmlns:a="http://schemas.openxmlformats.org/drawingml/2006/main" id="211" idx="1"/>
            <a:endCxn xmlns:a="http://schemas.openxmlformats.org/drawingml/2006/main" id="212" idx="3"/>
          </p:cNvCxnSpPr>
          <p:nvPr/>
        </p:nvCxnSpPr>
        <p:spPr>
          <a:xfrm xmlns:a="http://schemas.openxmlformats.org/drawingml/2006/main" flipH="1">
            <a:off x="15412352" y="17600941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A3FE5C0F-DBC4-490E-AC7E-D728AAA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2257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5904B0B1-236A-41CF-BBCF-06FFB54F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069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5" name=""/>
          <p:cNvCxnSpPr>
            <a:stCxn xmlns:a="http://schemas.openxmlformats.org/drawingml/2006/main" id="214" idx="1"/>
            <a:endCxn xmlns:a="http://schemas.openxmlformats.org/drawingml/2006/main" id="215" idx="3"/>
          </p:cNvCxnSpPr>
          <p:nvPr/>
        </p:nvCxnSpPr>
        <p:spPr>
          <a:xfrm xmlns:a="http://schemas.openxmlformats.org/drawingml/2006/main" flipH="1">
            <a:off x="15276164" y="17864447"/>
            <a:ext cx="136093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A8DB076-9A81-46C2-8EFC-5CEC891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8BBF58F-0379-41C4-9B25-2A9FCF9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8" name=""/>
          <p:cNvCxnSpPr>
            <a:stCxn xmlns:a="http://schemas.openxmlformats.org/drawingml/2006/main" id="217" idx="2"/>
            <a:endCxn xmlns:a="http://schemas.openxmlformats.org/drawingml/2006/main" id="218" idx="0"/>
          </p:cNvCxnSpPr>
          <p:nvPr/>
        </p:nvCxnSpPr>
        <p:spPr>
          <a:xfrm xmlns:a="http://schemas.openxmlformats.org/drawingml/2006/main">
            <a:off x="18275183" y="17046906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DAF0703-8BA9-48C3-B992-C5DD841A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FF07AC1-4281-4EB0-BB2F-AC7B86D2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1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>
            <a:off x="18275183" y="1728236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82F8BD3-F59C-482D-9BF3-DC13B80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279B979-4408-4CB9-A8CE-22134BB8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4" name=""/>
          <p:cNvCxnSpPr>
            <a:stCxn xmlns:a="http://schemas.openxmlformats.org/drawingml/2006/main" id="223" idx="2"/>
            <a:endCxn xmlns:a="http://schemas.openxmlformats.org/drawingml/2006/main" id="224" idx="0"/>
          </p:cNvCxnSpPr>
          <p:nvPr/>
        </p:nvCxnSpPr>
        <p:spPr>
          <a:xfrm xmlns:a="http://schemas.openxmlformats.org/drawingml/2006/main">
            <a:off x="18275183" y="1755074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2C002B21-4977-4DE0-AD42-BE4ED434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0E84AC5-3022-433F-8627-68EBE141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5135" y="179380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7" name=""/>
          <p:cNvCxnSpPr>
            <a:stCxn xmlns:a="http://schemas.openxmlformats.org/drawingml/2006/main" id="226" idx="2"/>
            <a:endCxn xmlns:a="http://schemas.openxmlformats.org/drawingml/2006/main" id="227" idx="0"/>
          </p:cNvCxnSpPr>
          <p:nvPr/>
        </p:nvCxnSpPr>
        <p:spPr>
          <a:xfrm xmlns:a="http://schemas.openxmlformats.org/drawingml/2006/main">
            <a:off x="18275183" y="1779632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878AB56-BF18-4A00-904F-72BCEC42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1978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DAE64EC-B099-4E25-B0B9-BB676BD7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4329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0" name=""/>
          <p:cNvCxnSpPr>
            <a:stCxn xmlns:a="http://schemas.openxmlformats.org/drawingml/2006/main" id="229" idx="3"/>
            <a:endCxn xmlns:a="http://schemas.openxmlformats.org/drawingml/2006/main" id="230" idx="1"/>
          </p:cNvCxnSpPr>
          <p:nvPr/>
        </p:nvCxnSpPr>
        <p:spPr>
          <a:xfrm xmlns:a="http://schemas.openxmlformats.org/drawingml/2006/main">
            <a:off x="19542073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003D149-B968-4DFC-97F9-AE426AA3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4329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4C6E135D-4D9B-49F3-B72C-571F74DE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3547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3" name=""/>
          <p:cNvCxnSpPr>
            <a:stCxn xmlns:a="http://schemas.openxmlformats.org/drawingml/2006/main" id="232" idx="3"/>
            <a:endCxn xmlns:a="http://schemas.openxmlformats.org/drawingml/2006/main" id="233" idx="1"/>
          </p:cNvCxnSpPr>
          <p:nvPr/>
        </p:nvCxnSpPr>
        <p:spPr>
          <a:xfrm xmlns:a="http://schemas.openxmlformats.org/drawingml/2006/main">
            <a:off x="20044424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A2F8FD4-4742-439B-ABF9-FD80ACB5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3547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8A41B46-EE48-4D60-8EAD-10B72B23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012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6" name="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20623642" y="17600941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F9021B0-0AF3-439A-9E22-9023D60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8012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E65CE14-0612-4A02-97C0-3FE5A04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201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9" name=""/>
          <p:cNvCxnSpPr>
            <a:stCxn xmlns:a="http://schemas.openxmlformats.org/drawingml/2006/main" id="238" idx="3"/>
            <a:endCxn xmlns:a="http://schemas.openxmlformats.org/drawingml/2006/main" id="239" idx="1"/>
          </p:cNvCxnSpPr>
          <p:nvPr/>
        </p:nvCxnSpPr>
        <p:spPr>
          <a:xfrm xmlns:a="http://schemas.openxmlformats.org/drawingml/2006/main">
            <a:off x="21138107" y="17864447"/>
            <a:ext cx="136094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EA46E80-F8B3-4D8B-AC03-DB74A88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7637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4596B99-6B76-40FA-8593-0FBDF09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1685" y="15076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2" name=""/>
          <p:cNvCxnSpPr>
            <a:stCxn xmlns:a="http://schemas.openxmlformats.org/drawingml/2006/main" id="241" idx="3"/>
            <a:endCxn xmlns:a="http://schemas.openxmlformats.org/drawingml/2006/main" id="242" idx="1"/>
          </p:cNvCxnSpPr>
          <p:nvPr/>
        </p:nvCxnSpPr>
        <p:spPr>
          <a:xfrm xmlns:a="http://schemas.openxmlformats.org/drawingml/2006/main">
            <a:off x="16117732" y="14825076"/>
            <a:ext cx="353953" cy="2518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03CD324A-0282-4804-BBAA-0C4D15B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1685" y="150768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2F604A27-BE61-4ED4-9C04-4C8F369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205" y="15366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5" name=""/>
          <p:cNvCxnSpPr>
            <a:stCxn xmlns:a="http://schemas.openxmlformats.org/drawingml/2006/main" id="244" idx="3"/>
            <a:endCxn xmlns:a="http://schemas.openxmlformats.org/drawingml/2006/main" id="245" idx="1"/>
          </p:cNvCxnSpPr>
          <p:nvPr/>
        </p:nvCxnSpPr>
        <p:spPr>
          <a:xfrm xmlns:a="http://schemas.openxmlformats.org/drawingml/2006/main">
            <a:off x="16471780" y="15076896"/>
            <a:ext cx="407425" cy="2896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4CF407AF-0329-4111-A73F-890A6516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9205" y="15366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665DC7E-85CF-46A8-AA01-DEF315DA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906" y="15625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8" name=""/>
          <p:cNvCxnSpPr>
            <a:stCxn xmlns:a="http://schemas.openxmlformats.org/drawingml/2006/main" id="247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16879300" y="15366499"/>
            <a:ext cx="364606" cy="2592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40ED471-2327-41B9-9978-6AAD965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3906" y="15625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D051BF2-2C65-49E5-A2B8-C5852784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5681" y="15712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1" name=""/>
          <p:cNvCxnSpPr>
            <a:stCxn xmlns:a="http://schemas.openxmlformats.org/drawingml/2006/main" id="250" idx="3"/>
            <a:endCxn xmlns:a="http://schemas.openxmlformats.org/drawingml/2006/main" id="251" idx="1"/>
          </p:cNvCxnSpPr>
          <p:nvPr/>
        </p:nvCxnSpPr>
        <p:spPr>
          <a:xfrm xmlns:a="http://schemas.openxmlformats.org/drawingml/2006/main">
            <a:off x="17244001" y="15625720"/>
            <a:ext cx="121680" cy="866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B382B6A-D68F-46DD-ACC5-86012123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444A272-17D4-4670-BFE6-3C9E5139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4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15204681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646EAEE-33AA-406F-BDD4-4F7B9545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AEAE67A-5803-42EA-90B6-61868DD4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7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15204681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AC76DC2-1CE0-4E75-8665-BEEE569E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AFE778CD-5945-4B99-B6D4-590F8A09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0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15204681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FF0A889-B5FC-4884-ABB2-5704A9D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F685CF75-A291-47E1-813A-2FA46B3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3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15204681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F5B6F0B-1B59-4DC1-9628-A2A422B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B1037C3B-1658-4DA2-84B6-EB84EF8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6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15204681" y="10381558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161F128E-0056-41A3-8616-D936E582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E9EC8D4-C443-4DC2-8500-E098EC33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9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15204681" y="10617019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701DE03-1506-413B-BB0C-26949C1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180C92B-8095-4BF7-A625-19E9E0C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2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5204681" y="10885393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E6E428E1-92D5-4AEF-AADA-9D8ADEE6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9ED09D5-60A2-4074-AC99-84CF6A7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633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5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15204681" y="11130981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6AC75AC-76D7-4A7D-BCC8-8142BB27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5830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D0F4FE5-7479-4198-BFC8-85D810B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940" y="841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8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13105925" y="8159728"/>
            <a:ext cx="346015" cy="2529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8F9605C3-E026-461E-A111-C20A25A9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1940" y="841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4BBFA20-BD98-4AB5-8714-6AC0042E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061" y="870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1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13452035" y="8412717"/>
            <a:ext cx="398026" cy="2911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7BF157B-5BEB-4D14-B004-82058C9C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0061" y="870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DE2240D-677E-4D01-A8BD-F2FC81B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197" y="896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4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13850156" y="8703878"/>
            <a:ext cx="356041" cy="260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24429A9-646C-4FAA-99A8-BADB06D2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6197" y="8963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FDD1453-B1CE-4417-B3E1-1337352E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49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7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14206292" y="8963878"/>
            <a:ext cx="118757" cy="870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C595589-6C07-41E8-9CCE-EA9659C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D400525-DEA2-4B35-8497-65527AE8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0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12217730" y="5937993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0CCF5217-4687-4C6E-9D68-0C51A696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BB514DDA-6CE9-48FD-B0A6-7363F040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3" name=""/>
          <p:cNvCxnSpPr>
            <a:stCxn xmlns:a="http://schemas.openxmlformats.org/drawingml/2006/main" id="292" idx="2"/>
            <a:endCxn xmlns:a="http://schemas.openxmlformats.org/drawingml/2006/main" id="293" idx="0"/>
          </p:cNvCxnSpPr>
          <p:nvPr/>
        </p:nvCxnSpPr>
        <p:spPr>
          <a:xfrm xmlns:a="http://schemas.openxmlformats.org/drawingml/2006/main">
            <a:off x="12217730" y="6173454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B0013284-AD13-4C97-BD6F-3BF2D8C7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B16CE7C-5383-4A0F-A6BD-E5110E78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6" name=""/>
          <p:cNvCxnSpPr>
            <a:stCxn xmlns:a="http://schemas.openxmlformats.org/drawingml/2006/main" id="295" idx="2"/>
            <a:endCxn xmlns:a="http://schemas.openxmlformats.org/drawingml/2006/main" id="296" idx="0"/>
          </p:cNvCxnSpPr>
          <p:nvPr/>
        </p:nvCxnSpPr>
        <p:spPr>
          <a:xfrm xmlns:a="http://schemas.openxmlformats.org/drawingml/2006/main">
            <a:off x="12217730" y="6441828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A4323CC-459B-4610-83DC-0464F331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CA7FBF8D-AB0C-4F77-83B8-C3254DFF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682" y="6828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9" name=""/>
          <p:cNvCxnSpPr>
            <a:stCxn xmlns:a="http://schemas.openxmlformats.org/drawingml/2006/main" id="298" idx="2"/>
            <a:endCxn xmlns:a="http://schemas.openxmlformats.org/drawingml/2006/main" id="299" idx="0"/>
          </p:cNvCxnSpPr>
          <p:nvPr/>
        </p:nvCxnSpPr>
        <p:spPr>
          <a:xfrm xmlns:a="http://schemas.openxmlformats.org/drawingml/2006/main">
            <a:off x="12217730" y="6687416"/>
            <a:ext cx="0" cy="1409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8D2F7655-2543-43EE-9239-2BBC1CCB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113" y="37161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C046955D-9982-4A42-A81E-F2C085A9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478" y="39733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2" name=""/>
          <p:cNvCxnSpPr>
            <a:stCxn xmlns:a="http://schemas.openxmlformats.org/drawingml/2006/main" id="301" idx="1"/>
            <a:endCxn xmlns:a="http://schemas.openxmlformats.org/drawingml/2006/main" id="302" idx="3"/>
          </p:cNvCxnSpPr>
          <p:nvPr/>
        </p:nvCxnSpPr>
        <p:spPr>
          <a:xfrm xmlns:a="http://schemas.openxmlformats.org/drawingml/2006/main" flipH="1">
            <a:off x="14697573" y="3716163"/>
            <a:ext cx="499540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2EFF6A9C-C9DD-4F1F-A435-32338375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478" y="39733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55BBBB0-F2A4-4EC0-A188-7072E4E8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975" y="42701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5" name=""/>
          <p:cNvCxnSpPr>
            <a:stCxn xmlns:a="http://schemas.openxmlformats.org/drawingml/2006/main" id="304" idx="1"/>
            <a:endCxn xmlns:a="http://schemas.openxmlformats.org/drawingml/2006/main" id="305" idx="3"/>
          </p:cNvCxnSpPr>
          <p:nvPr/>
        </p:nvCxnSpPr>
        <p:spPr>
          <a:xfrm xmlns:a="http://schemas.openxmlformats.org/drawingml/2006/main" flipH="1">
            <a:off x="14121070" y="3973437"/>
            <a:ext cx="576408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57480ED-5947-4FD1-86F7-B7D642E0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975" y="42701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C2193D0-CBA0-4E3D-B712-8735122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225" y="4533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8" name=""/>
          <p:cNvCxnSpPr>
            <a:stCxn xmlns:a="http://schemas.openxmlformats.org/drawingml/2006/main" id="307" idx="1"/>
            <a:endCxn xmlns:a="http://schemas.openxmlformats.org/drawingml/2006/main" id="308" idx="3"/>
          </p:cNvCxnSpPr>
          <p:nvPr/>
        </p:nvCxnSpPr>
        <p:spPr>
          <a:xfrm xmlns:a="http://schemas.openxmlformats.org/drawingml/2006/main" flipH="1">
            <a:off x="13609320" y="4270246"/>
            <a:ext cx="511655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E6330ED-4B12-48FC-B00D-6484A312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225" y="4533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77C17F3-6EB3-4796-856B-EAD01D1B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454" y="46042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1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13473549" y="4533751"/>
            <a:ext cx="135676" cy="705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7F39D37C-0AEC-4572-BC7A-3BEC449C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1430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5BD1146-05C5-42AC-A282-99AFB4B1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6052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4" name=""/>
          <p:cNvCxnSpPr>
            <a:stCxn xmlns:a="http://schemas.openxmlformats.org/drawingml/2006/main" id="313" idx="2"/>
            <a:endCxn xmlns:a="http://schemas.openxmlformats.org/drawingml/2006/main" id="314" idx="0"/>
          </p:cNvCxnSpPr>
          <p:nvPr/>
        </p:nvCxnSpPr>
        <p:spPr>
          <a:xfrm xmlns:a="http://schemas.openxmlformats.org/drawingml/2006/main" flipH="1">
            <a:off x="19826100" y="10381558"/>
            <a:ext cx="65378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6E8608F-CC8E-4635-A8CE-7EE152DF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6052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3225F88-634C-4054-B881-FEA1CFA1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691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7" name=""/>
          <p:cNvCxnSpPr>
            <a:stCxn xmlns:a="http://schemas.openxmlformats.org/drawingml/2006/main" id="316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 flipH="1">
            <a:off x="19751739" y="10617019"/>
            <a:ext cx="74361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6AC8E38-3EF8-43E6-97CB-CC0CE428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691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477A6BC-8956-4398-A303-48AC8536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3388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0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 flipH="1">
            <a:off x="19683436" y="10885393"/>
            <a:ext cx="68303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28A1F154-3293-46C8-B833-3F9F9D1A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3388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7F4A4832-0EA5-43F0-ABA4-24894C29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4119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3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 flipH="1">
            <a:off x="19644167" y="11130981"/>
            <a:ext cx="39269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CBE02A0-60F8-4D90-863E-B4FE94F2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999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F1C75EF-6A06-4AF0-BB24-DBCF434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764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6" name=""/>
          <p:cNvCxnSpPr>
            <a:stCxn xmlns:a="http://schemas.openxmlformats.org/drawingml/2006/main" id="325" idx="1"/>
            <a:endCxn xmlns:a="http://schemas.openxmlformats.org/drawingml/2006/main" id="326" idx="3"/>
          </p:cNvCxnSpPr>
          <p:nvPr/>
        </p:nvCxnSpPr>
        <p:spPr>
          <a:xfrm xmlns:a="http://schemas.openxmlformats.org/drawingml/2006/main" flipH="1">
            <a:off x="21957743" y="12603293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6926185-C654-4015-BEE1-5F9906E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764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B78307A-92CF-4DAE-AAAA-82154820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43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9" name=""/>
          <p:cNvCxnSpPr>
            <a:stCxn xmlns:a="http://schemas.openxmlformats.org/drawingml/2006/main" id="328" idx="1"/>
            <a:endCxn xmlns:a="http://schemas.openxmlformats.org/drawingml/2006/main" id="329" idx="3"/>
          </p:cNvCxnSpPr>
          <p:nvPr/>
        </p:nvCxnSpPr>
        <p:spPr>
          <a:xfrm xmlns:a="http://schemas.openxmlformats.org/drawingml/2006/main" flipH="1">
            <a:off x="21378526" y="12860567"/>
            <a:ext cx="579122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BBE0A0E-D1D1-40DA-BC92-F4AD2C08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8431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1DD6781-BD81-4736-B94B-982FE4C8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396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2" name=""/>
          <p:cNvCxnSpPr>
            <a:stCxn xmlns:a="http://schemas.openxmlformats.org/drawingml/2006/main" id="331" idx="1"/>
            <a:endCxn xmlns:a="http://schemas.openxmlformats.org/drawingml/2006/main" id="332" idx="3"/>
          </p:cNvCxnSpPr>
          <p:nvPr/>
        </p:nvCxnSpPr>
        <p:spPr>
          <a:xfrm xmlns:a="http://schemas.openxmlformats.org/drawingml/2006/main" flipH="1">
            <a:off x="20864060" y="13157376"/>
            <a:ext cx="514371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07E591A-9509-4317-BD23-878EF23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6396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6E974138-193D-4963-926D-26FE855B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7777" y="1349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5" name=""/>
          <p:cNvCxnSpPr>
            <a:stCxn xmlns:a="http://schemas.openxmlformats.org/drawingml/2006/main" id="334" idx="1"/>
            <a:endCxn xmlns:a="http://schemas.openxmlformats.org/drawingml/2006/main" id="335" idx="3"/>
          </p:cNvCxnSpPr>
          <p:nvPr/>
        </p:nvCxnSpPr>
        <p:spPr>
          <a:xfrm xmlns:a="http://schemas.openxmlformats.org/drawingml/2006/main" flipH="1">
            <a:off x="20727872" y="13420881"/>
            <a:ext cx="136093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31F935A-4A52-4FB2-8893-354B4E6D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C01442A-CD8B-42F4-8116-46991701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8" name=""/>
          <p:cNvCxnSpPr>
            <a:stCxn xmlns:a="http://schemas.openxmlformats.org/drawingml/2006/main" id="337" idx="2"/>
            <a:endCxn xmlns:a="http://schemas.openxmlformats.org/drawingml/2006/main" id="338" idx="0"/>
          </p:cNvCxnSpPr>
          <p:nvPr/>
        </p:nvCxnSpPr>
        <p:spPr>
          <a:xfrm xmlns:a="http://schemas.openxmlformats.org/drawingml/2006/main">
            <a:off x="23726890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960FC84-3EA0-4C74-96D7-0CAF2BCD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199FBE8-105E-42E7-83C2-C746C702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1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23726890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2F884714-7D4E-4396-8E07-08782A87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B6BA0C9D-D5C0-4643-8808-50877F8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4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23726890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2B37B86-E085-4A6D-9781-E460E56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4DC463C8-FA9F-4982-B2D0-7630A567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842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7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>
            <a:off x="23726890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2C7F5462-6C11-451F-ADD8-1670CCF1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8273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FECE55AB-9D84-46DF-AF95-28544C4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428" y="106365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0" name=""/>
          <p:cNvCxnSpPr>
            <a:stCxn xmlns:a="http://schemas.openxmlformats.org/drawingml/2006/main" id="349" idx="3"/>
            <a:endCxn xmlns:a="http://schemas.openxmlformats.org/drawingml/2006/main" id="350" idx="1"/>
          </p:cNvCxnSpPr>
          <p:nvPr/>
        </p:nvCxnSpPr>
        <p:spPr>
          <a:xfrm xmlns:a="http://schemas.openxmlformats.org/drawingml/2006/main">
            <a:off x="21158368" y="10381511"/>
            <a:ext cx="427060" cy="2551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F362C831-6A09-4FCD-B893-13BAE0D5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428" y="106365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BA254D3E-7E5C-4B59-AC65-C312AD09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7544" y="109304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3" name=""/>
          <p:cNvCxnSpPr>
            <a:stCxn xmlns:a="http://schemas.openxmlformats.org/drawingml/2006/main" id="352" idx="3"/>
            <a:endCxn xmlns:a="http://schemas.openxmlformats.org/drawingml/2006/main" id="353" idx="1"/>
          </p:cNvCxnSpPr>
          <p:nvPr/>
        </p:nvCxnSpPr>
        <p:spPr>
          <a:xfrm xmlns:a="http://schemas.openxmlformats.org/drawingml/2006/main">
            <a:off x="21585523" y="10636642"/>
            <a:ext cx="492021" cy="2938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05CB3D0-E4BA-4EF7-93AA-14636AF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7544" y="109304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249466E-0C77-469A-A8BC-AF5FC662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5978" y="11192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6" name=""/>
          <p:cNvCxnSpPr>
            <a:stCxn xmlns:a="http://schemas.openxmlformats.org/drawingml/2006/main" id="355" idx="3"/>
            <a:endCxn xmlns:a="http://schemas.openxmlformats.org/drawingml/2006/main" id="356" idx="1"/>
          </p:cNvCxnSpPr>
          <p:nvPr/>
        </p:nvCxnSpPr>
        <p:spPr>
          <a:xfrm xmlns:a="http://schemas.openxmlformats.org/drawingml/2006/main">
            <a:off x="22077639" y="10930530"/>
            <a:ext cx="438339" cy="2617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C8D0398C-D38A-4524-8EBA-4490E6A0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5978" y="11192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AE512B0A-DF7C-4E07-A310-58CB0FF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4856" y="11268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9" name=""/>
          <p:cNvCxnSpPr>
            <a:stCxn xmlns:a="http://schemas.openxmlformats.org/drawingml/2006/main" id="358" idx="3"/>
            <a:endCxn xmlns:a="http://schemas.openxmlformats.org/drawingml/2006/main" id="359" idx="1"/>
          </p:cNvCxnSpPr>
          <p:nvPr/>
        </p:nvCxnSpPr>
        <p:spPr>
          <a:xfrm xmlns:a="http://schemas.openxmlformats.org/drawingml/2006/main">
            <a:off x="22516073" y="11192282"/>
            <a:ext cx="128783" cy="765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92F11504-F922-4909-83EC-CD73DA31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2868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9BE2E9D-50C4-4339-926E-C3C5E183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9813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2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 flipH="1">
            <a:off x="20789861" y="8159775"/>
            <a:ext cx="133055" cy="239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0D113BE7-4137-4BFB-A1BC-BFE1ED8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9813" y="83994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3742199D-E7F1-4427-93C7-20A65C75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750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5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 flipH="1">
            <a:off x="20637798" y="8399521"/>
            <a:ext cx="152063" cy="2739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7D2C48EC-D465-4BD5-81E2-D6AA5376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750" y="8673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29C7EF59-0288-4510-AA0C-5C62F77E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264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8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 flipH="1">
            <a:off x="20499312" y="8673543"/>
            <a:ext cx="138486" cy="249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D139E2A8-2F18-4488-9DA2-FF11D6CF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9264" y="8922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D12DDE7-B590-4C6E-9960-90E4F62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8246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1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 flipH="1">
            <a:off x="20428294" y="8923026"/>
            <a:ext cx="71018" cy="1278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B36207FD-E215-45D7-8A9B-0C0B5BD9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9711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7C7FE1E-707F-4750-9C0F-419FDC1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462" y="84115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4" name=""/>
          <p:cNvCxnSpPr>
            <a:stCxn xmlns:a="http://schemas.openxmlformats.org/drawingml/2006/main" id="373" idx="3"/>
            <a:endCxn xmlns:a="http://schemas.openxmlformats.org/drawingml/2006/main" id="374" idx="1"/>
          </p:cNvCxnSpPr>
          <p:nvPr/>
        </p:nvCxnSpPr>
        <p:spPr>
          <a:xfrm xmlns:a="http://schemas.openxmlformats.org/drawingml/2006/main">
            <a:off x="22189806" y="8159728"/>
            <a:ext cx="351656" cy="2518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15461E88-119E-4C1B-8D11-4FEF9A2B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462" y="84115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9B0132C-1B61-48FB-9FC9-FBE8311F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6058" y="8701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7" name=""/>
          <p:cNvCxnSpPr>
            <a:stCxn xmlns:a="http://schemas.openxmlformats.org/drawingml/2006/main" id="376" idx="3"/>
            <a:endCxn xmlns:a="http://schemas.openxmlformats.org/drawingml/2006/main" id="377" idx="1"/>
          </p:cNvCxnSpPr>
          <p:nvPr/>
        </p:nvCxnSpPr>
        <p:spPr>
          <a:xfrm xmlns:a="http://schemas.openxmlformats.org/drawingml/2006/main">
            <a:off x="22541557" y="8411549"/>
            <a:ext cx="404501" cy="2896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8EAE10A2-DB07-4EE2-B463-24D499BD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6058" y="8701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CE598E8-F699-4C4D-AF89-F8ED442F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8252" y="8960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0" name=""/>
          <p:cNvCxnSpPr>
            <a:stCxn xmlns:a="http://schemas.openxmlformats.org/drawingml/2006/main" id="379" idx="3"/>
            <a:endCxn xmlns:a="http://schemas.openxmlformats.org/drawingml/2006/main" id="380" idx="1"/>
          </p:cNvCxnSpPr>
          <p:nvPr/>
        </p:nvCxnSpPr>
        <p:spPr>
          <a:xfrm xmlns:a="http://schemas.openxmlformats.org/drawingml/2006/main">
            <a:off x="22946153" y="8701152"/>
            <a:ext cx="362099" cy="2592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BA6FFA51-BC9C-457D-9D35-D53EE556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8252" y="8960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A929B07-0676-431A-90B4-01E8756D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0236" y="9046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3" name=""/>
          <p:cNvCxnSpPr>
            <a:stCxn xmlns:a="http://schemas.openxmlformats.org/drawingml/2006/main" id="382" idx="3"/>
            <a:endCxn xmlns:a="http://schemas.openxmlformats.org/drawingml/2006/main" id="383" idx="1"/>
          </p:cNvCxnSpPr>
          <p:nvPr/>
        </p:nvCxnSpPr>
        <p:spPr>
          <a:xfrm xmlns:a="http://schemas.openxmlformats.org/drawingml/2006/main">
            <a:off x="23308347" y="8960373"/>
            <a:ext cx="121889" cy="86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4AE8B20-9B12-461A-8730-5C87079D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7235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227EE8DD-E7EE-4C69-9DAA-F399ACF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884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6" name=""/>
          <p:cNvCxnSpPr>
            <a:stCxn xmlns:a="http://schemas.openxmlformats.org/drawingml/2006/main" id="385" idx="1"/>
            <a:endCxn xmlns:a="http://schemas.openxmlformats.org/drawingml/2006/main" id="386" idx="3"/>
          </p:cNvCxnSpPr>
          <p:nvPr/>
        </p:nvCxnSpPr>
        <p:spPr>
          <a:xfrm xmlns:a="http://schemas.openxmlformats.org/drawingml/2006/main" flipH="1">
            <a:off x="23774979" y="5937946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4CD9F903-7F8C-4DD4-986B-FCADF7C2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884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765368F6-FCC0-4C2C-A872-26E0C5CB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5666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9" name=""/>
          <p:cNvCxnSpPr>
            <a:stCxn xmlns:a="http://schemas.openxmlformats.org/drawingml/2006/main" id="388" idx="1"/>
            <a:endCxn xmlns:a="http://schemas.openxmlformats.org/drawingml/2006/main" id="389" idx="3"/>
          </p:cNvCxnSpPr>
          <p:nvPr/>
        </p:nvCxnSpPr>
        <p:spPr>
          <a:xfrm xmlns:a="http://schemas.openxmlformats.org/drawingml/2006/main" flipH="1">
            <a:off x="23195761" y="6195219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6A8F3DD8-37C0-4C7E-83DA-59CF4EC6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5666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BACF1804-6A0C-4A3F-9930-9F6DD898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201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2" name=""/>
          <p:cNvCxnSpPr>
            <a:stCxn xmlns:a="http://schemas.openxmlformats.org/drawingml/2006/main" id="391" idx="1"/>
            <a:endCxn xmlns:a="http://schemas.openxmlformats.org/drawingml/2006/main" id="392" idx="3"/>
          </p:cNvCxnSpPr>
          <p:nvPr/>
        </p:nvCxnSpPr>
        <p:spPr>
          <a:xfrm xmlns:a="http://schemas.openxmlformats.org/drawingml/2006/main" flipH="1">
            <a:off x="22681296" y="6492028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1065F518-E69E-46F6-9A41-33375C1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1201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0088069A-C7FC-4CE6-BB75-76223B33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4595" y="6824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5" name=""/>
          <p:cNvCxnSpPr>
            <a:stCxn xmlns:a="http://schemas.openxmlformats.org/drawingml/2006/main" id="394" idx="1"/>
            <a:endCxn xmlns:a="http://schemas.openxmlformats.org/drawingml/2006/main" id="395" idx="3"/>
          </p:cNvCxnSpPr>
          <p:nvPr/>
        </p:nvCxnSpPr>
        <p:spPr>
          <a:xfrm xmlns:a="http://schemas.openxmlformats.org/drawingml/2006/main" flipH="1">
            <a:off x="22544690" y="6755534"/>
            <a:ext cx="136511" cy="689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6C521CD-8F16-4013-8727-E92B0C1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2249746-69BF-4270-9C07-39BC3138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8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25544126" y="5937993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5C260B6C-5DD9-441F-9B71-2EB68EF2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17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4F26D47-A459-4257-8827-5B81D447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1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>
            <a:off x="25544126" y="6173454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EC7BD729-9279-4D62-984B-4CAD5870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4417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5F53A04F-B17A-438E-B7B8-A5458528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4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>
            <a:off x="25544126" y="6441828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6C6186BE-C58A-4C15-9380-93724FDB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687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0C07C56-D386-4B1A-9B29-5463A47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4078" y="6828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7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>
            <a:off x="25544126" y="6687416"/>
            <a:ext cx="0" cy="1409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768E8230-BC11-468D-9FDF-AE941A7D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4817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E2C734A-39C3-4414-909F-B6C4BEE5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1579" y="10625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0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 flipH="1">
            <a:off x="29061627" y="10381558"/>
            <a:ext cx="203238" cy="244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555043D-8BD3-4B0F-9B7D-C0766C2B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1579" y="106256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45332D84-C94A-4C8A-AB94-8232231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89" y="109053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3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 flipH="1">
            <a:off x="28828937" y="10625783"/>
            <a:ext cx="232690" cy="27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E28366B-A2EE-4655-8427-361003C7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8889" y="109053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911C6836-B5FD-415F-9242-3461D81D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8131" y="111583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6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 flipH="1">
            <a:off x="28618179" y="10905453"/>
            <a:ext cx="210758" cy="2528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568311E-31BB-41D2-9B11-FC4D6EC0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8131" y="111583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36A40690-2F6E-4DAE-94C4-F186999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74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9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 flipH="1">
            <a:off x="28522722" y="11158442"/>
            <a:ext cx="95457" cy="11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C8BDE6F7-54C0-438F-9D28-6BC5645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2209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8323F6BF-0C0B-4FB9-9B36-1DC9E351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5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2" name=""/>
          <p:cNvCxnSpPr>
            <a:stCxn xmlns:a="http://schemas.openxmlformats.org/drawingml/2006/main" id="421" idx="1"/>
            <a:endCxn xmlns:a="http://schemas.openxmlformats.org/drawingml/2006/main" id="422" idx="3"/>
          </p:cNvCxnSpPr>
          <p:nvPr/>
        </p:nvCxnSpPr>
        <p:spPr>
          <a:xfrm xmlns:a="http://schemas.openxmlformats.org/drawingml/2006/main" flipH="1">
            <a:off x="30479953" y="12603293"/>
            <a:ext cx="502256" cy="2572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06057ACD-827C-4077-8B7C-447BD632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858" y="12860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AEC2B5C-2E35-46A0-886B-9413A321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40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5" name=""/>
          <p:cNvCxnSpPr>
            <a:stCxn xmlns:a="http://schemas.openxmlformats.org/drawingml/2006/main" id="424" idx="1"/>
            <a:endCxn xmlns:a="http://schemas.openxmlformats.org/drawingml/2006/main" id="425" idx="3"/>
          </p:cNvCxnSpPr>
          <p:nvPr/>
        </p:nvCxnSpPr>
        <p:spPr>
          <a:xfrm xmlns:a="http://schemas.openxmlformats.org/drawingml/2006/main" flipH="1">
            <a:off x="29900735" y="12860567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265722BF-6A6C-4A7D-A558-1876F27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640" y="131573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3263DE68-23A3-485A-AE17-6B0BB500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17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8" name=""/>
          <p:cNvCxnSpPr>
            <a:stCxn xmlns:a="http://schemas.openxmlformats.org/drawingml/2006/main" id="427" idx="1"/>
            <a:endCxn xmlns:a="http://schemas.openxmlformats.org/drawingml/2006/main" id="428" idx="3"/>
          </p:cNvCxnSpPr>
          <p:nvPr/>
        </p:nvCxnSpPr>
        <p:spPr>
          <a:xfrm xmlns:a="http://schemas.openxmlformats.org/drawingml/2006/main" flipH="1">
            <a:off x="29386270" y="13157376"/>
            <a:ext cx="514370" cy="2635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8466B4E8-26E8-4526-A42A-3ED5594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6175" y="134208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AA7B7C83-32F4-4C44-AF4F-C2565947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9569" y="1349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1" name=""/>
          <p:cNvCxnSpPr>
            <a:stCxn xmlns:a="http://schemas.openxmlformats.org/drawingml/2006/main" id="430" idx="1"/>
            <a:endCxn xmlns:a="http://schemas.openxmlformats.org/drawingml/2006/main" id="431" idx="3"/>
          </p:cNvCxnSpPr>
          <p:nvPr/>
        </p:nvCxnSpPr>
        <p:spPr>
          <a:xfrm xmlns:a="http://schemas.openxmlformats.org/drawingml/2006/main" flipH="1">
            <a:off x="29249664" y="13420881"/>
            <a:ext cx="136511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70B9944A-03B5-4CC8-B930-D28CA865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31626CE-336F-4734-91FD-A73A0423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4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32249100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BAF4A00-D91D-4D75-8106-840CC388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0E70A15-65A5-4FFC-BEE1-F560DE80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7" name=""/>
          <p:cNvCxnSpPr>
            <a:stCxn xmlns:a="http://schemas.openxmlformats.org/drawingml/2006/main" id="436" idx="2"/>
            <a:endCxn xmlns:a="http://schemas.openxmlformats.org/drawingml/2006/main" id="437" idx="0"/>
          </p:cNvCxnSpPr>
          <p:nvPr/>
        </p:nvCxnSpPr>
        <p:spPr>
          <a:xfrm xmlns:a="http://schemas.openxmlformats.org/drawingml/2006/main">
            <a:off x="32249100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CB720EF1-7F85-4B95-8DE2-8C931C2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B6F8E5E-E917-4AA8-B984-88F04813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0" name=""/>
          <p:cNvCxnSpPr>
            <a:stCxn xmlns:a="http://schemas.openxmlformats.org/drawingml/2006/main" id="439" idx="2"/>
            <a:endCxn xmlns:a="http://schemas.openxmlformats.org/drawingml/2006/main" id="440" idx="0"/>
          </p:cNvCxnSpPr>
          <p:nvPr/>
        </p:nvCxnSpPr>
        <p:spPr>
          <a:xfrm xmlns:a="http://schemas.openxmlformats.org/drawingml/2006/main">
            <a:off x="32249100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5A12E7C-4222-419F-87BD-CC2A7AE1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454C137B-E3C7-447B-8BB0-1869C926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052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3" name=""/>
          <p:cNvCxnSpPr>
            <a:stCxn xmlns:a="http://schemas.openxmlformats.org/drawingml/2006/main" id="442" idx="2"/>
            <a:endCxn xmlns:a="http://schemas.openxmlformats.org/drawingml/2006/main" id="443" idx="0"/>
          </p:cNvCxnSpPr>
          <p:nvPr/>
        </p:nvCxnSpPr>
        <p:spPr>
          <a:xfrm xmlns:a="http://schemas.openxmlformats.org/drawingml/2006/main">
            <a:off x="32249100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8A4D172-FA3C-470F-B86A-5F41EA1E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1869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92927C2E-58E5-4A57-99BD-7858D65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0094" y="10629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6" name=""/>
          <p:cNvCxnSpPr>
            <a:stCxn xmlns:a="http://schemas.openxmlformats.org/drawingml/2006/main" id="445" idx="3"/>
            <a:endCxn xmlns:a="http://schemas.openxmlformats.org/drawingml/2006/main" id="446" idx="1"/>
          </p:cNvCxnSpPr>
          <p:nvPr/>
        </p:nvCxnSpPr>
        <p:spPr>
          <a:xfrm xmlns:a="http://schemas.openxmlformats.org/drawingml/2006/main">
            <a:off x="30531964" y="10381511"/>
            <a:ext cx="278130" cy="2485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DB1F167F-BF9B-48CC-AACB-0BA0433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0094" y="10629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7256FE8-01B5-4D89-A093-A7B846A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9468" y="109154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9" name=""/>
          <p:cNvCxnSpPr>
            <a:stCxn xmlns:a="http://schemas.openxmlformats.org/drawingml/2006/main" id="448" idx="3"/>
            <a:endCxn xmlns:a="http://schemas.openxmlformats.org/drawingml/2006/main" id="449" idx="1"/>
          </p:cNvCxnSpPr>
          <p:nvPr/>
        </p:nvCxnSpPr>
        <p:spPr>
          <a:xfrm xmlns:a="http://schemas.openxmlformats.org/drawingml/2006/main">
            <a:off x="30810189" y="10630020"/>
            <a:ext cx="319279" cy="285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4E9BB3BE-F276-439F-A1D5-F20992BD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9468" y="109154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66FDB38-45CF-44E7-9CB8-8BEFFF4F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883" y="1117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2" name=""/>
          <p:cNvCxnSpPr>
            <a:stCxn xmlns:a="http://schemas.openxmlformats.org/drawingml/2006/main" id="451" idx="3"/>
            <a:endCxn xmlns:a="http://schemas.openxmlformats.org/drawingml/2006/main" id="452" idx="1"/>
          </p:cNvCxnSpPr>
          <p:nvPr/>
        </p:nvCxnSpPr>
        <p:spPr>
          <a:xfrm xmlns:a="http://schemas.openxmlformats.org/drawingml/2006/main">
            <a:off x="31129563" y="10915533"/>
            <a:ext cx="287320" cy="2566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B9E31C00-A232-4187-8101-2F1DD203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883" y="1117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A5E6A6D0-0CAC-4B40-A8B5-684D343C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8424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5" name=""/>
          <p:cNvCxnSpPr>
            <a:stCxn xmlns:a="http://schemas.openxmlformats.org/drawingml/2006/main" id="454" idx="3"/>
            <a:endCxn xmlns:a="http://schemas.openxmlformats.org/drawingml/2006/main" id="455" idx="1"/>
          </p:cNvCxnSpPr>
          <p:nvPr/>
        </p:nvCxnSpPr>
        <p:spPr>
          <a:xfrm xmlns:a="http://schemas.openxmlformats.org/drawingml/2006/main">
            <a:off x="31416978" y="11172222"/>
            <a:ext cx="111446" cy="1004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B224D4B9-3156-4798-B270-8BB72DF8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9891E5C2-DAC6-4A94-A60A-A8C7CCC6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8" name=""/>
          <p:cNvCxnSpPr>
            <a:stCxn xmlns:a="http://schemas.openxmlformats.org/drawingml/2006/main" id="457" idx="2"/>
            <a:endCxn xmlns:a="http://schemas.openxmlformats.org/drawingml/2006/main" id="458" idx="0"/>
          </p:cNvCxnSpPr>
          <p:nvPr/>
        </p:nvCxnSpPr>
        <p:spPr>
          <a:xfrm xmlns:a="http://schemas.openxmlformats.org/drawingml/2006/main">
            <a:off x="29805231" y="8159775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121A5885-FB33-41D5-81B1-69B8928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3951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E3F7CE4-BCC2-4FAD-9A6F-098D8727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1" name=""/>
          <p:cNvCxnSpPr>
            <a:stCxn xmlns:a="http://schemas.openxmlformats.org/drawingml/2006/main" id="460" idx="2"/>
            <a:endCxn xmlns:a="http://schemas.openxmlformats.org/drawingml/2006/main" id="461" idx="0"/>
          </p:cNvCxnSpPr>
          <p:nvPr/>
        </p:nvCxnSpPr>
        <p:spPr>
          <a:xfrm xmlns:a="http://schemas.openxmlformats.org/drawingml/2006/main">
            <a:off x="29805231" y="839523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D4FAFD72-C091-410E-AC75-A69CA67F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6635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A54EBA5-4151-4D1E-9AEC-DEE6AE9D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4" name=""/>
          <p:cNvCxnSpPr>
            <a:stCxn xmlns:a="http://schemas.openxmlformats.org/drawingml/2006/main" id="463" idx="2"/>
            <a:endCxn xmlns:a="http://schemas.openxmlformats.org/drawingml/2006/main" id="464" idx="0"/>
          </p:cNvCxnSpPr>
          <p:nvPr/>
        </p:nvCxnSpPr>
        <p:spPr>
          <a:xfrm xmlns:a="http://schemas.openxmlformats.org/drawingml/2006/main">
            <a:off x="29805231" y="866361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59AB52F1-EFE7-4F96-9BBE-C8DAB3B5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8909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859AE70-F1E7-4EAE-91F2-82559AEE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5183" y="905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7" name=""/>
          <p:cNvCxnSpPr>
            <a:stCxn xmlns:a="http://schemas.openxmlformats.org/drawingml/2006/main" id="466" idx="2"/>
            <a:endCxn xmlns:a="http://schemas.openxmlformats.org/drawingml/2006/main" id="467" idx="0"/>
          </p:cNvCxnSpPr>
          <p:nvPr/>
        </p:nvCxnSpPr>
        <p:spPr>
          <a:xfrm xmlns:a="http://schemas.openxmlformats.org/drawingml/2006/main">
            <a:off x="29805231" y="890919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0459805-D722-458C-9F0C-FF0FA92B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9629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6B8DB941-5FDD-431E-9A82-2116A2A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7278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0" name=""/>
          <p:cNvCxnSpPr>
            <a:stCxn xmlns:a="http://schemas.openxmlformats.org/drawingml/2006/main" id="469" idx="1"/>
            <a:endCxn xmlns:a="http://schemas.openxmlformats.org/drawingml/2006/main" id="470" idx="3"/>
          </p:cNvCxnSpPr>
          <p:nvPr/>
        </p:nvCxnSpPr>
        <p:spPr>
          <a:xfrm xmlns:a="http://schemas.openxmlformats.org/drawingml/2006/main" flipH="1">
            <a:off x="33007373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2E7C5FC8-2668-4213-95F7-8EDAFD1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7278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679F571D-3819-402E-8C76-44D56214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8060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3" name=""/>
          <p:cNvCxnSpPr>
            <a:stCxn xmlns:a="http://schemas.openxmlformats.org/drawingml/2006/main" id="472" idx="1"/>
            <a:endCxn xmlns:a="http://schemas.openxmlformats.org/drawingml/2006/main" id="473" idx="3"/>
          </p:cNvCxnSpPr>
          <p:nvPr/>
        </p:nvCxnSpPr>
        <p:spPr>
          <a:xfrm xmlns:a="http://schemas.openxmlformats.org/drawingml/2006/main" flipH="1">
            <a:off x="32428155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4C81C8C9-40EC-491E-A292-BC7E760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8060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E4F8DD4A-4C59-4288-AEED-E539264A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359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6" name=""/>
          <p:cNvCxnSpPr>
            <a:stCxn xmlns:a="http://schemas.openxmlformats.org/drawingml/2006/main" id="475" idx="1"/>
            <a:endCxn xmlns:a="http://schemas.openxmlformats.org/drawingml/2006/main" id="476" idx="3"/>
          </p:cNvCxnSpPr>
          <p:nvPr/>
        </p:nvCxnSpPr>
        <p:spPr>
          <a:xfrm xmlns:a="http://schemas.openxmlformats.org/drawingml/2006/main" flipH="1">
            <a:off x="31913690" y="17600941"/>
            <a:ext cx="514370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65339B69-5CC7-40E2-83D3-2DE2FF5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359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B9688F47-0747-4C6A-9179-CF73109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6989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9" name=""/>
          <p:cNvCxnSpPr>
            <a:stCxn xmlns:a="http://schemas.openxmlformats.org/drawingml/2006/main" id="478" idx="1"/>
            <a:endCxn xmlns:a="http://schemas.openxmlformats.org/drawingml/2006/main" id="479" idx="3"/>
          </p:cNvCxnSpPr>
          <p:nvPr/>
        </p:nvCxnSpPr>
        <p:spPr>
          <a:xfrm xmlns:a="http://schemas.openxmlformats.org/drawingml/2006/main" flipH="1">
            <a:off x="31777084" y="17864447"/>
            <a:ext cx="136511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D0128D29-8FF1-45A5-9BF8-264763A7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45D662ED-A4B7-4A61-9F2F-9CD69FE6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2" name=""/>
          <p:cNvCxnSpPr>
            <a:stCxn xmlns:a="http://schemas.openxmlformats.org/drawingml/2006/main" id="481" idx="2"/>
            <a:endCxn xmlns:a="http://schemas.openxmlformats.org/drawingml/2006/main" id="482" idx="0"/>
          </p:cNvCxnSpPr>
          <p:nvPr/>
        </p:nvCxnSpPr>
        <p:spPr>
          <a:xfrm xmlns:a="http://schemas.openxmlformats.org/drawingml/2006/main">
            <a:off x="34776520" y="17046906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55D07119-5C7F-4C2D-A88E-CD9F62D3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EF18B810-AC4A-4DE6-A64C-81567B65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5" name=""/>
          <p:cNvCxnSpPr>
            <a:stCxn xmlns:a="http://schemas.openxmlformats.org/drawingml/2006/main" id="484" idx="2"/>
            <a:endCxn xmlns:a="http://schemas.openxmlformats.org/drawingml/2006/main" id="485" idx="0"/>
          </p:cNvCxnSpPr>
          <p:nvPr/>
        </p:nvCxnSpPr>
        <p:spPr>
          <a:xfrm xmlns:a="http://schemas.openxmlformats.org/drawingml/2006/main">
            <a:off x="34776520" y="1728236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597C545C-77A8-425A-8BC3-E75CF8F7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1BECB04F-5E1E-4A32-B78A-2848915B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8" name=""/>
          <p:cNvCxnSpPr>
            <a:stCxn xmlns:a="http://schemas.openxmlformats.org/drawingml/2006/main" id="487" idx="2"/>
            <a:endCxn xmlns:a="http://schemas.openxmlformats.org/drawingml/2006/main" id="488" idx="0"/>
          </p:cNvCxnSpPr>
          <p:nvPr/>
        </p:nvCxnSpPr>
        <p:spPr>
          <a:xfrm xmlns:a="http://schemas.openxmlformats.org/drawingml/2006/main">
            <a:off x="34776520" y="1755074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7B5EC42-87C0-4EA5-A0C8-A6F60C82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6EB5BA9C-2370-47DC-B236-253A122E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6472" y="179380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1" name=""/>
          <p:cNvCxnSpPr>
            <a:stCxn xmlns:a="http://schemas.openxmlformats.org/drawingml/2006/main" id="490" idx="2"/>
            <a:endCxn xmlns:a="http://schemas.openxmlformats.org/drawingml/2006/main" id="491" idx="0"/>
          </p:cNvCxnSpPr>
          <p:nvPr/>
        </p:nvCxnSpPr>
        <p:spPr>
          <a:xfrm xmlns:a="http://schemas.openxmlformats.org/drawingml/2006/main">
            <a:off x="34776520" y="1779632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27EF33EA-E2BA-4DAB-8E48-3E25DC69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4647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8E7F71B0-6A70-4DF4-BF32-184CFF60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808" y="150692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4" name=""/>
          <p:cNvCxnSpPr>
            <a:stCxn xmlns:a="http://schemas.openxmlformats.org/drawingml/2006/main" id="493" idx="2"/>
            <a:endCxn xmlns:a="http://schemas.openxmlformats.org/drawingml/2006/main" id="494" idx="0"/>
          </p:cNvCxnSpPr>
          <p:nvPr/>
        </p:nvCxnSpPr>
        <p:spPr>
          <a:xfrm xmlns:a="http://schemas.openxmlformats.org/drawingml/2006/main" flipH="1">
            <a:off x="35800856" y="14825123"/>
            <a:ext cx="193839" cy="244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9C79D97-28E2-4D11-BB50-68547285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0808" y="150692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C857C60F-84B6-4D9E-9D9A-396E39AA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771" y="15348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7" name=""/>
          <p:cNvCxnSpPr>
            <a:stCxn xmlns:a="http://schemas.openxmlformats.org/drawingml/2006/main" id="496" idx="2"/>
            <a:endCxn xmlns:a="http://schemas.openxmlformats.org/drawingml/2006/main" id="497" idx="0"/>
          </p:cNvCxnSpPr>
          <p:nvPr/>
        </p:nvCxnSpPr>
        <p:spPr>
          <a:xfrm xmlns:a="http://schemas.openxmlformats.org/drawingml/2006/main" flipH="1">
            <a:off x="35578819" y="15069348"/>
            <a:ext cx="222037" cy="27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7130B824-85D3-441A-AF01-67A66D2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771" y="15348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C78AAD31-E152-4B4C-A495-0BCF68E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7622" y="156019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0" name=""/>
          <p:cNvCxnSpPr>
            <a:stCxn xmlns:a="http://schemas.openxmlformats.org/drawingml/2006/main" id="499" idx="2"/>
            <a:endCxn xmlns:a="http://schemas.openxmlformats.org/drawingml/2006/main" id="500" idx="0"/>
          </p:cNvCxnSpPr>
          <p:nvPr/>
        </p:nvCxnSpPr>
        <p:spPr>
          <a:xfrm xmlns:a="http://schemas.openxmlformats.org/drawingml/2006/main" flipH="1">
            <a:off x="35377670" y="15349018"/>
            <a:ext cx="201149" cy="2528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A8DB09DE-E5ED-421A-8C83-E7940C90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7622" y="156019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49A63AD7-E1CD-4D4E-9E0D-7DEF095B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6134" y="1571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3" name=""/>
          <p:cNvCxnSpPr>
            <a:stCxn xmlns:a="http://schemas.openxmlformats.org/drawingml/2006/main" id="502" idx="2"/>
            <a:endCxn xmlns:a="http://schemas.openxmlformats.org/drawingml/2006/main" id="503" idx="0"/>
          </p:cNvCxnSpPr>
          <p:nvPr/>
        </p:nvCxnSpPr>
        <p:spPr>
          <a:xfrm xmlns:a="http://schemas.openxmlformats.org/drawingml/2006/main" flipH="1">
            <a:off x="35286182" y="15602007"/>
            <a:ext cx="91488" cy="11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BECAF263-F631-453F-8227-04166770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3499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687D8933-4513-44B7-8360-3344EA32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3080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6" name=""/>
          <p:cNvCxnSpPr>
            <a:stCxn xmlns:a="http://schemas.openxmlformats.org/drawingml/2006/main" id="505" idx="2"/>
            <a:endCxn xmlns:a="http://schemas.openxmlformats.org/drawingml/2006/main" id="506" idx="0"/>
          </p:cNvCxnSpPr>
          <p:nvPr/>
        </p:nvCxnSpPr>
        <p:spPr>
          <a:xfrm xmlns:a="http://schemas.openxmlformats.org/drawingml/2006/main" flipH="1">
            <a:off x="36033128" y="21490471"/>
            <a:ext cx="240419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423C4CB8-C54C-4A05-96C5-1CBD5BE6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3080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2F33F8B3-6DAA-476C-A113-30BC4DD1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7362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9" name=""/>
          <p:cNvCxnSpPr>
            <a:stCxn xmlns:a="http://schemas.openxmlformats.org/drawingml/2006/main" id="508" idx="2"/>
            <a:endCxn xmlns:a="http://schemas.openxmlformats.org/drawingml/2006/main" id="509" idx="0"/>
          </p:cNvCxnSpPr>
          <p:nvPr/>
        </p:nvCxnSpPr>
        <p:spPr>
          <a:xfrm xmlns:a="http://schemas.openxmlformats.org/drawingml/2006/main" flipH="1">
            <a:off x="35757410" y="21736838"/>
            <a:ext cx="275718" cy="2824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75781A0A-6725-4240-BEB3-F678659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7362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8A1CDE6-EF5A-4E6B-B08C-7CD4A3F9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8588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2" name=""/>
          <p:cNvCxnSpPr>
            <a:stCxn xmlns:a="http://schemas.openxmlformats.org/drawingml/2006/main" id="511" idx="2"/>
            <a:endCxn xmlns:a="http://schemas.openxmlformats.org/drawingml/2006/main" id="512" idx="0"/>
          </p:cNvCxnSpPr>
          <p:nvPr/>
        </p:nvCxnSpPr>
        <p:spPr>
          <a:xfrm xmlns:a="http://schemas.openxmlformats.org/drawingml/2006/main" flipH="1">
            <a:off x="35508636" y="22019429"/>
            <a:ext cx="248774" cy="2546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88703771-189D-4351-A612-2717E580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8588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1E150705-5AB2-43A1-B997-41B7748F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03105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5" name=""/>
          <p:cNvCxnSpPr>
            <a:stCxn xmlns:a="http://schemas.openxmlformats.org/drawingml/2006/main" id="514" idx="2"/>
            <a:endCxn xmlns:a="http://schemas.openxmlformats.org/drawingml/2006/main" id="515" idx="0"/>
          </p:cNvCxnSpPr>
          <p:nvPr/>
        </p:nvCxnSpPr>
        <p:spPr>
          <a:xfrm xmlns:a="http://schemas.openxmlformats.org/drawingml/2006/main" flipH="1">
            <a:off x="35403153" y="22274171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481DEAA9-8C2B-482D-B928-8A102270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0551" y="21490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F02E7291-33F7-490F-8557-A2EB702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0969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8" name=""/>
          <p:cNvCxnSpPr>
            <a:stCxn xmlns:a="http://schemas.openxmlformats.org/drawingml/2006/main" id="517" idx="2"/>
            <a:endCxn xmlns:a="http://schemas.openxmlformats.org/drawingml/2006/main" id="518" idx="0"/>
          </p:cNvCxnSpPr>
          <p:nvPr/>
        </p:nvCxnSpPr>
        <p:spPr>
          <a:xfrm xmlns:a="http://schemas.openxmlformats.org/drawingml/2006/main">
            <a:off x="37540599" y="21490471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1EEE6BCA-5842-462D-B512-9CD4977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0969" y="217367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A2EF2221-0D54-440F-A3FC-9F8A66F9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6687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1" name=""/>
          <p:cNvCxnSpPr>
            <a:stCxn xmlns:a="http://schemas.openxmlformats.org/drawingml/2006/main" id="520" idx="2"/>
            <a:endCxn xmlns:a="http://schemas.openxmlformats.org/drawingml/2006/main" id="521" idx="0"/>
          </p:cNvCxnSpPr>
          <p:nvPr/>
        </p:nvCxnSpPr>
        <p:spPr>
          <a:xfrm xmlns:a="http://schemas.openxmlformats.org/drawingml/2006/main">
            <a:off x="37781017" y="21736838"/>
            <a:ext cx="275718" cy="2824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B913E3EB-22FE-42F1-81EB-CABB4A6C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6687" y="220193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0AF72845-DF18-461D-B424-9B6C1F20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5461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4" name=""/>
          <p:cNvCxnSpPr>
            <a:stCxn xmlns:a="http://schemas.openxmlformats.org/drawingml/2006/main" id="523" idx="2"/>
            <a:endCxn xmlns:a="http://schemas.openxmlformats.org/drawingml/2006/main" id="524" idx="0"/>
          </p:cNvCxnSpPr>
          <p:nvPr/>
        </p:nvCxnSpPr>
        <p:spPr>
          <a:xfrm xmlns:a="http://schemas.openxmlformats.org/drawingml/2006/main">
            <a:off x="38056735" y="22019429"/>
            <a:ext cx="248774" cy="2546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4F57716B-4963-4176-B755-00AD5FC1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05461" y="22274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75E26F85-F968-4CF8-8B7A-7814FFB3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0944" y="2238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7" name=""/>
          <p:cNvCxnSpPr>
            <a:stCxn xmlns:a="http://schemas.openxmlformats.org/drawingml/2006/main" id="526" idx="2"/>
            <a:endCxn xmlns:a="http://schemas.openxmlformats.org/drawingml/2006/main" id="527" idx="0"/>
          </p:cNvCxnSpPr>
          <p:nvPr/>
        </p:nvCxnSpPr>
        <p:spPr>
          <a:xfrm xmlns:a="http://schemas.openxmlformats.org/drawingml/2006/main">
            <a:off x="38305509" y="22274171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E23EE61-F5C0-483C-A7E8-5013ADF2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051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85355CAB-F12E-4211-80EF-ABAD15D4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633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0" name=""/>
          <p:cNvCxnSpPr>
            <a:stCxn xmlns:a="http://schemas.openxmlformats.org/drawingml/2006/main" id="529" idx="2"/>
            <a:endCxn xmlns:a="http://schemas.openxmlformats.org/drawingml/2006/main" id="530" idx="0"/>
          </p:cNvCxnSpPr>
          <p:nvPr/>
        </p:nvCxnSpPr>
        <p:spPr>
          <a:xfrm xmlns:a="http://schemas.openxmlformats.org/drawingml/2006/main" flipH="1">
            <a:off x="38163681" y="19268688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39B9403B-3D2A-4C91-8210-8B976CC7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3633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F555B8C-947D-4107-AE67-09E703CD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7914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3" name=""/>
          <p:cNvCxnSpPr>
            <a:stCxn xmlns:a="http://schemas.openxmlformats.org/drawingml/2006/main" id="532" idx="2"/>
            <a:endCxn xmlns:a="http://schemas.openxmlformats.org/drawingml/2006/main" id="533" idx="0"/>
          </p:cNvCxnSpPr>
          <p:nvPr/>
        </p:nvCxnSpPr>
        <p:spPr>
          <a:xfrm xmlns:a="http://schemas.openxmlformats.org/drawingml/2006/main" flipH="1">
            <a:off x="37887962" y="19515055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E74D4046-6ECD-4742-8B48-B2F4675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7914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BC55E5D-8E3B-4DF7-9681-F6808BF4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141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6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 flipH="1">
            <a:off x="37639189" y="19797647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C9272BE-B755-4E7F-AD33-022FC174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39141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1B69FA61-A98F-4FF6-B577-A9CCF3B0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3658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9" name=""/>
          <p:cNvCxnSpPr>
            <a:stCxn xmlns:a="http://schemas.openxmlformats.org/drawingml/2006/main" id="538" idx="2"/>
            <a:endCxn xmlns:a="http://schemas.openxmlformats.org/drawingml/2006/main" id="539" idx="0"/>
          </p:cNvCxnSpPr>
          <p:nvPr/>
        </p:nvCxnSpPr>
        <p:spPr>
          <a:xfrm xmlns:a="http://schemas.openxmlformats.org/drawingml/2006/main" flipH="1">
            <a:off x="37533706" y="20052388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D3008FB3-5568-4E44-9DB1-A77B7439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103" y="19268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9C6699B2-C0A6-4F32-9808-69917BE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521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2" name=""/>
          <p:cNvCxnSpPr>
            <a:stCxn xmlns:a="http://schemas.openxmlformats.org/drawingml/2006/main" id="541" idx="2"/>
            <a:endCxn xmlns:a="http://schemas.openxmlformats.org/drawingml/2006/main" id="542" idx="0"/>
          </p:cNvCxnSpPr>
          <p:nvPr/>
        </p:nvCxnSpPr>
        <p:spPr>
          <a:xfrm xmlns:a="http://schemas.openxmlformats.org/drawingml/2006/main">
            <a:off x="39671150" y="19268688"/>
            <a:ext cx="240418" cy="2462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6B734652-AD43-48FE-A951-2F4A2F8E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11521" y="195149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98FC734E-218B-44CD-97D2-39670CFA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7240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5" name=""/>
          <p:cNvCxnSpPr>
            <a:stCxn xmlns:a="http://schemas.openxmlformats.org/drawingml/2006/main" id="544" idx="2"/>
            <a:endCxn xmlns:a="http://schemas.openxmlformats.org/drawingml/2006/main" id="545" idx="0"/>
          </p:cNvCxnSpPr>
          <p:nvPr/>
        </p:nvCxnSpPr>
        <p:spPr>
          <a:xfrm xmlns:a="http://schemas.openxmlformats.org/drawingml/2006/main">
            <a:off x="39911569" y="19515055"/>
            <a:ext cx="275719" cy="2824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E1E901E-1D64-4A87-B413-D171B17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7240" y="1979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5279B62B-B521-422E-B74C-9620F570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013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8" name=""/>
          <p:cNvCxnSpPr>
            <a:stCxn xmlns:a="http://schemas.openxmlformats.org/drawingml/2006/main" id="547" idx="2"/>
            <a:endCxn xmlns:a="http://schemas.openxmlformats.org/drawingml/2006/main" id="548" idx="0"/>
          </p:cNvCxnSpPr>
          <p:nvPr/>
        </p:nvCxnSpPr>
        <p:spPr>
          <a:xfrm xmlns:a="http://schemas.openxmlformats.org/drawingml/2006/main">
            <a:off x="40187288" y="19797647"/>
            <a:ext cx="248773" cy="2546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CF77563-B894-4B59-AA97-098D18DE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013" y="20052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CE44441-6391-4976-BCE2-B0CEB07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1496" y="201597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1" name=""/>
          <p:cNvCxnSpPr>
            <a:stCxn xmlns:a="http://schemas.openxmlformats.org/drawingml/2006/main" id="550" idx="2"/>
            <a:endCxn xmlns:a="http://schemas.openxmlformats.org/drawingml/2006/main" id="551" idx="0"/>
          </p:cNvCxnSpPr>
          <p:nvPr/>
        </p:nvCxnSpPr>
        <p:spPr>
          <a:xfrm xmlns:a="http://schemas.openxmlformats.org/drawingml/2006/main">
            <a:off x="40436061" y="20052388"/>
            <a:ext cx="105483" cy="1074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A0BA2A87-7EC5-4DC1-A5B3-159C86DC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6A5F80B3-A9C1-4965-95F1-27D37DDD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4" name=""/>
          <p:cNvCxnSpPr>
            <a:stCxn xmlns:a="http://schemas.openxmlformats.org/drawingml/2006/main" id="553" idx="2"/>
            <a:endCxn xmlns:a="http://schemas.openxmlformats.org/drawingml/2006/main" id="554" idx="0"/>
          </p:cNvCxnSpPr>
          <p:nvPr/>
        </p:nvCxnSpPr>
        <p:spPr>
          <a:xfrm xmlns:a="http://schemas.openxmlformats.org/drawingml/2006/main">
            <a:off x="39037624" y="17046906"/>
            <a:ext cx="0" cy="235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CDDBFEFE-B255-4AC4-95C0-69504A6B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282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D90E6E30-90C9-4BFD-A9FB-B28F61D6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7" name=""/>
          <p:cNvCxnSpPr>
            <a:stCxn xmlns:a="http://schemas.openxmlformats.org/drawingml/2006/main" id="556" idx="2"/>
            <a:endCxn xmlns:a="http://schemas.openxmlformats.org/drawingml/2006/main" id="557" idx="0"/>
          </p:cNvCxnSpPr>
          <p:nvPr/>
        </p:nvCxnSpPr>
        <p:spPr>
          <a:xfrm xmlns:a="http://schemas.openxmlformats.org/drawingml/2006/main">
            <a:off x="39037624" y="17282366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73206A76-27C3-42B0-9EA3-1594AECB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5506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B0601D59-D9C1-4C51-9FB3-8760CF79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0" name=""/>
          <p:cNvCxnSpPr>
            <a:stCxn xmlns:a="http://schemas.openxmlformats.org/drawingml/2006/main" id="559" idx="2"/>
            <a:endCxn xmlns:a="http://schemas.openxmlformats.org/drawingml/2006/main" id="560" idx="0"/>
          </p:cNvCxnSpPr>
          <p:nvPr/>
        </p:nvCxnSpPr>
        <p:spPr>
          <a:xfrm xmlns:a="http://schemas.openxmlformats.org/drawingml/2006/main">
            <a:off x="39037624" y="17550741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2DDF0AF-B3DF-48BE-8B60-335018E1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79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59247DB-1CBB-4C4A-9A3C-26CE1544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7577" y="179380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3" name=""/>
          <p:cNvCxnSpPr>
            <a:stCxn xmlns:a="http://schemas.openxmlformats.org/drawingml/2006/main" id="562" idx="2"/>
            <a:endCxn xmlns:a="http://schemas.openxmlformats.org/drawingml/2006/main" id="563" idx="0"/>
          </p:cNvCxnSpPr>
          <p:nvPr/>
        </p:nvCxnSpPr>
        <p:spPr>
          <a:xfrm xmlns:a="http://schemas.openxmlformats.org/drawingml/2006/main">
            <a:off x="39037624" y="17796329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8084573B-A4ED-4C33-8A43-E424DC1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4420" y="17046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8F071537-2084-42F3-8651-CF00F305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677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6" name=""/>
          <p:cNvCxnSpPr>
            <a:stCxn xmlns:a="http://schemas.openxmlformats.org/drawingml/2006/main" id="565" idx="3"/>
            <a:endCxn xmlns:a="http://schemas.openxmlformats.org/drawingml/2006/main" id="566" idx="1"/>
          </p:cNvCxnSpPr>
          <p:nvPr/>
        </p:nvCxnSpPr>
        <p:spPr>
          <a:xfrm xmlns:a="http://schemas.openxmlformats.org/drawingml/2006/main">
            <a:off x="40304515" y="17046859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E9509B26-ED49-484E-AA1B-D82B78CD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6771" y="173040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238A7F80-722D-43F7-9650-E67F0FA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989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9" name=""/>
          <p:cNvCxnSpPr>
            <a:stCxn xmlns:a="http://schemas.openxmlformats.org/drawingml/2006/main" id="568" idx="3"/>
            <a:endCxn xmlns:a="http://schemas.openxmlformats.org/drawingml/2006/main" id="569" idx="1"/>
          </p:cNvCxnSpPr>
          <p:nvPr/>
        </p:nvCxnSpPr>
        <p:spPr>
          <a:xfrm xmlns:a="http://schemas.openxmlformats.org/drawingml/2006/main">
            <a:off x="40806866" y="17304132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812FD086-D3DA-424D-80F7-3289C5B2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5989" y="17600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2B101CF-5F89-4310-9F28-0DE7CF02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5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2" name=""/>
          <p:cNvCxnSpPr>
            <a:stCxn xmlns:a="http://schemas.openxmlformats.org/drawingml/2006/main" id="571" idx="3"/>
            <a:endCxn xmlns:a="http://schemas.openxmlformats.org/drawingml/2006/main" id="572" idx="1"/>
          </p:cNvCxnSpPr>
          <p:nvPr/>
        </p:nvCxnSpPr>
        <p:spPr>
          <a:xfrm xmlns:a="http://schemas.openxmlformats.org/drawingml/2006/main">
            <a:off x="41386084" y="17600941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B9699B73-D009-4125-B723-BF653D3A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0455" y="178643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2B4DA5A6-D68C-494E-A0CF-31D896BC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61" y="179341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5" name=""/>
          <p:cNvCxnSpPr>
            <a:stCxn xmlns:a="http://schemas.openxmlformats.org/drawingml/2006/main" id="574" idx="3"/>
            <a:endCxn xmlns:a="http://schemas.openxmlformats.org/drawingml/2006/main" id="575" idx="1"/>
          </p:cNvCxnSpPr>
          <p:nvPr/>
        </p:nvCxnSpPr>
        <p:spPr>
          <a:xfrm xmlns:a="http://schemas.openxmlformats.org/drawingml/2006/main">
            <a:off x="41900550" y="17864447"/>
            <a:ext cx="136511" cy="697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EF6B2E36-9033-4581-B11A-09DDD426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699" y="14825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0E3A6FD7-7006-4D6D-B821-371D5C6B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830" y="15075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8" name=""/>
          <p:cNvCxnSpPr>
            <a:stCxn xmlns:a="http://schemas.openxmlformats.org/drawingml/2006/main" id="577" idx="3"/>
            <a:endCxn xmlns:a="http://schemas.openxmlformats.org/drawingml/2006/main" id="578" idx="1"/>
          </p:cNvCxnSpPr>
          <p:nvPr/>
        </p:nvCxnSpPr>
        <p:spPr>
          <a:xfrm xmlns:a="http://schemas.openxmlformats.org/drawingml/2006/main">
            <a:off x="37261794" y="14825076"/>
            <a:ext cx="290036" cy="250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E474F620-063D-482E-BD71-C3AB31BC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1830" y="15075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FC8E6D43-CD88-496E-8FD5-3B011D8A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17" y="1536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1" name=""/>
          <p:cNvCxnSpPr>
            <a:stCxn xmlns:a="http://schemas.openxmlformats.org/drawingml/2006/main" id="580" idx="3"/>
            <a:endCxn xmlns:a="http://schemas.openxmlformats.org/drawingml/2006/main" id="581" idx="1"/>
          </p:cNvCxnSpPr>
          <p:nvPr/>
        </p:nvCxnSpPr>
        <p:spPr>
          <a:xfrm xmlns:a="http://schemas.openxmlformats.org/drawingml/2006/main">
            <a:off x="37551925" y="15075922"/>
            <a:ext cx="333692" cy="2882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E579C4A7-07A8-4B18-9CBB-3BACB21B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5617" y="1536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48AB1042-49A0-4905-BE2C-86A8A241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4729" y="15622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4" name=""/>
          <p:cNvCxnSpPr>
            <a:stCxn xmlns:a="http://schemas.openxmlformats.org/drawingml/2006/main" id="583" idx="3"/>
            <a:endCxn xmlns:a="http://schemas.openxmlformats.org/drawingml/2006/main" id="584" idx="1"/>
          </p:cNvCxnSpPr>
          <p:nvPr/>
        </p:nvCxnSpPr>
        <p:spPr>
          <a:xfrm xmlns:a="http://schemas.openxmlformats.org/drawingml/2006/main">
            <a:off x="37885712" y="15364162"/>
            <a:ext cx="299017" cy="258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4522B71A-D9B2-4444-B150-597732B4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4729" y="15622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BBED60E-0F40-4B29-AA46-D3DFFBDF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3972" y="1571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7" name=""/>
          <p:cNvCxnSpPr>
            <a:stCxn xmlns:a="http://schemas.openxmlformats.org/drawingml/2006/main" id="586" idx="3"/>
            <a:endCxn xmlns:a="http://schemas.openxmlformats.org/drawingml/2006/main" id="587" idx="1"/>
          </p:cNvCxnSpPr>
          <p:nvPr/>
        </p:nvCxnSpPr>
        <p:spPr>
          <a:xfrm xmlns:a="http://schemas.openxmlformats.org/drawingml/2006/main">
            <a:off x="38184824" y="15622409"/>
            <a:ext cx="109148" cy="938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972B865D-AA23-4D0D-A8BB-D1C2231D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26032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745F0030-8886-4164-8155-E25B621B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0" name=""/>
          <p:cNvCxnSpPr>
            <a:stCxn xmlns:a="http://schemas.openxmlformats.org/drawingml/2006/main" id="589" idx="2"/>
            <a:endCxn xmlns:a="http://schemas.openxmlformats.org/drawingml/2006/main" id="590" idx="0"/>
          </p:cNvCxnSpPr>
          <p:nvPr/>
        </p:nvCxnSpPr>
        <p:spPr>
          <a:xfrm xmlns:a="http://schemas.openxmlformats.org/drawingml/2006/main">
            <a:off x="36510205" y="12603340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50039664-819B-4EBF-9C51-7240D30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2838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31981639-E984-4FC3-8C3B-CEF33CE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3" name=""/>
          <p:cNvCxnSpPr>
            <a:stCxn xmlns:a="http://schemas.openxmlformats.org/drawingml/2006/main" id="592" idx="2"/>
            <a:endCxn xmlns:a="http://schemas.openxmlformats.org/drawingml/2006/main" id="593" idx="0"/>
          </p:cNvCxnSpPr>
          <p:nvPr/>
        </p:nvCxnSpPr>
        <p:spPr>
          <a:xfrm xmlns:a="http://schemas.openxmlformats.org/drawingml/2006/main">
            <a:off x="36510205" y="12838801"/>
            <a:ext cx="0" cy="268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0406903B-0E6C-48A4-B4FD-208612A8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107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AEEBF847-35FE-43F7-989B-55B3B641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6" name=""/>
          <p:cNvCxnSpPr>
            <a:stCxn xmlns:a="http://schemas.openxmlformats.org/drawingml/2006/main" id="595" idx="2"/>
            <a:endCxn xmlns:a="http://schemas.openxmlformats.org/drawingml/2006/main" id="596" idx="0"/>
          </p:cNvCxnSpPr>
          <p:nvPr/>
        </p:nvCxnSpPr>
        <p:spPr>
          <a:xfrm xmlns:a="http://schemas.openxmlformats.org/drawingml/2006/main">
            <a:off x="36510205" y="13107176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B3229DF9-A87B-4D04-A1F9-1F7AD9C8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35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FE7FED89-0920-4B21-B4C2-A0C454A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3494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9" name=""/>
          <p:cNvCxnSpPr>
            <a:stCxn xmlns:a="http://schemas.openxmlformats.org/drawingml/2006/main" id="598" idx="2"/>
            <a:endCxn xmlns:a="http://schemas.openxmlformats.org/drawingml/2006/main" id="599" idx="0"/>
          </p:cNvCxnSpPr>
          <p:nvPr/>
        </p:nvCxnSpPr>
        <p:spPr>
          <a:xfrm xmlns:a="http://schemas.openxmlformats.org/drawingml/2006/main">
            <a:off x="36510205" y="13352764"/>
            <a:ext cx="0" cy="1416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706CE9BC-E4DA-41FA-A9AE-01AFB118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1438" y="125999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03110DF6-2D1D-427E-9345-F3947BD3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251" y="130227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2" name=""/>
          <p:cNvCxnSpPr>
            <a:stCxn xmlns:a="http://schemas.openxmlformats.org/drawingml/2006/main" id="601" idx="3"/>
            <a:endCxn xmlns:a="http://schemas.openxmlformats.org/drawingml/2006/main" id="602" idx="1"/>
          </p:cNvCxnSpPr>
          <p:nvPr/>
        </p:nvCxnSpPr>
        <p:spPr>
          <a:xfrm xmlns:a="http://schemas.openxmlformats.org/drawingml/2006/main">
            <a:off x="37401533" y="12599983"/>
            <a:ext cx="583718" cy="422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54939EE9-B807-4B3C-974D-DA52470F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5251" y="130227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435E8FDF-70B4-4E8C-8170-88A2FC27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0709" y="1349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5" name=""/>
          <p:cNvCxnSpPr>
            <a:stCxn xmlns:a="http://schemas.openxmlformats.org/drawingml/2006/main" id="604" idx="3"/>
            <a:endCxn xmlns:a="http://schemas.openxmlformats.org/drawingml/2006/main" id="605" idx="1"/>
          </p:cNvCxnSpPr>
          <p:nvPr/>
        </p:nvCxnSpPr>
        <p:spPr>
          <a:xfrm xmlns:a="http://schemas.openxmlformats.org/drawingml/2006/main">
            <a:off x="37985346" y="13022799"/>
            <a:ext cx="655363" cy="474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0333C369-BC06-4A45-B184-07BF0F81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0709" y="1349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E6676301-4631-4C86-800F-8B72FC53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0318" y="14719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8" name=""/>
          <p:cNvCxnSpPr>
            <a:stCxn xmlns:a="http://schemas.openxmlformats.org/drawingml/2006/main" id="607" idx="2"/>
            <a:endCxn xmlns:a="http://schemas.openxmlformats.org/drawingml/2006/main" id="608" idx="0"/>
          </p:cNvCxnSpPr>
          <p:nvPr/>
        </p:nvCxnSpPr>
        <p:spPr>
          <a:xfrm xmlns:a="http://schemas.openxmlformats.org/drawingml/2006/main">
            <a:off x="38640757" y="13497662"/>
            <a:ext cx="169609" cy="12221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292B48FD-F79D-4E54-9348-AF88C04E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0318" y="14719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CCD62B4C-DAD5-4ADB-A173-A85C998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707" y="155666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1" name=""/>
          <p:cNvCxnSpPr>
            <a:stCxn xmlns:a="http://schemas.openxmlformats.org/drawingml/2006/main" id="610" idx="2"/>
            <a:endCxn xmlns:a="http://schemas.openxmlformats.org/drawingml/2006/main" id="611" idx="0"/>
          </p:cNvCxnSpPr>
          <p:nvPr/>
        </p:nvCxnSpPr>
        <p:spPr>
          <a:xfrm xmlns:a="http://schemas.openxmlformats.org/drawingml/2006/main">
            <a:off x="38810366" y="14719955"/>
            <a:ext cx="117389" cy="8467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E7331875-D77C-46C1-B192-3846498F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707" y="155666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40F27FAB-5443-4E58-8BD4-3512287E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7760" y="157096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4" name=""/>
          <p:cNvCxnSpPr>
            <a:stCxn xmlns:a="http://schemas.openxmlformats.org/drawingml/2006/main" id="613" idx="2"/>
            <a:endCxn xmlns:a="http://schemas.openxmlformats.org/drawingml/2006/main" id="614" idx="0"/>
          </p:cNvCxnSpPr>
          <p:nvPr/>
        </p:nvCxnSpPr>
        <p:spPr>
          <a:xfrm xmlns:a="http://schemas.openxmlformats.org/drawingml/2006/main">
            <a:off x="38927755" y="15566756"/>
            <a:ext cx="20053" cy="142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83DCD9E4-B1FE-4596-A9F2-0D91975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6C2F7199-1391-41AD-B8B0-2C0ACE4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7" name=""/>
          <p:cNvCxnSpPr>
            <a:stCxn xmlns:a="http://schemas.openxmlformats.org/drawingml/2006/main" id="616" idx="2"/>
            <a:endCxn xmlns:a="http://schemas.openxmlformats.org/drawingml/2006/main" id="617" idx="0"/>
          </p:cNvCxnSpPr>
          <p:nvPr/>
        </p:nvCxnSpPr>
        <p:spPr>
          <a:xfrm xmlns:a="http://schemas.openxmlformats.org/drawingml/2006/main">
            <a:off x="36510205" y="10381558"/>
            <a:ext cx="0" cy="235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044EDA3D-9369-4B28-A825-2BE284B8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6169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EE6960B9-AF5F-4A54-BDF6-5439B9B8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0" name=""/>
          <p:cNvCxnSpPr>
            <a:stCxn xmlns:a="http://schemas.openxmlformats.org/drawingml/2006/main" id="619" idx="2"/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36510205" y="10617019"/>
            <a:ext cx="0" cy="268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4264BBB8-C714-4B29-A735-48F195FB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0885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4441ED66-C0E3-479C-A8CF-59147573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3" name=""/>
          <p:cNvCxnSpPr>
            <a:stCxn xmlns:a="http://schemas.openxmlformats.org/drawingml/2006/main" id="622" idx="2"/>
            <a:endCxn xmlns:a="http://schemas.openxmlformats.org/drawingml/2006/main" id="623" idx="0"/>
          </p:cNvCxnSpPr>
          <p:nvPr/>
        </p:nvCxnSpPr>
        <p:spPr>
          <a:xfrm xmlns:a="http://schemas.openxmlformats.org/drawingml/2006/main">
            <a:off x="36510205" y="10885393"/>
            <a:ext cx="0" cy="2454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75B833AC-34F7-4A1D-AAEC-735D04C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1130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F2FEE241-123B-4C86-8C39-E82A7322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10157" y="11272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6" name=""/>
          <p:cNvCxnSpPr>
            <a:stCxn xmlns:a="http://schemas.openxmlformats.org/drawingml/2006/main" id="625" idx="2"/>
            <a:endCxn xmlns:a="http://schemas.openxmlformats.org/drawingml/2006/main" id="626" idx="0"/>
          </p:cNvCxnSpPr>
          <p:nvPr/>
        </p:nvCxnSpPr>
        <p:spPr>
          <a:xfrm xmlns:a="http://schemas.openxmlformats.org/drawingml/2006/main">
            <a:off x="36510205" y="11130981"/>
            <a:ext cx="0" cy="1416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2E1A3EDF-98E1-47F6-A597-5596925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7000" y="103814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91FA9C4E-263A-4821-A0B8-1FF670D4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9351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9" name=""/>
          <p:cNvCxnSpPr>
            <a:stCxn xmlns:a="http://schemas.openxmlformats.org/drawingml/2006/main" id="628" idx="3"/>
            <a:endCxn xmlns:a="http://schemas.openxmlformats.org/drawingml/2006/main" id="629" idx="1"/>
          </p:cNvCxnSpPr>
          <p:nvPr/>
        </p:nvCxnSpPr>
        <p:spPr>
          <a:xfrm xmlns:a="http://schemas.openxmlformats.org/drawingml/2006/main">
            <a:off x="37777095" y="10381511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9B6FF76B-9C22-40C7-B5EC-640D4A0B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9351" y="10638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F19B3A88-EF69-4E31-820B-3D30BD69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8569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2" name=""/>
          <p:cNvCxnSpPr>
            <a:stCxn xmlns:a="http://schemas.openxmlformats.org/drawingml/2006/main" id="631" idx="3"/>
            <a:endCxn xmlns:a="http://schemas.openxmlformats.org/drawingml/2006/main" id="632" idx="1"/>
          </p:cNvCxnSpPr>
          <p:nvPr/>
        </p:nvCxnSpPr>
        <p:spPr>
          <a:xfrm xmlns:a="http://schemas.openxmlformats.org/drawingml/2006/main">
            <a:off x="38279446" y="10638784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3B779205-99EE-4496-8D63-6D584BF9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8569" y="10935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E73AF115-B0F6-40EE-9937-F9A9E73C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303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5" name=""/>
          <p:cNvCxnSpPr>
            <a:stCxn xmlns:a="http://schemas.openxmlformats.org/drawingml/2006/main" id="634" idx="3"/>
            <a:endCxn xmlns:a="http://schemas.openxmlformats.org/drawingml/2006/main" id="635" idx="1"/>
          </p:cNvCxnSpPr>
          <p:nvPr/>
        </p:nvCxnSpPr>
        <p:spPr>
          <a:xfrm xmlns:a="http://schemas.openxmlformats.org/drawingml/2006/main">
            <a:off x="38858664" y="10935593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ED0D9523-35DF-4C49-B66C-7ECFAABA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3035" y="11199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4A53C1CF-0726-4D7A-86A5-C87E809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641" y="11268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8" name=""/>
          <p:cNvCxnSpPr>
            <a:stCxn xmlns:a="http://schemas.openxmlformats.org/drawingml/2006/main" id="637" idx="3"/>
            <a:endCxn xmlns:a="http://schemas.openxmlformats.org/drawingml/2006/main" id="638" idx="1"/>
          </p:cNvCxnSpPr>
          <p:nvPr/>
        </p:nvCxnSpPr>
        <p:spPr>
          <a:xfrm xmlns:a="http://schemas.openxmlformats.org/drawingml/2006/main">
            <a:off x="39373130" y="11199099"/>
            <a:ext cx="136511" cy="69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A3B584EE-1266-46E8-B6BE-EE6AB6F9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8712" y="8159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26E83EC7-BB8D-48EB-8B5D-1372A24C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619" y="84241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1" name=""/>
          <p:cNvCxnSpPr>
            <a:stCxn xmlns:a="http://schemas.openxmlformats.org/drawingml/2006/main" id="640" idx="3"/>
            <a:endCxn xmlns:a="http://schemas.openxmlformats.org/drawingml/2006/main" id="641" idx="1"/>
          </p:cNvCxnSpPr>
          <p:nvPr/>
        </p:nvCxnSpPr>
        <p:spPr>
          <a:xfrm xmlns:a="http://schemas.openxmlformats.org/drawingml/2006/main">
            <a:off x="31798807" y="8159728"/>
            <a:ext cx="811812" cy="2644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5EB30A95-B2C2-41DE-A16C-F5A22986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0619" y="84241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62781837-2288-4E5A-BFEC-6443EAF2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569" y="87301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4" name=""/>
          <p:cNvCxnSpPr>
            <a:stCxn xmlns:a="http://schemas.openxmlformats.org/drawingml/2006/main" id="643" idx="3"/>
            <a:endCxn xmlns:a="http://schemas.openxmlformats.org/drawingml/2006/main" id="644" idx="1"/>
          </p:cNvCxnSpPr>
          <p:nvPr/>
        </p:nvCxnSpPr>
        <p:spPr>
          <a:xfrm xmlns:a="http://schemas.openxmlformats.org/drawingml/2006/main">
            <a:off x="32610714" y="8424208"/>
            <a:ext cx="939855" cy="3059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9573414D-6332-4F3F-A26E-27F5D8F3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0569" y="87301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E6CCFC6B-0E09-4453-9664-2182A079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471" y="8998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7" name=""/>
          <p:cNvCxnSpPr>
            <a:stCxn xmlns:a="http://schemas.openxmlformats.org/drawingml/2006/main" id="646" idx="3"/>
            <a:endCxn xmlns:a="http://schemas.openxmlformats.org/drawingml/2006/main" id="647" idx="1"/>
          </p:cNvCxnSpPr>
          <p:nvPr/>
        </p:nvCxnSpPr>
        <p:spPr>
          <a:xfrm xmlns:a="http://schemas.openxmlformats.org/drawingml/2006/main">
            <a:off x="33550664" y="8730170"/>
            <a:ext cx="825807" cy="2687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14B56C5C-7465-4FA3-89E7-F59251C4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6471" y="8998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BDFED6A1-D20A-4193-8EDF-3A430CA4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90452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0" name=""/>
          <p:cNvCxnSpPr>
            <a:stCxn xmlns:a="http://schemas.openxmlformats.org/drawingml/2006/main" id="649" idx="3"/>
            <a:endCxn xmlns:a="http://schemas.openxmlformats.org/drawingml/2006/main" id="650" idx="1"/>
          </p:cNvCxnSpPr>
          <p:nvPr/>
        </p:nvCxnSpPr>
        <p:spPr>
          <a:xfrm xmlns:a="http://schemas.openxmlformats.org/drawingml/2006/main">
            <a:off x="34376566" y="8998934"/>
            <a:ext cx="140898" cy="463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5AF7F435-B014-4C15-919D-71783047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10921" y="5937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D773F96B-7194-4D90-87B1-E775905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3272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3" name=""/>
          <p:cNvCxnSpPr>
            <a:stCxn xmlns:a="http://schemas.openxmlformats.org/drawingml/2006/main" id="652" idx="3"/>
            <a:endCxn xmlns:a="http://schemas.openxmlformats.org/drawingml/2006/main" id="653" idx="1"/>
          </p:cNvCxnSpPr>
          <p:nvPr/>
        </p:nvCxnSpPr>
        <p:spPr>
          <a:xfrm xmlns:a="http://schemas.openxmlformats.org/drawingml/2006/main">
            <a:off x="26811016" y="5937946"/>
            <a:ext cx="502256" cy="2572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00C287CA-8718-4A43-ADCE-DB9D0741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3272" y="619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2C756734-4B31-4060-9551-6F9F4F7A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490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6" name=""/>
          <p:cNvCxnSpPr>
            <a:stCxn xmlns:a="http://schemas.openxmlformats.org/drawingml/2006/main" id="655" idx="3"/>
            <a:endCxn xmlns:a="http://schemas.openxmlformats.org/drawingml/2006/main" id="656" idx="1"/>
          </p:cNvCxnSpPr>
          <p:nvPr/>
        </p:nvCxnSpPr>
        <p:spPr>
          <a:xfrm xmlns:a="http://schemas.openxmlformats.org/drawingml/2006/main">
            <a:off x="27313367" y="6195219"/>
            <a:ext cx="579123" cy="2968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CBE66C47-2FE2-436A-BEB6-6742D521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92490" y="64919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D145EAF3-F792-4C77-A0FE-E9D8BF06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956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9" name=""/>
          <p:cNvCxnSpPr>
            <a:stCxn xmlns:a="http://schemas.openxmlformats.org/drawingml/2006/main" id="658" idx="3"/>
            <a:endCxn xmlns:a="http://schemas.openxmlformats.org/drawingml/2006/main" id="659" idx="1"/>
          </p:cNvCxnSpPr>
          <p:nvPr/>
        </p:nvCxnSpPr>
        <p:spPr>
          <a:xfrm xmlns:a="http://schemas.openxmlformats.org/drawingml/2006/main">
            <a:off x="27892585" y="6492028"/>
            <a:ext cx="514371" cy="2635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16D949CD-11BF-455D-983B-6C58B52E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956" y="67554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90A8EB85-E25A-4335-8012-8FE08F10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562" y="6824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2" name=""/>
          <p:cNvCxnSpPr>
            <a:stCxn xmlns:a="http://schemas.openxmlformats.org/drawingml/2006/main" id="661" idx="3"/>
            <a:endCxn xmlns:a="http://schemas.openxmlformats.org/drawingml/2006/main" id="662" idx="1"/>
          </p:cNvCxnSpPr>
          <p:nvPr/>
        </p:nvCxnSpPr>
        <p:spPr>
          <a:xfrm xmlns:a="http://schemas.openxmlformats.org/drawingml/2006/main">
            <a:off x="28407051" y="6755534"/>
            <a:ext cx="136511" cy="689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EB98B160-6EA1-429E-B5B1-8C853338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0113" y="5770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B1086017-7505-46F3-8FE8-60CE3CF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8367" y="616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5" name=""/>
          <p:cNvCxnSpPr>
            <a:stCxn xmlns:a="http://schemas.openxmlformats.org/drawingml/2006/main" id="664" idx="3"/>
            <a:endCxn xmlns:a="http://schemas.openxmlformats.org/drawingml/2006/main" id="665" idx="1"/>
          </p:cNvCxnSpPr>
          <p:nvPr/>
        </p:nvCxnSpPr>
        <p:spPr>
          <a:xfrm xmlns:a="http://schemas.openxmlformats.org/drawingml/2006/main">
            <a:off x="27540208" y="5771039"/>
            <a:ext cx="1648159" cy="3978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C0D60785-6494-40A6-BD35-85A44A8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8367" y="6168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9B9E86D0-CFC5-4A07-A091-4F4D03A7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794" y="66871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8" name=""/>
          <p:cNvCxnSpPr>
            <a:stCxn xmlns:a="http://schemas.openxmlformats.org/drawingml/2006/main" id="667" idx="3"/>
            <a:endCxn xmlns:a="http://schemas.openxmlformats.org/drawingml/2006/main" id="668" idx="1"/>
          </p:cNvCxnSpPr>
          <p:nvPr/>
        </p:nvCxnSpPr>
        <p:spPr>
          <a:xfrm xmlns:a="http://schemas.openxmlformats.org/drawingml/2006/main">
            <a:off x="29188462" y="6168927"/>
            <a:ext cx="2146332" cy="5182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01FF544D-F9C4-4645-9CB3-429E123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4794" y="66871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841EC16F-99E5-43A3-8067-D4502B4D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0905" y="683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1" name=""/>
          <p:cNvCxnSpPr>
            <a:stCxn xmlns:a="http://schemas.openxmlformats.org/drawingml/2006/main" id="670" idx="3"/>
            <a:endCxn xmlns:a="http://schemas.openxmlformats.org/drawingml/2006/main" id="671" idx="1"/>
          </p:cNvCxnSpPr>
          <p:nvPr/>
        </p:nvCxnSpPr>
        <p:spPr>
          <a:xfrm xmlns:a="http://schemas.openxmlformats.org/drawingml/2006/main">
            <a:off x="31334889" y="6687173"/>
            <a:ext cx="586016" cy="1468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53E9E79A-4743-431C-9E06-115671C7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0905" y="683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0A199816-67D8-47A8-AEE4-D31F28F2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9417" y="68731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4" name=""/>
          <p:cNvCxnSpPr>
            <a:stCxn xmlns:a="http://schemas.openxmlformats.org/drawingml/2006/main" id="673" idx="3"/>
            <a:endCxn xmlns:a="http://schemas.openxmlformats.org/drawingml/2006/main" id="674" idx="1"/>
          </p:cNvCxnSpPr>
          <p:nvPr/>
        </p:nvCxnSpPr>
        <p:spPr>
          <a:xfrm xmlns:a="http://schemas.openxmlformats.org/drawingml/2006/main">
            <a:off x="31921000" y="6834021"/>
            <a:ext cx="148417" cy="391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E89B35DD-39D9-4066-8736-CCD08C5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57485" y="35476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2F42F0B3-F1BB-4B7E-AE5E-A5786FBA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464" y="3898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7" name=""/>
          <p:cNvCxnSpPr>
            <a:stCxn xmlns:a="http://schemas.openxmlformats.org/drawingml/2006/main" id="676" idx="3"/>
            <a:endCxn xmlns:a="http://schemas.openxmlformats.org/drawingml/2006/main" id="677" idx="1"/>
          </p:cNvCxnSpPr>
          <p:nvPr/>
        </p:nvCxnSpPr>
        <p:spPr>
          <a:xfrm xmlns:a="http://schemas.openxmlformats.org/drawingml/2006/main">
            <a:off x="18457580" y="3547699"/>
            <a:ext cx="1462884" cy="3513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E69DDC03-58A3-4432-95A5-E43C73C6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0464" y="3898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D10A9F22-9BAA-4B02-88EA-9ADF474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296" y="43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0" name=""/>
          <p:cNvCxnSpPr>
            <a:stCxn xmlns:a="http://schemas.openxmlformats.org/drawingml/2006/main" id="679" idx="3"/>
            <a:endCxn xmlns:a="http://schemas.openxmlformats.org/drawingml/2006/main" id="680" idx="1"/>
          </p:cNvCxnSpPr>
          <p:nvPr/>
        </p:nvCxnSpPr>
        <p:spPr>
          <a:xfrm xmlns:a="http://schemas.openxmlformats.org/drawingml/2006/main">
            <a:off x="19920559" y="3899040"/>
            <a:ext cx="1981737" cy="476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03985022-F527-4838-90DB-3867B1BA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2296" y="43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8014D10C-9458-46A0-A46F-D4D824A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278" y="4734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3" name=""/>
          <p:cNvCxnSpPr>
            <a:stCxn xmlns:a="http://schemas.openxmlformats.org/drawingml/2006/main" id="682" idx="3"/>
            <a:endCxn xmlns:a="http://schemas.openxmlformats.org/drawingml/2006/main" id="683" idx="1"/>
          </p:cNvCxnSpPr>
          <p:nvPr/>
        </p:nvCxnSpPr>
        <p:spPr>
          <a:xfrm xmlns:a="http://schemas.openxmlformats.org/drawingml/2006/main">
            <a:off x="21902391" y="4375219"/>
            <a:ext cx="1495887" cy="3593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D06C63FE-98D9-4514-B330-6B23E1E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278" y="4734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B7352290-714B-4551-97EE-E4D90164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40941" y="47697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6" name=""/>
          <p:cNvCxnSpPr>
            <a:stCxn xmlns:a="http://schemas.openxmlformats.org/drawingml/2006/main" id="685" idx="3"/>
            <a:endCxn xmlns:a="http://schemas.openxmlformats.org/drawingml/2006/main" id="686" idx="1"/>
          </p:cNvCxnSpPr>
          <p:nvPr/>
        </p:nvCxnSpPr>
        <p:spPr>
          <a:xfrm xmlns:a="http://schemas.openxmlformats.org/drawingml/2006/main">
            <a:off x="23398373" y="4734545"/>
            <a:ext cx="142568" cy="352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DBFFFA02-AE6B-4BA7-AA55-A802DF77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17516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A564DF92-A784-4B82-8A59-22DC0F1C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1907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9" name=""/>
          <p:cNvCxnSpPr>
            <a:stCxn xmlns:a="http://schemas.openxmlformats.org/drawingml/2006/main" id="688" idx="2"/>
            <a:endCxn xmlns:a="http://schemas.openxmlformats.org/drawingml/2006/main" id="689" idx="0"/>
          </p:cNvCxnSpPr>
          <p:nvPr/>
        </p:nvCxnSpPr>
        <p:spPr>
          <a:xfrm xmlns:a="http://schemas.openxmlformats.org/drawingml/2006/main">
            <a:off x="16457947" y="1751701"/>
            <a:ext cx="0" cy="1553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D5DEB06D-9CB9-4E59-BCA5-922A33C1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1907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A68322EE-9D1F-48A7-BB73-F8EBD04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0747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2" name=""/>
          <p:cNvCxnSpPr>
            <a:stCxn xmlns:a="http://schemas.openxmlformats.org/drawingml/2006/main" id="691" idx="2"/>
            <a:endCxn xmlns:a="http://schemas.openxmlformats.org/drawingml/2006/main" id="692" idx="0"/>
          </p:cNvCxnSpPr>
          <p:nvPr/>
        </p:nvCxnSpPr>
        <p:spPr>
          <a:xfrm xmlns:a="http://schemas.openxmlformats.org/drawingml/2006/main">
            <a:off x="16457947" y="1907117"/>
            <a:ext cx="0" cy="167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92B56F2E-D2B5-415F-8FF1-9EEE5F36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0747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E67A42B9-BFDD-4175-80F2-BE3AF74F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2357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5" name=""/>
          <p:cNvCxnSpPr>
            <a:stCxn xmlns:a="http://schemas.openxmlformats.org/drawingml/2006/main" id="694" idx="2"/>
            <a:endCxn xmlns:a="http://schemas.openxmlformats.org/drawingml/2006/main" id="695" idx="0"/>
          </p:cNvCxnSpPr>
          <p:nvPr/>
        </p:nvCxnSpPr>
        <p:spPr>
          <a:xfrm xmlns:a="http://schemas.openxmlformats.org/drawingml/2006/main">
            <a:off x="16457947" y="2074802"/>
            <a:ext cx="0" cy="1609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B28DF6CE-8B00-48D7-A787-09EFADA5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2357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10212F9B-1AE4-4252-825F-A0F61138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7899" y="2382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8" name=""/>
          <p:cNvCxnSpPr>
            <a:stCxn xmlns:a="http://schemas.openxmlformats.org/drawingml/2006/main" id="697" idx="2"/>
            <a:endCxn xmlns:a="http://schemas.openxmlformats.org/drawingml/2006/main" id="698" idx="0"/>
          </p:cNvCxnSpPr>
          <p:nvPr/>
        </p:nvCxnSpPr>
        <p:spPr>
          <a:xfrm xmlns:a="http://schemas.openxmlformats.org/drawingml/2006/main">
            <a:off x="16457947" y="2235866"/>
            <a:ext cx="0" cy="1461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7305FE72-4E54-462E-B769-3505135F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460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0BBA0D12-B975-41AA-8D86-C6D0F963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460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ADA30B8F-9A1B-4487-AE48-4D25325A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972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0D1BFC8F-0C90-4B9E-B742-38D7C951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972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23A2FB04-5DCD-4DD3-A79A-AD2E3321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091" y="616615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7ACD1BA7-55F8-41A5-AAB1-2406B069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091" y="616615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2015466E-37BA-48A6-83ED-A7E13181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7394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741F20AB-2234-4CF9-A04A-AFF51B06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7394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53142FC7-FDA0-4CCF-839E-409841AC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517EC27D-4810-423B-ACCD-6FBAF139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BBB47006-EEFF-4F0F-968E-4A173BE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4ADEFDE8-1047-4C65-A017-FD2040B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9669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AC7E6CB0-2A55-4A37-898F-1E57DDF2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108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1B3D641D-947A-4606-A63A-C45EE8E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108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B3C1E716-D71A-4C23-A8FF-3C496AC7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402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EC459020-9644-47D3-BC4C-7C7275A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402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FFB93D8B-A922-4288-9F2A-85385E4C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4915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3BF13765-67E2-4C2C-93AE-5DC7251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4915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D5646807-958F-4107-A3C2-7B673683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118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73B88CF6-0BBE-49DE-9168-FA1D145D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6118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E8DAAE39-3F7B-4C94-962A-D5FF2C1B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019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9791D11A-68F8-4291-90E6-0B2AD7FB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6019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789578DD-DAE8-4CB3-8815-C8C5818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970" y="2616219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3C8D7252-168F-401C-A803-57F022E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8970" y="2616219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560374C4-51DD-48F1-B62C-0E9C06C2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9523" y="2616219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9E1A0117-43D3-4786-B415-07774B9A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9523" y="2616219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9763665E-AE5E-45F4-8530-DFD24CC7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5686" y="2394041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4502E37A-04AB-490C-BD17-5C96AE62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5686" y="2394041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E3D1904F-F1C6-458B-91FA-B03B6F3B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653" y="2394041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A91392DB-76CD-4C13-BE25-5CC03DF9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3653" y="2394041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AB93753D-9D9C-42DD-BFA8-101918CB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1611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B9D68608-155D-4362-AB9D-B5B8A0D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1611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867C2006-CA20-4F07-882E-A4ACFB9B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9177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4D49B136-8056-4F2A-9D7D-73038B1F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9177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BF34A9A3-6885-4CFE-9A21-F4CDE195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284" y="17275065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0129B522-C8E2-41AA-95D0-C017C5B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284" y="17275065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CEC12EA9-AA88-4430-92A6-279A911E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0572" y="17275065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4530072D-0784-4698-870D-41AFAEA2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0572" y="17275065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738" name="">
            <a:extLst xmlns:a="http://schemas.openxmlformats.org/drawingml/2006/main">
              <a:ext uri="{FF2B5EF4-FFF2-40B4-BE49-F238E27FC236}">
                <a16:creationId xmlns:a16="http://schemas.microsoft.com/office/drawing/2014/main" id="{EFAD3C52-1B0D-4F8E-94DE-41AF1230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7106" y="17275065"/>
            <a:ext cx="62322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F5204F45-9900-4460-86D2-D418DD9F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7106" y="17275065"/>
            <a:ext cx="62322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09639042-224C-4BC8-AB0A-1911EDC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245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1" name="">
            <a:extLst xmlns:a="http://schemas.openxmlformats.org/drawingml/2006/main">
              <a:ext uri="{FF2B5EF4-FFF2-40B4-BE49-F238E27FC236}">
                <a16:creationId xmlns:a16="http://schemas.microsoft.com/office/drawing/2014/main" id="{7D0AE755-E5D5-48E0-85A7-26A1DB87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245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5996474F-B477-4D46-B842-E8B05EC3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59B6E6CD-3C0F-4638-B3EE-6B14D27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4" name="">
            <a:extLst xmlns:a="http://schemas.openxmlformats.org/drawingml/2006/main">
              <a:ext uri="{FF2B5EF4-FFF2-40B4-BE49-F238E27FC236}">
                <a16:creationId xmlns:a16="http://schemas.microsoft.com/office/drawing/2014/main" id="{7CCBFD56-2565-4675-88F1-F178DBD5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32E0E3D4-9CFD-4BED-8BB9-F91FEC9E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5182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C3D0A588-308D-4043-AF6D-37958CCF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506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7" name="">
            <a:extLst xmlns:a="http://schemas.openxmlformats.org/drawingml/2006/main">
              <a:ext uri="{FF2B5EF4-FFF2-40B4-BE49-F238E27FC236}">
                <a16:creationId xmlns:a16="http://schemas.microsoft.com/office/drawing/2014/main" id="{C184848D-6687-4170-921E-D498FCB3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506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1EA08088-4506-4735-800B-E21EB5DA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231" y="616615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EC9EBBCA-4262-478F-AF2D-D2D45025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231" y="616615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50" name="">
            <a:extLst xmlns:a="http://schemas.openxmlformats.org/drawingml/2006/main">
              <a:ext uri="{FF2B5EF4-FFF2-40B4-BE49-F238E27FC236}">
                <a16:creationId xmlns:a16="http://schemas.microsoft.com/office/drawing/2014/main" id="{975D6B20-5B29-4C50-8E37-C1432EDA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26" y="394398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E3DDA646-5F64-4DBB-8A23-D5398259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26" y="394398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3184B341-7E97-454A-9887-DB0C4B2B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5504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3" name="">
            <a:extLst xmlns:a="http://schemas.openxmlformats.org/drawingml/2006/main">
              <a:ext uri="{FF2B5EF4-FFF2-40B4-BE49-F238E27FC236}">
                <a16:creationId xmlns:a16="http://schemas.microsoft.com/office/drawing/2014/main" id="{717285CE-B7C7-48F6-939F-943778A5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5504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B19A7849-1BB4-4970-9911-45F60096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670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723EA1E0-2F27-4107-9A67-2116F1FE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1670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56" name="">
            <a:extLst xmlns:a="http://schemas.openxmlformats.org/drawingml/2006/main">
              <a:ext uri="{FF2B5EF4-FFF2-40B4-BE49-F238E27FC236}">
                <a16:creationId xmlns:a16="http://schemas.microsoft.com/office/drawing/2014/main" id="{2E94E863-3B0A-4305-92F4-F083162B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7392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92CDF0B3-81CF-4B0E-A8C8-4EA0E7C8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7392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932F1504-8A26-4147-92E7-7ABAC7AC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9033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59" name="">
            <a:extLst xmlns:a="http://schemas.openxmlformats.org/drawingml/2006/main">
              <a:ext uri="{FF2B5EF4-FFF2-40B4-BE49-F238E27FC236}">
                <a16:creationId xmlns:a16="http://schemas.microsoft.com/office/drawing/2014/main" id="{7EF7CB65-BD5C-4656-BD69-2EC46D2E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9033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CAE71C57-5C20-4C37-A43C-840EB8A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0258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6CCD050F-7096-459B-88DD-F286909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0258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62" name="">
            <a:extLst xmlns:a="http://schemas.openxmlformats.org/drawingml/2006/main">
              <a:ext uri="{FF2B5EF4-FFF2-40B4-BE49-F238E27FC236}">
                <a16:creationId xmlns:a16="http://schemas.microsoft.com/office/drawing/2014/main" id="{8863D444-E47D-41B0-A9D3-579E3B81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053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673B8B67-1422-4A68-AE8F-0250187A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053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84692B3D-A93D-49E1-8B2F-5E6322A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183" y="6166153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5" name="">
            <a:extLst xmlns:a="http://schemas.openxmlformats.org/drawingml/2006/main">
              <a:ext uri="{FF2B5EF4-FFF2-40B4-BE49-F238E27FC236}">
                <a16:creationId xmlns:a16="http://schemas.microsoft.com/office/drawing/2014/main" id="{1DCABB3B-FAD1-4292-9F93-5F2F545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1183" y="6166153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15B32E64-42B4-4146-A3ED-1F273560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680" y="6166153"/>
            <a:ext cx="669962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A30A5FBF-6E64-497F-9B85-FBD4F5AD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680" y="6166153"/>
            <a:ext cx="669962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768" name="">
            <a:extLst xmlns:a="http://schemas.openxmlformats.org/drawingml/2006/main">
              <a:ext uri="{FF2B5EF4-FFF2-40B4-BE49-F238E27FC236}">
                <a16:creationId xmlns:a16="http://schemas.microsoft.com/office/drawing/2014/main" id="{0C8AA87E-76F8-41EB-9A04-5A8829A1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5731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A53E3D6C-A90E-4FCF-B4F8-29E8C4BD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5731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3F9E8693-54B8-4C46-ADEB-954C4D8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880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1" name="">
            <a:extLst xmlns:a="http://schemas.openxmlformats.org/drawingml/2006/main">
              <a:ext uri="{FF2B5EF4-FFF2-40B4-BE49-F238E27FC236}">
                <a16:creationId xmlns:a16="http://schemas.microsoft.com/office/drawing/2014/main" id="{4E35DDE4-E02E-4B78-A21A-5E050295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3880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28BC9118-C37C-4063-B5B7-E17AA1E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601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111A667F-6D08-4058-8C5D-85DAB85E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601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6CB2FD21-0E78-46BB-A23C-2566A9E4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3881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B8134440-A616-4AAB-822E-C818EDE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3881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68606936-BB25-4D89-B74F-DC09C876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5732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345756AC-F738-4DD1-BC67-BFD51A3C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5732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62CDF953-50AE-4CCC-B4C7-6C78507A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00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9D226D79-D4EF-4C34-814C-CB6FB419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1300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3F18BF8C-4380-4474-AD38-7103FD21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021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1E97C05A-4352-4A17-8E58-E0949823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7021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CE0CBBA7-985F-46F0-8D36-83A641F5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8303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3" name="">
            <a:extLst xmlns:a="http://schemas.openxmlformats.org/drawingml/2006/main">
              <a:ext uri="{FF2B5EF4-FFF2-40B4-BE49-F238E27FC236}">
                <a16:creationId xmlns:a16="http://schemas.microsoft.com/office/drawing/2014/main" id="{0C086398-B68B-443E-8F8E-4AD1B08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8303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10DAF4E9-6D1F-4A65-934C-8A177C5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9713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14EA6D20-AA1D-4BAC-9B0D-03158070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9713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86" name="">
            <a:extLst xmlns:a="http://schemas.openxmlformats.org/drawingml/2006/main">
              <a:ext uri="{FF2B5EF4-FFF2-40B4-BE49-F238E27FC236}">
                <a16:creationId xmlns:a16="http://schemas.microsoft.com/office/drawing/2014/main" id="{AF233F66-3252-4FFF-921E-B69D92E7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2171863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F70B1797-C3BA-4615-9C5D-47C46326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2171863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6BA1F0C3-05D8-450A-A02D-DF7F90EB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9" name="">
            <a:extLst xmlns:a="http://schemas.openxmlformats.org/drawingml/2006/main">
              <a:ext uri="{FF2B5EF4-FFF2-40B4-BE49-F238E27FC236}">
                <a16:creationId xmlns:a16="http://schemas.microsoft.com/office/drawing/2014/main" id="{FE4910C1-F85A-4144-AB03-67563197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0265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14BC5770-3A5D-4F42-B7F5-F1A08BD1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0818" y="1949684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4AA934CB-D4AF-4256-B840-042FD9EB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0818" y="1949684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EDF08C61-969E-4DD3-8344-97C4B8BC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8126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AE3BDFCD-75F1-4DB4-8C41-5349A2C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8126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DA9A554C-E6CE-407E-B298-0FB4C07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3509" y="1727506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D518E747-EC1B-4617-98F6-EFCDBDBF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3509" y="1727506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9B02692A-56A2-4445-8A97-8CD84F8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4808" y="15053283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19FFABB4-9AD2-46C5-B302-BDF1C0F6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4808" y="15053283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5A33B176-72DF-4914-9B85-5432F619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283150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E1054915-B23B-442C-B161-4FB757FB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283150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F32DF700-55A3-414B-B511-9BCA1EC6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0893" y="13942391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B4FEE847-9AF3-42CD-8242-5777C207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0893" y="13942391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7B200B12-A4D3-40BC-9F60-800F2B4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8A86E31A-5C93-4F6B-B0AC-6AFAD00F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706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804" name="">
            <a:extLst xmlns:a="http://schemas.openxmlformats.org/drawingml/2006/main">
              <a:ext uri="{FF2B5EF4-FFF2-40B4-BE49-F238E27FC236}">
                <a16:creationId xmlns:a16="http://schemas.microsoft.com/office/drawing/2014/main" id="{B0A619C3-13C6-47B0-8F2B-8186454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089" y="10609718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6F43BAB5-B557-4D24-A79A-773B4012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6089" y="10609718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D04CE782-335D-4934-8377-EBAB0EDD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265" y="8388325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7" name="">
            <a:extLst xmlns:a="http://schemas.openxmlformats.org/drawingml/2006/main">
              <a:ext uri="{FF2B5EF4-FFF2-40B4-BE49-F238E27FC236}">
                <a16:creationId xmlns:a16="http://schemas.microsoft.com/office/drawing/2014/main" id="{16CB86A7-D751-489F-9EE5-68C508FC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265" y="8388325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8B8F3C96-1E9A-4E93-BADF-F9D0F7CC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753" y="6166153"/>
            <a:ext cx="1569738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36812030-9141-49B5-B9CC-4B7E2BE4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7753" y="6166153"/>
            <a:ext cx="1569738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810" name="">
            <a:extLst xmlns:a="http://schemas.openxmlformats.org/drawingml/2006/main">
              <a:ext uri="{FF2B5EF4-FFF2-40B4-BE49-F238E27FC236}">
                <a16:creationId xmlns:a16="http://schemas.microsoft.com/office/drawing/2014/main" id="{528B83A0-CA08-455F-B973-85ECFA3D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434" y="6166153"/>
            <a:ext cx="62322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4244B0E4-6232-4F36-8D48-E45D6E8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1434" y="6166153"/>
            <a:ext cx="62322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1FD5E0B6-7981-4705-9CAF-E9F8DA82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4620" y="3943980"/>
            <a:ext cx="486891" cy="42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3" name="">
            <a:extLst xmlns:a="http://schemas.openxmlformats.org/drawingml/2006/main">
              <a:ext uri="{FF2B5EF4-FFF2-40B4-BE49-F238E27FC236}">
                <a16:creationId xmlns:a16="http://schemas.microsoft.com/office/drawing/2014/main" id="{E2642C91-E2B5-4E1D-A103-731C649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4620" y="3943980"/>
            <a:ext cx="486891" cy="428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84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C6998543-A2B5-4486-8A4E-1C9DF54D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206" y="2389044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D46260FD-AA10-4A8A-AFE4-23DA6656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060" y="2447471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816" name="">
            <a:extLst xmlns:a="http://schemas.openxmlformats.org/drawingml/2006/main">
              <a:ext uri="{FF2B5EF4-FFF2-40B4-BE49-F238E27FC236}">
                <a16:creationId xmlns:a16="http://schemas.microsoft.com/office/drawing/2014/main" id="{8F20C6CB-0AFC-412A-A65B-CDFA86AE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989" y="4611216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425AD720-1580-41A7-9D74-3595A8FB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43" y="4669643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每模块8卡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6DF9898A-09BC-467C-81CF-47BF353A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30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BE074C4C-D293-4974-A2E1-60C4E94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584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= 2？</a:t>
            </a:r>
          </a:p>
        </p:txBody>
      </p: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5DA494B0-E875-42E1-9CDD-8B81C3E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E048DFFA-ED0E-4526-A3E4-283F8EF3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79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822" name="">
            <a:extLst xmlns:a="http://schemas.openxmlformats.org/drawingml/2006/main">
              <a:ext uri="{FF2B5EF4-FFF2-40B4-BE49-F238E27FC236}">
                <a16:creationId xmlns:a16="http://schemas.microsoft.com/office/drawing/2014/main" id="{F06AADED-3F5A-4814-8D9F-ABC17B81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973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C0E1E3DB-B37F-46E4-A377-F840644C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584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PipeLineMeshNHRNHR</a:t>
            </a:r>
          </a:p>
        </p:txBody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EB672963-47A6-4DFF-907D-A5517A2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989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5" name="">
            <a:extLst xmlns:a="http://schemas.openxmlformats.org/drawingml/2006/main">
              <a:ext uri="{FF2B5EF4-FFF2-40B4-BE49-F238E27FC236}">
                <a16:creationId xmlns:a16="http://schemas.microsoft.com/office/drawing/2014/main" id="{EE9C5DB7-5F00-4DB8-BE4A-4082410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843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逻辑3层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5FE068C9-1785-463E-9532-3ED796B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835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34A771A5-0FED-4C3F-A154-11D5EF4E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689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ParallelNHRNHR</a:t>
            </a:r>
          </a:p>
        </p:txBody>
      </p:sp>
      <p:sp>
        <p:nvSpPr>
          <p:cNvPr id="828" name="">
            <a:extLst xmlns:a="http://schemas.openxmlformats.org/drawingml/2006/main">
              <a:ext uri="{FF2B5EF4-FFF2-40B4-BE49-F238E27FC236}">
                <a16:creationId xmlns:a16="http://schemas.microsoft.com/office/drawing/2014/main" id="{19CE7716-4142-4ED4-842B-DAA40A3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4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1C03EA81-849C-4C2F-A6DB-9406F676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793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需退化为单级 NHR</a:t>
            </a:r>
          </a:p>
        </p:txBody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CBE81270-B49D-4CBB-A5A9-B0E7EC6D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835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A86F61C5-C4C7-4799-9116-825461F5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689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B218A855-C474-4E92-BA58-09A4AD60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40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E2DEF009-2DC9-4E82-B071-0D27843A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79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Level0Nhr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代码中的退化标记</a:t>
            </a:r>
          </a:p>
        </p:txBody>
      </p:sp>
      <p:sp>
        <p:nvSpPr>
          <p:cNvPr id="834" name="">
            <a:extLst xmlns:a="http://schemas.openxmlformats.org/drawingml/2006/main">
              <a:ext uri="{FF2B5EF4-FFF2-40B4-BE49-F238E27FC236}">
                <a16:creationId xmlns:a16="http://schemas.microsoft.com/office/drawing/2014/main" id="{7785BD61-7539-4E8D-8180-30DBAC37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835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65111D9A-C014-4931-A5C9-F14B5DFF0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689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F8C70EB8-A8CC-4324-A986-2762F898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940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7" name="">
            <a:extLst xmlns:a="http://schemas.openxmlformats.org/drawingml/2006/main">
              <a:ext uri="{FF2B5EF4-FFF2-40B4-BE49-F238E27FC236}">
                <a16:creationId xmlns:a16="http://schemas.microsoft.com/office/drawing/2014/main" id="{18D1F2B1-B9CE-47F8-970C-F52169E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8793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99298652-BBE0-4D3A-A337-93F1B66C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337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A314503A-70D4-44C4-96CE-2EDCB318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191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40" name="">
            <a:extLst xmlns:a="http://schemas.openxmlformats.org/drawingml/2006/main">
              <a:ext uri="{FF2B5EF4-FFF2-40B4-BE49-F238E27FC236}">
                <a16:creationId xmlns:a16="http://schemas.microsoft.com/office/drawing/2014/main" id="{A6A71DC5-7359-412F-A96E-1F802D4A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2442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97659AC4-284F-4484-939F-383DC918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9296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75A45224-21FF-4482-9E54-CADEF33E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337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3" name="">
            <a:extLst xmlns:a="http://schemas.openxmlformats.org/drawingml/2006/main">
              <a:ext uri="{FF2B5EF4-FFF2-40B4-BE49-F238E27FC236}">
                <a16:creationId xmlns:a16="http://schemas.microsoft.com/office/drawing/2014/main" id="{19BE45A5-3CE5-42E0-BDAF-223DBFDA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8191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≥ 3？</a:t>
            </a:r>
          </a:p>
        </p:txBody>
      </p: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07470EFE-1171-4359-A97C-387AFFF1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672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DC897843-E330-421A-B555-CB2C737F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526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846" name="">
            <a:extLst xmlns:a="http://schemas.openxmlformats.org/drawingml/2006/main">
              <a:ext uri="{FF2B5EF4-FFF2-40B4-BE49-F238E27FC236}">
                <a16:creationId xmlns:a16="http://schemas.microsoft.com/office/drawing/2014/main" id="{595277D9-8CA2-4C8D-AAF0-EDCD17C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567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4115DE23-04BF-4713-A59E-C9FDE949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7421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20181A3F-4A74-4163-96D1-425BF115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672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58D4C6E6-8854-4726-BF7C-8B589502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526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D884ED9F-F8E4-4874-B433-41BD952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777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8D78C7C6-AE99-46BE-9CC4-D4A96BE7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631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≥ 1GiB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 P ≥ 1024？</a:t>
            </a:r>
          </a:p>
        </p:txBody>
      </p:sp>
      <p:sp>
        <p:nvSpPr>
          <p:cNvPr id="852" name="">
            <a:extLst xmlns:a="http://schemas.openxmlformats.org/drawingml/2006/main">
              <a:ext uri="{FF2B5EF4-FFF2-40B4-BE49-F238E27FC236}">
                <a16:creationId xmlns:a16="http://schemas.microsoft.com/office/drawing/2014/main" id="{F88BD764-5BBB-44BB-A635-9F2652C1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2777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6F9E2ADB-6559-47DA-B063-8BB3E01C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631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6E21DD14-825F-4242-B35B-1269E95B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3882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5" name="">
            <a:extLst xmlns:a="http://schemas.openxmlformats.org/drawingml/2006/main">
              <a:ext uri="{FF2B5EF4-FFF2-40B4-BE49-F238E27FC236}">
                <a16:creationId xmlns:a16="http://schemas.microsoft.com/office/drawing/2014/main" id="{1B5B2BA7-3C37-414A-9359-CEB1309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736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1MiB？</a:t>
            </a:r>
          </a:p>
        </p:txBody>
      </p: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F8ACFA9A-02A1-487D-9E74-9D7B35FC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3380" y="2460648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C3F7114B-43B4-4932-AD2C-78345BBC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0234" y="2466490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4GiB？</a:t>
            </a:r>
          </a:p>
        </p:txBody>
      </p:sp>
      <p:sp>
        <p:nvSpPr>
          <p:cNvPr id="858" name="">
            <a:extLst xmlns:a="http://schemas.openxmlformats.org/drawingml/2006/main">
              <a:ext uri="{FF2B5EF4-FFF2-40B4-BE49-F238E27FC236}">
                <a16:creationId xmlns:a16="http://schemas.microsoft.com/office/drawing/2014/main" id="{26809138-C032-4BB2-AB17-FF64F0B9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2827" y="2682826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5C3CAE8B-C796-4FCE-A4B4-80D3730A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9681" y="2688669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9A9BA462-50B8-450D-945E-42E50CE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93932" y="2682826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1" name="">
            <a:extLst xmlns:a="http://schemas.openxmlformats.org/drawingml/2006/main">
              <a:ext uri="{FF2B5EF4-FFF2-40B4-BE49-F238E27FC236}">
                <a16:creationId xmlns:a16="http://schemas.microsoft.com/office/drawing/2014/main" id="{9495EB59-22B8-4A9C-AA6B-588F818A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10786" y="2688669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4469477C-3507-47E1-8183-2865C62D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4485" y="2460648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EE86F729-F2AD-4441-8A62-A11F19AE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1339" y="2466490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864" name="">
            <a:extLst xmlns:a="http://schemas.openxmlformats.org/drawingml/2006/main">
              <a:ext uri="{FF2B5EF4-FFF2-40B4-BE49-F238E27FC236}">
                <a16:creationId xmlns:a16="http://schemas.microsoft.com/office/drawing/2014/main" id="{5533B49F-0B11-4893-AB98-1F864185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2442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722738A8-2676-4D82-A729-DCDD9593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99296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A34BD936-95B4-4DFD-8988-3ED2769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3546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20755765-F643-4EAF-867A-96DFA319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0400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16A4CCAA-7302-4F51-8327-809FD12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1385" y="4611216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DAD305D2-BA7D-4280-8DEA-A5188173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239" y="4669643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870" name="">
            <a:extLst xmlns:a="http://schemas.openxmlformats.org/drawingml/2006/main">
              <a:ext uri="{FF2B5EF4-FFF2-40B4-BE49-F238E27FC236}">
                <a16:creationId xmlns:a16="http://schemas.microsoft.com/office/drawing/2014/main" id="{63CFE5E0-2F39-43BC-822D-493B8886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0280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ED457B37-B974-4449-865F-094F6DC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7134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路径条件？</a:t>
            </a:r>
          </a:p>
        </p:txBody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8C4ED43E-606A-49C6-AFE3-B1AAD421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79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3" name="">
            <a:extLst xmlns:a="http://schemas.openxmlformats.org/drawingml/2006/main">
              <a:ext uri="{FF2B5EF4-FFF2-40B4-BE49-F238E27FC236}">
                <a16:creationId xmlns:a16="http://schemas.microsoft.com/office/drawing/2014/main" id="{DA42CAAD-70FD-4087-BCE5-E6B240C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644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1GiB？</a:t>
            </a:r>
          </a:p>
        </p:txBody>
      </p: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03362079-6CD8-4C04-856F-1ED202C5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3044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4644EF18-C4E8-4511-96C5-DCE5AA31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898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876" name="">
            <a:extLst xmlns:a="http://schemas.openxmlformats.org/drawingml/2006/main">
              <a:ext uri="{FF2B5EF4-FFF2-40B4-BE49-F238E27FC236}">
                <a16:creationId xmlns:a16="http://schemas.microsoft.com/office/drawing/2014/main" id="{BCE7987E-01D6-4C54-B636-24DBF8B3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4149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D0F9C71E-5977-4E61-AAE2-08BD86AE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100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= 2 且 S ≥ 4MiB？</a:t>
            </a:r>
          </a:p>
        </p:txBody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A967AE5F-8149-46AF-A5D7-47FD9956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3044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79" name="">
            <a:extLst xmlns:a="http://schemas.openxmlformats.org/drawingml/2006/main">
              <a:ext uri="{FF2B5EF4-FFF2-40B4-BE49-F238E27FC236}">
                <a16:creationId xmlns:a16="http://schemas.microsoft.com/office/drawing/2014/main" id="{8C77A8CF-D17B-45B0-B2D7-5C7CA1AB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9898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01701486-D370-4FEB-8452-C1678549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4149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BA83F76D-63CB-4D8C-80FC-F16E5C0B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1003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882" name="">
            <a:extLst xmlns:a="http://schemas.openxmlformats.org/drawingml/2006/main">
              <a:ext uri="{FF2B5EF4-FFF2-40B4-BE49-F238E27FC236}">
                <a16:creationId xmlns:a16="http://schemas.microsoft.com/office/drawing/2014/main" id="{066BF002-AFEA-4970-AA87-9C73A69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9895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DE91E6A4-A490-4F6B-AC30-CF35C1D6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6748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128E1154-1348-475F-8278-D45F65D2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1385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5" name="">
            <a:extLst xmlns:a="http://schemas.openxmlformats.org/drawingml/2006/main">
              <a:ext uri="{FF2B5EF4-FFF2-40B4-BE49-F238E27FC236}">
                <a16:creationId xmlns:a16="http://schemas.microsoft.com/office/drawing/2014/main" id="{376E71DF-877C-48A9-80D2-19E00A07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8239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AEF95975-D253-4F43-9072-863B0776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490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5BD7E867-AA79-4C3B-A873-1ADB1C6B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344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888" name="">
            <a:extLst xmlns:a="http://schemas.openxmlformats.org/drawingml/2006/main">
              <a:ext uri="{FF2B5EF4-FFF2-40B4-BE49-F238E27FC236}">
                <a16:creationId xmlns:a16="http://schemas.microsoft.com/office/drawing/2014/main" id="{265C81DC-AA4C-40CA-9C65-8F0B78D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490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E4010B41-CD83-4700-92D4-BC332599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9344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8FF2E302-1A00-4A13-8833-8B95544E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5254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6FE8BE76-1338-474C-9E4B-6E41DC34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2108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624AE344-6F02-4138-9C1A-14A4D96F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359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C6FC61F9-8570-4C12-9353-CC6102E8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21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4MiB？</a:t>
            </a:r>
          </a:p>
        </p:txBody>
      </p:sp>
      <p:sp>
        <p:nvSpPr>
          <p:cNvPr id="894" name="">
            <a:extLst xmlns:a="http://schemas.openxmlformats.org/drawingml/2006/main">
              <a:ext uri="{FF2B5EF4-FFF2-40B4-BE49-F238E27FC236}">
                <a16:creationId xmlns:a16="http://schemas.microsoft.com/office/drawing/2014/main" id="{E5D0B552-F22E-46B3-B95C-F17A26B6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5254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38B1A794-D21C-4B82-8698-69A63A19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2108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D538ADD7-3248-4542-BD50-FCAB6D7B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6359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7" name="">
            <a:extLst xmlns:a="http://schemas.openxmlformats.org/drawingml/2006/main">
              <a:ext uri="{FF2B5EF4-FFF2-40B4-BE49-F238E27FC236}">
                <a16:creationId xmlns:a16="http://schemas.microsoft.com/office/drawing/2014/main" id="{D4C5D282-4F0A-408F-B569-14A9214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213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06F53AD9-53D3-497D-ADCD-D5F6244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9054002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59678A42-7C34-4FBC-B3F4-39C312CD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318" y="9112429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组规模信息查询成功？</a:t>
            </a:r>
          </a:p>
        </p:txBody>
      </p:sp>
      <p:sp>
        <p:nvSpPr>
          <p:cNvPr id="900" name="">
            <a:extLst xmlns:a="http://schemas.openxmlformats.org/drawingml/2006/main">
              <a:ext uri="{FF2B5EF4-FFF2-40B4-BE49-F238E27FC236}">
                <a16:creationId xmlns:a16="http://schemas.microsoft.com/office/drawing/2014/main" id="{88FB831A-F8C2-48AE-A934-C2E686E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46E3766C-0384-4136-B612-7721F2C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318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与 Mesh 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E4D44185-B8E3-4E7F-A176-9295A75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7464" y="13497567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3" name="">
            <a:extLst xmlns:a="http://schemas.openxmlformats.org/drawingml/2006/main">
              <a:ext uri="{FF2B5EF4-FFF2-40B4-BE49-F238E27FC236}">
                <a16:creationId xmlns:a16="http://schemas.microsoft.com/office/drawing/2014/main" id="{96E64020-140E-40F4-9AA7-71C5BFC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34318" y="13555994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≤ 4？</a:t>
            </a:r>
          </a:p>
        </p:txBody>
      </p: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0D49D269-430E-46A7-9029-B0EC19DA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779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AF9DBF96-1584-45EF-AC5D-33DA0240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633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512KiB？</a:t>
            </a:r>
          </a:p>
        </p:txBody>
      </p:sp>
      <p:sp>
        <p:nvSpPr>
          <p:cNvPr id="906" name="">
            <a:extLst xmlns:a="http://schemas.openxmlformats.org/drawingml/2006/main">
              <a:ext uri="{FF2B5EF4-FFF2-40B4-BE49-F238E27FC236}">
                <a16:creationId xmlns:a16="http://schemas.microsoft.com/office/drawing/2014/main" id="{40564F8E-0135-4227-905A-7D3A0D52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74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287CFAF3-1FFE-40BE-AFCC-49754147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9528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2EDB6CE4-06AD-4E2A-9015-57E856A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779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09" name="">
            <a:extLst xmlns:a="http://schemas.openxmlformats.org/drawingml/2006/main">
              <a:ext uri="{FF2B5EF4-FFF2-40B4-BE49-F238E27FC236}">
                <a16:creationId xmlns:a16="http://schemas.microsoft.com/office/drawing/2014/main" id="{2E56716D-CA26-4B9E-92DB-74C910D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633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E80AB666-2746-4F05-A5F9-FD0CE705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4884" y="15719350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FFBBF6BD-A01D-40DF-97BF-0F304BC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38" y="15777777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组是 Mesh 组的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较大整倍数？</a:t>
            </a:r>
          </a:p>
        </p:txBody>
      </p:sp>
      <p:sp>
        <p:nvSpPr>
          <p:cNvPr id="912" name="">
            <a:extLst xmlns:a="http://schemas.openxmlformats.org/drawingml/2006/main">
              <a:ext uri="{FF2B5EF4-FFF2-40B4-BE49-F238E27FC236}">
                <a16:creationId xmlns:a16="http://schemas.microsoft.com/office/drawing/2014/main" id="{2BC6712E-695A-4CF9-BBB9-0386FD6A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4884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97004756-DC31-4C19-8DC4-440D930C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38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512KiB？</a:t>
            </a:r>
          </a:p>
        </p:txBody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1DA0FBBA-AAD8-444B-8050-0607753F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4331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5" name="">
            <a:extLst xmlns:a="http://schemas.openxmlformats.org/drawingml/2006/main">
              <a:ext uri="{FF2B5EF4-FFF2-40B4-BE49-F238E27FC236}">
                <a16:creationId xmlns:a16="http://schemas.microsoft.com/office/drawing/2014/main" id="{003A2FDB-B97F-4C84-88BD-F6C3B28D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1185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4MiB？</a:t>
            </a:r>
          </a:p>
        </p:txBody>
      </p: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2C80D62B-560C-4B0B-87F5-05AA710A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779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ED5FA39C-CD37-4270-88E9-BAAA4027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0633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918" name="">
            <a:extLst xmlns:a="http://schemas.openxmlformats.org/drawingml/2006/main">
              <a:ext uri="{FF2B5EF4-FFF2-40B4-BE49-F238E27FC236}">
                <a16:creationId xmlns:a16="http://schemas.microsoft.com/office/drawing/2014/main" id="{8AF899F7-5B54-41BD-912D-E280652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4884" y="22384698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690D102F-BDFA-4B3C-90D2-140F4946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61738" y="22443125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951A92A5-A2A0-4837-A5D0-55D95CD7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5436" y="2016291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B7DD97AC-DADA-40EB-92E5-FD10D05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2290" y="2022134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B7C47228-3836-45B0-B955-082EF5E9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05989" y="17941133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F226F4F1-F3DF-4232-8B56-EEF1812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2843" y="17999560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924" name="">
            <a:extLst xmlns:a="http://schemas.openxmlformats.org/drawingml/2006/main">
              <a:ext uri="{FF2B5EF4-FFF2-40B4-BE49-F238E27FC236}">
                <a16:creationId xmlns:a16="http://schemas.microsoft.com/office/drawing/2014/main" id="{DE3909DB-0421-46CA-A6E8-CCB38D1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78569" y="11275785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58F556C1-B1A1-49EB-B2D2-B2D1B7B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5423" y="11334212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2684FE54-B5DB-448E-A930-0D1C7FEC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73595" y="6831441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7" name="">
            <a:extLst xmlns:a="http://schemas.openxmlformats.org/drawingml/2006/main">
              <a:ext uri="{FF2B5EF4-FFF2-40B4-BE49-F238E27FC236}">
                <a16:creationId xmlns:a16="http://schemas.microsoft.com/office/drawing/2014/main" id="{6C450908-5DE4-4B8E-A3F2-56A9EB54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0449" y="6889868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CC3A0EA9-2767-43C1-AB06-32859672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206" y="427846"/>
            <a:ext cx="3985386" cy="1318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03D29A9E-49DD-4D1C-BBA5-12BB89B7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060" y="486273"/>
            <a:ext cx="3751678" cy="120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AllGather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23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AicpuAllGather</a:t>
            </a:r>
          </a:p>
        </p:txBody>
      </p:sp>
    </p:spTree>
    <p:extLst>
      <p:ext uri="{BB962C8B-B14F-4D97-AF65-F5344CB8AC3E}">
        <p14:creationId xmlns:p14="http://schemas.microsoft.com/office/powerpoint/2010/main" val="1744179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2" name="">
            <a:extLst xmlns:a="http://schemas.openxmlformats.org/drawingml/2006/main">
              <a:ext uri="{FF2B5EF4-FFF2-40B4-BE49-F238E27FC236}">
                <a16:creationId xmlns:a16="http://schemas.microsoft.com/office/drawing/2014/main" id="{7FAA761E-0EF6-4BCC-9353-F9955FD6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6702" y="55293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6F59C-9211-4705-8B1F-2302AB9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580" y="57675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4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8506675" y="5529402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3EBC9-0B23-4541-89D3-F53B966C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580" y="57675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98C4F-E208-4710-9709-A659FBED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704" y="60423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7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033799" y="5767581"/>
            <a:ext cx="472781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943F8-CCDE-45DD-9BA3-BEB99DB6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704" y="60423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3BFE0-F83E-4444-A819-4D0D3166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91" y="62862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0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13786" y="6042359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578DE-8D2B-422B-92A0-8146479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3691" y="62862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3C063-A142-4D81-86B5-A898E4D7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506" y="63515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7502601" y="6286308"/>
            <a:ext cx="111090" cy="652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39987-A027-44A3-AB9A-0DFAAE7E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5293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86741-D716-4399-8863-15B96852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951008" y="5529450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261E2-39D5-4BDD-A549-41D437CB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2479F-D4F6-417D-94A6-8DDEBD9B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951008" y="574743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C154C-1895-42BB-A269-024E5406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FB7C3-C5CF-4823-BC21-56FF392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2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951008" y="5995889"/>
            <a:ext cx="0" cy="227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893E3-5E73-4B42-AAE4-91BCA230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6BDC9-F9DE-402E-B6B9-EAE07C8A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960" y="63551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5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951008" y="6223250"/>
            <a:ext cx="0" cy="131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F6D76-1D97-41D5-8119-9885AC15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204" y="3472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0D6628-3F52-47BF-B57C-FF3B4DC2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801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8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10966849" y="3472570"/>
            <a:ext cx="194403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DB733-C151-49E1-A546-2264FA67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801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C28E46-BC33-49E8-87CA-38AED0C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920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1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10743968" y="3700651"/>
            <a:ext cx="222881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977BF8-D933-4767-BF9A-C6BC94A2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3920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2E5ED-C112-4F3F-9321-2E60E289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866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4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542914" y="3962269"/>
            <a:ext cx="201054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C7CDE1-EEB7-4990-94D5-F27DBA5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2866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74E142-44EC-4BEF-9735-ECBA979E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113" y="42978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7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10458161" y="4198103"/>
            <a:ext cx="84753" cy="99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056A4E-88B6-489B-B75F-9614EEBD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492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0703E5-29D3-4CE5-AC6E-DFE604A7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370" y="7824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0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11985465" y="7586282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6A84B4-A120-4306-A753-E7AAB0B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370" y="78244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100B3D-4190-4AB3-808D-552D366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494" y="8099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3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11512589" y="7824460"/>
            <a:ext cx="472781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11EAD5-D5D2-4426-A566-52439855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2494" y="8099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D7EF1D-5503-46B8-9E5F-DF2D79C7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481" y="83431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6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11092576" y="8099240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A9343B-F896-45BF-9D5A-231807BA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2481" y="83431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0D251A-F6D4-4E88-A325-61EC003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1296" y="840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9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10981391" y="8343188"/>
            <a:ext cx="111090" cy="638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3FAC5B-D8E3-43EE-9AC2-C7EE589D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9499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BC03B1-73C8-4A54-827D-CA2D5A8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77" y="11938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2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5539472" y="11700041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9B871A-8336-4994-AF5C-456C74E0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77" y="11938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67715E-BF69-4759-BE5A-5948DCF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500" y="12212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5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5066595" y="11938219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D7FAA8-2EBF-463D-B37F-90B0D278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6500" y="12212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0E00C1-EC91-414D-8C2C-78F350BA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487" y="124568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8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4646582" y="12212999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322BFE-5CF7-4368-9803-52C5D2D0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487" y="124568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D47F5A-60A9-48D4-8E23-AE3E7500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303" y="125214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1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4535398" y="12456947"/>
            <a:ext cx="111089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FF4875-0FCF-4C28-911F-5DF9AA5D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F21F61-FDF6-4F5C-82B6-8B6B425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1917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4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6983805" y="11700088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07804D-7870-492A-89E7-FDF65CA9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1917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A1EA63-9D5C-4593-9DC9-E271BC27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1664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7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6983805" y="11918073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909773-1C98-4CF7-9AE4-0EC0635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1664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CA3337-5D4F-432F-A765-F14362C7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393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0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6983805" y="1216652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BE2F9A-7503-45FA-A704-CA829E43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393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901E7F-F34D-4EF3-9B7E-809301F7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3757" y="12525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3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6983805" y="12393888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56F2097-F8D1-443A-AA5D-B388C415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9153" y="95974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DDE504-C257-43CF-BECA-21313E03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771" y="9620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6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11730866" y="9597545"/>
            <a:ext cx="68287" cy="232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11B34E-D904-43A4-B859-A60ECCF9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771" y="96207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EE744E-1F5F-4B60-BB08-F654F76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355" y="9634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9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11690450" y="9620804"/>
            <a:ext cx="40321" cy="137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9A81BCA-5F39-4904-B669-1F088A4E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355" y="9634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2506C6F-B7D7-4586-AEB7-0010B39C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105" y="10124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2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0075200" y="9634507"/>
            <a:ext cx="1615155" cy="4904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63B9E2-6907-4FFE-9DE4-13E42E68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105" y="101248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3A8298-275B-476C-BD45-10286A32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105309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5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8737060" y="10124927"/>
            <a:ext cx="1338045" cy="4060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0131E7C-D6B1-4952-AF28-01293803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105309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CCC8D0-6714-45DF-8D03-ACB308EF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742" y="105675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8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8616837" y="10530966"/>
            <a:ext cx="120128" cy="366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A65D916-385C-4944-87E2-11D0C04F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7604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DC4A7F-9667-46CE-A5DD-F1A2F901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748" y="119361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1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12200843" y="11700041"/>
            <a:ext cx="346761" cy="2361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D5D2A83-626E-46C2-95EB-2D38EAF4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0748" y="119361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A47AFE-4FEE-4F3C-8FEC-BF3AAF10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70" y="12208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4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1801465" y="11936236"/>
            <a:ext cx="399283" cy="272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C3A4206-C0B7-4099-9665-3868D465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370" y="122082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83F599F-654F-4DA7-BF21-76F5584E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76" y="124505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7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1445571" y="12208311"/>
            <a:ext cx="355799" cy="242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77F8856-06E0-4FD7-BF4E-28E39C57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476" y="124505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56401AD-91D9-4801-B2FF-F835DED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453" y="125214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0" name=""/>
          <p:cNvCxnSpPr>
            <a:stCxn xmlns:a="http://schemas.openxmlformats.org/drawingml/2006/main" id="97" idx="1"/>
            <a:endCxn xmlns:a="http://schemas.openxmlformats.org/drawingml/2006/main" id="98" idx="3"/>
          </p:cNvCxnSpPr>
          <p:nvPr/>
        </p:nvCxnSpPr>
        <p:spPr>
          <a:xfrm xmlns:a="http://schemas.openxmlformats.org/drawingml/2006/main" flipH="1">
            <a:off x="11341548" y="12450636"/>
            <a:ext cx="103928" cy="708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37521A-D405-42A8-8369-2E434A1A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79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D123541-6F85-4526-AE8F-6E6575D5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3995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3" name=""/>
          <p:cNvCxnSpPr>
            <a:stCxn xmlns:a="http://schemas.openxmlformats.org/drawingml/2006/main" id="100" idx="1"/>
            <a:endCxn xmlns:a="http://schemas.openxmlformats.org/drawingml/2006/main" id="101" idx="3"/>
          </p:cNvCxnSpPr>
          <p:nvPr/>
        </p:nvCxnSpPr>
        <p:spPr>
          <a:xfrm xmlns:a="http://schemas.openxmlformats.org/drawingml/2006/main" flipH="1">
            <a:off x="12497052" y="13756921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A6DA5E-61B9-4FA1-90D0-55678DE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3995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DB5C8C7-7BD8-4594-99FB-9E4AD645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4269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6" name=""/>
          <p:cNvCxnSpPr>
            <a:stCxn xmlns:a="http://schemas.openxmlformats.org/drawingml/2006/main" id="103" idx="1"/>
            <a:endCxn xmlns:a="http://schemas.openxmlformats.org/drawingml/2006/main" id="104" idx="3"/>
          </p:cNvCxnSpPr>
          <p:nvPr/>
        </p:nvCxnSpPr>
        <p:spPr>
          <a:xfrm xmlns:a="http://schemas.openxmlformats.org/drawingml/2006/main" flipH="1">
            <a:off x="12024175" y="13995099"/>
            <a:ext cx="472782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A1D671-B670-4A96-9247-EFB38DDF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42698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4316CC7-DD8F-41A9-A69D-35B60539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4513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29" name=""/>
          <p:cNvCxnSpPr>
            <a:stCxn xmlns:a="http://schemas.openxmlformats.org/drawingml/2006/main" id="106" idx="1"/>
            <a:endCxn xmlns:a="http://schemas.openxmlformats.org/drawingml/2006/main" id="107" idx="3"/>
          </p:cNvCxnSpPr>
          <p:nvPr/>
        </p:nvCxnSpPr>
        <p:spPr>
          <a:xfrm xmlns:a="http://schemas.openxmlformats.org/drawingml/2006/main" flipH="1">
            <a:off x="11604163" y="14269878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530D81-FCEC-4EF9-9574-A93B3FC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4513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9A1C6F1-E939-4890-A8B2-ABA1E55B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883" y="145783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2" name=""/>
          <p:cNvCxnSpPr>
            <a:stCxn xmlns:a="http://schemas.openxmlformats.org/drawingml/2006/main" id="109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>
            <a:off x="11492978" y="14513826"/>
            <a:ext cx="111090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6FFB1B0-E47D-4F44-98D2-FDA7AB52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7079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8E15A4D-FD19-45A0-A6AE-1A9B8AF1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5" name=""/>
          <p:cNvCxnSpPr>
            <a:stCxn xmlns:a="http://schemas.openxmlformats.org/drawingml/2006/main" id="112" idx="1"/>
            <a:endCxn xmlns:a="http://schemas.openxmlformats.org/drawingml/2006/main" id="113" idx="3"/>
          </p:cNvCxnSpPr>
          <p:nvPr/>
        </p:nvCxnSpPr>
        <p:spPr>
          <a:xfrm xmlns:a="http://schemas.openxmlformats.org/drawingml/2006/main" flipH="1">
            <a:off x="12497052" y="15813800"/>
            <a:ext cx="410027" cy="238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94C4BB8-48CE-478B-8932-C00539B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957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DC147E-476E-4132-BD48-7CBCC843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8" name=""/>
          <p:cNvCxnSpPr>
            <a:stCxn xmlns:a="http://schemas.openxmlformats.org/drawingml/2006/main" id="115" idx="1"/>
            <a:endCxn xmlns:a="http://schemas.openxmlformats.org/drawingml/2006/main" id="116" idx="3"/>
          </p:cNvCxnSpPr>
          <p:nvPr/>
        </p:nvCxnSpPr>
        <p:spPr>
          <a:xfrm xmlns:a="http://schemas.openxmlformats.org/drawingml/2006/main" flipH="1">
            <a:off x="12024175" y="16051979"/>
            <a:ext cx="472782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61DBF3E-10EC-41FB-B6E5-3B10C663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4080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AAF8F03-5647-4B7A-991A-B5FBF903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1" name=""/>
          <p:cNvCxnSpPr>
            <a:stCxn xmlns:a="http://schemas.openxmlformats.org/drawingml/2006/main" id="118" idx="1"/>
            <a:endCxn xmlns:a="http://schemas.openxmlformats.org/drawingml/2006/main" id="119" idx="3"/>
          </p:cNvCxnSpPr>
          <p:nvPr/>
        </p:nvCxnSpPr>
        <p:spPr>
          <a:xfrm xmlns:a="http://schemas.openxmlformats.org/drawingml/2006/main" flipH="1">
            <a:off x="11604163" y="16326758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CB6D60-B5B7-472A-BB27-AE3A591C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4068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A54ACD2-3724-4371-8ED9-F40B47E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2883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4" name=""/>
          <p:cNvCxnSpPr>
            <a:stCxn xmlns:a="http://schemas.openxmlformats.org/drawingml/2006/main" id="121" idx="1"/>
            <a:endCxn xmlns:a="http://schemas.openxmlformats.org/drawingml/2006/main" id="122" idx="3"/>
          </p:cNvCxnSpPr>
          <p:nvPr/>
        </p:nvCxnSpPr>
        <p:spPr>
          <a:xfrm xmlns:a="http://schemas.openxmlformats.org/drawingml/2006/main" flipH="1">
            <a:off x="11492978" y="16570706"/>
            <a:ext cx="111090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F16812C-352F-4650-B7B2-F4A4BA7B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003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37DA77-B4EE-491D-803F-922D399A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88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7" name=""/>
          <p:cNvCxnSpPr>
            <a:stCxn xmlns:a="http://schemas.openxmlformats.org/drawingml/2006/main" id="124" idx="1"/>
            <a:endCxn xmlns:a="http://schemas.openxmlformats.org/drawingml/2006/main" id="125" idx="3"/>
          </p:cNvCxnSpPr>
          <p:nvPr/>
        </p:nvCxnSpPr>
        <p:spPr>
          <a:xfrm xmlns:a="http://schemas.openxmlformats.org/drawingml/2006/main" flipH="1">
            <a:off x="4089976" y="21984439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600FB0E-52C8-4D60-9915-CFC7F7BC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88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A33AF0D-D223-467B-8B22-F079038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004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0" name=""/>
          <p:cNvCxnSpPr>
            <a:stCxn xmlns:a="http://schemas.openxmlformats.org/drawingml/2006/main" id="127" idx="1"/>
            <a:endCxn xmlns:a="http://schemas.openxmlformats.org/drawingml/2006/main" id="128" idx="3"/>
          </p:cNvCxnSpPr>
          <p:nvPr/>
        </p:nvCxnSpPr>
        <p:spPr>
          <a:xfrm xmlns:a="http://schemas.openxmlformats.org/drawingml/2006/main" flipH="1">
            <a:off x="3617099" y="22222617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4D8F0EE-9805-4C97-9F6E-60FC13C1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7004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63F8F96-9512-446A-A134-6FA4DBFF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992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3" name=""/>
          <p:cNvCxnSpPr>
            <a:stCxn xmlns:a="http://schemas.openxmlformats.org/drawingml/2006/main" id="130" idx="1"/>
            <a:endCxn xmlns:a="http://schemas.openxmlformats.org/drawingml/2006/main" id="131" idx="3"/>
          </p:cNvCxnSpPr>
          <p:nvPr/>
        </p:nvCxnSpPr>
        <p:spPr>
          <a:xfrm xmlns:a="http://schemas.openxmlformats.org/drawingml/2006/main" flipH="1">
            <a:off x="3197087" y="22497397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A20E369-9549-4005-9C20-A441653D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992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DA40EB40-F128-41A3-8C54-B5654535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807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6" name=""/>
          <p:cNvCxnSpPr>
            <a:stCxn xmlns:a="http://schemas.openxmlformats.org/drawingml/2006/main" id="133" idx="1"/>
            <a:endCxn xmlns:a="http://schemas.openxmlformats.org/drawingml/2006/main" id="134" idx="3"/>
          </p:cNvCxnSpPr>
          <p:nvPr/>
        </p:nvCxnSpPr>
        <p:spPr>
          <a:xfrm xmlns:a="http://schemas.openxmlformats.org/drawingml/2006/main" flipH="1">
            <a:off x="3085902" y="22741345"/>
            <a:ext cx="111090" cy="645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6179119-1F87-4F37-B535-2E65996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3E6CCE1-75C3-449D-BD0E-49B4FC4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9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5534309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B9A6954-970C-4E27-97CB-0AE60587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8E73D60-63E4-4999-8D77-ABC7FC93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2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5534309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2E8990D-B366-4B78-A539-69BA810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AE62431-A53D-4179-8DCF-7CFDAA20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5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5534309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91F9F56-53C0-4A10-A83E-B0F66470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5929A7F-B80E-4AF3-9C18-D1616605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261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68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5534309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8010460-88F3-4D1E-A1CC-0062271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793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9A88EB8-14E9-4E39-8805-7366863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671" y="20165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1" name=""/>
          <p:cNvCxnSpPr>
            <a:stCxn xmlns:a="http://schemas.openxmlformats.org/drawingml/2006/main" id="148" idx="1"/>
            <a:endCxn xmlns:a="http://schemas.openxmlformats.org/drawingml/2006/main" id="149" idx="3"/>
          </p:cNvCxnSpPr>
          <p:nvPr/>
        </p:nvCxnSpPr>
        <p:spPr>
          <a:xfrm xmlns:a="http://schemas.openxmlformats.org/drawingml/2006/main" flipH="1">
            <a:off x="7568766" y="19927559"/>
            <a:ext cx="410027" cy="238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2C5F381-BFC4-4019-B4EB-1C5D0B74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8671" y="20165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AABD301-AA7F-4FE5-BB83-28F36C7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94" y="204404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4" name=""/>
          <p:cNvCxnSpPr>
            <a:stCxn xmlns:a="http://schemas.openxmlformats.org/drawingml/2006/main" id="151" idx="1"/>
            <a:endCxn xmlns:a="http://schemas.openxmlformats.org/drawingml/2006/main" id="152" idx="3"/>
          </p:cNvCxnSpPr>
          <p:nvPr/>
        </p:nvCxnSpPr>
        <p:spPr>
          <a:xfrm xmlns:a="http://schemas.openxmlformats.org/drawingml/2006/main" flipH="1">
            <a:off x="7095889" y="20165738"/>
            <a:ext cx="472782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3046194-3E19-46DD-955C-E3F35D7D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94" y="204404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0B3EEE7-C644-472B-B396-D38DCD5A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782" y="20684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7" name=""/>
          <p:cNvCxnSpPr>
            <a:stCxn xmlns:a="http://schemas.openxmlformats.org/drawingml/2006/main" id="154" idx="1"/>
            <a:endCxn xmlns:a="http://schemas.openxmlformats.org/drawingml/2006/main" id="155" idx="3"/>
          </p:cNvCxnSpPr>
          <p:nvPr/>
        </p:nvCxnSpPr>
        <p:spPr>
          <a:xfrm xmlns:a="http://schemas.openxmlformats.org/drawingml/2006/main" flipH="1">
            <a:off x="6675877" y="20440517"/>
            <a:ext cx="419917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8A3169B-856F-4816-B6E3-B73AF433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782" y="206844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87AAD8D-681F-4D47-AEC9-F3EB735E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4597" y="207489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0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6564692" y="20684465"/>
            <a:ext cx="111090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788D9CD-0742-44C0-8F90-E36DDD42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CFD5248-3C71-4BE1-82C1-805776F0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3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9013099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0879E51-D5B2-4222-B02A-7BFD7284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C26E927-4D58-4F43-87DC-C96794E5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6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9013099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E3F4517-085E-4868-8259-5AA8F0CD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AB32284-B6D8-4B9F-AE60-732F60B4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89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9013099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706D458-52F7-41C0-AD94-00E7946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C5FFF58F-9F63-4D8B-80D6-7A736F2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2" name=""/>
          <p:cNvCxnSpPr>
            <a:stCxn xmlns:a="http://schemas.openxmlformats.org/drawingml/2006/main" id="169" idx="2"/>
            <a:endCxn xmlns:a="http://schemas.openxmlformats.org/drawingml/2006/main" id="170" idx="0"/>
          </p:cNvCxnSpPr>
          <p:nvPr/>
        </p:nvCxnSpPr>
        <p:spPr>
          <a:xfrm xmlns:a="http://schemas.openxmlformats.org/drawingml/2006/main">
            <a:off x="9013099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C40F188-83F7-47A7-9A89-1A3FBA27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905" y="26098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02040F1-C22A-4F2F-AC76-6CA22CB3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626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5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 flipH="1">
            <a:off x="9288674" y="26098245"/>
            <a:ext cx="196279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E8E93AD-B00E-4600-A6A4-88D3C47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8626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01B40F8-259C-451C-A6AA-9BF8A55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528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98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 flipH="1">
            <a:off x="9063576" y="26326326"/>
            <a:ext cx="225098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A944C35-4B94-45F0-AC9F-FA19E6D1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528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119908F6-E6C5-4F50-ABC0-CA651E1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8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1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 flipH="1">
            <a:off x="8860476" y="26587944"/>
            <a:ext cx="203100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CA8C9A35-1E38-400F-B0E5-DB21F13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428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3D9E1F8-ECF3-492F-9185-56D7ACF6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822" y="269231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4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 flipH="1">
            <a:off x="8774870" y="26823778"/>
            <a:ext cx="85606" cy="993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A9ED0F38-D947-4E65-A973-55505E12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9333" y="26098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C581C4B-5AB5-4690-A394-5259DB94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12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7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10519381" y="26098245"/>
            <a:ext cx="196279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21D1D65-B15E-4D3F-851F-A5B0829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12" y="263262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DA57ECDA-FC46-4881-B7B6-A0EDAAC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710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0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10715660" y="26326326"/>
            <a:ext cx="225098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A98CE0EB-B113-4E0B-BE9E-D78A7706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710" y="265878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9DD57D2-DC6B-4B3B-8400-3660C2B7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810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3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0940758" y="26587944"/>
            <a:ext cx="203100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5F44775-A8DC-4F6F-9404-1833CB27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810" y="26823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270544F1-4EFE-4635-8B1A-2AF054B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416" y="269231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6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1143858" y="26823778"/>
            <a:ext cx="85606" cy="993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0684E17D-0F81-402A-830E-8DB97710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1575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2D1EAAD-0436-4519-9372-1CB7D4A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404" y="242744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19" name=""/>
          <p:cNvCxnSpPr>
            <a:stCxn xmlns:a="http://schemas.openxmlformats.org/drawingml/2006/main" id="196" idx="1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H="1">
            <a:off x="11464499" y="24041318"/>
            <a:ext cx="287076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B7D752E-B15D-45AE-9AC9-F28263EE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4404" y="242744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0A2EDDE-3A2D-47B8-BA66-FF2911A2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090" y="245425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2" name=""/>
          <p:cNvCxnSpPr>
            <a:stCxn xmlns:a="http://schemas.openxmlformats.org/drawingml/2006/main" id="199" idx="1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H="1">
            <a:off x="11134185" y="24274448"/>
            <a:ext cx="330219" cy="2681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CB506AD-845F-4CFC-9222-6A8DD3B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090" y="245425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F443CA5-7927-42B7-9186-2F77D4F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393" y="24782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5" name=""/>
          <p:cNvCxnSpPr>
            <a:stCxn xmlns:a="http://schemas.openxmlformats.org/drawingml/2006/main" id="202" idx="1"/>
            <a:endCxn xmlns:a="http://schemas.openxmlformats.org/drawingml/2006/main" id="203" idx="3"/>
          </p:cNvCxnSpPr>
          <p:nvPr/>
        </p:nvCxnSpPr>
        <p:spPr>
          <a:xfrm xmlns:a="http://schemas.openxmlformats.org/drawingml/2006/main" flipH="1">
            <a:off x="10838488" y="24542557"/>
            <a:ext cx="295602" cy="23998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F1D5539-06F8-4507-B27F-AC7D2058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8393" y="24782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6EDA1B0-CA2F-46BD-A611-988CAD52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86" y="248627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28" name=""/>
          <p:cNvCxnSpPr>
            <a:stCxn xmlns:a="http://schemas.openxmlformats.org/drawingml/2006/main" id="205" idx="1"/>
            <a:endCxn xmlns:a="http://schemas.openxmlformats.org/drawingml/2006/main" id="206" idx="3"/>
          </p:cNvCxnSpPr>
          <p:nvPr/>
        </p:nvCxnSpPr>
        <p:spPr>
          <a:xfrm xmlns:a="http://schemas.openxmlformats.org/drawingml/2006/main" flipH="1">
            <a:off x="10739581" y="24782538"/>
            <a:ext cx="98812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CF054F7-EC31-4DF5-A677-D08FE772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5833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3457307-5526-4FC6-9282-C55A52EF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460" y="242632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1" name=""/>
          <p:cNvCxnSpPr>
            <a:stCxn xmlns:a="http://schemas.openxmlformats.org/drawingml/2006/main" id="208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12785881" y="24041365"/>
            <a:ext cx="108627" cy="2218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E6070DF-8525-4FA5-9B98-138B7A88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460" y="242632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5ECE5CC-1209-4391-AC49-9AB27CD7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605" y="24516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4" name=""/>
          <p:cNvCxnSpPr>
            <a:stCxn xmlns:a="http://schemas.openxmlformats.org/drawingml/2006/main" id="211" idx="2"/>
            <a:endCxn xmlns:a="http://schemas.openxmlformats.org/drawingml/2006/main" id="212" idx="0"/>
          </p:cNvCxnSpPr>
          <p:nvPr/>
        </p:nvCxnSpPr>
        <p:spPr>
          <a:xfrm xmlns:a="http://schemas.openxmlformats.org/drawingml/2006/main">
            <a:off x="12894508" y="24263317"/>
            <a:ext cx="124145" cy="2535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92EDF9B-2443-47ED-B618-AB870141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605" y="245169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28F54EA-2B22-4B7D-B94F-B740EBB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666" y="24747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7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13018653" y="24517001"/>
            <a:ext cx="113061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4360720-6787-4ECA-93CD-6FE25C91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1666" y="247478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0679F31-5B17-4A05-8FF0-0015818F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9646" y="24866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0" name=""/>
          <p:cNvCxnSpPr>
            <a:stCxn xmlns:a="http://schemas.openxmlformats.org/drawingml/2006/main" id="217" idx="2"/>
            <a:endCxn xmlns:a="http://schemas.openxmlformats.org/drawingml/2006/main" id="218" idx="0"/>
          </p:cNvCxnSpPr>
          <p:nvPr/>
        </p:nvCxnSpPr>
        <p:spPr>
          <a:xfrm xmlns:a="http://schemas.openxmlformats.org/drawingml/2006/main">
            <a:off x="13131714" y="24747967"/>
            <a:ext cx="57980" cy="11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473C525-F203-49F0-823E-1F741C1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309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FD0EFEF-94E5-48C0-8B94-2B757A38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3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3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10047404" y="21984439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874E6F1-5AC7-4254-A06D-6771B977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743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233543C-277B-4BC5-BBE8-5A6776C9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6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10457526" y="22222617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37B2935-F177-4D07-BEB7-F8D9D15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C572648E-B765-40AD-AAB9-3D0C9121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32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49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10930403" y="22497397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2396F3D-24E5-4BFA-87DD-D1E3FFAA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032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7C8BFFB-BF63-41E6-9EB6-9B8F2506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505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2" name=""/>
          <p:cNvCxnSpPr>
            <a:stCxn xmlns:a="http://schemas.openxmlformats.org/drawingml/2006/main" id="229" idx="3"/>
            <a:endCxn xmlns:a="http://schemas.openxmlformats.org/drawingml/2006/main" id="230" idx="1"/>
          </p:cNvCxnSpPr>
          <p:nvPr/>
        </p:nvCxnSpPr>
        <p:spPr>
          <a:xfrm xmlns:a="http://schemas.openxmlformats.org/drawingml/2006/main">
            <a:off x="11350416" y="22741345"/>
            <a:ext cx="111089" cy="645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0183D18-8BA9-45E0-BC9C-444F7CCB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E198A78-841F-4ABC-999E-CEB70E77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145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5" name=""/>
          <p:cNvCxnSpPr>
            <a:stCxn xmlns:a="http://schemas.openxmlformats.org/drawingml/2006/main" id="232" idx="2"/>
            <a:endCxn xmlns:a="http://schemas.openxmlformats.org/drawingml/2006/main" id="233" idx="0"/>
          </p:cNvCxnSpPr>
          <p:nvPr/>
        </p:nvCxnSpPr>
        <p:spPr>
          <a:xfrm xmlns:a="http://schemas.openxmlformats.org/drawingml/2006/main">
            <a:off x="9013099" y="19927606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07903AA-367C-43BC-A829-C357CC4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1454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7E9EDA90-DD7C-431C-BD2B-FA23890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393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8" name="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9013099" y="20145591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A54376A-E990-431A-BC05-2BA54929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3939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9CAD07D-6435-4345-B164-0240FE8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6213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1" name=""/>
          <p:cNvCxnSpPr>
            <a:stCxn xmlns:a="http://schemas.openxmlformats.org/drawingml/2006/main" id="238" idx="2"/>
            <a:endCxn xmlns:a="http://schemas.openxmlformats.org/drawingml/2006/main" id="239" idx="0"/>
          </p:cNvCxnSpPr>
          <p:nvPr/>
        </p:nvCxnSpPr>
        <p:spPr>
          <a:xfrm xmlns:a="http://schemas.openxmlformats.org/drawingml/2006/main">
            <a:off x="9013099" y="2039404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B288A23-7754-48D6-AB39-73042636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6213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36A7B19-68B8-48F8-A828-5DD0FAF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3051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4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9013099" y="2062140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8EF3C4F-3089-4F30-ABA5-D8CB727A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5982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04533709-6387-49F0-AED6-E87B7726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325" y="18114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7" name=""/>
          <p:cNvCxnSpPr>
            <a:stCxn xmlns:a="http://schemas.openxmlformats.org/drawingml/2006/main" id="244" idx="1"/>
            <a:endCxn xmlns:a="http://schemas.openxmlformats.org/drawingml/2006/main" id="245" idx="3"/>
          </p:cNvCxnSpPr>
          <p:nvPr/>
        </p:nvCxnSpPr>
        <p:spPr>
          <a:xfrm xmlns:a="http://schemas.openxmlformats.org/drawingml/2006/main" flipH="1">
            <a:off x="11880420" y="17870680"/>
            <a:ext cx="595562" cy="2443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AE5AB09-5F9D-4D22-8D6C-382D982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325" y="181149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C61EA3C-06E5-4AE8-826A-0613176F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7" y="18397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0" name=""/>
          <p:cNvCxnSpPr>
            <a:stCxn xmlns:a="http://schemas.openxmlformats.org/drawingml/2006/main" id="247" idx="1"/>
            <a:endCxn xmlns:a="http://schemas.openxmlformats.org/drawingml/2006/main" id="248" idx="3"/>
          </p:cNvCxnSpPr>
          <p:nvPr/>
        </p:nvCxnSpPr>
        <p:spPr>
          <a:xfrm xmlns:a="http://schemas.openxmlformats.org/drawingml/2006/main" flipH="1">
            <a:off x="11191142" y="18114988"/>
            <a:ext cx="689183" cy="2827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F25CB12-39DD-4545-B754-1F320CF8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047" y="18397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FB01A13F-502A-4F88-B18F-3C408291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816" y="18646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3" name=""/>
          <p:cNvCxnSpPr>
            <a:stCxn xmlns:a="http://schemas.openxmlformats.org/drawingml/2006/main" id="250" idx="1"/>
            <a:endCxn xmlns:a="http://schemas.openxmlformats.org/drawingml/2006/main" id="251" idx="3"/>
          </p:cNvCxnSpPr>
          <p:nvPr/>
        </p:nvCxnSpPr>
        <p:spPr>
          <a:xfrm xmlns:a="http://schemas.openxmlformats.org/drawingml/2006/main" flipH="1">
            <a:off x="10584911" y="18397701"/>
            <a:ext cx="606136" cy="2484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C8E9F3A-4E40-4978-8BFE-2CFE0C71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816" y="186461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26A20F3A-1FE4-4295-8D44-E1E3E63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779" y="186920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6" name=""/>
          <p:cNvCxnSpPr>
            <a:stCxn xmlns:a="http://schemas.openxmlformats.org/drawingml/2006/main" id="253" idx="1"/>
            <a:endCxn xmlns:a="http://schemas.openxmlformats.org/drawingml/2006/main" id="254" idx="3"/>
          </p:cNvCxnSpPr>
          <p:nvPr/>
        </p:nvCxnSpPr>
        <p:spPr>
          <a:xfrm xmlns:a="http://schemas.openxmlformats.org/drawingml/2006/main" flipH="1">
            <a:off x="10472874" y="18646157"/>
            <a:ext cx="111942" cy="459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A5685E8-D7A3-45A6-BD16-ACD1D05C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0411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0F336CB-30B4-4C52-BB21-DCB3461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238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9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 flipH="1">
            <a:off x="13348286" y="19927606"/>
            <a:ext cx="162173" cy="226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A090A9E-7E3B-47DC-87E8-B2D1D37A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238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3E7A39B8-E610-49B9-931A-4D60D8E8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2532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2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 flipH="1">
            <a:off x="13162580" y="20153704"/>
            <a:ext cx="185706" cy="2588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2AF6CE71-0508-4EDF-9B2A-46E88C22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2532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B8E315B-F336-4074-81EF-770C41BD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61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5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 flipH="1">
            <a:off x="12994609" y="20412617"/>
            <a:ext cx="167971" cy="234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B8DDC31-00CF-46C0-B6B0-2821784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4561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F58A31F3-6EB0-4550-A4FF-45C1AF7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8675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8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 flipH="1">
            <a:off x="12918723" y="20646829"/>
            <a:ext cx="75886" cy="1057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2A81717-CE7D-478C-8818-B127E28C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C7CC0F0-F825-409D-B904-55D38B7E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1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15970679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5E4557E1-FEC7-4FC8-AA9F-E8CA5FAE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0BC07F1-D9AB-4113-BB86-BEECA1BD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4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15970679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15C29F36-6231-419D-8E72-87DDFA7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0E632A1-FEC7-4866-B1D8-E59E5606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7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15970679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515A37F-6A6E-425D-8B10-9D9D28D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E85F3FA-7880-49E3-A373-0D2CA68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0631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0" name=""/>
          <p:cNvCxnSpPr>
            <a:stCxn xmlns:a="http://schemas.openxmlformats.org/drawingml/2006/main" id="277" idx="2"/>
            <a:endCxn xmlns:a="http://schemas.openxmlformats.org/drawingml/2006/main" id="278" idx="0"/>
          </p:cNvCxnSpPr>
          <p:nvPr/>
        </p:nvCxnSpPr>
        <p:spPr>
          <a:xfrm xmlns:a="http://schemas.openxmlformats.org/drawingml/2006/main">
            <a:off x="15970679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CCF32F5-1DE5-4D32-B17B-C35FC4F3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4889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3EA3517-BE80-463D-A023-A319C44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501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3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17004984" y="21984439"/>
            <a:ext cx="410027" cy="238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8270CF43-F5CF-4D1A-A0FA-C41A0DE9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5011" y="22222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B6DBFEE2-C084-47B3-A0B4-FC2834D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88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6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17415106" y="22222617"/>
            <a:ext cx="472782" cy="2747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D708EFE-C4EE-40D0-9E24-E0460851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888" y="224973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32FF67C-3CA3-46AF-B428-FDB4951F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90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9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17887983" y="22497397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EB11315-45B7-4406-8D7B-50AE42CD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901" y="227412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026F0694-4C1E-454D-B2C9-A6BFE88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427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2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18307996" y="22741345"/>
            <a:ext cx="111431" cy="6454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9B1E49B-D51F-490F-B8FC-95ECE818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68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2DEF72D5-A52D-4BAB-8FB9-BF10852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782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5" name=""/>
          <p:cNvCxnSpPr>
            <a:stCxn xmlns:a="http://schemas.openxmlformats.org/drawingml/2006/main" id="292" idx="3"/>
            <a:endCxn xmlns:a="http://schemas.openxmlformats.org/drawingml/2006/main" id="293" idx="1"/>
          </p:cNvCxnSpPr>
          <p:nvPr/>
        </p:nvCxnSpPr>
        <p:spPr>
          <a:xfrm xmlns:a="http://schemas.openxmlformats.org/drawingml/2006/main">
            <a:off x="14544763" y="19927559"/>
            <a:ext cx="233019" cy="2322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B6B8864-E897-4DA8-A704-29364C95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7782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9AE5BDB-4707-413C-8A62-B838928B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5682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8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14777877" y="20159788"/>
            <a:ext cx="267805" cy="266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F502FA40-23DB-4D05-AE33-F83D69CF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5682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80D76F3-1EDB-4FA2-99EA-8B631A94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958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1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15045777" y="20426634"/>
            <a:ext cx="240181" cy="2390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ED7E9D6-7FB4-41D0-92AC-0594F8BE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5958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652ACDFB-B0AC-4841-98FD-B5715702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098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4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15286053" y="20665714"/>
            <a:ext cx="87045" cy="86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718C7CF-A804-4981-8F3A-01191F7E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9BD1AF8-D515-4680-AAB1-5097DE9D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7" name=""/>
          <p:cNvCxnSpPr>
            <a:stCxn xmlns:a="http://schemas.openxmlformats.org/drawingml/2006/main" id="304" idx="2"/>
            <a:endCxn xmlns:a="http://schemas.openxmlformats.org/drawingml/2006/main" id="305" idx="0"/>
          </p:cNvCxnSpPr>
          <p:nvPr/>
        </p:nvCxnSpPr>
        <p:spPr>
          <a:xfrm xmlns:a="http://schemas.openxmlformats.org/drawingml/2006/main">
            <a:off x="13941385" y="17870727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6037F22-C790-4E9D-A67F-45C7805D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DA55509-0DD2-4AFC-925F-ED545ACB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0" name=""/>
          <p:cNvCxnSpPr>
            <a:stCxn xmlns:a="http://schemas.openxmlformats.org/drawingml/2006/main" id="307" idx="2"/>
            <a:endCxn xmlns:a="http://schemas.openxmlformats.org/drawingml/2006/main" id="308" idx="0"/>
          </p:cNvCxnSpPr>
          <p:nvPr/>
        </p:nvCxnSpPr>
        <p:spPr>
          <a:xfrm xmlns:a="http://schemas.openxmlformats.org/drawingml/2006/main">
            <a:off x="13941385" y="18088711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541C8DD-017B-4381-8A57-BD82E032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F204003E-724E-477F-8725-52B03680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3" name=""/>
          <p:cNvCxnSpPr>
            <a:stCxn xmlns:a="http://schemas.openxmlformats.org/drawingml/2006/main" id="310" idx="2"/>
            <a:endCxn xmlns:a="http://schemas.openxmlformats.org/drawingml/2006/main" id="311" idx="0"/>
          </p:cNvCxnSpPr>
          <p:nvPr/>
        </p:nvCxnSpPr>
        <p:spPr>
          <a:xfrm xmlns:a="http://schemas.openxmlformats.org/drawingml/2006/main">
            <a:off x="13941385" y="1833716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D2FD77A-41A5-4521-9F72-4F5F4815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9BBD063E-B42C-437D-B4CA-865BE36F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6" name=""/>
          <p:cNvCxnSpPr>
            <a:stCxn xmlns:a="http://schemas.openxmlformats.org/drawingml/2006/main" id="313" idx="2"/>
            <a:endCxn xmlns:a="http://schemas.openxmlformats.org/drawingml/2006/main" id="314" idx="0"/>
          </p:cNvCxnSpPr>
          <p:nvPr/>
        </p:nvCxnSpPr>
        <p:spPr>
          <a:xfrm xmlns:a="http://schemas.openxmlformats.org/drawingml/2006/main">
            <a:off x="13941385" y="18564527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B0B24FC5-660A-4BCC-865D-F5A917BD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87A0A2FD-7C09-4CB0-A520-2D03349E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9" name=""/>
          <p:cNvCxnSpPr>
            <a:stCxn xmlns:a="http://schemas.openxmlformats.org/drawingml/2006/main" id="316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>
            <a:off x="13941385" y="15813847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F8C3437-3B04-4398-9138-09E8BE10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08DF45CF-AB8D-43E7-A13F-614E558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2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>
            <a:off x="13941385" y="16031832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4B77D6C-DD61-441B-A711-5F276682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F94E7A5-F373-4D7F-9044-39EFEF9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5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>
            <a:off x="13941385" y="1628028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1BFD07A-B4ED-4058-9361-C0D31188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C7C07FE-C6BE-4FC6-941B-ADA8E0D1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8" name=""/>
          <p:cNvCxnSpPr>
            <a:stCxn xmlns:a="http://schemas.openxmlformats.org/drawingml/2006/main" id="325" idx="2"/>
            <a:endCxn xmlns:a="http://schemas.openxmlformats.org/drawingml/2006/main" id="326" idx="0"/>
          </p:cNvCxnSpPr>
          <p:nvPr/>
        </p:nvCxnSpPr>
        <p:spPr>
          <a:xfrm xmlns:a="http://schemas.openxmlformats.org/drawingml/2006/main">
            <a:off x="13941385" y="16507647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31B5BDB-CC1F-47A4-B970-CDBEC046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0C68808-9887-4C14-A211-13C1E23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1" name=""/>
          <p:cNvCxnSpPr>
            <a:stCxn xmlns:a="http://schemas.openxmlformats.org/drawingml/2006/main" id="328" idx="2"/>
            <a:endCxn xmlns:a="http://schemas.openxmlformats.org/drawingml/2006/main" id="329" idx="0"/>
          </p:cNvCxnSpPr>
          <p:nvPr/>
        </p:nvCxnSpPr>
        <p:spPr>
          <a:xfrm xmlns:a="http://schemas.openxmlformats.org/drawingml/2006/main">
            <a:off x="13941385" y="13756968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5406B01-BFFB-4D1E-91BF-47308458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0B6F29F-E87C-4733-BF10-ED9EDE5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4" name=""/>
          <p:cNvCxnSpPr>
            <a:stCxn xmlns:a="http://schemas.openxmlformats.org/drawingml/2006/main" id="331" idx="2"/>
            <a:endCxn xmlns:a="http://schemas.openxmlformats.org/drawingml/2006/main" id="332" idx="0"/>
          </p:cNvCxnSpPr>
          <p:nvPr/>
        </p:nvCxnSpPr>
        <p:spPr>
          <a:xfrm xmlns:a="http://schemas.openxmlformats.org/drawingml/2006/main">
            <a:off x="13941385" y="13974952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F8726E94-EF51-4A3B-B7AA-B56D48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E3FDE2F-49CD-4FC2-8D5C-484116B6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7" name=""/>
          <p:cNvCxnSpPr>
            <a:stCxn xmlns:a="http://schemas.openxmlformats.org/drawingml/2006/main" id="334" idx="2"/>
            <a:endCxn xmlns:a="http://schemas.openxmlformats.org/drawingml/2006/main" id="335" idx="0"/>
          </p:cNvCxnSpPr>
          <p:nvPr/>
        </p:nvCxnSpPr>
        <p:spPr>
          <a:xfrm xmlns:a="http://schemas.openxmlformats.org/drawingml/2006/main">
            <a:off x="13941385" y="1422340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6C326954-0818-427D-A09D-F2A9D97C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0033A53-B000-44E7-BE38-26B083D9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1337" y="14581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0" name=""/>
          <p:cNvCxnSpPr>
            <a:stCxn xmlns:a="http://schemas.openxmlformats.org/drawingml/2006/main" id="337" idx="2"/>
            <a:endCxn xmlns:a="http://schemas.openxmlformats.org/drawingml/2006/main" id="338" idx="0"/>
          </p:cNvCxnSpPr>
          <p:nvPr/>
        </p:nvCxnSpPr>
        <p:spPr>
          <a:xfrm xmlns:a="http://schemas.openxmlformats.org/drawingml/2006/main">
            <a:off x="13941385" y="14450768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564EBE40-8197-49A4-A803-77575455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1862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8E11769-61EA-4619-B34B-4FEA00B1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455" y="11919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3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13581910" y="11700088"/>
            <a:ext cx="55593" cy="2198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3585D24-9F32-47E3-92A3-BECC3B47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455" y="11919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030EB49-538B-4E5C-9502-46FD6471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062" y="12170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6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13637503" y="11920056"/>
            <a:ext cx="63607" cy="250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57908767-3EA8-4486-9239-F6AF4019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062" y="121709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538C68F-B6C2-4231-93A6-B58C3C2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042" y="12400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9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>
            <a:off x="13701110" y="12171036"/>
            <a:ext cx="57980" cy="2292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8FD01649-AFE2-4A3D-8FD7-2A83E3EF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9042" y="124002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A8C04082-6714-4BF5-99A4-D47AA80F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760" y="12525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2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13759090" y="12400379"/>
            <a:ext cx="31718" cy="1246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4ADCBE99-1D03-4433-8161-C6D3E8EC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31440067-D4BE-4A3B-98C0-ADF2E083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5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13429798" y="9643209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02E43CAF-C540-41CA-8433-BF5DD4AB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20A25FA5-1F5B-4A6D-ABD4-534E4A35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8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13429798" y="9861193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6DF43B5-2FA2-4120-BFE9-DFE749D9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5D29C686-FEC2-43F9-A427-2A27BDF5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1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13429798" y="10109649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2248C0B-F4D7-4762-AB1E-C45B71E6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A23F438-DD83-4994-AB43-6D02E9B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104681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4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>
            <a:off x="13429798" y="10337009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5AFA814-C48E-430E-9BAB-236E8CCC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3DCC6A2-027F-45BA-9E68-902EB3A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7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>
            <a:off x="13429798" y="7586329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6924AD7-C1E7-4373-BD57-88961BD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54E4BC11-DC27-46AF-AECA-60B0C8D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0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>
            <a:off x="13429798" y="780431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FCB4E7D8-584F-4C4F-B834-998EDCB4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393CB5D0-8C2D-4B58-983D-80F01B5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3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>
            <a:off x="13429798" y="8052769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6D10BAC-1C10-4932-920E-E10B2472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2070756-2DC2-48A9-8606-D8CD402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84105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6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>
            <a:off x="13429798" y="8280129"/>
            <a:ext cx="0" cy="1304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69FBCE89-0A1F-47E7-BEAB-6936E71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5293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E5BBFBBA-856E-4B0A-8D30-14FE1198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9" name=""/>
          <p:cNvCxnSpPr>
            <a:stCxn xmlns:a="http://schemas.openxmlformats.org/drawingml/2006/main" id="376" idx="2"/>
            <a:endCxn xmlns:a="http://schemas.openxmlformats.org/drawingml/2006/main" id="377" idx="0"/>
          </p:cNvCxnSpPr>
          <p:nvPr/>
        </p:nvCxnSpPr>
        <p:spPr>
          <a:xfrm xmlns:a="http://schemas.openxmlformats.org/drawingml/2006/main">
            <a:off x="13429798" y="5529450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F9CD5006-2FBD-49A2-9068-F49D3809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747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A1A9BD87-D4AB-44BF-90B5-1CB8CFDF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2" name=""/>
          <p:cNvCxnSpPr>
            <a:stCxn xmlns:a="http://schemas.openxmlformats.org/drawingml/2006/main" id="379" idx="2"/>
            <a:endCxn xmlns:a="http://schemas.openxmlformats.org/drawingml/2006/main" id="380" idx="0"/>
          </p:cNvCxnSpPr>
          <p:nvPr/>
        </p:nvCxnSpPr>
        <p:spPr>
          <a:xfrm xmlns:a="http://schemas.openxmlformats.org/drawingml/2006/main">
            <a:off x="13429798" y="574743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A0CD4289-6037-4662-A894-E438A41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59957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6FA9F40F-8C3A-4FA9-A52D-EEE7E7A1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5" name=""/>
          <p:cNvCxnSpPr>
            <a:stCxn xmlns:a="http://schemas.openxmlformats.org/drawingml/2006/main" id="382" idx="2"/>
            <a:endCxn xmlns:a="http://schemas.openxmlformats.org/drawingml/2006/main" id="383" idx="0"/>
          </p:cNvCxnSpPr>
          <p:nvPr/>
        </p:nvCxnSpPr>
        <p:spPr>
          <a:xfrm xmlns:a="http://schemas.openxmlformats.org/drawingml/2006/main">
            <a:off x="13429798" y="5995889"/>
            <a:ext cx="0" cy="227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26F834CC-281C-4AB2-A56D-651044C6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62231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85DFA019-2913-44FA-928E-69EA0DC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9750" y="63551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8" name=""/>
          <p:cNvCxnSpPr>
            <a:stCxn xmlns:a="http://schemas.openxmlformats.org/drawingml/2006/main" id="385" idx="2"/>
            <a:endCxn xmlns:a="http://schemas.openxmlformats.org/drawingml/2006/main" id="386" idx="0"/>
          </p:cNvCxnSpPr>
          <p:nvPr/>
        </p:nvCxnSpPr>
        <p:spPr>
          <a:xfrm xmlns:a="http://schemas.openxmlformats.org/drawingml/2006/main">
            <a:off x="13429798" y="6223250"/>
            <a:ext cx="0" cy="131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8DD2989D-D0E9-4C49-8D7A-1B14411F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9838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C91993A6-E1AF-42C0-806B-32BF4391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21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1" name=""/>
          <p:cNvCxnSpPr>
            <a:stCxn xmlns:a="http://schemas.openxmlformats.org/drawingml/2006/main" id="388" idx="2"/>
            <a:endCxn xmlns:a="http://schemas.openxmlformats.org/drawingml/2006/main" id="389" idx="0"/>
          </p:cNvCxnSpPr>
          <p:nvPr/>
        </p:nvCxnSpPr>
        <p:spPr>
          <a:xfrm xmlns:a="http://schemas.openxmlformats.org/drawingml/2006/main" flipH="1">
            <a:off x="18211259" y="15813847"/>
            <a:ext cx="108627" cy="221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D7CAC6F-5F99-488F-B567-F29FA46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21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13649FF-DD1B-428D-9451-B1CDFE7C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06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4" name=""/>
          <p:cNvCxnSpPr>
            <a:stCxn xmlns:a="http://schemas.openxmlformats.org/drawingml/2006/main" id="391" idx="2"/>
            <a:endCxn xmlns:a="http://schemas.openxmlformats.org/drawingml/2006/main" id="392" idx="0"/>
          </p:cNvCxnSpPr>
          <p:nvPr/>
        </p:nvCxnSpPr>
        <p:spPr>
          <a:xfrm xmlns:a="http://schemas.openxmlformats.org/drawingml/2006/main" flipH="1">
            <a:off x="18087114" y="16035798"/>
            <a:ext cx="124145" cy="253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DE2FD388-68BB-43F0-AA26-606C0193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06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3E87ECFF-16FD-4E6B-B997-F0BA291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4005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7" name=""/>
          <p:cNvCxnSpPr>
            <a:stCxn xmlns:a="http://schemas.openxmlformats.org/drawingml/2006/main" id="394" idx="2"/>
            <a:endCxn xmlns:a="http://schemas.openxmlformats.org/drawingml/2006/main" id="395" idx="0"/>
          </p:cNvCxnSpPr>
          <p:nvPr/>
        </p:nvCxnSpPr>
        <p:spPr>
          <a:xfrm xmlns:a="http://schemas.openxmlformats.org/drawingml/2006/main" flipH="1">
            <a:off x="17974053" y="16289483"/>
            <a:ext cx="113061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297B416-F462-47BE-859C-567B0D70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4005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85C133C6-3E14-4E22-AA14-E066908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366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0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 flipH="1">
            <a:off x="17916414" y="16520449"/>
            <a:ext cx="57639" cy="11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6F97F499-92A1-425D-A553-1384C93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1747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993F7CC7-636C-4B87-8EDB-2202AA9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017" y="20155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3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 flipH="1">
            <a:off x="20425065" y="19927606"/>
            <a:ext cx="186730" cy="227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34798DAB-2622-4062-9E86-6D82F0C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25017" y="201555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4C6EF3A-DA7C-48A9-A177-0B9F3AD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004" y="204172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6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 flipH="1">
            <a:off x="20211052" y="20155688"/>
            <a:ext cx="214013" cy="2615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2BA4A972-2799-4D36-B346-5972B001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1004" y="204172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95C84F0F-A7F4-48D9-A768-5795D286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7794" y="206530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9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 flipH="1">
            <a:off x="20017842" y="20417305"/>
            <a:ext cx="193210" cy="2357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FDA88F25-32A9-4E48-AD78-C13C60C9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17794" y="206530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EF4EAB1A-13E7-4978-AC67-0592BF30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7134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2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 flipH="1">
            <a:off x="19937182" y="20653140"/>
            <a:ext cx="80660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295DB527-A5FF-4184-82FB-05B0B7D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2718363D-6BB9-4FF7-99C5-E84FF49C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5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>
            <a:off x="22928260" y="21984486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F50AA15-89F1-44ED-9544-9CAEDFCA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202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2022B0AF-54A5-4FEB-894F-CB27DEA3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8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22928260" y="22202470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F5E49329-E590-4F4A-B89A-F996089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45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284026E6-3A74-4D98-B103-6670C7B0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1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>
            <a:off x="22928260" y="22450926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C3A8963-6C5E-4112-B747-42F21F1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678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04AAA4B-5049-43CF-95C2-221D4CFC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8212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4" name=""/>
          <p:cNvCxnSpPr>
            <a:stCxn xmlns:a="http://schemas.openxmlformats.org/drawingml/2006/main" id="421" idx="2"/>
            <a:endCxn xmlns:a="http://schemas.openxmlformats.org/drawingml/2006/main" id="422" idx="0"/>
          </p:cNvCxnSpPr>
          <p:nvPr/>
        </p:nvCxnSpPr>
        <p:spPr>
          <a:xfrm xmlns:a="http://schemas.openxmlformats.org/drawingml/2006/main">
            <a:off x="22928260" y="22678286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CE7ABAC-5108-4113-A9CD-2FCED55B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9787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B49D2272-A6E2-4F31-B7B3-B212ED4B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509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7" name=""/>
          <p:cNvCxnSpPr>
            <a:stCxn xmlns:a="http://schemas.openxmlformats.org/drawingml/2006/main" id="424" idx="2"/>
            <a:endCxn xmlns:a="http://schemas.openxmlformats.org/drawingml/2006/main" id="425" idx="0"/>
          </p:cNvCxnSpPr>
          <p:nvPr/>
        </p:nvCxnSpPr>
        <p:spPr>
          <a:xfrm xmlns:a="http://schemas.openxmlformats.org/drawingml/2006/main" flipH="1">
            <a:off x="25693557" y="24041365"/>
            <a:ext cx="196278" cy="227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BB801CDE-9A85-4EFF-B8B9-8ECC020E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3509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A2D2199-34B9-49EA-BB40-E90C42F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410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0" name=""/>
          <p:cNvCxnSpPr>
            <a:stCxn xmlns:a="http://schemas.openxmlformats.org/drawingml/2006/main" id="427" idx="2"/>
            <a:endCxn xmlns:a="http://schemas.openxmlformats.org/drawingml/2006/main" id="428" idx="0"/>
          </p:cNvCxnSpPr>
          <p:nvPr/>
        </p:nvCxnSpPr>
        <p:spPr>
          <a:xfrm xmlns:a="http://schemas.openxmlformats.org/drawingml/2006/main" flipH="1">
            <a:off x="25468458" y="24269447"/>
            <a:ext cx="225099" cy="2615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A42240DD-2E68-4CBC-8D7D-AD6050D4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8410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721E9B1D-E7C0-43D8-8231-A6534EE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11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3" name=""/>
          <p:cNvCxnSpPr>
            <a:stCxn xmlns:a="http://schemas.openxmlformats.org/drawingml/2006/main" id="430" idx="2"/>
            <a:endCxn xmlns:a="http://schemas.openxmlformats.org/drawingml/2006/main" id="431" idx="0"/>
          </p:cNvCxnSpPr>
          <p:nvPr/>
        </p:nvCxnSpPr>
        <p:spPr>
          <a:xfrm xmlns:a="http://schemas.openxmlformats.org/drawingml/2006/main" flipH="1">
            <a:off x="25265359" y="24531064"/>
            <a:ext cx="203099" cy="2357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D077A31A-C240-4B33-A087-DE24A3CD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5311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1607E3BE-2DA7-463E-AF6D-C42EAA3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193" y="24866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6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 flipH="1">
            <a:off x="25179241" y="24766899"/>
            <a:ext cx="86118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52A70853-A576-44BB-9310-5FF97C91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216" y="240412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8A410F74-328B-4895-8A2B-CC17E6E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495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9" name=""/>
          <p:cNvCxnSpPr>
            <a:stCxn xmlns:a="http://schemas.openxmlformats.org/drawingml/2006/main" id="436" idx="2"/>
            <a:endCxn xmlns:a="http://schemas.openxmlformats.org/drawingml/2006/main" id="437" idx="0"/>
          </p:cNvCxnSpPr>
          <p:nvPr/>
        </p:nvCxnSpPr>
        <p:spPr>
          <a:xfrm xmlns:a="http://schemas.openxmlformats.org/drawingml/2006/main">
            <a:off x="26924264" y="24041365"/>
            <a:ext cx="196279" cy="2279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A83007D-C20C-4581-9A18-2456B29B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0495" y="24269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2E08863-263A-410F-A5B4-85E80EAD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5593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2" name=""/>
          <p:cNvCxnSpPr>
            <a:stCxn xmlns:a="http://schemas.openxmlformats.org/drawingml/2006/main" id="439" idx="2"/>
            <a:endCxn xmlns:a="http://schemas.openxmlformats.org/drawingml/2006/main" id="440" idx="0"/>
          </p:cNvCxnSpPr>
          <p:nvPr/>
        </p:nvCxnSpPr>
        <p:spPr>
          <a:xfrm xmlns:a="http://schemas.openxmlformats.org/drawingml/2006/main">
            <a:off x="27120543" y="24269447"/>
            <a:ext cx="225098" cy="2615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87E1A44D-9C9C-4D38-BD0C-E485463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5593" y="245309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C16E6F2B-4EEA-4DED-B748-73919C04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693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5" name=""/>
          <p:cNvCxnSpPr>
            <a:stCxn xmlns:a="http://schemas.openxmlformats.org/drawingml/2006/main" id="442" idx="2"/>
            <a:endCxn xmlns:a="http://schemas.openxmlformats.org/drawingml/2006/main" id="443" idx="0"/>
          </p:cNvCxnSpPr>
          <p:nvPr/>
        </p:nvCxnSpPr>
        <p:spPr>
          <a:xfrm xmlns:a="http://schemas.openxmlformats.org/drawingml/2006/main">
            <a:off x="27345641" y="24531064"/>
            <a:ext cx="203100" cy="2357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A7AA0F87-36F0-43E9-B37C-7681C807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8693" y="247668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40057B4-FAE0-4D63-8626-2C60E0DF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4810" y="24866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8" name=""/>
          <p:cNvCxnSpPr>
            <a:stCxn xmlns:a="http://schemas.openxmlformats.org/drawingml/2006/main" id="445" idx="2"/>
            <a:endCxn xmlns:a="http://schemas.openxmlformats.org/drawingml/2006/main" id="446" idx="0"/>
          </p:cNvCxnSpPr>
          <p:nvPr/>
        </p:nvCxnSpPr>
        <p:spPr>
          <a:xfrm xmlns:a="http://schemas.openxmlformats.org/drawingml/2006/main">
            <a:off x="27548741" y="24766899"/>
            <a:ext cx="86117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5FD92C2E-0B28-4FA1-B56D-F32BF29C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89894" y="219838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A8E0921-99FA-4B0A-BE17-CDBC46B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4328" y="222584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1" name=""/>
          <p:cNvCxnSpPr>
            <a:stCxn xmlns:a="http://schemas.openxmlformats.org/drawingml/2006/main" id="448" idx="3"/>
            <a:endCxn xmlns:a="http://schemas.openxmlformats.org/drawingml/2006/main" id="449" idx="1"/>
          </p:cNvCxnSpPr>
          <p:nvPr/>
        </p:nvCxnSpPr>
        <p:spPr>
          <a:xfrm xmlns:a="http://schemas.openxmlformats.org/drawingml/2006/main">
            <a:off x="23789989" y="21983898"/>
            <a:ext cx="394339" cy="2745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E0020D3D-7C5D-4F97-B980-2014D6A0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4328" y="222584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E9486983-0882-4D15-A2D2-3B5EDA8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289" y="225238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4" name=""/>
          <p:cNvCxnSpPr>
            <a:stCxn xmlns:a="http://schemas.openxmlformats.org/drawingml/2006/main" id="451" idx="3"/>
            <a:endCxn xmlns:a="http://schemas.openxmlformats.org/drawingml/2006/main" id="452" idx="1"/>
          </p:cNvCxnSpPr>
          <p:nvPr/>
        </p:nvCxnSpPr>
        <p:spPr>
          <a:xfrm xmlns:a="http://schemas.openxmlformats.org/drawingml/2006/main">
            <a:off x="24184423" y="22258497"/>
            <a:ext cx="380866" cy="2654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2919C62B-3895-44A0-8B04-2273D8D9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5289" y="225238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66CEECF3-9BC8-412C-966B-B697DA03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242" y="226213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7" name=""/>
          <p:cNvCxnSpPr>
            <a:stCxn xmlns:a="http://schemas.openxmlformats.org/drawingml/2006/main" id="454" idx="3"/>
            <a:endCxn xmlns:a="http://schemas.openxmlformats.org/drawingml/2006/main" id="455" idx="1"/>
          </p:cNvCxnSpPr>
          <p:nvPr/>
        </p:nvCxnSpPr>
        <p:spPr>
          <a:xfrm xmlns:a="http://schemas.openxmlformats.org/drawingml/2006/main">
            <a:off x="24565384" y="22523901"/>
            <a:ext cx="203858" cy="97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1F2BFCF5-9D7E-4BCB-83CA-71BEA7D8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242" y="226213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5180C909-012C-4CF4-B1A7-A5B828D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1406" y="22751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0" name=""/>
          <p:cNvCxnSpPr>
            <a:stCxn xmlns:a="http://schemas.openxmlformats.org/drawingml/2006/main" id="457" idx="3"/>
            <a:endCxn xmlns:a="http://schemas.openxmlformats.org/drawingml/2006/main" id="458" idx="1"/>
          </p:cNvCxnSpPr>
          <p:nvPr/>
        </p:nvCxnSpPr>
        <p:spPr>
          <a:xfrm xmlns:a="http://schemas.openxmlformats.org/drawingml/2006/main">
            <a:off x="24769337" y="22621444"/>
            <a:ext cx="272069" cy="1301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631460CE-E53F-450D-B59A-9DDD8264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1406" y="22751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7B295D88-B689-4163-BEE8-6ABC275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3614" y="228049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3" name=""/>
          <p:cNvCxnSpPr>
            <a:stCxn xmlns:a="http://schemas.openxmlformats.org/drawingml/2006/main" id="460" idx="3"/>
            <a:endCxn xmlns:a="http://schemas.openxmlformats.org/drawingml/2006/main" id="461" idx="1"/>
          </p:cNvCxnSpPr>
          <p:nvPr/>
        </p:nvCxnSpPr>
        <p:spPr>
          <a:xfrm xmlns:a="http://schemas.openxmlformats.org/drawingml/2006/main">
            <a:off x="25041501" y="22751622"/>
            <a:ext cx="112113" cy="533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C159E632-54FB-4F8F-BC41-983B1F8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6005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CF7C815-79C7-4860-88C5-E3B14DBC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879" y="20157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6" name=""/>
          <p:cNvCxnSpPr>
            <a:stCxn xmlns:a="http://schemas.openxmlformats.org/drawingml/2006/main" id="463" idx="2"/>
            <a:endCxn xmlns:a="http://schemas.openxmlformats.org/drawingml/2006/main" id="464" idx="0"/>
          </p:cNvCxnSpPr>
          <p:nvPr/>
        </p:nvCxnSpPr>
        <p:spPr>
          <a:xfrm xmlns:a="http://schemas.openxmlformats.org/drawingml/2006/main">
            <a:off x="21646053" y="19927606"/>
            <a:ext cx="207874" cy="2299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7CD407D3-DE41-411F-80C6-18A9ACD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3879" y="20157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6110D42F-A77A-46DB-86F2-81AEDEDF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279" y="20421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9" name=""/>
          <p:cNvCxnSpPr>
            <a:stCxn xmlns:a="http://schemas.openxmlformats.org/drawingml/2006/main" id="466" idx="2"/>
            <a:endCxn xmlns:a="http://schemas.openxmlformats.org/drawingml/2006/main" id="467" idx="0"/>
          </p:cNvCxnSpPr>
          <p:nvPr/>
        </p:nvCxnSpPr>
        <p:spPr>
          <a:xfrm xmlns:a="http://schemas.openxmlformats.org/drawingml/2006/main">
            <a:off x="21853927" y="20157671"/>
            <a:ext cx="238400" cy="26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16E4FC3-2B9B-4737-9964-E8ED47DC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2279" y="204218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E49F531-2FEF-4C22-A52C-B37AD33E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804" y="2065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2" name=""/>
          <p:cNvCxnSpPr>
            <a:stCxn xmlns:a="http://schemas.openxmlformats.org/drawingml/2006/main" id="469" idx="2"/>
            <a:endCxn xmlns:a="http://schemas.openxmlformats.org/drawingml/2006/main" id="470" idx="0"/>
          </p:cNvCxnSpPr>
          <p:nvPr/>
        </p:nvCxnSpPr>
        <p:spPr>
          <a:xfrm xmlns:a="http://schemas.openxmlformats.org/drawingml/2006/main">
            <a:off x="22092327" y="20421993"/>
            <a:ext cx="214525" cy="2375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5CE4315E-F0F0-41E1-AAAC-D88E7559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804" y="2065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366201AB-9702-4096-99E8-DB2709E2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1045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5" name=""/>
          <p:cNvCxnSpPr>
            <a:stCxn xmlns:a="http://schemas.openxmlformats.org/drawingml/2006/main" id="472" idx="2"/>
            <a:endCxn xmlns:a="http://schemas.openxmlformats.org/drawingml/2006/main" id="473" idx="0"/>
          </p:cNvCxnSpPr>
          <p:nvPr/>
        </p:nvCxnSpPr>
        <p:spPr>
          <a:xfrm xmlns:a="http://schemas.openxmlformats.org/drawingml/2006/main">
            <a:off x="22306852" y="20659630"/>
            <a:ext cx="84241" cy="929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7B436E5-9964-4C32-8C70-684BF349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20B72969-1242-4921-850A-39E94A3E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8" name=""/>
          <p:cNvCxnSpPr>
            <a:stCxn xmlns:a="http://schemas.openxmlformats.org/drawingml/2006/main" id="475" idx="2"/>
            <a:endCxn xmlns:a="http://schemas.openxmlformats.org/drawingml/2006/main" id="476" idx="0"/>
          </p:cNvCxnSpPr>
          <p:nvPr/>
        </p:nvCxnSpPr>
        <p:spPr>
          <a:xfrm xmlns:a="http://schemas.openxmlformats.org/drawingml/2006/main">
            <a:off x="21103600" y="17870727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7C1ED397-878F-45A3-B1CE-1B22B541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0886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5C70F48B-1159-4C98-9063-8887731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1" name=""/>
          <p:cNvCxnSpPr>
            <a:stCxn xmlns:a="http://schemas.openxmlformats.org/drawingml/2006/main" id="478" idx="2"/>
            <a:endCxn xmlns:a="http://schemas.openxmlformats.org/drawingml/2006/main" id="479" idx="0"/>
          </p:cNvCxnSpPr>
          <p:nvPr/>
        </p:nvCxnSpPr>
        <p:spPr>
          <a:xfrm xmlns:a="http://schemas.openxmlformats.org/drawingml/2006/main">
            <a:off x="21103600" y="18088711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8761C9DE-7409-4F73-86E8-C53A1A78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3370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48640907-556B-4A49-8094-93A949B6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4" name=""/>
          <p:cNvCxnSpPr>
            <a:stCxn xmlns:a="http://schemas.openxmlformats.org/drawingml/2006/main" id="481" idx="2"/>
            <a:endCxn xmlns:a="http://schemas.openxmlformats.org/drawingml/2006/main" id="482" idx="0"/>
          </p:cNvCxnSpPr>
          <p:nvPr/>
        </p:nvCxnSpPr>
        <p:spPr>
          <a:xfrm xmlns:a="http://schemas.openxmlformats.org/drawingml/2006/main">
            <a:off x="21103600" y="1833716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E30754FF-F1CC-440E-AC5E-C3FD7FDF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5644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6A5D26FA-1115-4795-B9A4-43386FF5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3552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07" name=""/>
          <p:cNvCxnSpPr>
            <a:stCxn xmlns:a="http://schemas.openxmlformats.org/drawingml/2006/main" id="484" idx="2"/>
            <a:endCxn xmlns:a="http://schemas.openxmlformats.org/drawingml/2006/main" id="485" idx="0"/>
          </p:cNvCxnSpPr>
          <p:nvPr/>
        </p:nvCxnSpPr>
        <p:spPr>
          <a:xfrm xmlns:a="http://schemas.openxmlformats.org/drawingml/2006/main">
            <a:off x="21103600" y="18564527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8F5CC926-B2BA-4521-AB69-80BAAEED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1199" y="1786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395BA7B2-671E-4477-BE91-0C131EB3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827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0" name=""/>
          <p:cNvCxnSpPr>
            <a:stCxn xmlns:a="http://schemas.openxmlformats.org/drawingml/2006/main" id="487" idx="3"/>
            <a:endCxn xmlns:a="http://schemas.openxmlformats.org/drawingml/2006/main" id="488" idx="1"/>
          </p:cNvCxnSpPr>
          <p:nvPr/>
        </p:nvCxnSpPr>
        <p:spPr>
          <a:xfrm xmlns:a="http://schemas.openxmlformats.org/drawingml/2006/main">
            <a:off x="21831294" y="17867615"/>
            <a:ext cx="476533" cy="3914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673D498B-C784-42D7-857A-A24E670F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827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1D086465-8AEE-464A-9DFB-40348717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947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3" name=""/>
          <p:cNvCxnSpPr>
            <a:stCxn xmlns:a="http://schemas.openxmlformats.org/drawingml/2006/main" id="490" idx="3"/>
            <a:endCxn xmlns:a="http://schemas.openxmlformats.org/drawingml/2006/main" id="491" idx="1"/>
          </p:cNvCxnSpPr>
          <p:nvPr/>
        </p:nvCxnSpPr>
        <p:spPr>
          <a:xfrm xmlns:a="http://schemas.openxmlformats.org/drawingml/2006/main">
            <a:off x="22307922" y="18259049"/>
            <a:ext cx="535025" cy="439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76D58122-F4F1-41A9-8373-7D2E9A4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2947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7C333522-8CFE-4320-9B0E-591E576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7607" y="20755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6" name=""/>
          <p:cNvCxnSpPr>
            <a:stCxn xmlns:a="http://schemas.openxmlformats.org/drawingml/2006/main" id="493" idx="2"/>
            <a:endCxn xmlns:a="http://schemas.openxmlformats.org/drawingml/2006/main" id="494" idx="0"/>
          </p:cNvCxnSpPr>
          <p:nvPr/>
        </p:nvCxnSpPr>
        <p:spPr>
          <a:xfrm xmlns:a="http://schemas.openxmlformats.org/drawingml/2006/main">
            <a:off x="22842995" y="18698671"/>
            <a:ext cx="1824660" cy="20567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C60CE4DC-C53D-44C5-A773-4A6E7F2B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7607" y="207554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AE81D44D-310A-4D41-84D1-1C8A147C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6119" y="21910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9" name=""/>
          <p:cNvCxnSpPr>
            <a:stCxn xmlns:a="http://schemas.openxmlformats.org/drawingml/2006/main" id="496" idx="2"/>
            <a:endCxn xmlns:a="http://schemas.openxmlformats.org/drawingml/2006/main" id="497" idx="0"/>
          </p:cNvCxnSpPr>
          <p:nvPr/>
        </p:nvCxnSpPr>
        <p:spPr>
          <a:xfrm xmlns:a="http://schemas.openxmlformats.org/drawingml/2006/main">
            <a:off x="24667655" y="20755551"/>
            <a:ext cx="758512" cy="11550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444C0FF3-21E8-42E2-B223-E5062954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6119" y="21910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91C9A7C1-032D-46B8-B041-BB892CA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1287" y="226953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2" name=""/>
          <p:cNvCxnSpPr>
            <a:stCxn xmlns:a="http://schemas.openxmlformats.org/drawingml/2006/main" id="499" idx="2"/>
            <a:endCxn xmlns:a="http://schemas.openxmlformats.org/drawingml/2006/main" id="500" idx="0"/>
          </p:cNvCxnSpPr>
          <p:nvPr/>
        </p:nvCxnSpPr>
        <p:spPr>
          <a:xfrm xmlns:a="http://schemas.openxmlformats.org/drawingml/2006/main">
            <a:off x="25426167" y="21910743"/>
            <a:ext cx="515168" cy="7845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04C31568-024B-4F51-9A00-9706185A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1287" y="226953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91AB2CCB-3997-475F-B29F-B2310A3A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3080" y="228033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5" name=""/>
          <p:cNvCxnSpPr>
            <a:stCxn xmlns:a="http://schemas.openxmlformats.org/drawingml/2006/main" id="502" idx="2"/>
            <a:endCxn xmlns:a="http://schemas.openxmlformats.org/drawingml/2006/main" id="503" idx="0"/>
          </p:cNvCxnSpPr>
          <p:nvPr/>
        </p:nvCxnSpPr>
        <p:spPr>
          <a:xfrm xmlns:a="http://schemas.openxmlformats.org/drawingml/2006/main">
            <a:off x="25941335" y="22695415"/>
            <a:ext cx="71793" cy="107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49682386-7559-4C30-8306-5F22EAD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096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BFC00F85-93D6-48F9-913D-71671AFE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26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8" name=""/>
          <p:cNvCxnSpPr>
            <a:stCxn xmlns:a="http://schemas.openxmlformats.org/drawingml/2006/main" id="505" idx="3"/>
            <a:endCxn xmlns:a="http://schemas.openxmlformats.org/drawingml/2006/main" id="506" idx="1"/>
          </p:cNvCxnSpPr>
          <p:nvPr/>
        </p:nvCxnSpPr>
        <p:spPr>
          <a:xfrm xmlns:a="http://schemas.openxmlformats.org/drawingml/2006/main">
            <a:off x="19354191" y="15813800"/>
            <a:ext cx="287076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E383AAAB-217B-4A0D-9F64-1EEA30E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126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3D2C69FB-F13C-4463-B554-AA1BBE3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158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1" name=""/>
          <p:cNvCxnSpPr>
            <a:stCxn xmlns:a="http://schemas.openxmlformats.org/drawingml/2006/main" id="508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19641362" y="16046930"/>
            <a:ext cx="330219" cy="2681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3BC887A7-ABF7-45C7-B7E2-2FC079F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158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58F93B94-0E95-46A4-9831-5C3E114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7278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4" name=""/>
          <p:cNvCxnSpPr>
            <a:stCxn xmlns:a="http://schemas.openxmlformats.org/drawingml/2006/main" id="511" idx="3"/>
            <a:endCxn xmlns:a="http://schemas.openxmlformats.org/drawingml/2006/main" id="512" idx="1"/>
          </p:cNvCxnSpPr>
          <p:nvPr/>
        </p:nvCxnSpPr>
        <p:spPr>
          <a:xfrm xmlns:a="http://schemas.openxmlformats.org/drawingml/2006/main">
            <a:off x="19971676" y="16315038"/>
            <a:ext cx="295602" cy="2399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AE4AA875-2155-4684-8D02-F5BE9A5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7278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7A37095E-2720-4AE5-9E5B-D79A1400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6867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37" name=""/>
          <p:cNvCxnSpPr>
            <a:stCxn xmlns:a="http://schemas.openxmlformats.org/drawingml/2006/main" id="514" idx="3"/>
            <a:endCxn xmlns:a="http://schemas.openxmlformats.org/drawingml/2006/main" id="515" idx="1"/>
          </p:cNvCxnSpPr>
          <p:nvPr/>
        </p:nvCxnSpPr>
        <p:spPr>
          <a:xfrm xmlns:a="http://schemas.openxmlformats.org/drawingml/2006/main">
            <a:off x="20267373" y="16555020"/>
            <a:ext cx="99494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34EB0893-A6C1-489A-89C3-5C10ACB3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2456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8AEE4C4D-4609-4639-8D12-D458F42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119" y="8181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0" name=""/>
          <p:cNvCxnSpPr>
            <a:stCxn xmlns:a="http://schemas.openxmlformats.org/drawingml/2006/main" id="517" idx="1"/>
            <a:endCxn xmlns:a="http://schemas.openxmlformats.org/drawingml/2006/main" id="518" idx="3"/>
          </p:cNvCxnSpPr>
          <p:nvPr/>
        </p:nvCxnSpPr>
        <p:spPr>
          <a:xfrm xmlns:a="http://schemas.openxmlformats.org/drawingml/2006/main" flipH="1">
            <a:off x="18288214" y="7586282"/>
            <a:ext cx="824242" cy="595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54F4FC24-CD77-45C0-8D42-FA871AC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119" y="8181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FAD44F8E-6C67-444D-9347-7AD4FA32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9006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3" name=""/>
          <p:cNvCxnSpPr>
            <a:stCxn xmlns:a="http://schemas.openxmlformats.org/drawingml/2006/main" id="520" idx="1"/>
            <a:endCxn xmlns:a="http://schemas.openxmlformats.org/drawingml/2006/main" id="521" idx="3"/>
          </p:cNvCxnSpPr>
          <p:nvPr/>
        </p:nvCxnSpPr>
        <p:spPr>
          <a:xfrm xmlns:a="http://schemas.openxmlformats.org/drawingml/2006/main" flipH="1">
            <a:off x="17147376" y="8181998"/>
            <a:ext cx="1140743" cy="8243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15936DFD-103E-45B3-A3F0-414B4F5D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90062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183E8C32-4702-4D35-8C3D-B1D529C4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13156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6" name=""/>
          <p:cNvCxnSpPr>
            <a:stCxn xmlns:a="http://schemas.openxmlformats.org/drawingml/2006/main" id="523" idx="2"/>
            <a:endCxn xmlns:a="http://schemas.openxmlformats.org/drawingml/2006/main" id="524" idx="0"/>
          </p:cNvCxnSpPr>
          <p:nvPr/>
        </p:nvCxnSpPr>
        <p:spPr>
          <a:xfrm xmlns:a="http://schemas.openxmlformats.org/drawingml/2006/main">
            <a:off x="17147329" y="9006384"/>
            <a:ext cx="0" cy="41497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8D923538-1C95-4271-B6BA-EAE033F1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7281" y="13156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B016D43D-7FFC-4619-A298-7C8EFC9E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455" y="13886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9" name=""/>
          <p:cNvCxnSpPr>
            <a:stCxn xmlns:a="http://schemas.openxmlformats.org/drawingml/2006/main" id="526" idx="2"/>
            <a:endCxn xmlns:a="http://schemas.openxmlformats.org/drawingml/2006/main" id="527" idx="0"/>
          </p:cNvCxnSpPr>
          <p:nvPr/>
        </p:nvCxnSpPr>
        <p:spPr>
          <a:xfrm xmlns:a="http://schemas.openxmlformats.org/drawingml/2006/main">
            <a:off x="17147329" y="13156203"/>
            <a:ext cx="530174" cy="730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11957E26-3B08-4E8B-80CF-7119887C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7455" y="13886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D3D24C52-0949-4BF7-8893-EBA68A6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197" y="1446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2" name=""/>
          <p:cNvCxnSpPr>
            <a:stCxn xmlns:a="http://schemas.openxmlformats.org/drawingml/2006/main" id="529" idx="2"/>
            <a:endCxn xmlns:a="http://schemas.openxmlformats.org/drawingml/2006/main" id="530" idx="0"/>
          </p:cNvCxnSpPr>
          <p:nvPr/>
        </p:nvCxnSpPr>
        <p:spPr>
          <a:xfrm xmlns:a="http://schemas.openxmlformats.org/drawingml/2006/main">
            <a:off x="17677503" y="13886785"/>
            <a:ext cx="422742" cy="5824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B73DEF11-C3D1-4C78-BD88-9ED49FC5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197" y="1446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ED110730-7E4D-4C00-B169-50C97CFC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7276" y="145761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5" name=""/>
          <p:cNvCxnSpPr>
            <a:stCxn xmlns:a="http://schemas.openxmlformats.org/drawingml/2006/main" id="532" idx="2"/>
            <a:endCxn xmlns:a="http://schemas.openxmlformats.org/drawingml/2006/main" id="533" idx="0"/>
          </p:cNvCxnSpPr>
          <p:nvPr/>
        </p:nvCxnSpPr>
        <p:spPr>
          <a:xfrm xmlns:a="http://schemas.openxmlformats.org/drawingml/2006/main">
            <a:off x="18100245" y="14469339"/>
            <a:ext cx="77079" cy="1068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46F17F3-62DD-43A6-B6C8-3BA7405B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6959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D3F0118B-5E01-485F-9CA6-3954DA2C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584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8" name="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 flipH="1">
            <a:off x="19743632" y="9643209"/>
            <a:ext cx="53375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2BE2EA1-5193-4458-9242-ED7798CD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43584" y="9861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A5546BC0-1AA4-4ACD-A0C0-199CE292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876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1" name=""/>
          <p:cNvCxnSpPr>
            <a:stCxn xmlns:a="http://schemas.openxmlformats.org/drawingml/2006/main" id="538" idx="2"/>
            <a:endCxn xmlns:a="http://schemas.openxmlformats.org/drawingml/2006/main" id="539" idx="0"/>
          </p:cNvCxnSpPr>
          <p:nvPr/>
        </p:nvCxnSpPr>
        <p:spPr>
          <a:xfrm xmlns:a="http://schemas.openxmlformats.org/drawingml/2006/main" flipH="1">
            <a:off x="19682924" y="9861193"/>
            <a:ext cx="60708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DD1340B-7D15-419F-9BDD-D8F6E04E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876" y="101095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77607A90-7803-4DB9-A241-491BD87B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7113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4" name=""/>
          <p:cNvCxnSpPr>
            <a:stCxn xmlns:a="http://schemas.openxmlformats.org/drawingml/2006/main" id="541" idx="2"/>
            <a:endCxn xmlns:a="http://schemas.openxmlformats.org/drawingml/2006/main" id="542" idx="0"/>
          </p:cNvCxnSpPr>
          <p:nvPr/>
        </p:nvCxnSpPr>
        <p:spPr>
          <a:xfrm xmlns:a="http://schemas.openxmlformats.org/drawingml/2006/main" flipH="1">
            <a:off x="19627161" y="10109649"/>
            <a:ext cx="55763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06E21DF2-213F-4628-A7CC-3FAF9EA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7113" y="103369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EDBEA178-B830-4A84-9A8A-E5E9FDF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4371" y="104681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7" name=""/>
          <p:cNvCxnSpPr>
            <a:stCxn xmlns:a="http://schemas.openxmlformats.org/drawingml/2006/main" id="544" idx="2"/>
            <a:endCxn xmlns:a="http://schemas.openxmlformats.org/drawingml/2006/main" id="545" idx="0"/>
          </p:cNvCxnSpPr>
          <p:nvPr/>
        </p:nvCxnSpPr>
        <p:spPr>
          <a:xfrm xmlns:a="http://schemas.openxmlformats.org/drawingml/2006/main" flipH="1">
            <a:off x="19594419" y="10337009"/>
            <a:ext cx="32742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917DE884-460E-4B0E-8AA1-0BC15EAE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1217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6FA1E118-B332-4EBD-87BB-05990518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9949" y="987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0" name=""/>
          <p:cNvCxnSpPr>
            <a:stCxn xmlns:a="http://schemas.openxmlformats.org/drawingml/2006/main" id="547" idx="3"/>
            <a:endCxn xmlns:a="http://schemas.openxmlformats.org/drawingml/2006/main" id="548" idx="1"/>
          </p:cNvCxnSpPr>
          <p:nvPr/>
        </p:nvCxnSpPr>
        <p:spPr>
          <a:xfrm xmlns:a="http://schemas.openxmlformats.org/drawingml/2006/main">
            <a:off x="20831312" y="9643162"/>
            <a:ext cx="348637" cy="2361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4AF39E98-564C-495E-BBA5-64CF98EC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9949" y="987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834B13F-6100-410D-B198-6FF8B525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1715" y="1015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3" name=""/>
          <p:cNvCxnSpPr>
            <a:stCxn xmlns:a="http://schemas.openxmlformats.org/drawingml/2006/main" id="550" idx="3"/>
            <a:endCxn xmlns:a="http://schemas.openxmlformats.org/drawingml/2006/main" id="551" idx="1"/>
          </p:cNvCxnSpPr>
          <p:nvPr/>
        </p:nvCxnSpPr>
        <p:spPr>
          <a:xfrm xmlns:a="http://schemas.openxmlformats.org/drawingml/2006/main">
            <a:off x="21180044" y="9879357"/>
            <a:ext cx="401671" cy="272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13B06F67-D781-4C96-BEC4-A7124E4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1715" y="10151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57B76302-510C-4224-8293-AFE1BD9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655" y="103937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6" name=""/>
          <p:cNvCxnSpPr>
            <a:stCxn xmlns:a="http://schemas.openxmlformats.org/drawingml/2006/main" id="553" idx="3"/>
            <a:endCxn xmlns:a="http://schemas.openxmlformats.org/drawingml/2006/main" id="554" idx="1"/>
          </p:cNvCxnSpPr>
          <p:nvPr/>
        </p:nvCxnSpPr>
        <p:spPr>
          <a:xfrm xmlns:a="http://schemas.openxmlformats.org/drawingml/2006/main">
            <a:off x="21581810" y="10151432"/>
            <a:ext cx="357845" cy="242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6EE234F7-D763-41EC-95B5-EE552042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39655" y="103937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54B7E3F5-F86F-406C-816A-DC1BA4AF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4872" y="10464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9" name=""/>
          <p:cNvCxnSpPr>
            <a:stCxn xmlns:a="http://schemas.openxmlformats.org/drawingml/2006/main" id="556" idx="3"/>
            <a:endCxn xmlns:a="http://schemas.openxmlformats.org/drawingml/2006/main" id="557" idx="1"/>
          </p:cNvCxnSpPr>
          <p:nvPr/>
        </p:nvCxnSpPr>
        <p:spPr>
          <a:xfrm xmlns:a="http://schemas.openxmlformats.org/drawingml/2006/main">
            <a:off x="21939750" y="10393757"/>
            <a:ext cx="105122" cy="7085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2F3BAEAC-72CD-4DCB-BADE-45F12652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C1AAF12-F200-4558-8360-1FCF11C3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2" name=""/>
          <p:cNvCxnSpPr>
            <a:stCxn xmlns:a="http://schemas.openxmlformats.org/drawingml/2006/main" id="559" idx="2"/>
            <a:endCxn xmlns:a="http://schemas.openxmlformats.org/drawingml/2006/main" id="560" idx="0"/>
          </p:cNvCxnSpPr>
          <p:nvPr/>
        </p:nvCxnSpPr>
        <p:spPr>
          <a:xfrm xmlns:a="http://schemas.openxmlformats.org/drawingml/2006/main">
            <a:off x="19944003" y="7586329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B035721F-2CEE-4FEB-A7EC-68BB03BD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78042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58F57621-C99F-4DDB-B5D6-011AC2AE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5" name=""/>
          <p:cNvCxnSpPr>
            <a:stCxn xmlns:a="http://schemas.openxmlformats.org/drawingml/2006/main" id="562" idx="2"/>
            <a:endCxn xmlns:a="http://schemas.openxmlformats.org/drawingml/2006/main" id="563" idx="0"/>
          </p:cNvCxnSpPr>
          <p:nvPr/>
        </p:nvCxnSpPr>
        <p:spPr>
          <a:xfrm xmlns:a="http://schemas.openxmlformats.org/drawingml/2006/main">
            <a:off x="19944003" y="7804314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1B07908C-ED4B-4301-A7AD-CC15B7C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052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66FF86A6-0587-4D3C-B9BA-C4C45A2E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8" name=""/>
          <p:cNvCxnSpPr>
            <a:stCxn xmlns:a="http://schemas.openxmlformats.org/drawingml/2006/main" id="565" idx="2"/>
            <a:endCxn xmlns:a="http://schemas.openxmlformats.org/drawingml/2006/main" id="566" idx="0"/>
          </p:cNvCxnSpPr>
          <p:nvPr/>
        </p:nvCxnSpPr>
        <p:spPr>
          <a:xfrm xmlns:a="http://schemas.openxmlformats.org/drawingml/2006/main">
            <a:off x="19944003" y="8052769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8E329517-A6AF-4414-A046-ACEB7AF1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2800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43CB59F2-BD81-41B4-A559-86347A6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3955" y="84105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1" name=""/>
          <p:cNvCxnSpPr>
            <a:stCxn xmlns:a="http://schemas.openxmlformats.org/drawingml/2006/main" id="568" idx="2"/>
            <a:endCxn xmlns:a="http://schemas.openxmlformats.org/drawingml/2006/main" id="569" idx="0"/>
          </p:cNvCxnSpPr>
          <p:nvPr/>
        </p:nvCxnSpPr>
        <p:spPr>
          <a:xfrm xmlns:a="http://schemas.openxmlformats.org/drawingml/2006/main">
            <a:off x="19944003" y="8280129"/>
            <a:ext cx="0" cy="1304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930050BA-9F21-4D30-9258-74471B7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124" y="136582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A7C74504-C68A-48A9-A56C-CB76005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0442" y="1395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4" name=""/>
          <p:cNvCxnSpPr>
            <a:stCxn xmlns:a="http://schemas.openxmlformats.org/drawingml/2006/main" id="571" idx="1"/>
            <a:endCxn xmlns:a="http://schemas.openxmlformats.org/drawingml/2006/main" id="572" idx="3"/>
          </p:cNvCxnSpPr>
          <p:nvPr/>
        </p:nvCxnSpPr>
        <p:spPr>
          <a:xfrm xmlns:a="http://schemas.openxmlformats.org/drawingml/2006/main" flipH="1">
            <a:off x="22570537" y="13658296"/>
            <a:ext cx="964587" cy="2976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45EAFA51-84DA-4FC3-8A5F-08481ABE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0442" y="13955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8DA6CFA9-A569-454F-8D2B-CEC46628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8091" y="14333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7" name=""/>
          <p:cNvCxnSpPr>
            <a:stCxn xmlns:a="http://schemas.openxmlformats.org/drawingml/2006/main" id="574" idx="1"/>
            <a:endCxn xmlns:a="http://schemas.openxmlformats.org/drawingml/2006/main" id="575" idx="3"/>
          </p:cNvCxnSpPr>
          <p:nvPr/>
        </p:nvCxnSpPr>
        <p:spPr>
          <a:xfrm xmlns:a="http://schemas.openxmlformats.org/drawingml/2006/main" flipH="1">
            <a:off x="21348186" y="13955974"/>
            <a:ext cx="1222256" cy="3771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B4D7BF27-B992-4793-B026-1A2CA3FA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8091" y="143331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C015861-8082-423A-AC57-A898F0FF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774" y="146371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0" name=""/>
          <p:cNvCxnSpPr>
            <a:stCxn xmlns:a="http://schemas.openxmlformats.org/drawingml/2006/main" id="577" idx="1"/>
            <a:endCxn xmlns:a="http://schemas.openxmlformats.org/drawingml/2006/main" id="578" idx="3"/>
          </p:cNvCxnSpPr>
          <p:nvPr/>
        </p:nvCxnSpPr>
        <p:spPr>
          <a:xfrm xmlns:a="http://schemas.openxmlformats.org/drawingml/2006/main" flipH="1">
            <a:off x="20362869" y="14333164"/>
            <a:ext cx="985222" cy="3039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3C8F319D-36C4-4914-BF3C-029CE6F8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774" y="146371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5ED7FC32-01DB-497C-9A65-4642DE82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086" y="146738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3" name=""/>
          <p:cNvCxnSpPr>
            <a:stCxn xmlns:a="http://schemas.openxmlformats.org/drawingml/2006/main" id="580" idx="1"/>
            <a:endCxn xmlns:a="http://schemas.openxmlformats.org/drawingml/2006/main" id="581" idx="3"/>
          </p:cNvCxnSpPr>
          <p:nvPr/>
        </p:nvCxnSpPr>
        <p:spPr>
          <a:xfrm xmlns:a="http://schemas.openxmlformats.org/drawingml/2006/main" flipH="1">
            <a:off x="20244181" y="14637153"/>
            <a:ext cx="118593" cy="3678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B5930A03-B48F-4787-906C-CA7BA10E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9736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24E122A8-66F1-4BD8-95C7-D3FCB61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6640" y="160337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6" name=""/>
          <p:cNvCxnSpPr>
            <a:stCxn xmlns:a="http://schemas.openxmlformats.org/drawingml/2006/main" id="583" idx="2"/>
            <a:endCxn xmlns:a="http://schemas.openxmlformats.org/drawingml/2006/main" id="584" idx="0"/>
          </p:cNvCxnSpPr>
          <p:nvPr/>
        </p:nvCxnSpPr>
        <p:spPr>
          <a:xfrm xmlns:a="http://schemas.openxmlformats.org/drawingml/2006/main" flipH="1">
            <a:off x="24926688" y="15813847"/>
            <a:ext cx="63096" cy="2198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64B0F18D-310F-48AA-A167-301503A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26640" y="160337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3EF40D5A-50EB-4AF3-BC86-E4CC62EA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4677" y="16284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9" name=""/>
          <p:cNvCxnSpPr>
            <a:stCxn xmlns:a="http://schemas.openxmlformats.org/drawingml/2006/main" id="586" idx="2"/>
            <a:endCxn xmlns:a="http://schemas.openxmlformats.org/drawingml/2006/main" id="587" idx="0"/>
          </p:cNvCxnSpPr>
          <p:nvPr/>
        </p:nvCxnSpPr>
        <p:spPr>
          <a:xfrm xmlns:a="http://schemas.openxmlformats.org/drawingml/2006/main" flipH="1">
            <a:off x="24854725" y="16033815"/>
            <a:ext cx="71963" cy="2508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DAB0DDF5-0610-4902-B715-1CAEBF6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4677" y="162847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B998C1C-EB09-46D3-90D1-B2092AF5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8853" y="1651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2" name=""/>
          <p:cNvCxnSpPr>
            <a:stCxn xmlns:a="http://schemas.openxmlformats.org/drawingml/2006/main" id="589" idx="2"/>
            <a:endCxn xmlns:a="http://schemas.openxmlformats.org/drawingml/2006/main" id="590" idx="0"/>
          </p:cNvCxnSpPr>
          <p:nvPr/>
        </p:nvCxnSpPr>
        <p:spPr>
          <a:xfrm xmlns:a="http://schemas.openxmlformats.org/drawingml/2006/main" flipH="1">
            <a:off x="24788901" y="16284795"/>
            <a:ext cx="65824" cy="2292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5266A419-6A7D-4470-B341-F4A67271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8853" y="1651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4E649DD6-54B0-4C3D-ACCF-B941A14F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2871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5" name=""/>
          <p:cNvCxnSpPr>
            <a:stCxn xmlns:a="http://schemas.openxmlformats.org/drawingml/2006/main" id="592" idx="2"/>
            <a:endCxn xmlns:a="http://schemas.openxmlformats.org/drawingml/2006/main" id="593" idx="0"/>
          </p:cNvCxnSpPr>
          <p:nvPr/>
        </p:nvCxnSpPr>
        <p:spPr>
          <a:xfrm xmlns:a="http://schemas.openxmlformats.org/drawingml/2006/main" flipH="1">
            <a:off x="24752919" y="16514138"/>
            <a:ext cx="35982" cy="1246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B377B51B-AE34-432F-95F4-DCC69D7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1146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3C49F6A3-9193-46AD-A4F9-04E45954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6939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8" name=""/>
          <p:cNvCxnSpPr>
            <a:stCxn xmlns:a="http://schemas.openxmlformats.org/drawingml/2006/main" id="595" idx="2"/>
            <a:endCxn xmlns:a="http://schemas.openxmlformats.org/drawingml/2006/main" id="596" idx="0"/>
          </p:cNvCxnSpPr>
          <p:nvPr/>
        </p:nvCxnSpPr>
        <p:spPr>
          <a:xfrm xmlns:a="http://schemas.openxmlformats.org/drawingml/2006/main" flipH="1">
            <a:off x="27566987" y="17870727"/>
            <a:ext cx="134207" cy="224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92CD764C-8CC8-4869-8F28-4290A734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6939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6582C4D4-BFD7-4188-B9C8-F289294F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463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1" name=""/>
          <p:cNvCxnSpPr>
            <a:stCxn xmlns:a="http://schemas.openxmlformats.org/drawingml/2006/main" id="598" idx="2"/>
            <a:endCxn xmlns:a="http://schemas.openxmlformats.org/drawingml/2006/main" id="599" idx="0"/>
          </p:cNvCxnSpPr>
          <p:nvPr/>
        </p:nvCxnSpPr>
        <p:spPr>
          <a:xfrm xmlns:a="http://schemas.openxmlformats.org/drawingml/2006/main" flipH="1">
            <a:off x="27413511" y="18094842"/>
            <a:ext cx="153476" cy="256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57734250-F597-4D48-A60F-E3FF6870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3463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6E632E83-C156-433D-8F8B-D944F26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97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4" name=""/>
          <p:cNvCxnSpPr>
            <a:stCxn xmlns:a="http://schemas.openxmlformats.org/drawingml/2006/main" id="601" idx="2"/>
            <a:endCxn xmlns:a="http://schemas.openxmlformats.org/drawingml/2006/main" id="602" idx="0"/>
          </p:cNvCxnSpPr>
          <p:nvPr/>
        </p:nvCxnSpPr>
        <p:spPr>
          <a:xfrm xmlns:a="http://schemas.openxmlformats.org/drawingml/2006/main" flipH="1">
            <a:off x="27274019" y="18351050"/>
            <a:ext cx="139492" cy="232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65C5089A-D101-489E-B6B9-76EC2885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397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BABA64F8-CFCC-456E-8EF6-23CFC43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6782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7" name=""/>
          <p:cNvCxnSpPr>
            <a:stCxn xmlns:a="http://schemas.openxmlformats.org/drawingml/2006/main" id="604" idx="2"/>
            <a:endCxn xmlns:a="http://schemas.openxmlformats.org/drawingml/2006/main" id="605" idx="0"/>
          </p:cNvCxnSpPr>
          <p:nvPr/>
        </p:nvCxnSpPr>
        <p:spPr>
          <a:xfrm xmlns:a="http://schemas.openxmlformats.org/drawingml/2006/main" flipH="1">
            <a:off x="27206830" y="18583639"/>
            <a:ext cx="67189" cy="112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0AC85F8E-79A2-4E7C-AE14-E9580E1E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5404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AAE050BD-99E3-4882-A6BE-324C5ADD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5972" y="18102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0" name=""/>
          <p:cNvCxnSpPr>
            <a:stCxn xmlns:a="http://schemas.openxmlformats.org/drawingml/2006/main" id="607" idx="3"/>
            <a:endCxn xmlns:a="http://schemas.openxmlformats.org/drawingml/2006/main" id="608" idx="1"/>
          </p:cNvCxnSpPr>
          <p:nvPr/>
        </p:nvCxnSpPr>
        <p:spPr>
          <a:xfrm xmlns:a="http://schemas.openxmlformats.org/drawingml/2006/main">
            <a:off x="28735499" y="17870680"/>
            <a:ext cx="260473" cy="2322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CDFCFD74-6B80-4E42-897A-13BD961C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5972" y="181028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6B07FEAE-63C5-4EF1-84F8-E1A52FC5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5421" y="18369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3" name=""/>
          <p:cNvCxnSpPr>
            <a:stCxn xmlns:a="http://schemas.openxmlformats.org/drawingml/2006/main" id="610" idx="3"/>
            <a:endCxn xmlns:a="http://schemas.openxmlformats.org/drawingml/2006/main" id="611" idx="1"/>
          </p:cNvCxnSpPr>
          <p:nvPr/>
        </p:nvCxnSpPr>
        <p:spPr>
          <a:xfrm xmlns:a="http://schemas.openxmlformats.org/drawingml/2006/main">
            <a:off x="28996067" y="18102908"/>
            <a:ext cx="299354" cy="266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68370D1A-A826-404F-BD54-9AFAEFE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5421" y="183697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DECCDFB4-B6F7-44E1-A78D-9FED98A2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004" y="186087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6" name=""/>
          <p:cNvCxnSpPr>
            <a:stCxn xmlns:a="http://schemas.openxmlformats.org/drawingml/2006/main" id="613" idx="3"/>
            <a:endCxn xmlns:a="http://schemas.openxmlformats.org/drawingml/2006/main" id="614" idx="1"/>
          </p:cNvCxnSpPr>
          <p:nvPr/>
        </p:nvCxnSpPr>
        <p:spPr>
          <a:xfrm xmlns:a="http://schemas.openxmlformats.org/drawingml/2006/main">
            <a:off x="29295516" y="18369754"/>
            <a:ext cx="268488" cy="2390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F3BAD116-F6D4-428E-A453-4809A51A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4004" y="186087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54B7CFEF-DCB9-4314-B9EA-65A0BAAA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60694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9" name=""/>
          <p:cNvCxnSpPr>
            <a:stCxn xmlns:a="http://schemas.openxmlformats.org/drawingml/2006/main" id="616" idx="3"/>
            <a:endCxn xmlns:a="http://schemas.openxmlformats.org/drawingml/2006/main" id="617" idx="1"/>
          </p:cNvCxnSpPr>
          <p:nvPr/>
        </p:nvCxnSpPr>
        <p:spPr>
          <a:xfrm xmlns:a="http://schemas.openxmlformats.org/drawingml/2006/main">
            <a:off x="29564099" y="18608834"/>
            <a:ext cx="96595" cy="86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5C7B3837-47ED-40C6-B882-F3EABD7A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4164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F9EFA6D6-5DD6-4323-B53A-41DEA91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470" y="160488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2" name=""/>
          <p:cNvCxnSpPr>
            <a:stCxn xmlns:a="http://schemas.openxmlformats.org/drawingml/2006/main" id="619" idx="3"/>
            <a:endCxn xmlns:a="http://schemas.openxmlformats.org/drawingml/2006/main" id="620" idx="1"/>
          </p:cNvCxnSpPr>
          <p:nvPr/>
        </p:nvCxnSpPr>
        <p:spPr>
          <a:xfrm xmlns:a="http://schemas.openxmlformats.org/drawingml/2006/main">
            <a:off x="26024259" y="15813800"/>
            <a:ext cx="337211" cy="235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E90E3B78-24CA-4B23-A788-B1BEAB99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470" y="160488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C9D2BA2B-EEEB-4865-AC77-16924D26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765" y="163196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5" name=""/>
          <p:cNvCxnSpPr>
            <a:stCxn xmlns:a="http://schemas.openxmlformats.org/drawingml/2006/main" id="622" idx="3"/>
            <a:endCxn xmlns:a="http://schemas.openxmlformats.org/drawingml/2006/main" id="623" idx="1"/>
          </p:cNvCxnSpPr>
          <p:nvPr/>
        </p:nvCxnSpPr>
        <p:spPr>
          <a:xfrm xmlns:a="http://schemas.openxmlformats.org/drawingml/2006/main">
            <a:off x="26361565" y="16048913"/>
            <a:ext cx="388200" cy="2708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6CF9329B-FE8A-4FCE-B8EF-2865FE61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9765" y="163196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73D7D89E-F45A-46AF-A102-CE9448BB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450" y="165612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8" name=""/>
          <p:cNvCxnSpPr>
            <a:stCxn xmlns:a="http://schemas.openxmlformats.org/drawingml/2006/main" id="625" idx="3"/>
            <a:endCxn xmlns:a="http://schemas.openxmlformats.org/drawingml/2006/main" id="626" idx="1"/>
          </p:cNvCxnSpPr>
          <p:nvPr/>
        </p:nvCxnSpPr>
        <p:spPr>
          <a:xfrm xmlns:a="http://schemas.openxmlformats.org/drawingml/2006/main">
            <a:off x="26749860" y="16319726"/>
            <a:ext cx="346590" cy="2416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AB7568E7-2BE2-4C3C-87B9-2433F27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6450" y="165612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2BDEE499-2212-4846-99B3-60B3B7CF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1666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1" name=""/>
          <p:cNvCxnSpPr>
            <a:stCxn xmlns:a="http://schemas.openxmlformats.org/drawingml/2006/main" id="628" idx="3"/>
            <a:endCxn xmlns:a="http://schemas.openxmlformats.org/drawingml/2006/main" id="629" idx="1"/>
          </p:cNvCxnSpPr>
          <p:nvPr/>
        </p:nvCxnSpPr>
        <p:spPr>
          <a:xfrm xmlns:a="http://schemas.openxmlformats.org/drawingml/2006/main">
            <a:off x="27096545" y="16561330"/>
            <a:ext cx="105121" cy="739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C0F19075-84B5-4A14-9265-1FD9808E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53D56A16-F0FD-4288-ADF0-E93FE5F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4" name=""/>
          <p:cNvCxnSpPr>
            <a:stCxn xmlns:a="http://schemas.openxmlformats.org/drawingml/2006/main" id="631" idx="2"/>
            <a:endCxn xmlns:a="http://schemas.openxmlformats.org/drawingml/2006/main" id="632" idx="0"/>
          </p:cNvCxnSpPr>
          <p:nvPr/>
        </p:nvCxnSpPr>
        <p:spPr>
          <a:xfrm xmlns:a="http://schemas.openxmlformats.org/drawingml/2006/main">
            <a:off x="25162189" y="13756968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1A8D41C5-C52F-4D64-88E5-73857A71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5A883C3-1950-4FBC-AF96-3A4E7138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7" name=""/>
          <p:cNvCxnSpPr>
            <a:stCxn xmlns:a="http://schemas.openxmlformats.org/drawingml/2006/main" id="634" idx="2"/>
            <a:endCxn xmlns:a="http://schemas.openxmlformats.org/drawingml/2006/main" id="635" idx="0"/>
          </p:cNvCxnSpPr>
          <p:nvPr/>
        </p:nvCxnSpPr>
        <p:spPr>
          <a:xfrm xmlns:a="http://schemas.openxmlformats.org/drawingml/2006/main">
            <a:off x="25162189" y="13974952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6598FC88-FEEC-41BF-AB39-6A620503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350233DB-0EE9-40AB-9D24-B12413F5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0" name=""/>
          <p:cNvCxnSpPr>
            <a:stCxn xmlns:a="http://schemas.openxmlformats.org/drawingml/2006/main" id="637" idx="2"/>
            <a:endCxn xmlns:a="http://schemas.openxmlformats.org/drawingml/2006/main" id="638" idx="0"/>
          </p:cNvCxnSpPr>
          <p:nvPr/>
        </p:nvCxnSpPr>
        <p:spPr>
          <a:xfrm xmlns:a="http://schemas.openxmlformats.org/drawingml/2006/main">
            <a:off x="25162189" y="1422340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CC3A2991-39CD-4DDA-8885-73DE57B6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ABE04187-8027-49DF-935A-E75EE60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2141" y="14581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3" name=""/>
          <p:cNvCxnSpPr>
            <a:stCxn xmlns:a="http://schemas.openxmlformats.org/drawingml/2006/main" id="640" idx="2"/>
            <a:endCxn xmlns:a="http://schemas.openxmlformats.org/drawingml/2006/main" id="641" idx="0"/>
          </p:cNvCxnSpPr>
          <p:nvPr/>
        </p:nvCxnSpPr>
        <p:spPr>
          <a:xfrm xmlns:a="http://schemas.openxmlformats.org/drawingml/2006/main">
            <a:off x="25162189" y="14450768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86AB25DE-5D34-41F6-A8F8-EA78C4D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954" y="116999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67B22483-C460-49E0-9096-9A7D6B0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825" y="11924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6" name=""/>
          <p:cNvCxnSpPr>
            <a:stCxn xmlns:a="http://schemas.openxmlformats.org/drawingml/2006/main" id="643" idx="2"/>
            <a:endCxn xmlns:a="http://schemas.openxmlformats.org/drawingml/2006/main" id="644" idx="0"/>
          </p:cNvCxnSpPr>
          <p:nvPr/>
        </p:nvCxnSpPr>
        <p:spPr>
          <a:xfrm xmlns:a="http://schemas.openxmlformats.org/drawingml/2006/main" flipH="1">
            <a:off x="25898873" y="11700088"/>
            <a:ext cx="138129" cy="224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5B30D6F1-F420-4625-9893-463AD2B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8825" y="119241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D3977818-88F1-410B-8F42-FADC1AB3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1086" y="121803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9" name=""/>
          <p:cNvCxnSpPr>
            <a:stCxn xmlns:a="http://schemas.openxmlformats.org/drawingml/2006/main" id="646" idx="2"/>
            <a:endCxn xmlns:a="http://schemas.openxmlformats.org/drawingml/2006/main" id="647" idx="0"/>
          </p:cNvCxnSpPr>
          <p:nvPr/>
        </p:nvCxnSpPr>
        <p:spPr>
          <a:xfrm xmlns:a="http://schemas.openxmlformats.org/drawingml/2006/main" flipH="1">
            <a:off x="25741134" y="11924203"/>
            <a:ext cx="157739" cy="256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56F2DD17-0616-4F24-A8BE-CEC9A191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41086" y="1218031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7A5E2018-8B91-4894-BC5D-867C1C06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7671" y="12412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2" name=""/>
          <p:cNvCxnSpPr>
            <a:stCxn xmlns:a="http://schemas.openxmlformats.org/drawingml/2006/main" id="649" idx="2"/>
            <a:endCxn xmlns:a="http://schemas.openxmlformats.org/drawingml/2006/main" id="650" idx="0"/>
          </p:cNvCxnSpPr>
          <p:nvPr/>
        </p:nvCxnSpPr>
        <p:spPr>
          <a:xfrm xmlns:a="http://schemas.openxmlformats.org/drawingml/2006/main" flipH="1">
            <a:off x="25597719" y="12180411"/>
            <a:ext cx="143415" cy="232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C0ED710B-B9EC-4652-B8B8-7AEF0B6E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7671" y="12412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E9DD2ABB-CA2C-4B50-A60E-BDDC6F75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8778" y="12525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5" name=""/>
          <p:cNvCxnSpPr>
            <a:stCxn xmlns:a="http://schemas.openxmlformats.org/drawingml/2006/main" id="652" idx="2"/>
            <a:endCxn xmlns:a="http://schemas.openxmlformats.org/drawingml/2006/main" id="653" idx="0"/>
          </p:cNvCxnSpPr>
          <p:nvPr/>
        </p:nvCxnSpPr>
        <p:spPr>
          <a:xfrm xmlns:a="http://schemas.openxmlformats.org/drawingml/2006/main" flipH="1">
            <a:off x="25528826" y="12413000"/>
            <a:ext cx="68893" cy="1120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E9131395-E60B-44E7-9026-9A413FD3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34998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D07D3955-0C46-4780-91C3-CB9BC966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637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8" name=""/>
          <p:cNvCxnSpPr>
            <a:stCxn xmlns:a="http://schemas.openxmlformats.org/drawingml/2006/main" id="655" idx="2"/>
            <a:endCxn xmlns:a="http://schemas.openxmlformats.org/drawingml/2006/main" id="656" idx="0"/>
          </p:cNvCxnSpPr>
          <p:nvPr/>
        </p:nvCxnSpPr>
        <p:spPr>
          <a:xfrm xmlns:a="http://schemas.openxmlformats.org/drawingml/2006/main" flipH="1">
            <a:off x="32126419" y="15813847"/>
            <a:ext cx="108627" cy="221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98F5C7AC-EA63-45F5-9BCD-3FC2E870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6371" y="160357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BAA654C3-E55E-4095-ABEF-8C366BB5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222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1" name=""/>
          <p:cNvCxnSpPr>
            <a:stCxn xmlns:a="http://schemas.openxmlformats.org/drawingml/2006/main" id="658" idx="2"/>
            <a:endCxn xmlns:a="http://schemas.openxmlformats.org/drawingml/2006/main" id="659" idx="0"/>
          </p:cNvCxnSpPr>
          <p:nvPr/>
        </p:nvCxnSpPr>
        <p:spPr>
          <a:xfrm xmlns:a="http://schemas.openxmlformats.org/drawingml/2006/main" flipH="1">
            <a:off x="32002274" y="16035798"/>
            <a:ext cx="124145" cy="2535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593CD42A-7D8E-4B19-9264-8AC88DD6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2226" y="162893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BA6F2935-035D-4573-BA9C-4276F29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166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4" name=""/>
          <p:cNvCxnSpPr>
            <a:stCxn xmlns:a="http://schemas.openxmlformats.org/drawingml/2006/main" id="661" idx="2"/>
            <a:endCxn xmlns:a="http://schemas.openxmlformats.org/drawingml/2006/main" id="662" idx="0"/>
          </p:cNvCxnSpPr>
          <p:nvPr/>
        </p:nvCxnSpPr>
        <p:spPr>
          <a:xfrm xmlns:a="http://schemas.openxmlformats.org/drawingml/2006/main" flipH="1">
            <a:off x="31889214" y="16289483"/>
            <a:ext cx="113060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3AC09D9D-BF51-4B89-9E5D-6A456544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9166" y="165203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080D63AD-915C-4B8A-9F0A-3D1B3432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1527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7" name=""/>
          <p:cNvCxnSpPr>
            <a:stCxn xmlns:a="http://schemas.openxmlformats.org/drawingml/2006/main" id="664" idx="2"/>
            <a:endCxn xmlns:a="http://schemas.openxmlformats.org/drawingml/2006/main" id="665" idx="0"/>
          </p:cNvCxnSpPr>
          <p:nvPr/>
        </p:nvCxnSpPr>
        <p:spPr>
          <a:xfrm xmlns:a="http://schemas.openxmlformats.org/drawingml/2006/main" flipH="1">
            <a:off x="31831575" y="16520449"/>
            <a:ext cx="57639" cy="11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2C1280EE-DE37-4968-BA91-D68AA4CD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8726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CF1B2DE3-536D-4114-A992-59B0AC53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520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0" name=""/>
          <p:cNvCxnSpPr>
            <a:stCxn xmlns:a="http://schemas.openxmlformats.org/drawingml/2006/main" id="667" idx="2"/>
            <a:endCxn xmlns:a="http://schemas.openxmlformats.org/drawingml/2006/main" id="668" idx="0"/>
          </p:cNvCxnSpPr>
          <p:nvPr/>
        </p:nvCxnSpPr>
        <p:spPr>
          <a:xfrm xmlns:a="http://schemas.openxmlformats.org/drawingml/2006/main" flipH="1">
            <a:off x="34524568" y="17870727"/>
            <a:ext cx="134206" cy="224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CB9E2C8D-A0F8-43FB-B18D-51DA6BA9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4520" y="1809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711D47EA-4DE3-4AD1-914F-AB142EE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1044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3" name=""/>
          <p:cNvCxnSpPr>
            <a:stCxn xmlns:a="http://schemas.openxmlformats.org/drawingml/2006/main" id="670" idx="2"/>
            <a:endCxn xmlns:a="http://schemas.openxmlformats.org/drawingml/2006/main" id="671" idx="0"/>
          </p:cNvCxnSpPr>
          <p:nvPr/>
        </p:nvCxnSpPr>
        <p:spPr>
          <a:xfrm xmlns:a="http://schemas.openxmlformats.org/drawingml/2006/main" flipH="1">
            <a:off x="34371092" y="18094842"/>
            <a:ext cx="153476" cy="2561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4AC79BD7-74FE-4C6E-A398-3ACEC5C9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1044" y="183509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3B99F103-8B10-4653-9396-99F928A1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155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6" name=""/>
          <p:cNvCxnSpPr>
            <a:stCxn xmlns:a="http://schemas.openxmlformats.org/drawingml/2006/main" id="673" idx="2"/>
            <a:endCxn xmlns:a="http://schemas.openxmlformats.org/drawingml/2006/main" id="674" idx="0"/>
          </p:cNvCxnSpPr>
          <p:nvPr/>
        </p:nvCxnSpPr>
        <p:spPr>
          <a:xfrm xmlns:a="http://schemas.openxmlformats.org/drawingml/2006/main" flipH="1">
            <a:off x="34231599" y="18351050"/>
            <a:ext cx="139493" cy="232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4B0C1DDD-E1DD-4E4D-AB0A-76DE4946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1551" y="185835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0DE0CEC4-05B2-43AE-890E-3D0B3826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4363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9" name=""/>
          <p:cNvCxnSpPr>
            <a:stCxn xmlns:a="http://schemas.openxmlformats.org/drawingml/2006/main" id="676" idx="2"/>
            <a:endCxn xmlns:a="http://schemas.openxmlformats.org/drawingml/2006/main" id="677" idx="0"/>
          </p:cNvCxnSpPr>
          <p:nvPr/>
        </p:nvCxnSpPr>
        <p:spPr>
          <a:xfrm xmlns:a="http://schemas.openxmlformats.org/drawingml/2006/main" flipH="1">
            <a:off x="34164411" y="18583639"/>
            <a:ext cx="67188" cy="1120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A5CD7C4C-8C2E-46B6-A223-7DA9895C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9888" y="178675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0CB62B02-072E-4650-AB25-AB3FC08E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4668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2" name=""/>
          <p:cNvCxnSpPr>
            <a:stCxn xmlns:a="http://schemas.openxmlformats.org/drawingml/2006/main" id="679" idx="2"/>
            <a:endCxn xmlns:a="http://schemas.openxmlformats.org/drawingml/2006/main" id="680" idx="0"/>
          </p:cNvCxnSpPr>
          <p:nvPr/>
        </p:nvCxnSpPr>
        <p:spPr>
          <a:xfrm xmlns:a="http://schemas.openxmlformats.org/drawingml/2006/main">
            <a:off x="35239936" y="17867662"/>
            <a:ext cx="144780" cy="3913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C246F1EB-336D-4EED-B456-3AFE1D67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4668" y="182590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A9B7FA5B-7C46-4676-A31B-CF413557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5" name=""/>
          <p:cNvCxnSpPr>
            <a:stCxn xmlns:a="http://schemas.openxmlformats.org/drawingml/2006/main" id="682" idx="2"/>
            <a:endCxn xmlns:a="http://schemas.openxmlformats.org/drawingml/2006/main" id="683" idx="0"/>
          </p:cNvCxnSpPr>
          <p:nvPr/>
        </p:nvCxnSpPr>
        <p:spPr>
          <a:xfrm xmlns:a="http://schemas.openxmlformats.org/drawingml/2006/main">
            <a:off x="35384716" y="18259096"/>
            <a:ext cx="162684" cy="4394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94229E69-B515-46D9-B42A-0B337A08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86985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5DF98CF3-6949-465A-A909-F3C7F52E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9918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8" name=""/>
          <p:cNvCxnSpPr>
            <a:stCxn xmlns:a="http://schemas.openxmlformats.org/drawingml/2006/main" id="685" idx="2"/>
            <a:endCxn xmlns:a="http://schemas.openxmlformats.org/drawingml/2006/main" id="686" idx="0"/>
          </p:cNvCxnSpPr>
          <p:nvPr/>
        </p:nvCxnSpPr>
        <p:spPr>
          <a:xfrm xmlns:a="http://schemas.openxmlformats.org/drawingml/2006/main">
            <a:off x="35547400" y="18698671"/>
            <a:ext cx="0" cy="12201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22FCB346-9D80-4F21-BDFC-8AFEE19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7352" y="19918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3B437D96-D7D2-4E08-BD5D-3860B4BA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5708" y="217537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1" name=""/>
          <p:cNvCxnSpPr>
            <a:stCxn xmlns:a="http://schemas.openxmlformats.org/drawingml/2006/main" id="688" idx="1"/>
            <a:endCxn xmlns:a="http://schemas.openxmlformats.org/drawingml/2006/main" id="689" idx="3"/>
          </p:cNvCxnSpPr>
          <p:nvPr/>
        </p:nvCxnSpPr>
        <p:spPr>
          <a:xfrm xmlns:a="http://schemas.openxmlformats.org/drawingml/2006/main" flipH="1">
            <a:off x="30735803" y="19918905"/>
            <a:ext cx="4811549" cy="18349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80A36C8A-0369-4B9E-8C50-5615FCC8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5708" y="217537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2E384C57-ADC6-4AA9-A42F-D5FC684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556" y="22760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4" name=""/>
          <p:cNvCxnSpPr>
            <a:stCxn xmlns:a="http://schemas.openxmlformats.org/drawingml/2006/main" id="691" idx="1"/>
            <a:endCxn xmlns:a="http://schemas.openxmlformats.org/drawingml/2006/main" id="692" idx="3"/>
          </p:cNvCxnSpPr>
          <p:nvPr/>
        </p:nvCxnSpPr>
        <p:spPr>
          <a:xfrm xmlns:a="http://schemas.openxmlformats.org/drawingml/2006/main" flipH="1">
            <a:off x="28094651" y="21753833"/>
            <a:ext cx="2641057" cy="1007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DD10A6CA-4637-4F09-A697-675FF1E2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4556" y="22760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BAEB1A0C-F7DB-409F-8F25-54DD4F50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77573" y="228053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7" name=""/>
          <p:cNvCxnSpPr>
            <a:stCxn xmlns:a="http://schemas.openxmlformats.org/drawingml/2006/main" id="694" idx="1"/>
            <a:endCxn xmlns:a="http://schemas.openxmlformats.org/drawingml/2006/main" id="695" idx="3"/>
          </p:cNvCxnSpPr>
          <p:nvPr/>
        </p:nvCxnSpPr>
        <p:spPr>
          <a:xfrm xmlns:a="http://schemas.openxmlformats.org/drawingml/2006/main" flipH="1">
            <a:off x="27977668" y="22760997"/>
            <a:ext cx="116888" cy="443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B44DD523-0C71-4A2F-94B1-D6F86A00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9256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52004A31-3FB1-4B47-BA82-5E2154CD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642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0" name=""/>
          <p:cNvCxnSpPr>
            <a:stCxn xmlns:a="http://schemas.openxmlformats.org/drawingml/2006/main" id="697" idx="3"/>
            <a:endCxn xmlns:a="http://schemas.openxmlformats.org/drawingml/2006/main" id="698" idx="1"/>
          </p:cNvCxnSpPr>
          <p:nvPr/>
        </p:nvCxnSpPr>
        <p:spPr>
          <a:xfrm xmlns:a="http://schemas.openxmlformats.org/drawingml/2006/main">
            <a:off x="33269351" y="15813800"/>
            <a:ext cx="287076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778D089A-8D19-40A2-AE3B-0AB819ED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6427" y="160468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232AB6D1-8908-4B5C-B687-F5EC331F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674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3" name=""/>
          <p:cNvCxnSpPr>
            <a:stCxn xmlns:a="http://schemas.openxmlformats.org/drawingml/2006/main" id="700" idx="3"/>
            <a:endCxn xmlns:a="http://schemas.openxmlformats.org/drawingml/2006/main" id="701" idx="1"/>
          </p:cNvCxnSpPr>
          <p:nvPr/>
        </p:nvCxnSpPr>
        <p:spPr>
          <a:xfrm xmlns:a="http://schemas.openxmlformats.org/drawingml/2006/main">
            <a:off x="33556522" y="16046930"/>
            <a:ext cx="330219" cy="2681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796CEA6A-55C9-4A37-A77A-0028335D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6741" y="163149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A63561CC-2409-4173-B2E2-42147526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439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6" name=""/>
          <p:cNvCxnSpPr>
            <a:stCxn xmlns:a="http://schemas.openxmlformats.org/drawingml/2006/main" id="703" idx="3"/>
            <a:endCxn xmlns:a="http://schemas.openxmlformats.org/drawingml/2006/main" id="704" idx="1"/>
          </p:cNvCxnSpPr>
          <p:nvPr/>
        </p:nvCxnSpPr>
        <p:spPr>
          <a:xfrm xmlns:a="http://schemas.openxmlformats.org/drawingml/2006/main">
            <a:off x="33886836" y="16315038"/>
            <a:ext cx="295603" cy="2399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FD31511F-3957-4FB0-B698-F65B5E61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2439" y="165549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029C4679-642B-4715-BD0A-D5B8CFD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2028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9" name=""/>
          <p:cNvCxnSpPr>
            <a:stCxn xmlns:a="http://schemas.openxmlformats.org/drawingml/2006/main" id="706" idx="3"/>
            <a:endCxn xmlns:a="http://schemas.openxmlformats.org/drawingml/2006/main" id="707" idx="1"/>
          </p:cNvCxnSpPr>
          <p:nvPr/>
        </p:nvCxnSpPr>
        <p:spPr>
          <a:xfrm xmlns:a="http://schemas.openxmlformats.org/drawingml/2006/main">
            <a:off x="34182534" y="16555020"/>
            <a:ext cx="99494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0CB95259-FAFA-4964-B8A5-C641745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37568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68A475D7-D28B-48C3-997F-572B067A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2" name=""/>
          <p:cNvCxnSpPr>
            <a:stCxn xmlns:a="http://schemas.openxmlformats.org/drawingml/2006/main" id="709" idx="2"/>
            <a:endCxn xmlns:a="http://schemas.openxmlformats.org/drawingml/2006/main" id="710" idx="0"/>
          </p:cNvCxnSpPr>
          <p:nvPr/>
        </p:nvCxnSpPr>
        <p:spPr>
          <a:xfrm xmlns:a="http://schemas.openxmlformats.org/drawingml/2006/main">
            <a:off x="32529038" y="13756968"/>
            <a:ext cx="0" cy="2178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29592D9B-1570-487D-A667-D5086B7F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3974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8083CEC2-2C83-4211-B738-76144B18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5" name=""/>
          <p:cNvCxnSpPr>
            <a:stCxn xmlns:a="http://schemas.openxmlformats.org/drawingml/2006/main" id="712" idx="2"/>
            <a:endCxn xmlns:a="http://schemas.openxmlformats.org/drawingml/2006/main" id="713" idx="0"/>
          </p:cNvCxnSpPr>
          <p:nvPr/>
        </p:nvCxnSpPr>
        <p:spPr>
          <a:xfrm xmlns:a="http://schemas.openxmlformats.org/drawingml/2006/main">
            <a:off x="32529038" y="13974952"/>
            <a:ext cx="0" cy="2483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2A24CF38-434F-4A4E-B25C-75C64603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2233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B2AC4B0B-1DF0-4903-AF0F-E218128B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8" name=""/>
          <p:cNvCxnSpPr>
            <a:stCxn xmlns:a="http://schemas.openxmlformats.org/drawingml/2006/main" id="715" idx="2"/>
            <a:endCxn xmlns:a="http://schemas.openxmlformats.org/drawingml/2006/main" id="716" idx="0"/>
          </p:cNvCxnSpPr>
          <p:nvPr/>
        </p:nvCxnSpPr>
        <p:spPr>
          <a:xfrm xmlns:a="http://schemas.openxmlformats.org/drawingml/2006/main">
            <a:off x="32529038" y="14223408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E57C7A3E-0680-40F9-8F62-EBC8F127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4506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5B46DEA0-9C9B-4645-8966-AF57BA7D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8990" y="14581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1" name=""/>
          <p:cNvCxnSpPr>
            <a:stCxn xmlns:a="http://schemas.openxmlformats.org/drawingml/2006/main" id="718" idx="2"/>
            <a:endCxn xmlns:a="http://schemas.openxmlformats.org/drawingml/2006/main" id="719" idx="0"/>
          </p:cNvCxnSpPr>
          <p:nvPr/>
        </p:nvCxnSpPr>
        <p:spPr>
          <a:xfrm xmlns:a="http://schemas.openxmlformats.org/drawingml/2006/main">
            <a:off x="32529038" y="14450768"/>
            <a:ext cx="0" cy="1311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02177D42-030A-4692-BA89-D9BCD478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8B5C6184-1134-44B4-9A8F-12DC5968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4" name=""/>
          <p:cNvCxnSpPr>
            <a:stCxn xmlns:a="http://schemas.openxmlformats.org/drawingml/2006/main" id="721" idx="2"/>
            <a:endCxn xmlns:a="http://schemas.openxmlformats.org/drawingml/2006/main" id="722" idx="0"/>
          </p:cNvCxnSpPr>
          <p:nvPr/>
        </p:nvCxnSpPr>
        <p:spPr>
          <a:xfrm xmlns:a="http://schemas.openxmlformats.org/drawingml/2006/main">
            <a:off x="38497551" y="15813847"/>
            <a:ext cx="0" cy="2178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50D07FB6-1447-4A56-A762-5C1AAC12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0317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E8906829-E3C6-4658-ADE4-53E465F4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7" name=""/>
          <p:cNvCxnSpPr>
            <a:stCxn xmlns:a="http://schemas.openxmlformats.org/drawingml/2006/main" id="724" idx="2"/>
            <a:endCxn xmlns:a="http://schemas.openxmlformats.org/drawingml/2006/main" id="725" idx="0"/>
          </p:cNvCxnSpPr>
          <p:nvPr/>
        </p:nvCxnSpPr>
        <p:spPr>
          <a:xfrm xmlns:a="http://schemas.openxmlformats.org/drawingml/2006/main">
            <a:off x="38497551" y="16031832"/>
            <a:ext cx="0" cy="24836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8D7E074B-2936-4AC5-BC52-2ADB1FA3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2801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0BDD297C-6D38-41BB-87BF-9EB49A86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0" name=""/>
          <p:cNvCxnSpPr>
            <a:stCxn xmlns:a="http://schemas.openxmlformats.org/drawingml/2006/main" id="727" idx="2"/>
            <a:endCxn xmlns:a="http://schemas.openxmlformats.org/drawingml/2006/main" id="728" idx="0"/>
          </p:cNvCxnSpPr>
          <p:nvPr/>
        </p:nvCxnSpPr>
        <p:spPr>
          <a:xfrm xmlns:a="http://schemas.openxmlformats.org/drawingml/2006/main">
            <a:off x="38497551" y="16280287"/>
            <a:ext cx="0" cy="227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FE3D1B0F-10F8-4B0B-BC0D-FEC3B51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5075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65FA8E7F-DCA7-466A-B6F1-E4B347A2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7503" y="166388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3" name=""/>
          <p:cNvCxnSpPr>
            <a:stCxn xmlns:a="http://schemas.openxmlformats.org/drawingml/2006/main" id="730" idx="2"/>
            <a:endCxn xmlns:a="http://schemas.openxmlformats.org/drawingml/2006/main" id="731" idx="0"/>
          </p:cNvCxnSpPr>
          <p:nvPr/>
        </p:nvCxnSpPr>
        <p:spPr>
          <a:xfrm xmlns:a="http://schemas.openxmlformats.org/drawingml/2006/main">
            <a:off x="38497551" y="16507647"/>
            <a:ext cx="0" cy="1311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82C38E54-75D6-40DF-8B76-E1F20152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355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B849F88A-E205-451B-9311-50743BCD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6480" y="22206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6" name=""/>
          <p:cNvCxnSpPr>
            <a:stCxn xmlns:a="http://schemas.openxmlformats.org/drawingml/2006/main" id="733" idx="2"/>
            <a:endCxn xmlns:a="http://schemas.openxmlformats.org/drawingml/2006/main" id="734" idx="0"/>
          </p:cNvCxnSpPr>
          <p:nvPr/>
        </p:nvCxnSpPr>
        <p:spPr>
          <a:xfrm xmlns:a="http://schemas.openxmlformats.org/drawingml/2006/main" flipH="1">
            <a:off x="37716528" y="21984486"/>
            <a:ext cx="104875" cy="2218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958AD9F0-58B3-4155-AB33-EF5B5555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6480" y="222063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CAF0E1C2-51EF-442E-8C05-5C995462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598" y="224600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9" name=""/>
          <p:cNvCxnSpPr>
            <a:stCxn xmlns:a="http://schemas.openxmlformats.org/drawingml/2006/main" id="736" idx="2"/>
            <a:endCxn xmlns:a="http://schemas.openxmlformats.org/drawingml/2006/main" id="737" idx="0"/>
          </p:cNvCxnSpPr>
          <p:nvPr/>
        </p:nvCxnSpPr>
        <p:spPr>
          <a:xfrm xmlns:a="http://schemas.openxmlformats.org/drawingml/2006/main" flipH="1">
            <a:off x="37596646" y="22206437"/>
            <a:ext cx="119882" cy="25358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9" name="">
            <a:extLst xmlns:a="http://schemas.openxmlformats.org/drawingml/2006/main">
              <a:ext uri="{FF2B5EF4-FFF2-40B4-BE49-F238E27FC236}">
                <a16:creationId xmlns:a16="http://schemas.microsoft.com/office/drawing/2014/main" id="{716BBB6D-9CE1-4C92-A0F5-E92C1D09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6598" y="224600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0" name="">
            <a:extLst xmlns:a="http://schemas.openxmlformats.org/drawingml/2006/main">
              <a:ext uri="{FF2B5EF4-FFF2-40B4-BE49-F238E27FC236}">
                <a16:creationId xmlns:a16="http://schemas.microsoft.com/office/drawing/2014/main" id="{5F743FE8-B383-4448-9E46-5869D230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460" y="22690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2" name=""/>
          <p:cNvCxnSpPr>
            <a:stCxn xmlns:a="http://schemas.openxmlformats.org/drawingml/2006/main" id="739" idx="2"/>
            <a:endCxn xmlns:a="http://schemas.openxmlformats.org/drawingml/2006/main" id="740" idx="0"/>
          </p:cNvCxnSpPr>
          <p:nvPr/>
        </p:nvCxnSpPr>
        <p:spPr>
          <a:xfrm xmlns:a="http://schemas.openxmlformats.org/drawingml/2006/main" flipH="1">
            <a:off x="37487508" y="22460121"/>
            <a:ext cx="109138" cy="2308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2" name="">
            <a:extLst xmlns:a="http://schemas.openxmlformats.org/drawingml/2006/main">
              <a:ext uri="{FF2B5EF4-FFF2-40B4-BE49-F238E27FC236}">
                <a16:creationId xmlns:a16="http://schemas.microsoft.com/office/drawing/2014/main" id="{B12CEF9F-FF28-4795-B39B-E1F1D015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87460" y="226909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3" name="">
            <a:extLst xmlns:a="http://schemas.openxmlformats.org/drawingml/2006/main">
              <a:ext uri="{FF2B5EF4-FFF2-40B4-BE49-F238E27FC236}">
                <a16:creationId xmlns:a16="http://schemas.microsoft.com/office/drawing/2014/main" id="{58D5D32D-264F-4F34-B7BF-762A512E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1697" y="228094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5" name=""/>
          <p:cNvCxnSpPr>
            <a:stCxn xmlns:a="http://schemas.openxmlformats.org/drawingml/2006/main" id="742" idx="2"/>
            <a:endCxn xmlns:a="http://schemas.openxmlformats.org/drawingml/2006/main" id="743" idx="0"/>
          </p:cNvCxnSpPr>
          <p:nvPr/>
        </p:nvCxnSpPr>
        <p:spPr>
          <a:xfrm xmlns:a="http://schemas.openxmlformats.org/drawingml/2006/main" flipH="1">
            <a:off x="37431745" y="22691087"/>
            <a:ext cx="55763" cy="11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45" name="">
            <a:extLst xmlns:a="http://schemas.openxmlformats.org/drawingml/2006/main">
              <a:ext uri="{FF2B5EF4-FFF2-40B4-BE49-F238E27FC236}">
                <a16:creationId xmlns:a16="http://schemas.microsoft.com/office/drawing/2014/main" id="{BD1738E1-5DFF-4CD0-B16C-42E37EFB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5613" y="21984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6" name="">
            <a:extLst xmlns:a="http://schemas.openxmlformats.org/drawingml/2006/main">
              <a:ext uri="{FF2B5EF4-FFF2-40B4-BE49-F238E27FC236}">
                <a16:creationId xmlns:a16="http://schemas.microsoft.com/office/drawing/2014/main" id="{BFCA0030-E460-4A24-AF18-12800A14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6877" y="2221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68" name=""/>
          <p:cNvCxnSpPr>
            <a:stCxn xmlns:a="http://schemas.openxmlformats.org/drawingml/2006/main" id="745" idx="3"/>
            <a:endCxn xmlns:a="http://schemas.openxmlformats.org/drawingml/2006/main" id="746" idx="1"/>
          </p:cNvCxnSpPr>
          <p:nvPr/>
        </p:nvCxnSpPr>
        <p:spPr>
          <a:xfrm xmlns:a="http://schemas.openxmlformats.org/drawingml/2006/main">
            <a:off x="38855708" y="21984439"/>
            <a:ext cx="291169" cy="2331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48" name="">
            <a:extLst xmlns:a="http://schemas.openxmlformats.org/drawingml/2006/main">
              <a:ext uri="{FF2B5EF4-FFF2-40B4-BE49-F238E27FC236}">
                <a16:creationId xmlns:a16="http://schemas.microsoft.com/office/drawing/2014/main" id="{48AD21C3-99E3-471A-A8EE-2E945434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6877" y="2221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9" name="">
            <a:extLst xmlns:a="http://schemas.openxmlformats.org/drawingml/2006/main">
              <a:ext uri="{FF2B5EF4-FFF2-40B4-BE49-F238E27FC236}">
                <a16:creationId xmlns:a16="http://schemas.microsoft.com/office/drawing/2014/main" id="{ADDAFF91-FB13-48AC-9BA8-1762456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625" y="224856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1" name=""/>
          <p:cNvCxnSpPr>
            <a:stCxn xmlns:a="http://schemas.openxmlformats.org/drawingml/2006/main" id="748" idx="3"/>
            <a:endCxn xmlns:a="http://schemas.openxmlformats.org/drawingml/2006/main" id="749" idx="1"/>
          </p:cNvCxnSpPr>
          <p:nvPr/>
        </p:nvCxnSpPr>
        <p:spPr>
          <a:xfrm xmlns:a="http://schemas.openxmlformats.org/drawingml/2006/main">
            <a:off x="39146972" y="22217569"/>
            <a:ext cx="334653" cy="2681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1" name="">
            <a:extLst xmlns:a="http://schemas.openxmlformats.org/drawingml/2006/main">
              <a:ext uri="{FF2B5EF4-FFF2-40B4-BE49-F238E27FC236}">
                <a16:creationId xmlns:a16="http://schemas.microsoft.com/office/drawing/2014/main" id="{635CDD0D-C960-4231-A3E1-108BCF1A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1625" y="224856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2" name="">
            <a:extLst xmlns:a="http://schemas.openxmlformats.org/drawingml/2006/main">
              <a:ext uri="{FF2B5EF4-FFF2-40B4-BE49-F238E27FC236}">
                <a16:creationId xmlns:a16="http://schemas.microsoft.com/office/drawing/2014/main" id="{BD5FF352-DE4F-4924-A3CF-EBEBC642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415" y="227256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4" name=""/>
          <p:cNvCxnSpPr>
            <a:stCxn xmlns:a="http://schemas.openxmlformats.org/drawingml/2006/main" id="751" idx="3"/>
            <a:endCxn xmlns:a="http://schemas.openxmlformats.org/drawingml/2006/main" id="752" idx="1"/>
          </p:cNvCxnSpPr>
          <p:nvPr/>
        </p:nvCxnSpPr>
        <p:spPr>
          <a:xfrm xmlns:a="http://schemas.openxmlformats.org/drawingml/2006/main">
            <a:off x="39481720" y="22485677"/>
            <a:ext cx="299695" cy="23998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54" name="">
            <a:extLst xmlns:a="http://schemas.openxmlformats.org/drawingml/2006/main">
              <a:ext uri="{FF2B5EF4-FFF2-40B4-BE49-F238E27FC236}">
                <a16:creationId xmlns:a16="http://schemas.microsoft.com/office/drawing/2014/main" id="{98650164-FDD3-4D8B-B4B8-301CADD6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1415" y="227256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5" name="">
            <a:extLst xmlns:a="http://schemas.openxmlformats.org/drawingml/2006/main">
              <a:ext uri="{FF2B5EF4-FFF2-40B4-BE49-F238E27FC236}">
                <a16:creationId xmlns:a16="http://schemas.microsoft.com/office/drawing/2014/main" id="{5DA03764-AC81-4572-BD4A-BCAF44FF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82197" y="228058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7" name=""/>
          <p:cNvCxnSpPr>
            <a:stCxn xmlns:a="http://schemas.openxmlformats.org/drawingml/2006/main" id="754" idx="3"/>
            <a:endCxn xmlns:a="http://schemas.openxmlformats.org/drawingml/2006/main" id="755" idx="1"/>
          </p:cNvCxnSpPr>
          <p:nvPr/>
        </p:nvCxnSpPr>
        <p:spPr>
          <a:xfrm xmlns:a="http://schemas.openxmlformats.org/drawingml/2006/main">
            <a:off x="39781510" y="22725658"/>
            <a:ext cx="100687" cy="8023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57" name="">
            <a:extLst xmlns:a="http://schemas.openxmlformats.org/drawingml/2006/main">
              <a:ext uri="{FF2B5EF4-FFF2-40B4-BE49-F238E27FC236}">
                <a16:creationId xmlns:a16="http://schemas.microsoft.com/office/drawing/2014/main" id="{584A73B7-25F5-4394-858D-0E69770E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7231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8" name="">
            <a:extLst xmlns:a="http://schemas.openxmlformats.org/drawingml/2006/main">
              <a:ext uri="{FF2B5EF4-FFF2-40B4-BE49-F238E27FC236}">
                <a16:creationId xmlns:a16="http://schemas.microsoft.com/office/drawing/2014/main" id="{53BA8EC6-0BCD-49FF-B4B5-B3789247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8149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0" name=""/>
          <p:cNvCxnSpPr>
            <a:stCxn xmlns:a="http://schemas.openxmlformats.org/drawingml/2006/main" id="757" idx="1"/>
            <a:endCxn xmlns:a="http://schemas.openxmlformats.org/drawingml/2006/main" id="758" idx="3"/>
          </p:cNvCxnSpPr>
          <p:nvPr/>
        </p:nvCxnSpPr>
        <p:spPr>
          <a:xfrm xmlns:a="http://schemas.openxmlformats.org/drawingml/2006/main" flipH="1">
            <a:off x="39328244" y="19927559"/>
            <a:ext cx="238987" cy="2322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0" name="">
            <a:extLst xmlns:a="http://schemas.openxmlformats.org/drawingml/2006/main">
              <a:ext uri="{FF2B5EF4-FFF2-40B4-BE49-F238E27FC236}">
                <a16:creationId xmlns:a16="http://schemas.microsoft.com/office/drawing/2014/main" id="{95E0000A-1B31-4A5F-8848-78DAAD4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28149" y="20159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1" name="">
            <a:extLst xmlns:a="http://schemas.openxmlformats.org/drawingml/2006/main">
              <a:ext uri="{FF2B5EF4-FFF2-40B4-BE49-F238E27FC236}">
                <a16:creationId xmlns:a16="http://schemas.microsoft.com/office/drawing/2014/main" id="{FD08C12F-412F-4ECC-9DA2-D5CFBE3F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3597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3" name=""/>
          <p:cNvCxnSpPr>
            <a:stCxn xmlns:a="http://schemas.openxmlformats.org/drawingml/2006/main" id="760" idx="1"/>
            <a:endCxn xmlns:a="http://schemas.openxmlformats.org/drawingml/2006/main" id="761" idx="3"/>
          </p:cNvCxnSpPr>
          <p:nvPr/>
        </p:nvCxnSpPr>
        <p:spPr>
          <a:xfrm xmlns:a="http://schemas.openxmlformats.org/drawingml/2006/main" flipH="1">
            <a:off x="39053692" y="20159788"/>
            <a:ext cx="274457" cy="2668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3" name="">
            <a:extLst xmlns:a="http://schemas.openxmlformats.org/drawingml/2006/main">
              <a:ext uri="{FF2B5EF4-FFF2-40B4-BE49-F238E27FC236}">
                <a16:creationId xmlns:a16="http://schemas.microsoft.com/office/drawing/2014/main" id="{5F3B5377-D571-407F-85DD-C9748E8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3597" y="204265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4" name="">
            <a:extLst xmlns:a="http://schemas.openxmlformats.org/drawingml/2006/main">
              <a:ext uri="{FF2B5EF4-FFF2-40B4-BE49-F238E27FC236}">
                <a16:creationId xmlns:a16="http://schemas.microsoft.com/office/drawing/2014/main" id="{C33FAAD5-3741-4627-9AE8-4910B8B4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7183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6" name=""/>
          <p:cNvCxnSpPr>
            <a:stCxn xmlns:a="http://schemas.openxmlformats.org/drawingml/2006/main" id="763" idx="1"/>
            <a:endCxn xmlns:a="http://schemas.openxmlformats.org/drawingml/2006/main" id="764" idx="3"/>
          </p:cNvCxnSpPr>
          <p:nvPr/>
        </p:nvCxnSpPr>
        <p:spPr>
          <a:xfrm xmlns:a="http://schemas.openxmlformats.org/drawingml/2006/main" flipH="1">
            <a:off x="38807278" y="20426634"/>
            <a:ext cx="246319" cy="2390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6" name="">
            <a:extLst xmlns:a="http://schemas.openxmlformats.org/drawingml/2006/main">
              <a:ext uri="{FF2B5EF4-FFF2-40B4-BE49-F238E27FC236}">
                <a16:creationId xmlns:a16="http://schemas.microsoft.com/office/drawing/2014/main" id="{765C94F2-8691-4AD3-8D41-3A5F21B8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7183" y="206656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7" name="">
            <a:extLst xmlns:a="http://schemas.openxmlformats.org/drawingml/2006/main">
              <a:ext uri="{FF2B5EF4-FFF2-40B4-BE49-F238E27FC236}">
                <a16:creationId xmlns:a16="http://schemas.microsoft.com/office/drawing/2014/main" id="{A16CCFD5-DE30-40F9-8555-C8D8F5F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17485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9" name=""/>
          <p:cNvCxnSpPr>
            <a:stCxn xmlns:a="http://schemas.openxmlformats.org/drawingml/2006/main" id="766" idx="1"/>
            <a:endCxn xmlns:a="http://schemas.openxmlformats.org/drawingml/2006/main" id="767" idx="3"/>
          </p:cNvCxnSpPr>
          <p:nvPr/>
        </p:nvCxnSpPr>
        <p:spPr>
          <a:xfrm xmlns:a="http://schemas.openxmlformats.org/drawingml/2006/main" flipH="1">
            <a:off x="38717580" y="20665714"/>
            <a:ext cx="89603" cy="869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69" name="">
            <a:extLst xmlns:a="http://schemas.openxmlformats.org/drawingml/2006/main">
              <a:ext uri="{FF2B5EF4-FFF2-40B4-BE49-F238E27FC236}">
                <a16:creationId xmlns:a16="http://schemas.microsoft.com/office/drawing/2014/main" id="{AFB33D7A-A610-402D-A6A3-7197AA3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1488" y="199275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0" name="">
            <a:extLst xmlns:a="http://schemas.openxmlformats.org/drawingml/2006/main">
              <a:ext uri="{FF2B5EF4-FFF2-40B4-BE49-F238E27FC236}">
                <a16:creationId xmlns:a16="http://schemas.microsoft.com/office/drawing/2014/main" id="{AD951378-B3B2-4C05-8537-25BAFE86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863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2" name=""/>
          <p:cNvCxnSpPr>
            <a:stCxn xmlns:a="http://schemas.openxmlformats.org/drawingml/2006/main" id="769" idx="2"/>
            <a:endCxn xmlns:a="http://schemas.openxmlformats.org/drawingml/2006/main" id="770" idx="0"/>
          </p:cNvCxnSpPr>
          <p:nvPr/>
        </p:nvCxnSpPr>
        <p:spPr>
          <a:xfrm xmlns:a="http://schemas.openxmlformats.org/drawingml/2006/main">
            <a:off x="40601535" y="19927606"/>
            <a:ext cx="156375" cy="226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2" name="">
            <a:extLst xmlns:a="http://schemas.openxmlformats.org/drawingml/2006/main">
              <a:ext uri="{FF2B5EF4-FFF2-40B4-BE49-F238E27FC236}">
                <a16:creationId xmlns:a16="http://schemas.microsoft.com/office/drawing/2014/main" id="{D791E45A-A996-46A1-BC98-3F053FA5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7863" y="20153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3" name="">
            <a:extLst xmlns:a="http://schemas.openxmlformats.org/drawingml/2006/main">
              <a:ext uri="{FF2B5EF4-FFF2-40B4-BE49-F238E27FC236}">
                <a16:creationId xmlns:a16="http://schemas.microsoft.com/office/drawing/2014/main" id="{F04B9F92-FD45-4607-86D0-341AAE46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7089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5" name=""/>
          <p:cNvCxnSpPr>
            <a:stCxn xmlns:a="http://schemas.openxmlformats.org/drawingml/2006/main" id="772" idx="2"/>
            <a:endCxn xmlns:a="http://schemas.openxmlformats.org/drawingml/2006/main" id="773" idx="0"/>
          </p:cNvCxnSpPr>
          <p:nvPr/>
        </p:nvCxnSpPr>
        <p:spPr>
          <a:xfrm xmlns:a="http://schemas.openxmlformats.org/drawingml/2006/main">
            <a:off x="40757911" y="20153704"/>
            <a:ext cx="179226" cy="2588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3351B95A-23B3-4D0A-A9B3-4D91B1B1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7089" y="2041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20E77A5A-E249-49EB-9417-64CF822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9092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98" name=""/>
          <p:cNvCxnSpPr>
            <a:stCxn xmlns:a="http://schemas.openxmlformats.org/drawingml/2006/main" id="775" idx="2"/>
            <a:endCxn xmlns:a="http://schemas.openxmlformats.org/drawingml/2006/main" id="776" idx="0"/>
          </p:cNvCxnSpPr>
          <p:nvPr/>
        </p:nvCxnSpPr>
        <p:spPr>
          <a:xfrm xmlns:a="http://schemas.openxmlformats.org/drawingml/2006/main">
            <a:off x="40937137" y="20412617"/>
            <a:ext cx="162003" cy="2341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9F739F92-EC48-4694-8B50-82C6473D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9092" y="206467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7AA7A99D-A155-4F6C-85A3-36F37A5A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3101" y="207525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1" name=""/>
          <p:cNvCxnSpPr>
            <a:stCxn xmlns:a="http://schemas.openxmlformats.org/drawingml/2006/main" id="778" idx="2"/>
            <a:endCxn xmlns:a="http://schemas.openxmlformats.org/drawingml/2006/main" id="779" idx="0"/>
          </p:cNvCxnSpPr>
          <p:nvPr/>
        </p:nvCxnSpPr>
        <p:spPr>
          <a:xfrm xmlns:a="http://schemas.openxmlformats.org/drawingml/2006/main">
            <a:off x="41099140" y="20646829"/>
            <a:ext cx="74009" cy="1057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81" name="">
            <a:extLst xmlns:a="http://schemas.openxmlformats.org/drawingml/2006/main">
              <a:ext uri="{FF2B5EF4-FFF2-40B4-BE49-F238E27FC236}">
                <a16:creationId xmlns:a16="http://schemas.microsoft.com/office/drawing/2014/main" id="{8509B242-420E-43E2-85DC-C15EC6DB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3901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C5EEDD1A-E064-4CDE-BAF6-7B87AF8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0119" y="181006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4" name=""/>
          <p:cNvCxnSpPr>
            <a:stCxn xmlns:a="http://schemas.openxmlformats.org/drawingml/2006/main" id="781" idx="2"/>
            <a:endCxn xmlns:a="http://schemas.openxmlformats.org/drawingml/2006/main" id="782" idx="0"/>
          </p:cNvCxnSpPr>
          <p:nvPr/>
        </p:nvCxnSpPr>
        <p:spPr>
          <a:xfrm xmlns:a="http://schemas.openxmlformats.org/drawingml/2006/main" flipH="1">
            <a:off x="41240167" y="17870727"/>
            <a:ext cx="203782" cy="2299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4" name="">
            <a:extLst xmlns:a="http://schemas.openxmlformats.org/drawingml/2006/main">
              <a:ext uri="{FF2B5EF4-FFF2-40B4-BE49-F238E27FC236}">
                <a16:creationId xmlns:a16="http://schemas.microsoft.com/office/drawing/2014/main" id="{CBE74486-BEAF-4B5A-AD8C-9D19E284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0119" y="181006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5" name="">
            <a:extLst xmlns:a="http://schemas.openxmlformats.org/drawingml/2006/main">
              <a:ext uri="{FF2B5EF4-FFF2-40B4-BE49-F238E27FC236}">
                <a16:creationId xmlns:a16="http://schemas.microsoft.com/office/drawing/2014/main" id="{0064707C-B910-49DD-94FD-30EED33C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983" y="18365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7" name=""/>
          <p:cNvCxnSpPr>
            <a:stCxn xmlns:a="http://schemas.openxmlformats.org/drawingml/2006/main" id="784" idx="2"/>
            <a:endCxn xmlns:a="http://schemas.openxmlformats.org/drawingml/2006/main" id="785" idx="0"/>
          </p:cNvCxnSpPr>
          <p:nvPr/>
        </p:nvCxnSpPr>
        <p:spPr>
          <a:xfrm xmlns:a="http://schemas.openxmlformats.org/drawingml/2006/main" flipH="1">
            <a:off x="41006031" y="18100791"/>
            <a:ext cx="234136" cy="26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7" name="">
            <a:extLst xmlns:a="http://schemas.openxmlformats.org/drawingml/2006/main">
              <a:ext uri="{FF2B5EF4-FFF2-40B4-BE49-F238E27FC236}">
                <a16:creationId xmlns:a16="http://schemas.microsoft.com/office/drawing/2014/main" id="{8056EA15-8F4A-42AD-B742-744CFCD4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983" y="183650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8" name="">
            <a:extLst xmlns:a="http://schemas.openxmlformats.org/drawingml/2006/main">
              <a:ext uri="{FF2B5EF4-FFF2-40B4-BE49-F238E27FC236}">
                <a16:creationId xmlns:a16="http://schemas.microsoft.com/office/drawing/2014/main" id="{7D20A057-2BD5-4EEA-B240-E02D4A3C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5380" y="186026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0" name=""/>
          <p:cNvCxnSpPr>
            <a:stCxn xmlns:a="http://schemas.openxmlformats.org/drawingml/2006/main" id="787" idx="2"/>
            <a:endCxn xmlns:a="http://schemas.openxmlformats.org/drawingml/2006/main" id="788" idx="0"/>
          </p:cNvCxnSpPr>
          <p:nvPr/>
        </p:nvCxnSpPr>
        <p:spPr>
          <a:xfrm xmlns:a="http://schemas.openxmlformats.org/drawingml/2006/main" flipH="1">
            <a:off x="40795427" y="18365113"/>
            <a:ext cx="210603" cy="237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0" name="">
            <a:extLst xmlns:a="http://schemas.openxmlformats.org/drawingml/2006/main">
              <a:ext uri="{FF2B5EF4-FFF2-40B4-BE49-F238E27FC236}">
                <a16:creationId xmlns:a16="http://schemas.microsoft.com/office/drawing/2014/main" id="{C2AB7120-710F-44A1-983E-F371766F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5380" y="186026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1" name="">
            <a:extLst xmlns:a="http://schemas.openxmlformats.org/drawingml/2006/main">
              <a:ext uri="{FF2B5EF4-FFF2-40B4-BE49-F238E27FC236}">
                <a16:creationId xmlns:a16="http://schemas.microsoft.com/office/drawing/2014/main" id="{AA37C5E6-84D2-46A6-9EC8-46A27387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2673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3" name=""/>
          <p:cNvCxnSpPr>
            <a:stCxn xmlns:a="http://schemas.openxmlformats.org/drawingml/2006/main" id="790" idx="2"/>
            <a:endCxn xmlns:a="http://schemas.openxmlformats.org/drawingml/2006/main" id="791" idx="0"/>
          </p:cNvCxnSpPr>
          <p:nvPr/>
        </p:nvCxnSpPr>
        <p:spPr>
          <a:xfrm xmlns:a="http://schemas.openxmlformats.org/drawingml/2006/main" flipH="1">
            <a:off x="40712721" y="18602751"/>
            <a:ext cx="82707" cy="929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93" name="">
            <a:extLst xmlns:a="http://schemas.openxmlformats.org/drawingml/2006/main">
              <a:ext uri="{FF2B5EF4-FFF2-40B4-BE49-F238E27FC236}">
                <a16:creationId xmlns:a16="http://schemas.microsoft.com/office/drawing/2014/main" id="{01F33F1D-7AFA-452F-899E-CDC5B256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8330" y="178706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4" name="">
            <a:extLst xmlns:a="http://schemas.openxmlformats.org/drawingml/2006/main">
              <a:ext uri="{FF2B5EF4-FFF2-40B4-BE49-F238E27FC236}">
                <a16:creationId xmlns:a16="http://schemas.microsoft.com/office/drawing/2014/main" id="{866A9E2F-61EB-40FB-9E3D-34D36C06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8811" y="18098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6" name=""/>
          <p:cNvCxnSpPr>
            <a:stCxn xmlns:a="http://schemas.openxmlformats.org/drawingml/2006/main" id="793" idx="2"/>
            <a:endCxn xmlns:a="http://schemas.openxmlformats.org/drawingml/2006/main" id="794" idx="0"/>
          </p:cNvCxnSpPr>
          <p:nvPr/>
        </p:nvCxnSpPr>
        <p:spPr>
          <a:xfrm xmlns:a="http://schemas.openxmlformats.org/drawingml/2006/main">
            <a:off x="42478378" y="17870727"/>
            <a:ext cx="190481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6" name="">
            <a:extLst xmlns:a="http://schemas.openxmlformats.org/drawingml/2006/main">
              <a:ext uri="{FF2B5EF4-FFF2-40B4-BE49-F238E27FC236}">
                <a16:creationId xmlns:a16="http://schemas.microsoft.com/office/drawing/2014/main" id="{E516B123-407E-4E1F-B980-65B9740F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8811" y="18098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7" name="">
            <a:extLst xmlns:a="http://schemas.openxmlformats.org/drawingml/2006/main">
              <a:ext uri="{FF2B5EF4-FFF2-40B4-BE49-F238E27FC236}">
                <a16:creationId xmlns:a16="http://schemas.microsoft.com/office/drawing/2014/main" id="{6DF02396-35AE-4024-98DD-3998B549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258" y="183603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9" name=""/>
          <p:cNvCxnSpPr>
            <a:stCxn xmlns:a="http://schemas.openxmlformats.org/drawingml/2006/main" id="796" idx="2"/>
            <a:endCxn xmlns:a="http://schemas.openxmlformats.org/drawingml/2006/main" id="797" idx="0"/>
          </p:cNvCxnSpPr>
          <p:nvPr/>
        </p:nvCxnSpPr>
        <p:spPr>
          <a:xfrm xmlns:a="http://schemas.openxmlformats.org/drawingml/2006/main">
            <a:off x="42668859" y="18098808"/>
            <a:ext cx="218447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DA17F304-A8DE-48AF-961D-AE295A56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7258" y="183603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307B4EE6-DC0F-4349-B96C-FA4B8358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390" y="18596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2" name=""/>
          <p:cNvCxnSpPr>
            <a:stCxn xmlns:a="http://schemas.openxmlformats.org/drawingml/2006/main" id="799" idx="2"/>
            <a:endCxn xmlns:a="http://schemas.openxmlformats.org/drawingml/2006/main" id="800" idx="0"/>
          </p:cNvCxnSpPr>
          <p:nvPr/>
        </p:nvCxnSpPr>
        <p:spPr>
          <a:xfrm xmlns:a="http://schemas.openxmlformats.org/drawingml/2006/main">
            <a:off x="42887305" y="18360426"/>
            <a:ext cx="197132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8DD587A1-A82F-4569-8E77-4818C28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390" y="18596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3" name="">
            <a:extLst xmlns:a="http://schemas.openxmlformats.org/drawingml/2006/main">
              <a:ext uri="{FF2B5EF4-FFF2-40B4-BE49-F238E27FC236}">
                <a16:creationId xmlns:a16="http://schemas.microsoft.com/office/drawing/2014/main" id="{B3294CBE-6D68-4C4C-BC1C-D359FB2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6585" y="186956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5" name=""/>
          <p:cNvCxnSpPr>
            <a:stCxn xmlns:a="http://schemas.openxmlformats.org/drawingml/2006/main" id="802" idx="2"/>
            <a:endCxn xmlns:a="http://schemas.openxmlformats.org/drawingml/2006/main" id="803" idx="0"/>
          </p:cNvCxnSpPr>
          <p:nvPr/>
        </p:nvCxnSpPr>
        <p:spPr>
          <a:xfrm xmlns:a="http://schemas.openxmlformats.org/drawingml/2006/main">
            <a:off x="43084438" y="18596260"/>
            <a:ext cx="82195" cy="994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05" name="">
            <a:extLst xmlns:a="http://schemas.openxmlformats.org/drawingml/2006/main">
              <a:ext uri="{FF2B5EF4-FFF2-40B4-BE49-F238E27FC236}">
                <a16:creationId xmlns:a16="http://schemas.microsoft.com/office/drawing/2014/main" id="{18B3BD73-4983-44F2-B78F-010753E3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1761" y="158137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6" name="">
            <a:extLst xmlns:a="http://schemas.openxmlformats.org/drawingml/2006/main">
              <a:ext uri="{FF2B5EF4-FFF2-40B4-BE49-F238E27FC236}">
                <a16:creationId xmlns:a16="http://schemas.microsoft.com/office/drawing/2014/main" id="{9E274A0C-388D-40E5-B4A1-4B053C5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1883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8" name=""/>
          <p:cNvCxnSpPr>
            <a:stCxn xmlns:a="http://schemas.openxmlformats.org/drawingml/2006/main" id="805" idx="3"/>
            <a:endCxn xmlns:a="http://schemas.openxmlformats.org/drawingml/2006/main" id="806" idx="1"/>
          </p:cNvCxnSpPr>
          <p:nvPr/>
        </p:nvCxnSpPr>
        <p:spPr>
          <a:xfrm xmlns:a="http://schemas.openxmlformats.org/drawingml/2006/main">
            <a:off x="39531856" y="15813800"/>
            <a:ext cx="410027" cy="238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08" name="">
            <a:extLst xmlns:a="http://schemas.openxmlformats.org/drawingml/2006/main">
              <a:ext uri="{FF2B5EF4-FFF2-40B4-BE49-F238E27FC236}">
                <a16:creationId xmlns:a16="http://schemas.microsoft.com/office/drawing/2014/main" id="{3F5D01EA-BEA4-4365-B9A6-61999DC9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1883" y="160519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9" name="">
            <a:extLst xmlns:a="http://schemas.openxmlformats.org/drawingml/2006/main">
              <a:ext uri="{FF2B5EF4-FFF2-40B4-BE49-F238E27FC236}">
                <a16:creationId xmlns:a16="http://schemas.microsoft.com/office/drawing/2014/main" id="{456A9E9A-36B4-4D73-9461-AA53DC4F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4759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1" name=""/>
          <p:cNvCxnSpPr>
            <a:stCxn xmlns:a="http://schemas.openxmlformats.org/drawingml/2006/main" id="808" idx="3"/>
            <a:endCxn xmlns:a="http://schemas.openxmlformats.org/drawingml/2006/main" id="809" idx="1"/>
          </p:cNvCxnSpPr>
          <p:nvPr/>
        </p:nvCxnSpPr>
        <p:spPr>
          <a:xfrm xmlns:a="http://schemas.openxmlformats.org/drawingml/2006/main">
            <a:off x="39941978" y="16051979"/>
            <a:ext cx="472781" cy="2747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1" name="">
            <a:extLst xmlns:a="http://schemas.openxmlformats.org/drawingml/2006/main">
              <a:ext uri="{FF2B5EF4-FFF2-40B4-BE49-F238E27FC236}">
                <a16:creationId xmlns:a16="http://schemas.microsoft.com/office/drawing/2014/main" id="{16BCE087-BA96-45D5-91A8-6DDBCCB2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4759" y="16326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2" name="">
            <a:extLst xmlns:a="http://schemas.openxmlformats.org/drawingml/2006/main">
              <a:ext uri="{FF2B5EF4-FFF2-40B4-BE49-F238E27FC236}">
                <a16:creationId xmlns:a16="http://schemas.microsoft.com/office/drawing/2014/main" id="{3C8C0433-7177-4927-88E5-C8DC3428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4772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4" name=""/>
          <p:cNvCxnSpPr>
            <a:stCxn xmlns:a="http://schemas.openxmlformats.org/drawingml/2006/main" id="811" idx="3"/>
            <a:endCxn xmlns:a="http://schemas.openxmlformats.org/drawingml/2006/main" id="812" idx="1"/>
          </p:cNvCxnSpPr>
          <p:nvPr/>
        </p:nvCxnSpPr>
        <p:spPr>
          <a:xfrm xmlns:a="http://schemas.openxmlformats.org/drawingml/2006/main">
            <a:off x="40414854" y="16326758"/>
            <a:ext cx="419918" cy="2439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4" name="">
            <a:extLst xmlns:a="http://schemas.openxmlformats.org/drawingml/2006/main">
              <a:ext uri="{FF2B5EF4-FFF2-40B4-BE49-F238E27FC236}">
                <a16:creationId xmlns:a16="http://schemas.microsoft.com/office/drawing/2014/main" id="{FBD8853F-FB07-48A7-AAD0-469EA70C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4772" y="1657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C413C0AE-1844-4692-A307-5513F9F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6298" y="16635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7" name=""/>
          <p:cNvCxnSpPr>
            <a:stCxn xmlns:a="http://schemas.openxmlformats.org/drawingml/2006/main" id="814" idx="3"/>
            <a:endCxn xmlns:a="http://schemas.openxmlformats.org/drawingml/2006/main" id="815" idx="1"/>
          </p:cNvCxnSpPr>
          <p:nvPr/>
        </p:nvCxnSpPr>
        <p:spPr>
          <a:xfrm xmlns:a="http://schemas.openxmlformats.org/drawingml/2006/main">
            <a:off x="40834867" y="16570706"/>
            <a:ext cx="111431" cy="64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17" name="">
            <a:extLst xmlns:a="http://schemas.openxmlformats.org/drawingml/2006/main">
              <a:ext uri="{FF2B5EF4-FFF2-40B4-BE49-F238E27FC236}">
                <a16:creationId xmlns:a16="http://schemas.microsoft.com/office/drawing/2014/main" id="{7CFA2CC0-6544-4789-ABB6-90BCD55F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9929" y="137083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8" name="">
            <a:extLst xmlns:a="http://schemas.openxmlformats.org/drawingml/2006/main">
              <a:ext uri="{FF2B5EF4-FFF2-40B4-BE49-F238E27FC236}">
                <a16:creationId xmlns:a16="http://schemas.microsoft.com/office/drawing/2014/main" id="{9C222EFE-3957-4149-A4B7-406D2341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903" y="13979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0" name=""/>
          <p:cNvCxnSpPr>
            <a:stCxn xmlns:a="http://schemas.openxmlformats.org/drawingml/2006/main" id="817" idx="3"/>
            <a:endCxn xmlns:a="http://schemas.openxmlformats.org/drawingml/2006/main" id="818" idx="1"/>
          </p:cNvCxnSpPr>
          <p:nvPr/>
        </p:nvCxnSpPr>
        <p:spPr>
          <a:xfrm xmlns:a="http://schemas.openxmlformats.org/drawingml/2006/main">
            <a:off x="34160024" y="13708420"/>
            <a:ext cx="800879" cy="2711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97BA328E-2691-42C1-9F06-DA2B3A8F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903" y="139795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1" name="">
            <a:extLst xmlns:a="http://schemas.openxmlformats.org/drawingml/2006/main">
              <a:ext uri="{FF2B5EF4-FFF2-40B4-BE49-F238E27FC236}">
                <a16:creationId xmlns:a16="http://schemas.microsoft.com/office/drawing/2014/main" id="{7952079D-B5DF-49B8-A0F9-6FFBE77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7120" y="143066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3" name=""/>
          <p:cNvCxnSpPr>
            <a:stCxn xmlns:a="http://schemas.openxmlformats.org/drawingml/2006/main" id="820" idx="3"/>
            <a:endCxn xmlns:a="http://schemas.openxmlformats.org/drawingml/2006/main" id="821" idx="1"/>
          </p:cNvCxnSpPr>
          <p:nvPr/>
        </p:nvCxnSpPr>
        <p:spPr>
          <a:xfrm xmlns:a="http://schemas.openxmlformats.org/drawingml/2006/main">
            <a:off x="34960998" y="13979593"/>
            <a:ext cx="966122" cy="3270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3" name="">
            <a:extLst xmlns:a="http://schemas.openxmlformats.org/drawingml/2006/main">
              <a:ext uri="{FF2B5EF4-FFF2-40B4-BE49-F238E27FC236}">
                <a16:creationId xmlns:a16="http://schemas.microsoft.com/office/drawing/2014/main" id="{AF395889-69C2-4160-AC38-CBD3422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7120" y="143066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4" name="">
            <a:extLst xmlns:a="http://schemas.openxmlformats.org/drawingml/2006/main">
              <a:ext uri="{FF2B5EF4-FFF2-40B4-BE49-F238E27FC236}">
                <a16:creationId xmlns:a16="http://schemas.microsoft.com/office/drawing/2014/main" id="{5F9A9F32-D555-4B0E-8671-0212DE26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3954" y="145831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6" name=""/>
          <p:cNvCxnSpPr>
            <a:stCxn xmlns:a="http://schemas.openxmlformats.org/drawingml/2006/main" id="823" idx="3"/>
            <a:endCxn xmlns:a="http://schemas.openxmlformats.org/drawingml/2006/main" id="824" idx="1"/>
          </p:cNvCxnSpPr>
          <p:nvPr/>
        </p:nvCxnSpPr>
        <p:spPr>
          <a:xfrm xmlns:a="http://schemas.openxmlformats.org/drawingml/2006/main">
            <a:off x="35927215" y="14306660"/>
            <a:ext cx="816739" cy="27658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6" name="">
            <a:extLst xmlns:a="http://schemas.openxmlformats.org/drawingml/2006/main">
              <a:ext uri="{FF2B5EF4-FFF2-40B4-BE49-F238E27FC236}">
                <a16:creationId xmlns:a16="http://schemas.microsoft.com/office/drawing/2014/main" id="{F18DFA83-27B7-413F-BB28-4C84FB77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3954" y="145831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7" name="">
            <a:extLst xmlns:a="http://schemas.openxmlformats.org/drawingml/2006/main">
              <a:ext uri="{FF2B5EF4-FFF2-40B4-BE49-F238E27FC236}">
                <a16:creationId xmlns:a16="http://schemas.microsoft.com/office/drawing/2014/main" id="{9CFBB29F-4471-4C2D-9334-A6B11D7C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3835" y="1462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9" name=""/>
          <p:cNvCxnSpPr>
            <a:stCxn xmlns:a="http://schemas.openxmlformats.org/drawingml/2006/main" id="826" idx="3"/>
            <a:endCxn xmlns:a="http://schemas.openxmlformats.org/drawingml/2006/main" id="827" idx="1"/>
          </p:cNvCxnSpPr>
          <p:nvPr/>
        </p:nvCxnSpPr>
        <p:spPr>
          <a:xfrm xmlns:a="http://schemas.openxmlformats.org/drawingml/2006/main">
            <a:off x="36744049" y="14583242"/>
            <a:ext cx="119786" cy="40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29" name="">
            <a:extLst xmlns:a="http://schemas.openxmlformats.org/drawingml/2006/main">
              <a:ext uri="{FF2B5EF4-FFF2-40B4-BE49-F238E27FC236}">
                <a16:creationId xmlns:a16="http://schemas.microsoft.com/office/drawing/2014/main" id="{10F9573E-EE22-4F38-8D0D-C272DC58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7599" y="116543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0" name="">
            <a:extLst xmlns:a="http://schemas.openxmlformats.org/drawingml/2006/main">
              <a:ext uri="{FF2B5EF4-FFF2-40B4-BE49-F238E27FC236}">
                <a16:creationId xmlns:a16="http://schemas.microsoft.com/office/drawing/2014/main" id="{F97A2EF7-B757-4E56-862C-C4ADCC7D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981" y="116776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2" name=""/>
          <p:cNvCxnSpPr>
            <a:stCxn xmlns:a="http://schemas.openxmlformats.org/drawingml/2006/main" id="829" idx="3"/>
            <a:endCxn xmlns:a="http://schemas.openxmlformats.org/drawingml/2006/main" id="830" idx="1"/>
          </p:cNvCxnSpPr>
          <p:nvPr/>
        </p:nvCxnSpPr>
        <p:spPr>
          <a:xfrm xmlns:a="http://schemas.openxmlformats.org/drawingml/2006/main">
            <a:off x="28037694" y="11654425"/>
            <a:ext cx="68287" cy="2325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0E4ACA67-8602-4589-A809-1ADB52D4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981" y="116776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D2CF22DB-EB75-41DF-ADA4-900DA62D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97" y="11691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5" name=""/>
          <p:cNvCxnSpPr>
            <a:stCxn xmlns:a="http://schemas.openxmlformats.org/drawingml/2006/main" id="832" idx="3"/>
            <a:endCxn xmlns:a="http://schemas.openxmlformats.org/drawingml/2006/main" id="833" idx="1"/>
          </p:cNvCxnSpPr>
          <p:nvPr/>
        </p:nvCxnSpPr>
        <p:spPr>
          <a:xfrm xmlns:a="http://schemas.openxmlformats.org/drawingml/2006/main">
            <a:off x="28106076" y="11677684"/>
            <a:ext cx="40321" cy="137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5" name="">
            <a:extLst xmlns:a="http://schemas.openxmlformats.org/drawingml/2006/main">
              <a:ext uri="{FF2B5EF4-FFF2-40B4-BE49-F238E27FC236}">
                <a16:creationId xmlns:a16="http://schemas.microsoft.com/office/drawing/2014/main" id="{89E5BAB1-335A-4D72-8627-2D611B5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397" y="116913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6" name="">
            <a:extLst xmlns:a="http://schemas.openxmlformats.org/drawingml/2006/main">
              <a:ext uri="{FF2B5EF4-FFF2-40B4-BE49-F238E27FC236}">
                <a16:creationId xmlns:a16="http://schemas.microsoft.com/office/drawing/2014/main" id="{ADDFC9D6-783B-4751-9F39-064515F9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8547" y="12151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8" name=""/>
          <p:cNvCxnSpPr>
            <a:stCxn xmlns:a="http://schemas.openxmlformats.org/drawingml/2006/main" id="835" idx="3"/>
            <a:endCxn xmlns:a="http://schemas.openxmlformats.org/drawingml/2006/main" id="836" idx="1"/>
          </p:cNvCxnSpPr>
          <p:nvPr/>
        </p:nvCxnSpPr>
        <p:spPr>
          <a:xfrm xmlns:a="http://schemas.openxmlformats.org/drawingml/2006/main">
            <a:off x="28146492" y="11691387"/>
            <a:ext cx="1412055" cy="4603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38" name="">
            <a:extLst xmlns:a="http://schemas.openxmlformats.org/drawingml/2006/main">
              <a:ext uri="{FF2B5EF4-FFF2-40B4-BE49-F238E27FC236}">
                <a16:creationId xmlns:a16="http://schemas.microsoft.com/office/drawing/2014/main" id="{9CBD6092-695C-49E7-A24A-62BD1FE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8547" y="121516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9" name="">
            <a:extLst xmlns:a="http://schemas.openxmlformats.org/drawingml/2006/main">
              <a:ext uri="{FF2B5EF4-FFF2-40B4-BE49-F238E27FC236}">
                <a16:creationId xmlns:a16="http://schemas.microsoft.com/office/drawing/2014/main" id="{38BA8ADA-BB10-43A0-A7A1-78800F48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9534" y="125497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1" name=""/>
          <p:cNvCxnSpPr>
            <a:stCxn xmlns:a="http://schemas.openxmlformats.org/drawingml/2006/main" id="838" idx="3"/>
            <a:endCxn xmlns:a="http://schemas.openxmlformats.org/drawingml/2006/main" id="839" idx="1"/>
          </p:cNvCxnSpPr>
          <p:nvPr/>
        </p:nvCxnSpPr>
        <p:spPr>
          <a:xfrm xmlns:a="http://schemas.openxmlformats.org/drawingml/2006/main">
            <a:off x="29558642" y="12151696"/>
            <a:ext cx="1220892" cy="39810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1" name="">
            <a:extLst xmlns:a="http://schemas.openxmlformats.org/drawingml/2006/main">
              <a:ext uri="{FF2B5EF4-FFF2-40B4-BE49-F238E27FC236}">
                <a16:creationId xmlns:a16="http://schemas.microsoft.com/office/drawing/2014/main" id="{6AC21BE3-CF66-499A-8B25-E325CD9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9534" y="125497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2" name="">
            <a:extLst xmlns:a="http://schemas.openxmlformats.org/drawingml/2006/main">
              <a:ext uri="{FF2B5EF4-FFF2-40B4-BE49-F238E27FC236}">
                <a16:creationId xmlns:a16="http://schemas.microsoft.com/office/drawing/2014/main" id="{4CC2314D-F8F6-4897-B2D5-678BE9D7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7028" y="125879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4" name=""/>
          <p:cNvCxnSpPr>
            <a:stCxn xmlns:a="http://schemas.openxmlformats.org/drawingml/2006/main" id="841" idx="3"/>
            <a:endCxn xmlns:a="http://schemas.openxmlformats.org/drawingml/2006/main" id="842" idx="1"/>
          </p:cNvCxnSpPr>
          <p:nvPr/>
        </p:nvCxnSpPr>
        <p:spPr>
          <a:xfrm xmlns:a="http://schemas.openxmlformats.org/drawingml/2006/main">
            <a:off x="30779629" y="12549802"/>
            <a:ext cx="117399" cy="382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44" name="">
            <a:extLst xmlns:a="http://schemas.openxmlformats.org/drawingml/2006/main">
              <a:ext uri="{FF2B5EF4-FFF2-40B4-BE49-F238E27FC236}">
                <a16:creationId xmlns:a16="http://schemas.microsoft.com/office/drawing/2014/main" id="{5866A53D-659C-48DD-B4F5-AD3C2636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5083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5" name="">
            <a:extLst xmlns:a="http://schemas.openxmlformats.org/drawingml/2006/main">
              <a:ext uri="{FF2B5EF4-FFF2-40B4-BE49-F238E27FC236}">
                <a16:creationId xmlns:a16="http://schemas.microsoft.com/office/drawing/2014/main" id="{A51BA5F5-31B1-4A46-8E32-B7DDC15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2228" y="9873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7" name=""/>
          <p:cNvCxnSpPr>
            <a:stCxn xmlns:a="http://schemas.openxmlformats.org/drawingml/2006/main" id="844" idx="2"/>
            <a:endCxn xmlns:a="http://schemas.openxmlformats.org/drawingml/2006/main" id="845" idx="0"/>
          </p:cNvCxnSpPr>
          <p:nvPr/>
        </p:nvCxnSpPr>
        <p:spPr>
          <a:xfrm xmlns:a="http://schemas.openxmlformats.org/drawingml/2006/main">
            <a:off x="25005131" y="9643209"/>
            <a:ext cx="227145" cy="2299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7" name="">
            <a:extLst xmlns:a="http://schemas.openxmlformats.org/drawingml/2006/main">
              <a:ext uri="{FF2B5EF4-FFF2-40B4-BE49-F238E27FC236}">
                <a16:creationId xmlns:a16="http://schemas.microsoft.com/office/drawing/2014/main" id="{4AA20A9E-09CC-4CA0-BC5C-25611CB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2228" y="9873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4C5D5006-4882-4758-B0DB-C1466878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967" y="1013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0" name=""/>
          <p:cNvCxnSpPr>
            <a:stCxn xmlns:a="http://schemas.openxmlformats.org/drawingml/2006/main" id="847" idx="2"/>
            <a:endCxn xmlns:a="http://schemas.openxmlformats.org/drawingml/2006/main" id="848" idx="0"/>
          </p:cNvCxnSpPr>
          <p:nvPr/>
        </p:nvCxnSpPr>
        <p:spPr>
          <a:xfrm xmlns:a="http://schemas.openxmlformats.org/drawingml/2006/main">
            <a:off x="25232276" y="9873273"/>
            <a:ext cx="260739" cy="2642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EF09A362-CECE-4D64-A392-FCB49160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2967" y="10137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9CC7FA60-871B-4C2B-AC2F-BCDCB00F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614" y="103751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3" name=""/>
          <p:cNvCxnSpPr>
            <a:stCxn xmlns:a="http://schemas.openxmlformats.org/drawingml/2006/main" id="850" idx="2"/>
            <a:endCxn xmlns:a="http://schemas.openxmlformats.org/drawingml/2006/main" id="851" idx="0"/>
          </p:cNvCxnSpPr>
          <p:nvPr/>
        </p:nvCxnSpPr>
        <p:spPr>
          <a:xfrm xmlns:a="http://schemas.openxmlformats.org/drawingml/2006/main">
            <a:off x="25493015" y="10137595"/>
            <a:ext cx="234647" cy="2375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3" name="">
            <a:extLst xmlns:a="http://schemas.openxmlformats.org/drawingml/2006/main">
              <a:ext uri="{FF2B5EF4-FFF2-40B4-BE49-F238E27FC236}">
                <a16:creationId xmlns:a16="http://schemas.microsoft.com/office/drawing/2014/main" id="{D3DFE0E7-DC22-4FA8-AE87-0B582E69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7614" y="103751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4" name="">
            <a:extLst xmlns:a="http://schemas.openxmlformats.org/drawingml/2006/main">
              <a:ext uri="{FF2B5EF4-FFF2-40B4-BE49-F238E27FC236}">
                <a16:creationId xmlns:a16="http://schemas.microsoft.com/office/drawing/2014/main" id="{64F1B3E4-4239-405C-A05A-5B8DF33C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8677" y="104681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6" name=""/>
          <p:cNvCxnSpPr>
            <a:stCxn xmlns:a="http://schemas.openxmlformats.org/drawingml/2006/main" id="853" idx="2"/>
            <a:endCxn xmlns:a="http://schemas.openxmlformats.org/drawingml/2006/main" id="854" idx="0"/>
          </p:cNvCxnSpPr>
          <p:nvPr/>
        </p:nvCxnSpPr>
        <p:spPr>
          <a:xfrm xmlns:a="http://schemas.openxmlformats.org/drawingml/2006/main">
            <a:off x="25727662" y="10375233"/>
            <a:ext cx="91063" cy="929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6" name="">
            <a:extLst xmlns:a="http://schemas.openxmlformats.org/drawingml/2006/main">
              <a:ext uri="{FF2B5EF4-FFF2-40B4-BE49-F238E27FC236}">
                <a16:creationId xmlns:a16="http://schemas.microsoft.com/office/drawing/2014/main" id="{5A6F043E-6B8D-4ED2-AC35-13BD2A87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9341" y="9643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05C886FA-FD65-47BE-82E3-90AA17FA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2187" y="98879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9" name=""/>
          <p:cNvCxnSpPr>
            <a:stCxn xmlns:a="http://schemas.openxmlformats.org/drawingml/2006/main" id="856" idx="3"/>
            <a:endCxn xmlns:a="http://schemas.openxmlformats.org/drawingml/2006/main" id="857" idx="1"/>
          </p:cNvCxnSpPr>
          <p:nvPr/>
        </p:nvCxnSpPr>
        <p:spPr>
          <a:xfrm xmlns:a="http://schemas.openxmlformats.org/drawingml/2006/main">
            <a:off x="26039436" y="9643162"/>
            <a:ext cx="662751" cy="24484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9" name="">
            <a:extLst xmlns:a="http://schemas.openxmlformats.org/drawingml/2006/main">
              <a:ext uri="{FF2B5EF4-FFF2-40B4-BE49-F238E27FC236}">
                <a16:creationId xmlns:a16="http://schemas.microsoft.com/office/drawing/2014/main" id="{80A8051B-6937-4520-AC01-B229F196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2187" y="98879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0" name="">
            <a:extLst xmlns:a="http://schemas.openxmlformats.org/drawingml/2006/main">
              <a:ext uri="{FF2B5EF4-FFF2-40B4-BE49-F238E27FC236}">
                <a16:creationId xmlns:a16="http://schemas.microsoft.com/office/drawing/2014/main" id="{97F2E28F-F11B-4FA0-B6E0-58495EF8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9567" y="10171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2" name=""/>
          <p:cNvCxnSpPr>
            <a:stCxn xmlns:a="http://schemas.openxmlformats.org/drawingml/2006/main" id="859" idx="3"/>
            <a:endCxn xmlns:a="http://schemas.openxmlformats.org/drawingml/2006/main" id="860" idx="1"/>
          </p:cNvCxnSpPr>
          <p:nvPr/>
        </p:nvCxnSpPr>
        <p:spPr>
          <a:xfrm xmlns:a="http://schemas.openxmlformats.org/drawingml/2006/main">
            <a:off x="26702282" y="9888011"/>
            <a:ext cx="767285" cy="2832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2" name="">
            <a:extLst xmlns:a="http://schemas.openxmlformats.org/drawingml/2006/main">
              <a:ext uri="{FF2B5EF4-FFF2-40B4-BE49-F238E27FC236}">
                <a16:creationId xmlns:a16="http://schemas.microsoft.com/office/drawing/2014/main" id="{A5D1810D-578B-4767-B6DB-73EC21A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9567" y="10171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B734A116-43AA-49BA-97E5-37AB6DCF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3839" y="10420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5" name=""/>
          <p:cNvCxnSpPr>
            <a:stCxn xmlns:a="http://schemas.openxmlformats.org/drawingml/2006/main" id="862" idx="3"/>
            <a:endCxn xmlns:a="http://schemas.openxmlformats.org/drawingml/2006/main" id="863" idx="1"/>
          </p:cNvCxnSpPr>
          <p:nvPr/>
        </p:nvCxnSpPr>
        <p:spPr>
          <a:xfrm xmlns:a="http://schemas.openxmlformats.org/drawingml/2006/main">
            <a:off x="27469662" y="10171265"/>
            <a:ext cx="674177" cy="2488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65" name="">
            <a:extLst xmlns:a="http://schemas.openxmlformats.org/drawingml/2006/main">
              <a:ext uri="{FF2B5EF4-FFF2-40B4-BE49-F238E27FC236}">
                <a16:creationId xmlns:a16="http://schemas.microsoft.com/office/drawing/2014/main" id="{A653416A-C211-4739-87A9-BE6FC67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3839" y="104200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6" name="">
            <a:extLst xmlns:a="http://schemas.openxmlformats.org/drawingml/2006/main">
              <a:ext uri="{FF2B5EF4-FFF2-40B4-BE49-F238E27FC236}">
                <a16:creationId xmlns:a16="http://schemas.microsoft.com/office/drawing/2014/main" id="{C2AFD6C8-D3D9-4FD6-A6A6-06B6FEE8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8946" y="104629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88" name=""/>
          <p:cNvCxnSpPr>
            <a:stCxn xmlns:a="http://schemas.openxmlformats.org/drawingml/2006/main" id="865" idx="3"/>
            <a:endCxn xmlns:a="http://schemas.openxmlformats.org/drawingml/2006/main" id="866" idx="1"/>
          </p:cNvCxnSpPr>
          <p:nvPr/>
        </p:nvCxnSpPr>
        <p:spPr>
          <a:xfrm xmlns:a="http://schemas.openxmlformats.org/drawingml/2006/main">
            <a:off x="28143934" y="10420081"/>
            <a:ext cx="115012" cy="4291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68" name="">
            <a:extLst xmlns:a="http://schemas.openxmlformats.org/drawingml/2006/main">
              <a:ext uri="{FF2B5EF4-FFF2-40B4-BE49-F238E27FC236}">
                <a16:creationId xmlns:a16="http://schemas.microsoft.com/office/drawing/2014/main" id="{F8968466-751A-4880-A7E5-5D4A6EE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2376" y="75862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9" name="">
            <a:extLst xmlns:a="http://schemas.openxmlformats.org/drawingml/2006/main">
              <a:ext uri="{FF2B5EF4-FFF2-40B4-BE49-F238E27FC236}">
                <a16:creationId xmlns:a16="http://schemas.microsoft.com/office/drawing/2014/main" id="{5F9643CE-BE02-40E0-8601-13BB8DE2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7837" y="7828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1" name=""/>
          <p:cNvCxnSpPr>
            <a:stCxn xmlns:a="http://schemas.openxmlformats.org/drawingml/2006/main" id="868" idx="3"/>
            <a:endCxn xmlns:a="http://schemas.openxmlformats.org/drawingml/2006/main" id="869" idx="1"/>
          </p:cNvCxnSpPr>
          <p:nvPr/>
        </p:nvCxnSpPr>
        <p:spPr>
          <a:xfrm xmlns:a="http://schemas.openxmlformats.org/drawingml/2006/main">
            <a:off x="21272471" y="7586282"/>
            <a:ext cx="535366" cy="242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1" name="">
            <a:extLst xmlns:a="http://schemas.openxmlformats.org/drawingml/2006/main">
              <a:ext uri="{FF2B5EF4-FFF2-40B4-BE49-F238E27FC236}">
                <a16:creationId xmlns:a16="http://schemas.microsoft.com/office/drawing/2014/main" id="{2E231634-FC8B-402E-98D1-5674D2D3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7837" y="7828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2" name="">
            <a:extLst xmlns:a="http://schemas.openxmlformats.org/drawingml/2006/main">
              <a:ext uri="{FF2B5EF4-FFF2-40B4-BE49-F238E27FC236}">
                <a16:creationId xmlns:a16="http://schemas.microsoft.com/office/drawing/2014/main" id="{048BD57E-5BA7-446F-8074-14ED3F6B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027" y="81085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4" name=""/>
          <p:cNvCxnSpPr>
            <a:stCxn xmlns:a="http://schemas.openxmlformats.org/drawingml/2006/main" id="871" idx="3"/>
            <a:endCxn xmlns:a="http://schemas.openxmlformats.org/drawingml/2006/main" id="872" idx="1"/>
          </p:cNvCxnSpPr>
          <p:nvPr/>
        </p:nvCxnSpPr>
        <p:spPr>
          <a:xfrm xmlns:a="http://schemas.openxmlformats.org/drawingml/2006/main">
            <a:off x="21807932" y="7828606"/>
            <a:ext cx="619095" cy="2800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4" name="">
            <a:extLst xmlns:a="http://schemas.openxmlformats.org/drawingml/2006/main">
              <a:ext uri="{FF2B5EF4-FFF2-40B4-BE49-F238E27FC236}">
                <a16:creationId xmlns:a16="http://schemas.microsoft.com/office/drawing/2014/main" id="{0187C889-5324-4352-B451-ED8AD682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27027" y="81085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5" name="">
            <a:extLst xmlns:a="http://schemas.openxmlformats.org/drawingml/2006/main">
              <a:ext uri="{FF2B5EF4-FFF2-40B4-BE49-F238E27FC236}">
                <a16:creationId xmlns:a16="http://schemas.microsoft.com/office/drawing/2014/main" id="{0E1017E2-EFC6-4E7A-8BDF-570B42E2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061" y="8355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97" name=""/>
          <p:cNvCxnSpPr>
            <a:stCxn xmlns:a="http://schemas.openxmlformats.org/drawingml/2006/main" id="874" idx="3"/>
            <a:endCxn xmlns:a="http://schemas.openxmlformats.org/drawingml/2006/main" id="875" idx="1"/>
          </p:cNvCxnSpPr>
          <p:nvPr/>
        </p:nvCxnSpPr>
        <p:spPr>
          <a:xfrm xmlns:a="http://schemas.openxmlformats.org/drawingml/2006/main">
            <a:off x="22427122" y="8108616"/>
            <a:ext cx="545939" cy="2470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77" name="">
            <a:extLst xmlns:a="http://schemas.openxmlformats.org/drawingml/2006/main">
              <a:ext uri="{FF2B5EF4-FFF2-40B4-BE49-F238E27FC236}">
                <a16:creationId xmlns:a16="http://schemas.microsoft.com/office/drawing/2014/main" id="{76A51AA6-5D56-414D-B416-29E79D7E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061" y="83555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8" name="">
            <a:extLst xmlns:a="http://schemas.openxmlformats.org/drawingml/2006/main">
              <a:ext uri="{FF2B5EF4-FFF2-40B4-BE49-F238E27FC236}">
                <a16:creationId xmlns:a16="http://schemas.microsoft.com/office/drawing/2014/main" id="{CC671195-2FBF-4677-BE4B-B63AD0E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8509" y="840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0" name=""/>
          <p:cNvCxnSpPr>
            <a:stCxn xmlns:a="http://schemas.openxmlformats.org/drawingml/2006/main" id="877" idx="3"/>
            <a:endCxn xmlns:a="http://schemas.openxmlformats.org/drawingml/2006/main" id="878" idx="1"/>
          </p:cNvCxnSpPr>
          <p:nvPr/>
        </p:nvCxnSpPr>
        <p:spPr>
          <a:xfrm xmlns:a="http://schemas.openxmlformats.org/drawingml/2006/main">
            <a:off x="22973156" y="8355629"/>
            <a:ext cx="115353" cy="513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0" name="">
            <a:extLst xmlns:a="http://schemas.openxmlformats.org/drawingml/2006/main">
              <a:ext uri="{FF2B5EF4-FFF2-40B4-BE49-F238E27FC236}">
                <a16:creationId xmlns:a16="http://schemas.microsoft.com/office/drawing/2014/main" id="{5A71392F-22A2-496E-A811-5C58829C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4894" y="73608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1" name="">
            <a:extLst xmlns:a="http://schemas.openxmlformats.org/drawingml/2006/main">
              <a:ext uri="{FF2B5EF4-FFF2-40B4-BE49-F238E27FC236}">
                <a16:creationId xmlns:a16="http://schemas.microsoft.com/office/drawing/2014/main" id="{A532EA3F-FFE1-4E15-87D7-E8480E58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9987" y="7739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3" name=""/>
          <p:cNvCxnSpPr>
            <a:stCxn xmlns:a="http://schemas.openxmlformats.org/drawingml/2006/main" id="880" idx="3"/>
            <a:endCxn xmlns:a="http://schemas.openxmlformats.org/drawingml/2006/main" id="881" idx="1"/>
          </p:cNvCxnSpPr>
          <p:nvPr/>
        </p:nvCxnSpPr>
        <p:spPr>
          <a:xfrm xmlns:a="http://schemas.openxmlformats.org/drawingml/2006/main">
            <a:off x="21574989" y="7360905"/>
            <a:ext cx="1644998" cy="3786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3" name="">
            <a:extLst xmlns:a="http://schemas.openxmlformats.org/drawingml/2006/main">
              <a:ext uri="{FF2B5EF4-FFF2-40B4-BE49-F238E27FC236}">
                <a16:creationId xmlns:a16="http://schemas.microsoft.com/office/drawing/2014/main" id="{8ECBC882-301F-4439-9068-DE6BC51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9987" y="77394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4" name="">
            <a:extLst xmlns:a="http://schemas.openxmlformats.org/drawingml/2006/main">
              <a:ext uri="{FF2B5EF4-FFF2-40B4-BE49-F238E27FC236}">
                <a16:creationId xmlns:a16="http://schemas.microsoft.com/office/drawing/2014/main" id="{EC0CE167-E127-4900-90E2-C5F9581B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3859" y="8283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6" name=""/>
          <p:cNvCxnSpPr>
            <a:stCxn xmlns:a="http://schemas.openxmlformats.org/drawingml/2006/main" id="883" idx="3"/>
            <a:endCxn xmlns:a="http://schemas.openxmlformats.org/drawingml/2006/main" id="884" idx="1"/>
          </p:cNvCxnSpPr>
          <p:nvPr/>
        </p:nvCxnSpPr>
        <p:spPr>
          <a:xfrm xmlns:a="http://schemas.openxmlformats.org/drawingml/2006/main">
            <a:off x="23220082" y="7739538"/>
            <a:ext cx="2363777" cy="5441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6" name="">
            <a:extLst xmlns:a="http://schemas.openxmlformats.org/drawingml/2006/main">
              <a:ext uri="{FF2B5EF4-FFF2-40B4-BE49-F238E27FC236}">
                <a16:creationId xmlns:a16="http://schemas.microsoft.com/office/drawing/2014/main" id="{48E4C1B8-9EA9-4471-B7AA-5CC6B1CD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83859" y="8283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7" name="">
            <a:extLst xmlns:a="http://schemas.openxmlformats.org/drawingml/2006/main">
              <a:ext uri="{FF2B5EF4-FFF2-40B4-BE49-F238E27FC236}">
                <a16:creationId xmlns:a16="http://schemas.microsoft.com/office/drawing/2014/main" id="{14410F70-CC61-474F-B64B-12FD6E9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2000" y="8420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9" name=""/>
          <p:cNvCxnSpPr>
            <a:stCxn xmlns:a="http://schemas.openxmlformats.org/drawingml/2006/main" id="886" idx="3"/>
            <a:endCxn xmlns:a="http://schemas.openxmlformats.org/drawingml/2006/main" id="887" idx="1"/>
          </p:cNvCxnSpPr>
          <p:nvPr/>
        </p:nvCxnSpPr>
        <p:spPr>
          <a:xfrm xmlns:a="http://schemas.openxmlformats.org/drawingml/2006/main">
            <a:off x="25583954" y="8283688"/>
            <a:ext cx="558046" cy="1370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2C8B02DF-2647-4267-92BC-43AEF096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2000" y="84206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E7703FCC-FE5E-47BE-88E0-EDA7B882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0347" y="84520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2" name=""/>
          <p:cNvCxnSpPr>
            <a:stCxn xmlns:a="http://schemas.openxmlformats.org/drawingml/2006/main" id="889" idx="3"/>
            <a:endCxn xmlns:a="http://schemas.openxmlformats.org/drawingml/2006/main" id="890" idx="1"/>
          </p:cNvCxnSpPr>
          <p:nvPr/>
        </p:nvCxnSpPr>
        <p:spPr>
          <a:xfrm xmlns:a="http://schemas.openxmlformats.org/drawingml/2006/main">
            <a:off x="26142095" y="8420717"/>
            <a:ext cx="118252" cy="313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7209FDF9-99C3-465C-9947-C07C9BAB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6767" y="5433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C932D482-E134-4635-B67F-1EADC0B9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876" y="572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5" name=""/>
          <p:cNvCxnSpPr>
            <a:stCxn xmlns:a="http://schemas.openxmlformats.org/drawingml/2006/main" id="892" idx="3"/>
            <a:endCxn xmlns:a="http://schemas.openxmlformats.org/drawingml/2006/main" id="893" idx="1"/>
          </p:cNvCxnSpPr>
          <p:nvPr/>
        </p:nvCxnSpPr>
        <p:spPr>
          <a:xfrm xmlns:a="http://schemas.openxmlformats.org/drawingml/2006/main">
            <a:off x="15056862" y="5433302"/>
            <a:ext cx="954014" cy="2960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5" name="">
            <a:extLst xmlns:a="http://schemas.openxmlformats.org/drawingml/2006/main">
              <a:ext uri="{FF2B5EF4-FFF2-40B4-BE49-F238E27FC236}">
                <a16:creationId xmlns:a16="http://schemas.microsoft.com/office/drawing/2014/main" id="{EB56EF38-84D9-4FC0-9BE9-90E389CB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0876" y="57293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6" name="">
            <a:extLst xmlns:a="http://schemas.openxmlformats.org/drawingml/2006/main">
              <a:ext uri="{FF2B5EF4-FFF2-40B4-BE49-F238E27FC236}">
                <a16:creationId xmlns:a16="http://schemas.microsoft.com/office/drawing/2014/main" id="{E372D2A4-A10C-4292-B941-68433100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686" y="6103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18" name=""/>
          <p:cNvCxnSpPr>
            <a:stCxn xmlns:a="http://schemas.openxmlformats.org/drawingml/2006/main" id="895" idx="3"/>
            <a:endCxn xmlns:a="http://schemas.openxmlformats.org/drawingml/2006/main" id="896" idx="1"/>
          </p:cNvCxnSpPr>
          <p:nvPr/>
        </p:nvCxnSpPr>
        <p:spPr>
          <a:xfrm xmlns:a="http://schemas.openxmlformats.org/drawingml/2006/main">
            <a:off x="16010971" y="5729357"/>
            <a:ext cx="1205715" cy="3741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98" name="">
            <a:extLst xmlns:a="http://schemas.openxmlformats.org/drawingml/2006/main">
              <a:ext uri="{FF2B5EF4-FFF2-40B4-BE49-F238E27FC236}">
                <a16:creationId xmlns:a16="http://schemas.microsoft.com/office/drawing/2014/main" id="{F740CAEE-2DA3-4541-84C1-E8C7AD6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6686" y="6103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9" name="">
            <a:extLst xmlns:a="http://schemas.openxmlformats.org/drawingml/2006/main">
              <a:ext uri="{FF2B5EF4-FFF2-40B4-BE49-F238E27FC236}">
                <a16:creationId xmlns:a16="http://schemas.microsoft.com/office/drawing/2014/main" id="{05DBA59A-AAA4-49AE-9057-043CFB0C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1771" y="6405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1" name=""/>
          <p:cNvCxnSpPr>
            <a:stCxn xmlns:a="http://schemas.openxmlformats.org/drawingml/2006/main" id="898" idx="3"/>
            <a:endCxn xmlns:a="http://schemas.openxmlformats.org/drawingml/2006/main" id="899" idx="1"/>
          </p:cNvCxnSpPr>
          <p:nvPr/>
        </p:nvCxnSpPr>
        <p:spPr>
          <a:xfrm xmlns:a="http://schemas.openxmlformats.org/drawingml/2006/main">
            <a:off x="17216781" y="6103482"/>
            <a:ext cx="974990" cy="302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1" name="">
            <a:extLst xmlns:a="http://schemas.openxmlformats.org/drawingml/2006/main">
              <a:ext uri="{FF2B5EF4-FFF2-40B4-BE49-F238E27FC236}">
                <a16:creationId xmlns:a16="http://schemas.microsoft.com/office/drawing/2014/main" id="{3374BE0C-392D-4FBA-B12F-7C3E7D8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1771" y="64058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2" name="">
            <a:extLst xmlns:a="http://schemas.openxmlformats.org/drawingml/2006/main">
              <a:ext uri="{FF2B5EF4-FFF2-40B4-BE49-F238E27FC236}">
                <a16:creationId xmlns:a16="http://schemas.microsoft.com/office/drawing/2014/main" id="{214F1409-60B3-4F2C-B1FC-454B34A1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0288" y="6441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4" name=""/>
          <p:cNvCxnSpPr>
            <a:stCxn xmlns:a="http://schemas.openxmlformats.org/drawingml/2006/main" id="901" idx="3"/>
            <a:endCxn xmlns:a="http://schemas.openxmlformats.org/drawingml/2006/main" id="902" idx="1"/>
          </p:cNvCxnSpPr>
          <p:nvPr/>
        </p:nvCxnSpPr>
        <p:spPr>
          <a:xfrm xmlns:a="http://schemas.openxmlformats.org/drawingml/2006/main">
            <a:off x="18191866" y="6405847"/>
            <a:ext cx="118422" cy="358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04" name="">
            <a:extLst xmlns:a="http://schemas.openxmlformats.org/drawingml/2006/main">
              <a:ext uri="{FF2B5EF4-FFF2-40B4-BE49-F238E27FC236}">
                <a16:creationId xmlns:a16="http://schemas.microsoft.com/office/drawing/2014/main" id="{47328195-53FC-4071-A816-C82C9F2E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5462" y="3472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5" name="">
            <a:extLst xmlns:a="http://schemas.openxmlformats.org/drawingml/2006/main">
              <a:ext uri="{FF2B5EF4-FFF2-40B4-BE49-F238E27FC236}">
                <a16:creationId xmlns:a16="http://schemas.microsoft.com/office/drawing/2014/main" id="{8FD8619E-575F-4BC5-853E-7D13158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787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7" name=""/>
          <p:cNvCxnSpPr>
            <a:stCxn xmlns:a="http://schemas.openxmlformats.org/drawingml/2006/main" id="904" idx="2"/>
            <a:endCxn xmlns:a="http://schemas.openxmlformats.org/drawingml/2006/main" id="905" idx="0"/>
          </p:cNvCxnSpPr>
          <p:nvPr/>
        </p:nvCxnSpPr>
        <p:spPr>
          <a:xfrm xmlns:a="http://schemas.openxmlformats.org/drawingml/2006/main">
            <a:off x="12195510" y="3472570"/>
            <a:ext cx="198325" cy="227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7" name="">
            <a:extLst xmlns:a="http://schemas.openxmlformats.org/drawingml/2006/main">
              <a:ext uri="{FF2B5EF4-FFF2-40B4-BE49-F238E27FC236}">
                <a16:creationId xmlns:a16="http://schemas.microsoft.com/office/drawing/2014/main" id="{FC9DEF40-EC7D-47C9-8936-95CBD867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3787" y="37005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8" name="">
            <a:extLst xmlns:a="http://schemas.openxmlformats.org/drawingml/2006/main">
              <a:ext uri="{FF2B5EF4-FFF2-40B4-BE49-F238E27FC236}">
                <a16:creationId xmlns:a16="http://schemas.microsoft.com/office/drawing/2014/main" id="{36CB04F1-BF79-4334-BEE6-7BBC0987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102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0" name=""/>
          <p:cNvCxnSpPr>
            <a:stCxn xmlns:a="http://schemas.openxmlformats.org/drawingml/2006/main" id="907" idx="2"/>
            <a:endCxn xmlns:a="http://schemas.openxmlformats.org/drawingml/2006/main" id="908" idx="0"/>
          </p:cNvCxnSpPr>
          <p:nvPr/>
        </p:nvCxnSpPr>
        <p:spPr>
          <a:xfrm xmlns:a="http://schemas.openxmlformats.org/drawingml/2006/main">
            <a:off x="12393835" y="3700651"/>
            <a:ext cx="227315" cy="2615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0" name="">
            <a:extLst xmlns:a="http://schemas.openxmlformats.org/drawingml/2006/main">
              <a:ext uri="{FF2B5EF4-FFF2-40B4-BE49-F238E27FC236}">
                <a16:creationId xmlns:a16="http://schemas.microsoft.com/office/drawing/2014/main" id="{E861F3B3-1B39-43D5-92AC-6787B19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102" y="39621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1" name="">
            <a:extLst xmlns:a="http://schemas.openxmlformats.org/drawingml/2006/main">
              <a:ext uri="{FF2B5EF4-FFF2-40B4-BE49-F238E27FC236}">
                <a16:creationId xmlns:a16="http://schemas.microsoft.com/office/drawing/2014/main" id="{E3B92CF6-CAE3-470D-82CB-519B876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6248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3" name=""/>
          <p:cNvCxnSpPr>
            <a:stCxn xmlns:a="http://schemas.openxmlformats.org/drawingml/2006/main" id="910" idx="2"/>
            <a:endCxn xmlns:a="http://schemas.openxmlformats.org/drawingml/2006/main" id="911" idx="0"/>
          </p:cNvCxnSpPr>
          <p:nvPr/>
        </p:nvCxnSpPr>
        <p:spPr>
          <a:xfrm xmlns:a="http://schemas.openxmlformats.org/drawingml/2006/main">
            <a:off x="12621150" y="3962269"/>
            <a:ext cx="205146" cy="23573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CAFBB0C1-9A32-45FC-851A-D8905515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6248" y="41980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4" name="">
            <a:extLst xmlns:a="http://schemas.openxmlformats.org/drawingml/2006/main">
              <a:ext uri="{FF2B5EF4-FFF2-40B4-BE49-F238E27FC236}">
                <a16:creationId xmlns:a16="http://schemas.microsoft.com/office/drawing/2014/main" id="{852BA443-140D-4323-A933-6CEC314C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2536" y="42978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6" name=""/>
          <p:cNvCxnSpPr>
            <a:stCxn xmlns:a="http://schemas.openxmlformats.org/drawingml/2006/main" id="913" idx="2"/>
            <a:endCxn xmlns:a="http://schemas.openxmlformats.org/drawingml/2006/main" id="914" idx="0"/>
          </p:cNvCxnSpPr>
          <p:nvPr/>
        </p:nvCxnSpPr>
        <p:spPr>
          <a:xfrm xmlns:a="http://schemas.openxmlformats.org/drawingml/2006/main">
            <a:off x="12826296" y="4198103"/>
            <a:ext cx="86288" cy="99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16" name="">
            <a:extLst xmlns:a="http://schemas.openxmlformats.org/drawingml/2006/main">
              <a:ext uri="{FF2B5EF4-FFF2-40B4-BE49-F238E27FC236}">
                <a16:creationId xmlns:a16="http://schemas.microsoft.com/office/drawing/2014/main" id="{6686A518-ACBC-46DC-A79D-72F0543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6537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19D43216-2BBE-405F-88C5-078EBBA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7976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9" name=""/>
          <p:cNvCxnSpPr>
            <a:stCxn xmlns:a="http://schemas.openxmlformats.org/drawingml/2006/main" id="916" idx="2"/>
            <a:endCxn xmlns:a="http://schemas.openxmlformats.org/drawingml/2006/main" id="917" idx="0"/>
          </p:cNvCxnSpPr>
          <p:nvPr/>
        </p:nvCxnSpPr>
        <p:spPr>
          <a:xfrm xmlns:a="http://schemas.openxmlformats.org/drawingml/2006/main">
            <a:off x="11673350" y="1653869"/>
            <a:ext cx="0" cy="1437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22305DC4-2703-4A3B-821A-9F9F2574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7976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0" name="">
            <a:extLst xmlns:a="http://schemas.openxmlformats.org/drawingml/2006/main">
              <a:ext uri="{FF2B5EF4-FFF2-40B4-BE49-F238E27FC236}">
                <a16:creationId xmlns:a16="http://schemas.microsoft.com/office/drawing/2014/main" id="{3624C737-A7A0-4424-BF2D-E857BFE0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95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2" name=""/>
          <p:cNvCxnSpPr>
            <a:stCxn xmlns:a="http://schemas.openxmlformats.org/drawingml/2006/main" id="919" idx="2"/>
            <a:endCxn xmlns:a="http://schemas.openxmlformats.org/drawingml/2006/main" id="920" idx="0"/>
          </p:cNvCxnSpPr>
          <p:nvPr/>
        </p:nvCxnSpPr>
        <p:spPr>
          <a:xfrm xmlns:a="http://schemas.openxmlformats.org/drawingml/2006/main">
            <a:off x="11673350" y="1797749"/>
            <a:ext cx="0" cy="1551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2" name="">
            <a:extLst xmlns:a="http://schemas.openxmlformats.org/drawingml/2006/main">
              <a:ext uri="{FF2B5EF4-FFF2-40B4-BE49-F238E27FC236}">
                <a16:creationId xmlns:a16="http://schemas.microsoft.com/office/drawing/2014/main" id="{24856C25-037E-4D50-A595-5CCDB7B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19528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3" name="">
            <a:extLst xmlns:a="http://schemas.openxmlformats.org/drawingml/2006/main">
              <a:ext uri="{FF2B5EF4-FFF2-40B4-BE49-F238E27FC236}">
                <a16:creationId xmlns:a16="http://schemas.microsoft.com/office/drawing/2014/main" id="{5A32F3E7-D539-416A-9929-C274B703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21020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5" name=""/>
          <p:cNvCxnSpPr>
            <a:stCxn xmlns:a="http://schemas.openxmlformats.org/drawingml/2006/main" id="922" idx="2"/>
            <a:endCxn xmlns:a="http://schemas.openxmlformats.org/drawingml/2006/main" id="923" idx="0"/>
          </p:cNvCxnSpPr>
          <p:nvPr/>
        </p:nvCxnSpPr>
        <p:spPr>
          <a:xfrm xmlns:a="http://schemas.openxmlformats.org/drawingml/2006/main">
            <a:off x="11673350" y="1952989"/>
            <a:ext cx="0" cy="1490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25" name="">
            <a:extLst xmlns:a="http://schemas.openxmlformats.org/drawingml/2006/main">
              <a:ext uri="{FF2B5EF4-FFF2-40B4-BE49-F238E27FC236}">
                <a16:creationId xmlns:a16="http://schemas.microsoft.com/office/drawing/2014/main" id="{FD9ACBDB-A2C0-4ECB-A505-2DB3360F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21020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6" name="">
            <a:extLst xmlns:a="http://schemas.openxmlformats.org/drawingml/2006/main">
              <a:ext uri="{FF2B5EF4-FFF2-40B4-BE49-F238E27FC236}">
                <a16:creationId xmlns:a16="http://schemas.microsoft.com/office/drawing/2014/main" id="{DC39C9C8-61B2-4241-B90A-EAE8BE30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3302" y="22370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48" name=""/>
          <p:cNvCxnSpPr>
            <a:stCxn xmlns:a="http://schemas.openxmlformats.org/drawingml/2006/main" id="925" idx="2"/>
            <a:endCxn xmlns:a="http://schemas.openxmlformats.org/drawingml/2006/main" id="926" idx="0"/>
          </p:cNvCxnSpPr>
          <p:nvPr/>
        </p:nvCxnSpPr>
        <p:spPr>
          <a:xfrm xmlns:a="http://schemas.openxmlformats.org/drawingml/2006/main">
            <a:off x="11673350" y="2102098"/>
            <a:ext cx="0" cy="1349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28" name="">
            <a:extLst xmlns:a="http://schemas.openxmlformats.org/drawingml/2006/main">
              <a:ext uri="{FF2B5EF4-FFF2-40B4-BE49-F238E27FC236}">
                <a16:creationId xmlns:a16="http://schemas.microsoft.com/office/drawing/2014/main" id="{20AED1B9-F1D4-44F3-92D8-2D3791E5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58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29" name="">
            <a:extLst xmlns:a="http://schemas.openxmlformats.org/drawingml/2006/main">
              <a:ext uri="{FF2B5EF4-FFF2-40B4-BE49-F238E27FC236}">
                <a16:creationId xmlns:a16="http://schemas.microsoft.com/office/drawing/2014/main" id="{691E415C-D886-4B4E-8D9B-B7ECDFC4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358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0" name="">
            <a:extLst xmlns:a="http://schemas.openxmlformats.org/drawingml/2006/main">
              <a:ext uri="{FF2B5EF4-FFF2-40B4-BE49-F238E27FC236}">
                <a16:creationId xmlns:a16="http://schemas.microsoft.com/office/drawing/2014/main" id="{143A8487-8ECE-4B5A-9014-8F76F0E4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37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1" name="">
            <a:extLst xmlns:a="http://schemas.openxmlformats.org/drawingml/2006/main">
              <a:ext uri="{FF2B5EF4-FFF2-40B4-BE49-F238E27FC236}">
                <a16:creationId xmlns:a16="http://schemas.microsoft.com/office/drawing/2014/main" id="{6AEACE7C-2661-47E8-96BB-993B18FD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37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32" name="">
            <a:extLst xmlns:a="http://schemas.openxmlformats.org/drawingml/2006/main">
              <a:ext uri="{FF2B5EF4-FFF2-40B4-BE49-F238E27FC236}">
                <a16:creationId xmlns:a16="http://schemas.microsoft.com/office/drawing/2014/main" id="{91CA6AF3-C952-493A-86EA-72DB88B2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878" y="369381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3" name="">
            <a:extLst xmlns:a="http://schemas.openxmlformats.org/drawingml/2006/main">
              <a:ext uri="{FF2B5EF4-FFF2-40B4-BE49-F238E27FC236}">
                <a16:creationId xmlns:a16="http://schemas.microsoft.com/office/drawing/2014/main" id="{30DD442B-EDF9-451E-BF78-27E3BE9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878" y="369381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4" name="">
            <a:extLst xmlns:a="http://schemas.openxmlformats.org/drawingml/2006/main">
              <a:ext uri="{FF2B5EF4-FFF2-40B4-BE49-F238E27FC236}">
                <a16:creationId xmlns:a16="http://schemas.microsoft.com/office/drawing/2014/main" id="{5DBE6963-04D5-44AE-AE50-9BBA155F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148" y="780829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5" name="">
            <a:extLst xmlns:a="http://schemas.openxmlformats.org/drawingml/2006/main">
              <a:ext uri="{FF2B5EF4-FFF2-40B4-BE49-F238E27FC236}">
                <a16:creationId xmlns:a16="http://schemas.microsoft.com/office/drawing/2014/main" id="{BCA9A0A1-D58A-4839-8ED6-86F56639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148" y="780829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6" name="">
            <a:extLst xmlns:a="http://schemas.openxmlformats.org/drawingml/2006/main">
              <a:ext uri="{FF2B5EF4-FFF2-40B4-BE49-F238E27FC236}">
                <a16:creationId xmlns:a16="http://schemas.microsoft.com/office/drawing/2014/main" id="{DA82B74D-E4FB-482A-83F4-67DAA5D4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155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7" name="">
            <a:extLst xmlns:a="http://schemas.openxmlformats.org/drawingml/2006/main">
              <a:ext uri="{FF2B5EF4-FFF2-40B4-BE49-F238E27FC236}">
                <a16:creationId xmlns:a16="http://schemas.microsoft.com/office/drawing/2014/main" id="{71EE5138-8F47-485E-8E71-18CDC407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6155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38" name="">
            <a:extLst xmlns:a="http://schemas.openxmlformats.org/drawingml/2006/main">
              <a:ext uri="{FF2B5EF4-FFF2-40B4-BE49-F238E27FC236}">
                <a16:creationId xmlns:a16="http://schemas.microsoft.com/office/drawing/2014/main" id="{8F22E771-2972-4D58-B7CA-C1494C15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334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39" name="">
            <a:extLst xmlns:a="http://schemas.openxmlformats.org/drawingml/2006/main">
              <a:ext uri="{FF2B5EF4-FFF2-40B4-BE49-F238E27FC236}">
                <a16:creationId xmlns:a16="http://schemas.microsoft.com/office/drawing/2014/main" id="{3CDB4598-1738-423B-B8DF-2530FC1B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7334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40" name="">
            <a:extLst xmlns:a="http://schemas.openxmlformats.org/drawingml/2006/main">
              <a:ext uri="{FF2B5EF4-FFF2-40B4-BE49-F238E27FC236}">
                <a16:creationId xmlns:a16="http://schemas.microsoft.com/office/drawing/2014/main" id="{EF12FCAC-4D90-44A5-B13F-CDF502D1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239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1" name="">
            <a:extLst xmlns:a="http://schemas.openxmlformats.org/drawingml/2006/main">
              <a:ext uri="{FF2B5EF4-FFF2-40B4-BE49-F238E27FC236}">
                <a16:creationId xmlns:a16="http://schemas.microsoft.com/office/drawing/2014/main" id="{C739DB2E-CAAB-467D-B905-AD44C02F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239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2" name="">
            <a:extLst xmlns:a="http://schemas.openxmlformats.org/drawingml/2006/main">
              <a:ext uri="{FF2B5EF4-FFF2-40B4-BE49-F238E27FC236}">
                <a16:creationId xmlns:a16="http://schemas.microsoft.com/office/drawing/2014/main" id="{3C3E0A9A-23FD-494A-8C4C-88294C82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417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3" name="">
            <a:extLst xmlns:a="http://schemas.openxmlformats.org/drawingml/2006/main">
              <a:ext uri="{FF2B5EF4-FFF2-40B4-BE49-F238E27FC236}">
                <a16:creationId xmlns:a16="http://schemas.microsoft.com/office/drawing/2014/main" id="{54F805C5-0ECE-4EBF-9E0C-9D1E9BD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7417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4" name="">
            <a:extLst xmlns:a="http://schemas.openxmlformats.org/drawingml/2006/main">
              <a:ext uri="{FF2B5EF4-FFF2-40B4-BE49-F238E27FC236}">
                <a16:creationId xmlns:a16="http://schemas.microsoft.com/office/drawing/2014/main" id="{6AE0A79D-ABC2-4EBA-B7A6-886F1D5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5" name="">
            <a:extLst xmlns:a="http://schemas.openxmlformats.org/drawingml/2006/main">
              <a:ext uri="{FF2B5EF4-FFF2-40B4-BE49-F238E27FC236}">
                <a16:creationId xmlns:a16="http://schemas.microsoft.com/office/drawing/2014/main" id="{0FCB1695-4B1B-4575-A04E-2C90D8E2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6" name="">
            <a:extLst xmlns:a="http://schemas.openxmlformats.org/drawingml/2006/main">
              <a:ext uri="{FF2B5EF4-FFF2-40B4-BE49-F238E27FC236}">
                <a16:creationId xmlns:a16="http://schemas.microsoft.com/office/drawing/2014/main" id="{0F2B734F-AF1B-46B7-ACF3-B49DBBBE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7" name="">
            <a:extLst xmlns:a="http://schemas.openxmlformats.org/drawingml/2006/main">
              <a:ext uri="{FF2B5EF4-FFF2-40B4-BE49-F238E27FC236}">
                <a16:creationId xmlns:a16="http://schemas.microsoft.com/office/drawing/2014/main" id="{D4E58649-5617-4F41-825D-18F2042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3735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48" name="">
            <a:extLst xmlns:a="http://schemas.openxmlformats.org/drawingml/2006/main">
              <a:ext uri="{FF2B5EF4-FFF2-40B4-BE49-F238E27FC236}">
                <a16:creationId xmlns:a16="http://schemas.microsoft.com/office/drawing/2014/main" id="{6AF15F44-72CC-4F14-AC03-ADE44C3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659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49" name="">
            <a:extLst xmlns:a="http://schemas.openxmlformats.org/drawingml/2006/main">
              <a:ext uri="{FF2B5EF4-FFF2-40B4-BE49-F238E27FC236}">
                <a16:creationId xmlns:a16="http://schemas.microsoft.com/office/drawing/2014/main" id="{FED2BFD8-E12A-41DF-8B5C-EE72AF05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659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0" name="">
            <a:extLst xmlns:a="http://schemas.openxmlformats.org/drawingml/2006/main">
              <a:ext uri="{FF2B5EF4-FFF2-40B4-BE49-F238E27FC236}">
                <a16:creationId xmlns:a16="http://schemas.microsoft.com/office/drawing/2014/main" id="{52506521-1BF7-4ED2-9485-72ED179A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83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1" name="">
            <a:extLst xmlns:a="http://schemas.openxmlformats.org/drawingml/2006/main">
              <a:ext uri="{FF2B5EF4-FFF2-40B4-BE49-F238E27FC236}">
                <a16:creationId xmlns:a16="http://schemas.microsoft.com/office/drawing/2014/main" id="{95754A01-8A02-42C4-BE39-D7390D7E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83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52" name="">
            <a:extLst xmlns:a="http://schemas.openxmlformats.org/drawingml/2006/main">
              <a:ext uri="{FF2B5EF4-FFF2-40B4-BE49-F238E27FC236}">
                <a16:creationId xmlns:a16="http://schemas.microsoft.com/office/drawing/2014/main" id="{960B0F3B-E962-4869-AC21-E27CD7D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449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3" name="">
            <a:extLst xmlns:a="http://schemas.openxmlformats.org/drawingml/2006/main">
              <a:ext uri="{FF2B5EF4-FFF2-40B4-BE49-F238E27FC236}">
                <a16:creationId xmlns:a16="http://schemas.microsoft.com/office/drawing/2014/main" id="{78668EDE-5BDC-47B0-995D-9F7E5E6C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449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4" name="">
            <a:extLst xmlns:a="http://schemas.openxmlformats.org/drawingml/2006/main">
              <a:ext uri="{FF2B5EF4-FFF2-40B4-BE49-F238E27FC236}">
                <a16:creationId xmlns:a16="http://schemas.microsoft.com/office/drawing/2014/main" id="{B758FE7E-56DD-464F-B4FB-99B340C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5" name="">
            <a:extLst xmlns:a="http://schemas.openxmlformats.org/drawingml/2006/main">
              <a:ext uri="{FF2B5EF4-FFF2-40B4-BE49-F238E27FC236}">
                <a16:creationId xmlns:a16="http://schemas.microsoft.com/office/drawing/2014/main" id="{5F9985ED-998D-4CC8-BBDA-03F59F0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6" name="">
            <a:extLst xmlns:a="http://schemas.openxmlformats.org/drawingml/2006/main">
              <a:ext uri="{FF2B5EF4-FFF2-40B4-BE49-F238E27FC236}">
                <a16:creationId xmlns:a16="http://schemas.microsoft.com/office/drawing/2014/main" id="{6FB2654F-7364-499E-86C3-8624333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91" y="26320213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7" name="">
            <a:extLst xmlns:a="http://schemas.openxmlformats.org/drawingml/2006/main">
              <a:ext uri="{FF2B5EF4-FFF2-40B4-BE49-F238E27FC236}">
                <a16:creationId xmlns:a16="http://schemas.microsoft.com/office/drawing/2014/main" id="{112700FE-8502-4429-8AA9-C0F708A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191" y="26320213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58" name="">
            <a:extLst xmlns:a="http://schemas.openxmlformats.org/drawingml/2006/main">
              <a:ext uri="{FF2B5EF4-FFF2-40B4-BE49-F238E27FC236}">
                <a16:creationId xmlns:a16="http://schemas.microsoft.com/office/drawing/2014/main" id="{FB5DB667-99EC-416E-8C63-F25AD794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586" y="26320213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59" name="">
            <a:extLst xmlns:a="http://schemas.openxmlformats.org/drawingml/2006/main">
              <a:ext uri="{FF2B5EF4-FFF2-40B4-BE49-F238E27FC236}">
                <a16:creationId xmlns:a16="http://schemas.microsoft.com/office/drawing/2014/main" id="{0BAF846E-CB03-4B84-993D-FAC79725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586" y="26320213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0" name="">
            <a:extLst xmlns:a="http://schemas.openxmlformats.org/drawingml/2006/main">
              <a:ext uri="{FF2B5EF4-FFF2-40B4-BE49-F238E27FC236}">
                <a16:creationId xmlns:a16="http://schemas.microsoft.com/office/drawing/2014/main" id="{D62FF193-26AE-4BB0-A4A4-7C8FE4E1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9599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1" name="">
            <a:extLst xmlns:a="http://schemas.openxmlformats.org/drawingml/2006/main">
              <a:ext uri="{FF2B5EF4-FFF2-40B4-BE49-F238E27FC236}">
                <a16:creationId xmlns:a16="http://schemas.microsoft.com/office/drawing/2014/main" id="{60D695B1-B174-402C-B8A9-5EAA3900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9599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62" name="">
            <a:extLst xmlns:a="http://schemas.openxmlformats.org/drawingml/2006/main">
              <a:ext uri="{FF2B5EF4-FFF2-40B4-BE49-F238E27FC236}">
                <a16:creationId xmlns:a16="http://schemas.microsoft.com/office/drawing/2014/main" id="{26554D79-99A7-4035-BE9D-9DF29C0B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26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3" name="">
            <a:extLst xmlns:a="http://schemas.openxmlformats.org/drawingml/2006/main">
              <a:ext uri="{FF2B5EF4-FFF2-40B4-BE49-F238E27FC236}">
                <a16:creationId xmlns:a16="http://schemas.microsoft.com/office/drawing/2014/main" id="{5CDB5B36-4D52-4EF6-AFB7-421C9277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9126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4" name="">
            <a:extLst xmlns:a="http://schemas.openxmlformats.org/drawingml/2006/main">
              <a:ext uri="{FF2B5EF4-FFF2-40B4-BE49-F238E27FC236}">
                <a16:creationId xmlns:a16="http://schemas.microsoft.com/office/drawing/2014/main" id="{F35A0810-C832-42B4-9382-16382ED1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39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5" name="">
            <a:extLst xmlns:a="http://schemas.openxmlformats.org/drawingml/2006/main">
              <a:ext uri="{FF2B5EF4-FFF2-40B4-BE49-F238E27FC236}">
                <a16:creationId xmlns:a16="http://schemas.microsoft.com/office/drawing/2014/main" id="{D8AD1D19-E5E2-4555-B125-6C019B3B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39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6" name="">
            <a:extLst xmlns:a="http://schemas.openxmlformats.org/drawingml/2006/main">
              <a:ext uri="{FF2B5EF4-FFF2-40B4-BE49-F238E27FC236}">
                <a16:creationId xmlns:a16="http://schemas.microsoft.com/office/drawing/2014/main" id="{7B5FC02C-A3D9-4943-9B37-C9D27177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7" name="">
            <a:extLst xmlns:a="http://schemas.openxmlformats.org/drawingml/2006/main">
              <a:ext uri="{FF2B5EF4-FFF2-40B4-BE49-F238E27FC236}">
                <a16:creationId xmlns:a16="http://schemas.microsoft.com/office/drawing/2014/main" id="{26334B5A-B489-4AE6-8566-7939EA2C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628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68" name="">
            <a:extLst xmlns:a="http://schemas.openxmlformats.org/drawingml/2006/main">
              <a:ext uri="{FF2B5EF4-FFF2-40B4-BE49-F238E27FC236}">
                <a16:creationId xmlns:a16="http://schemas.microsoft.com/office/drawing/2014/main" id="{EC5D596E-5BD8-400C-B9D3-7CF4D80F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786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965A0F1A-5ED0-4E4F-920A-CA1A864C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5786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70" name="">
            <a:extLst xmlns:a="http://schemas.openxmlformats.org/drawingml/2006/main">
              <a:ext uri="{FF2B5EF4-FFF2-40B4-BE49-F238E27FC236}">
                <a16:creationId xmlns:a16="http://schemas.microsoft.com/office/drawing/2014/main" id="{43806484-B3F8-49EF-B319-CE686C0E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965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1" name="">
            <a:extLst xmlns:a="http://schemas.openxmlformats.org/drawingml/2006/main">
              <a:ext uri="{FF2B5EF4-FFF2-40B4-BE49-F238E27FC236}">
                <a16:creationId xmlns:a16="http://schemas.microsoft.com/office/drawing/2014/main" id="{8BAF43FA-216B-4197-A2AC-6F0B2A0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965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72" name="">
            <a:extLst xmlns:a="http://schemas.openxmlformats.org/drawingml/2006/main">
              <a:ext uri="{FF2B5EF4-FFF2-40B4-BE49-F238E27FC236}">
                <a16:creationId xmlns:a16="http://schemas.microsoft.com/office/drawing/2014/main" id="{5CF777BD-F970-4A43-B57B-4800DCA3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20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3" name="">
            <a:extLst xmlns:a="http://schemas.openxmlformats.org/drawingml/2006/main">
              <a:ext uri="{FF2B5EF4-FFF2-40B4-BE49-F238E27FC236}">
                <a16:creationId xmlns:a16="http://schemas.microsoft.com/office/drawing/2014/main" id="{C5247AE2-7D80-47F4-A31E-864C903E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420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74" name="">
            <a:extLst xmlns:a="http://schemas.openxmlformats.org/drawingml/2006/main">
              <a:ext uri="{FF2B5EF4-FFF2-40B4-BE49-F238E27FC236}">
                <a16:creationId xmlns:a16="http://schemas.microsoft.com/office/drawing/2014/main" id="{4F71820E-346F-4C98-BC08-E70808F1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649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5" name="">
            <a:extLst xmlns:a="http://schemas.openxmlformats.org/drawingml/2006/main">
              <a:ext uri="{FF2B5EF4-FFF2-40B4-BE49-F238E27FC236}">
                <a16:creationId xmlns:a16="http://schemas.microsoft.com/office/drawing/2014/main" id="{A76EB2D7-69F2-4373-BD64-D9BFE2F4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1649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76" name="">
            <a:extLst xmlns:a="http://schemas.openxmlformats.org/drawingml/2006/main">
              <a:ext uri="{FF2B5EF4-FFF2-40B4-BE49-F238E27FC236}">
                <a16:creationId xmlns:a16="http://schemas.microsoft.com/office/drawing/2014/main" id="{5D18EB23-B636-473E-A04D-FF9D777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978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7" name="">
            <a:extLst xmlns:a="http://schemas.openxmlformats.org/drawingml/2006/main">
              <a:ext uri="{FF2B5EF4-FFF2-40B4-BE49-F238E27FC236}">
                <a16:creationId xmlns:a16="http://schemas.microsoft.com/office/drawing/2014/main" id="{EC8615BE-5557-4306-B146-0F5F1917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978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78" name="">
            <a:extLst xmlns:a="http://schemas.openxmlformats.org/drawingml/2006/main">
              <a:ext uri="{FF2B5EF4-FFF2-40B4-BE49-F238E27FC236}">
                <a16:creationId xmlns:a16="http://schemas.microsoft.com/office/drawing/2014/main" id="{37C9EE60-0900-4183-AD92-99B0101C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79" name="">
            <a:extLst xmlns:a="http://schemas.openxmlformats.org/drawingml/2006/main">
              <a:ext uri="{FF2B5EF4-FFF2-40B4-BE49-F238E27FC236}">
                <a16:creationId xmlns:a16="http://schemas.microsoft.com/office/drawing/2014/main" id="{574E5635-D327-40B5-8077-AB5DA9E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0" name="">
            <a:extLst xmlns:a="http://schemas.openxmlformats.org/drawingml/2006/main">
              <a:ext uri="{FF2B5EF4-FFF2-40B4-BE49-F238E27FC236}">
                <a16:creationId xmlns:a16="http://schemas.microsoft.com/office/drawing/2014/main" id="{AE023B1C-D699-4263-8F95-986C187A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1" name="">
            <a:extLst xmlns:a="http://schemas.openxmlformats.org/drawingml/2006/main">
              <a:ext uri="{FF2B5EF4-FFF2-40B4-BE49-F238E27FC236}">
                <a16:creationId xmlns:a16="http://schemas.microsoft.com/office/drawing/2014/main" id="{25DC6E84-D2D0-4FD7-9D00-19D6D13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2" name="">
            <a:extLst xmlns:a="http://schemas.openxmlformats.org/drawingml/2006/main">
              <a:ext uri="{FF2B5EF4-FFF2-40B4-BE49-F238E27FC236}">
                <a16:creationId xmlns:a16="http://schemas.microsoft.com/office/drawing/2014/main" id="{EE3C8762-1C7A-454E-8BF3-2AD94D3B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3" name="">
            <a:extLst xmlns:a="http://schemas.openxmlformats.org/drawingml/2006/main">
              <a:ext uri="{FF2B5EF4-FFF2-40B4-BE49-F238E27FC236}">
                <a16:creationId xmlns:a16="http://schemas.microsoft.com/office/drawing/2014/main" id="{42592D12-BD05-437A-9743-283FFD6B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4914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4" name="">
            <a:extLst xmlns:a="http://schemas.openxmlformats.org/drawingml/2006/main">
              <a:ext uri="{FF2B5EF4-FFF2-40B4-BE49-F238E27FC236}">
                <a16:creationId xmlns:a16="http://schemas.microsoft.com/office/drawing/2014/main" id="{1B8749A4-9761-453A-BABF-8B7CCBFB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9816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5" name="">
            <a:extLst xmlns:a="http://schemas.openxmlformats.org/drawingml/2006/main">
              <a:ext uri="{FF2B5EF4-FFF2-40B4-BE49-F238E27FC236}">
                <a16:creationId xmlns:a16="http://schemas.microsoft.com/office/drawing/2014/main" id="{B6A52317-868A-49FD-BAC9-897F928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9816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6" name="">
            <a:extLst xmlns:a="http://schemas.openxmlformats.org/drawingml/2006/main">
              <a:ext uri="{FF2B5EF4-FFF2-40B4-BE49-F238E27FC236}">
                <a16:creationId xmlns:a16="http://schemas.microsoft.com/office/drawing/2014/main" id="{FB38B758-B64B-4D74-81EC-867AD3E3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7" name="">
            <a:extLst xmlns:a="http://schemas.openxmlformats.org/drawingml/2006/main">
              <a:ext uri="{FF2B5EF4-FFF2-40B4-BE49-F238E27FC236}">
                <a16:creationId xmlns:a16="http://schemas.microsoft.com/office/drawing/2014/main" id="{8F37C7D5-2C68-4A3E-84BC-C622ADFB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88" name="">
            <a:extLst xmlns:a="http://schemas.openxmlformats.org/drawingml/2006/main">
              <a:ext uri="{FF2B5EF4-FFF2-40B4-BE49-F238E27FC236}">
                <a16:creationId xmlns:a16="http://schemas.microsoft.com/office/drawing/2014/main" id="{E566A013-0286-4A96-AC5D-22D26E5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780829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89" name="">
            <a:extLst xmlns:a="http://schemas.openxmlformats.org/drawingml/2006/main">
              <a:ext uri="{FF2B5EF4-FFF2-40B4-BE49-F238E27FC236}">
                <a16:creationId xmlns:a16="http://schemas.microsoft.com/office/drawing/2014/main" id="{7B128677-E8E5-4B85-9102-7F2906C9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780829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990" name="">
            <a:extLst xmlns:a="http://schemas.openxmlformats.org/drawingml/2006/main">
              <a:ext uri="{FF2B5EF4-FFF2-40B4-BE49-F238E27FC236}">
                <a16:creationId xmlns:a16="http://schemas.microsoft.com/office/drawing/2014/main" id="{B64DEC66-2430-4274-BF95-DA26CC0F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1" name="">
            <a:extLst xmlns:a="http://schemas.openxmlformats.org/drawingml/2006/main">
              <a:ext uri="{FF2B5EF4-FFF2-40B4-BE49-F238E27FC236}">
                <a16:creationId xmlns:a16="http://schemas.microsoft.com/office/drawing/2014/main" id="{AC4A1BF9-CD81-4AE1-8A43-60E8131D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3327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2" name="">
            <a:extLst xmlns:a="http://schemas.openxmlformats.org/drawingml/2006/main">
              <a:ext uri="{FF2B5EF4-FFF2-40B4-BE49-F238E27FC236}">
                <a16:creationId xmlns:a16="http://schemas.microsoft.com/office/drawing/2014/main" id="{3107EBB4-9FCA-44BF-9671-76A0C692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55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3" name="">
            <a:extLst xmlns:a="http://schemas.openxmlformats.org/drawingml/2006/main">
              <a:ext uri="{FF2B5EF4-FFF2-40B4-BE49-F238E27FC236}">
                <a16:creationId xmlns:a16="http://schemas.microsoft.com/office/drawing/2014/main" id="{745E7B1C-136A-474A-89D0-58A6BF69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55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4" name="">
            <a:extLst xmlns:a="http://schemas.openxmlformats.org/drawingml/2006/main">
              <a:ext uri="{FF2B5EF4-FFF2-40B4-BE49-F238E27FC236}">
                <a16:creationId xmlns:a16="http://schemas.microsoft.com/office/drawing/2014/main" id="{F9348048-6910-4043-81BD-9A51C5E9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8970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5" name="">
            <a:extLst xmlns:a="http://schemas.openxmlformats.org/drawingml/2006/main">
              <a:ext uri="{FF2B5EF4-FFF2-40B4-BE49-F238E27FC236}">
                <a16:creationId xmlns:a16="http://schemas.microsoft.com/office/drawing/2014/main" id="{47465743-5823-479B-B307-8C544F5B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8970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6" name="">
            <a:extLst xmlns:a="http://schemas.openxmlformats.org/drawingml/2006/main">
              <a:ext uri="{FF2B5EF4-FFF2-40B4-BE49-F238E27FC236}">
                <a16:creationId xmlns:a16="http://schemas.microsoft.com/office/drawing/2014/main" id="{C34CDB68-2AC2-484C-9D09-50EC8B3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78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7" name="">
            <a:extLst xmlns:a="http://schemas.openxmlformats.org/drawingml/2006/main">
              <a:ext uri="{FF2B5EF4-FFF2-40B4-BE49-F238E27FC236}">
                <a16:creationId xmlns:a16="http://schemas.microsoft.com/office/drawing/2014/main" id="{C0A1BD8F-DC1C-44C4-B616-FCB5C3FF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178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998" name="">
            <a:extLst xmlns:a="http://schemas.openxmlformats.org/drawingml/2006/main">
              <a:ext uri="{FF2B5EF4-FFF2-40B4-BE49-F238E27FC236}">
                <a16:creationId xmlns:a16="http://schemas.microsoft.com/office/drawing/2014/main" id="{6ED8841E-8B3E-46F0-A341-4246D0E0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4904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99" name="">
            <a:extLst xmlns:a="http://schemas.openxmlformats.org/drawingml/2006/main">
              <a:ext uri="{FF2B5EF4-FFF2-40B4-BE49-F238E27FC236}">
                <a16:creationId xmlns:a16="http://schemas.microsoft.com/office/drawing/2014/main" id="{A4697C41-B9B3-4F50-A2E1-C9FEB08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4904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00" name="">
            <a:extLst xmlns:a="http://schemas.openxmlformats.org/drawingml/2006/main">
              <a:ext uri="{FF2B5EF4-FFF2-40B4-BE49-F238E27FC236}">
                <a16:creationId xmlns:a16="http://schemas.microsoft.com/office/drawing/2014/main" id="{51162F19-D226-4096-A867-A846B40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299" y="2426333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1" name="">
            <a:extLst xmlns:a="http://schemas.openxmlformats.org/drawingml/2006/main">
              <a:ext uri="{FF2B5EF4-FFF2-40B4-BE49-F238E27FC236}">
                <a16:creationId xmlns:a16="http://schemas.microsoft.com/office/drawing/2014/main" id="{AD73505B-DF16-4066-99FF-355861F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299" y="2426333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02" name="">
            <a:extLst xmlns:a="http://schemas.openxmlformats.org/drawingml/2006/main">
              <a:ext uri="{FF2B5EF4-FFF2-40B4-BE49-F238E27FC236}">
                <a16:creationId xmlns:a16="http://schemas.microsoft.com/office/drawing/2014/main" id="{662D3CEE-15E1-464C-85B1-C79F1C47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866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3" name="">
            <a:extLst xmlns:a="http://schemas.openxmlformats.org/drawingml/2006/main">
              <a:ext uri="{FF2B5EF4-FFF2-40B4-BE49-F238E27FC236}">
                <a16:creationId xmlns:a16="http://schemas.microsoft.com/office/drawing/2014/main" id="{E45754D7-A802-4925-9983-4490ED42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8866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04" name="">
            <a:extLst xmlns:a="http://schemas.openxmlformats.org/drawingml/2006/main">
              <a:ext uri="{FF2B5EF4-FFF2-40B4-BE49-F238E27FC236}">
                <a16:creationId xmlns:a16="http://schemas.microsoft.com/office/drawing/2014/main" id="{A6B66C3A-549E-4473-AD48-45D5C9F2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8597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5" name="">
            <a:extLst xmlns:a="http://schemas.openxmlformats.org/drawingml/2006/main">
              <a:ext uri="{FF2B5EF4-FFF2-40B4-BE49-F238E27FC236}">
                <a16:creationId xmlns:a16="http://schemas.microsoft.com/office/drawing/2014/main" id="{273CDDB3-B940-441A-B556-744E491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8597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06" name="">
            <a:extLst xmlns:a="http://schemas.openxmlformats.org/drawingml/2006/main">
              <a:ext uri="{FF2B5EF4-FFF2-40B4-BE49-F238E27FC236}">
                <a16:creationId xmlns:a16="http://schemas.microsoft.com/office/drawing/2014/main" id="{59352E04-4C85-412B-BB10-64E8C63D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129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7" name="">
            <a:extLst xmlns:a="http://schemas.openxmlformats.org/drawingml/2006/main">
              <a:ext uri="{FF2B5EF4-FFF2-40B4-BE49-F238E27FC236}">
                <a16:creationId xmlns:a16="http://schemas.microsoft.com/office/drawing/2014/main" id="{9EECD9C5-DD1F-4EE5-B205-4EBF35DE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7129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08" name="">
            <a:extLst xmlns:a="http://schemas.openxmlformats.org/drawingml/2006/main">
              <a:ext uri="{FF2B5EF4-FFF2-40B4-BE49-F238E27FC236}">
                <a16:creationId xmlns:a16="http://schemas.microsoft.com/office/drawing/2014/main" id="{309BE67B-4951-4CA1-A929-8512981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8569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09" name="">
            <a:extLst xmlns:a="http://schemas.openxmlformats.org/drawingml/2006/main">
              <a:ext uri="{FF2B5EF4-FFF2-40B4-BE49-F238E27FC236}">
                <a16:creationId xmlns:a16="http://schemas.microsoft.com/office/drawing/2014/main" id="{A019270A-A282-4E39-832D-97E054D0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8569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10" name="">
            <a:extLst xmlns:a="http://schemas.openxmlformats.org/drawingml/2006/main">
              <a:ext uri="{FF2B5EF4-FFF2-40B4-BE49-F238E27FC236}">
                <a16:creationId xmlns:a16="http://schemas.microsoft.com/office/drawing/2014/main" id="{614CD3FA-3EF9-4106-8651-E839557D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62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1" name="">
            <a:extLst xmlns:a="http://schemas.openxmlformats.org/drawingml/2006/main">
              <a:ext uri="{FF2B5EF4-FFF2-40B4-BE49-F238E27FC236}">
                <a16:creationId xmlns:a16="http://schemas.microsoft.com/office/drawing/2014/main" id="{7B5C9C3D-0FE4-41BA-8CE2-438FA516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062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12" name="">
            <a:extLst xmlns:a="http://schemas.openxmlformats.org/drawingml/2006/main">
              <a:ext uri="{FF2B5EF4-FFF2-40B4-BE49-F238E27FC236}">
                <a16:creationId xmlns:a16="http://schemas.microsoft.com/office/drawing/2014/main" id="{8E1410C9-ED2E-4255-9DBA-2217F8EA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1286" y="10893617"/>
            <a:ext cx="586620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3" name="">
            <a:extLst xmlns:a="http://schemas.openxmlformats.org/drawingml/2006/main">
              <a:ext uri="{FF2B5EF4-FFF2-40B4-BE49-F238E27FC236}">
                <a16:creationId xmlns:a16="http://schemas.microsoft.com/office/drawing/2014/main" id="{5ECA3654-63DA-4B8B-BDE6-AC6560B0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1286" y="10893617"/>
            <a:ext cx="586620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1014" name="">
            <a:extLst xmlns:a="http://schemas.openxmlformats.org/drawingml/2006/main">
              <a:ext uri="{FF2B5EF4-FFF2-40B4-BE49-F238E27FC236}">
                <a16:creationId xmlns:a16="http://schemas.microsoft.com/office/drawing/2014/main" id="{B1AD7523-A46E-4038-9719-33062328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9255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5" name="">
            <a:extLst xmlns:a="http://schemas.openxmlformats.org/drawingml/2006/main">
              <a:ext uri="{FF2B5EF4-FFF2-40B4-BE49-F238E27FC236}">
                <a16:creationId xmlns:a16="http://schemas.microsoft.com/office/drawing/2014/main" id="{201BBC08-341A-413C-ACCD-4C26ABBA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9255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16" name="">
            <a:extLst xmlns:a="http://schemas.openxmlformats.org/drawingml/2006/main">
              <a:ext uri="{FF2B5EF4-FFF2-40B4-BE49-F238E27FC236}">
                <a16:creationId xmlns:a16="http://schemas.microsoft.com/office/drawing/2014/main" id="{E17B5D00-AEA9-45AA-9371-1DD6B038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716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7" name="">
            <a:extLst xmlns:a="http://schemas.openxmlformats.org/drawingml/2006/main">
              <a:ext uri="{FF2B5EF4-FFF2-40B4-BE49-F238E27FC236}">
                <a16:creationId xmlns:a16="http://schemas.microsoft.com/office/drawing/2014/main" id="{323EA43D-7CB8-4C3F-89EF-4E02800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716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18" name="">
            <a:extLst xmlns:a="http://schemas.openxmlformats.org/drawingml/2006/main">
              <a:ext uri="{FF2B5EF4-FFF2-40B4-BE49-F238E27FC236}">
                <a16:creationId xmlns:a16="http://schemas.microsoft.com/office/drawing/2014/main" id="{FDD93C2D-99C5-4DB4-97C6-D4976524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1555" y="7808297"/>
            <a:ext cx="586620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19" name="">
            <a:extLst xmlns:a="http://schemas.openxmlformats.org/drawingml/2006/main">
              <a:ext uri="{FF2B5EF4-FFF2-40B4-BE49-F238E27FC236}">
                <a16:creationId xmlns:a16="http://schemas.microsoft.com/office/drawing/2014/main" id="{56075CAA-6EB8-4C46-962D-EAD58045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1555" y="7808297"/>
            <a:ext cx="586620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1020" name="">
            <a:extLst xmlns:a="http://schemas.openxmlformats.org/drawingml/2006/main">
              <a:ext uri="{FF2B5EF4-FFF2-40B4-BE49-F238E27FC236}">
                <a16:creationId xmlns:a16="http://schemas.microsoft.com/office/drawing/2014/main" id="{E4ADCFD9-9421-44DE-8A1A-9D67F551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3779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1" name="">
            <a:extLst xmlns:a="http://schemas.openxmlformats.org/drawingml/2006/main">
              <a:ext uri="{FF2B5EF4-FFF2-40B4-BE49-F238E27FC236}">
                <a16:creationId xmlns:a16="http://schemas.microsoft.com/office/drawing/2014/main" id="{AB6A2C0F-FAB7-4577-B4FF-9F5661F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3779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22" name="">
            <a:extLst xmlns:a="http://schemas.openxmlformats.org/drawingml/2006/main">
              <a:ext uri="{FF2B5EF4-FFF2-40B4-BE49-F238E27FC236}">
                <a16:creationId xmlns:a16="http://schemas.microsoft.com/office/drawing/2014/main" id="{B45E2555-CC42-47A7-A842-33E5EA03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924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3" name="">
            <a:extLst xmlns:a="http://schemas.openxmlformats.org/drawingml/2006/main">
              <a:ext uri="{FF2B5EF4-FFF2-40B4-BE49-F238E27FC236}">
                <a16:creationId xmlns:a16="http://schemas.microsoft.com/office/drawing/2014/main" id="{481256E6-8622-452F-A829-90FD816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9924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24" name="">
            <a:extLst xmlns:a="http://schemas.openxmlformats.org/drawingml/2006/main">
              <a:ext uri="{FF2B5EF4-FFF2-40B4-BE49-F238E27FC236}">
                <a16:creationId xmlns:a16="http://schemas.microsoft.com/office/drawing/2014/main" id="{3061D919-E5B5-4220-81FB-BA44CF7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659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5" name="">
            <a:extLst xmlns:a="http://schemas.openxmlformats.org/drawingml/2006/main">
              <a:ext uri="{FF2B5EF4-FFF2-40B4-BE49-F238E27FC236}">
                <a16:creationId xmlns:a16="http://schemas.microsoft.com/office/drawing/2014/main" id="{DE355DFB-A983-4B7A-B11B-AA272534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659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26" name="">
            <a:extLst xmlns:a="http://schemas.openxmlformats.org/drawingml/2006/main">
              <a:ext uri="{FF2B5EF4-FFF2-40B4-BE49-F238E27FC236}">
                <a16:creationId xmlns:a16="http://schemas.microsoft.com/office/drawing/2014/main" id="{8C9D5B82-EDDB-4F6B-BD98-7D32B5BC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5150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7" name="">
            <a:extLst xmlns:a="http://schemas.openxmlformats.org/drawingml/2006/main">
              <a:ext uri="{FF2B5EF4-FFF2-40B4-BE49-F238E27FC236}">
                <a16:creationId xmlns:a16="http://schemas.microsoft.com/office/drawing/2014/main" id="{D001C04A-EB10-4B1A-ABC6-32D87EED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5150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28" name="">
            <a:extLst xmlns:a="http://schemas.openxmlformats.org/drawingml/2006/main">
              <a:ext uri="{FF2B5EF4-FFF2-40B4-BE49-F238E27FC236}">
                <a16:creationId xmlns:a16="http://schemas.microsoft.com/office/drawing/2014/main" id="{01D1DA03-DB95-4CA5-A6AD-33927721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153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29" name="">
            <a:extLst xmlns:a="http://schemas.openxmlformats.org/drawingml/2006/main">
              <a:ext uri="{FF2B5EF4-FFF2-40B4-BE49-F238E27FC236}">
                <a16:creationId xmlns:a16="http://schemas.microsoft.com/office/drawing/2014/main" id="{821943AA-D95E-43BA-9695-A070EC5C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153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30" name="">
            <a:extLst xmlns:a="http://schemas.openxmlformats.org/drawingml/2006/main">
              <a:ext uri="{FF2B5EF4-FFF2-40B4-BE49-F238E27FC236}">
                <a16:creationId xmlns:a16="http://schemas.microsoft.com/office/drawing/2014/main" id="{3BBF030F-9D50-4135-8AD0-4376627B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5717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1" name="">
            <a:extLst xmlns:a="http://schemas.openxmlformats.org/drawingml/2006/main">
              <a:ext uri="{FF2B5EF4-FFF2-40B4-BE49-F238E27FC236}">
                <a16:creationId xmlns:a16="http://schemas.microsoft.com/office/drawing/2014/main" id="{5C44D9A8-F2AB-47FA-B27F-E2B71D3F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5717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32" name="">
            <a:extLst xmlns:a="http://schemas.openxmlformats.org/drawingml/2006/main">
              <a:ext uri="{FF2B5EF4-FFF2-40B4-BE49-F238E27FC236}">
                <a16:creationId xmlns:a16="http://schemas.microsoft.com/office/drawing/2014/main" id="{12117264-3A41-45A2-AA92-1BB4A844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3181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3" name="">
            <a:extLst xmlns:a="http://schemas.openxmlformats.org/drawingml/2006/main">
              <a:ext uri="{FF2B5EF4-FFF2-40B4-BE49-F238E27FC236}">
                <a16:creationId xmlns:a16="http://schemas.microsoft.com/office/drawing/2014/main" id="{88421E70-0E43-4AB5-8921-4419761B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3181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CAC369BC-D18F-4504-8632-E75E098C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71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DE26BDF5-548E-4FDA-AAAF-F22B4600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771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5DB06B95-8903-440D-A7AD-13558CF9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239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62215342-9971-409D-9D88-4DD7F45B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0239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38" name="">
            <a:extLst xmlns:a="http://schemas.openxmlformats.org/drawingml/2006/main">
              <a:ext uri="{FF2B5EF4-FFF2-40B4-BE49-F238E27FC236}">
                <a16:creationId xmlns:a16="http://schemas.microsoft.com/office/drawing/2014/main" id="{5BDCB129-3E74-4A3B-94AF-3BF1B78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3781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39" name="">
            <a:extLst xmlns:a="http://schemas.openxmlformats.org/drawingml/2006/main">
              <a:ext uri="{FF2B5EF4-FFF2-40B4-BE49-F238E27FC236}">
                <a16:creationId xmlns:a16="http://schemas.microsoft.com/office/drawing/2014/main" id="{09C88FA2-9B05-45AC-B776-E585E0F6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3781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40" name="">
            <a:extLst xmlns:a="http://schemas.openxmlformats.org/drawingml/2006/main">
              <a:ext uri="{FF2B5EF4-FFF2-40B4-BE49-F238E27FC236}">
                <a16:creationId xmlns:a16="http://schemas.microsoft.com/office/drawing/2014/main" id="{0E491625-DD1B-460B-8B6E-85D26BDC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5788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1" name="">
            <a:extLst xmlns:a="http://schemas.openxmlformats.org/drawingml/2006/main">
              <a:ext uri="{FF2B5EF4-FFF2-40B4-BE49-F238E27FC236}">
                <a16:creationId xmlns:a16="http://schemas.microsoft.com/office/drawing/2014/main" id="{55DF0798-C31E-4CC7-B6EE-A9993320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5788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42" name="">
            <a:extLst xmlns:a="http://schemas.openxmlformats.org/drawingml/2006/main">
              <a:ext uri="{FF2B5EF4-FFF2-40B4-BE49-F238E27FC236}">
                <a16:creationId xmlns:a16="http://schemas.microsoft.com/office/drawing/2014/main" id="{022EA541-7576-4B05-91FA-D122C50B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2567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3" name="">
            <a:extLst xmlns:a="http://schemas.openxmlformats.org/drawingml/2006/main">
              <a:ext uri="{FF2B5EF4-FFF2-40B4-BE49-F238E27FC236}">
                <a16:creationId xmlns:a16="http://schemas.microsoft.com/office/drawing/2014/main" id="{6841D93C-E800-4EB1-A313-661E9CD1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2567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44" name="">
            <a:extLst xmlns:a="http://schemas.openxmlformats.org/drawingml/2006/main">
              <a:ext uri="{FF2B5EF4-FFF2-40B4-BE49-F238E27FC236}">
                <a16:creationId xmlns:a16="http://schemas.microsoft.com/office/drawing/2014/main" id="{D0E22723-A91E-438A-9AEA-53AD6A9C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079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5" name="">
            <a:extLst xmlns:a="http://schemas.openxmlformats.org/drawingml/2006/main">
              <a:ext uri="{FF2B5EF4-FFF2-40B4-BE49-F238E27FC236}">
                <a16:creationId xmlns:a16="http://schemas.microsoft.com/office/drawing/2014/main" id="{7A86D230-8331-4530-928E-91C4561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079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46" name="">
            <a:extLst xmlns:a="http://schemas.openxmlformats.org/drawingml/2006/main">
              <a:ext uri="{FF2B5EF4-FFF2-40B4-BE49-F238E27FC236}">
                <a16:creationId xmlns:a16="http://schemas.microsoft.com/office/drawing/2014/main" id="{5BF46B6A-19F7-4C51-BD2C-79DAB2C6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362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7" name="">
            <a:extLst xmlns:a="http://schemas.openxmlformats.org/drawingml/2006/main">
              <a:ext uri="{FF2B5EF4-FFF2-40B4-BE49-F238E27FC236}">
                <a16:creationId xmlns:a16="http://schemas.microsoft.com/office/drawing/2014/main" id="{293F83BD-C6E8-4CDF-991A-8DEB63F5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9362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48" name="">
            <a:extLst xmlns:a="http://schemas.openxmlformats.org/drawingml/2006/main">
              <a:ext uri="{FF2B5EF4-FFF2-40B4-BE49-F238E27FC236}">
                <a16:creationId xmlns:a16="http://schemas.microsoft.com/office/drawing/2014/main" id="{E73B2C15-D636-4674-9C98-6025327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2548" y="2220645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49" name="">
            <a:extLst xmlns:a="http://schemas.openxmlformats.org/drawingml/2006/main">
              <a:ext uri="{FF2B5EF4-FFF2-40B4-BE49-F238E27FC236}">
                <a16:creationId xmlns:a16="http://schemas.microsoft.com/office/drawing/2014/main" id="{90D9E37A-09D0-4885-BECF-0DC775FD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2548" y="2220645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50" name="">
            <a:extLst xmlns:a="http://schemas.openxmlformats.org/drawingml/2006/main">
              <a:ext uri="{FF2B5EF4-FFF2-40B4-BE49-F238E27FC236}">
                <a16:creationId xmlns:a16="http://schemas.microsoft.com/office/drawing/2014/main" id="{D8763A8C-604A-4EF7-A861-C7E704B3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3575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1" name="">
            <a:extLst xmlns:a="http://schemas.openxmlformats.org/drawingml/2006/main">
              <a:ext uri="{FF2B5EF4-FFF2-40B4-BE49-F238E27FC236}">
                <a16:creationId xmlns:a16="http://schemas.microsoft.com/office/drawing/2014/main" id="{E04DE932-7FFD-480F-A9B0-50DFE126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3575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52" name="">
            <a:extLst xmlns:a="http://schemas.openxmlformats.org/drawingml/2006/main">
              <a:ext uri="{FF2B5EF4-FFF2-40B4-BE49-F238E27FC236}">
                <a16:creationId xmlns:a16="http://schemas.microsoft.com/office/drawing/2014/main" id="{AA8F27B4-DDBC-46DA-AB4C-2347CFE2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2044" y="20149574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3" name="">
            <a:extLst xmlns:a="http://schemas.openxmlformats.org/drawingml/2006/main">
              <a:ext uri="{FF2B5EF4-FFF2-40B4-BE49-F238E27FC236}">
                <a16:creationId xmlns:a16="http://schemas.microsoft.com/office/drawing/2014/main" id="{F5A39BA3-18B4-43A7-94B0-2C2744CD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2044" y="20149574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54" name="">
            <a:extLst xmlns:a="http://schemas.openxmlformats.org/drawingml/2006/main">
              <a:ext uri="{FF2B5EF4-FFF2-40B4-BE49-F238E27FC236}">
                <a16:creationId xmlns:a16="http://schemas.microsoft.com/office/drawing/2014/main" id="{F8B652F0-B1A6-498F-AE30-918D97A5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026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5" name="">
            <a:extLst xmlns:a="http://schemas.openxmlformats.org/drawingml/2006/main">
              <a:ext uri="{FF2B5EF4-FFF2-40B4-BE49-F238E27FC236}">
                <a16:creationId xmlns:a16="http://schemas.microsoft.com/office/drawing/2014/main" id="{1A36E6DC-3379-403F-8EE5-ABAC5DAE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026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56" name="">
            <a:extLst xmlns:a="http://schemas.openxmlformats.org/drawingml/2006/main">
              <a:ext uri="{FF2B5EF4-FFF2-40B4-BE49-F238E27FC236}">
                <a16:creationId xmlns:a16="http://schemas.microsoft.com/office/drawing/2014/main" id="{373C9BB1-AE99-4B0F-BC77-CBF0FB6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600" y="1809269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7" name="">
            <a:extLst xmlns:a="http://schemas.openxmlformats.org/drawingml/2006/main">
              <a:ext uri="{FF2B5EF4-FFF2-40B4-BE49-F238E27FC236}">
                <a16:creationId xmlns:a16="http://schemas.microsoft.com/office/drawing/2014/main" id="{E4F16A90-9A39-4B1C-9760-73B4A40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4600" y="1809269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58" name="">
            <a:extLst xmlns:a="http://schemas.openxmlformats.org/drawingml/2006/main">
              <a:ext uri="{FF2B5EF4-FFF2-40B4-BE49-F238E27FC236}">
                <a16:creationId xmlns:a16="http://schemas.microsoft.com/office/drawing/2014/main" id="{69B001FB-E5AE-4146-95BB-2650D16B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8520" y="16035815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59" name="">
            <a:extLst xmlns:a="http://schemas.openxmlformats.org/drawingml/2006/main">
              <a:ext uri="{FF2B5EF4-FFF2-40B4-BE49-F238E27FC236}">
                <a16:creationId xmlns:a16="http://schemas.microsoft.com/office/drawing/2014/main" id="{6DC62CE7-1E87-4AC7-927E-976F766F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8520" y="16035815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0" name="">
            <a:extLst xmlns:a="http://schemas.openxmlformats.org/drawingml/2006/main">
              <a:ext uri="{FF2B5EF4-FFF2-40B4-BE49-F238E27FC236}">
                <a16:creationId xmlns:a16="http://schemas.microsoft.com/office/drawing/2014/main" id="{A77B16DF-C284-42E7-807A-5646F731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4934" y="1397893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1" name="">
            <a:extLst xmlns:a="http://schemas.openxmlformats.org/drawingml/2006/main">
              <a:ext uri="{FF2B5EF4-FFF2-40B4-BE49-F238E27FC236}">
                <a16:creationId xmlns:a16="http://schemas.microsoft.com/office/drawing/2014/main" id="{46916A5C-B10A-4E2B-B905-5EFED896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4934" y="1397893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2" name="">
            <a:extLst xmlns:a="http://schemas.openxmlformats.org/drawingml/2006/main">
              <a:ext uri="{FF2B5EF4-FFF2-40B4-BE49-F238E27FC236}">
                <a16:creationId xmlns:a16="http://schemas.microsoft.com/office/drawing/2014/main" id="{B3D90EED-940D-4C50-8685-2C9D2A7B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452" y="11922056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3" name="">
            <a:extLst xmlns:a="http://schemas.openxmlformats.org/drawingml/2006/main">
              <a:ext uri="{FF2B5EF4-FFF2-40B4-BE49-F238E27FC236}">
                <a16:creationId xmlns:a16="http://schemas.microsoft.com/office/drawing/2014/main" id="{B367D6F6-6BC7-4780-AB2A-D3D7C62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452" y="11922056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4" name="">
            <a:extLst xmlns:a="http://schemas.openxmlformats.org/drawingml/2006/main">
              <a:ext uri="{FF2B5EF4-FFF2-40B4-BE49-F238E27FC236}">
                <a16:creationId xmlns:a16="http://schemas.microsoft.com/office/drawing/2014/main" id="{E7047C68-ABF4-4DAC-88C7-F6B0F11A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2355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5" name="">
            <a:extLst xmlns:a="http://schemas.openxmlformats.org/drawingml/2006/main">
              <a:ext uri="{FF2B5EF4-FFF2-40B4-BE49-F238E27FC236}">
                <a16:creationId xmlns:a16="http://schemas.microsoft.com/office/drawing/2014/main" id="{86979B86-8861-4B32-B84C-1C765D15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2355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066" name="">
            <a:extLst xmlns:a="http://schemas.openxmlformats.org/drawingml/2006/main">
              <a:ext uri="{FF2B5EF4-FFF2-40B4-BE49-F238E27FC236}">
                <a16:creationId xmlns:a16="http://schemas.microsoft.com/office/drawing/2014/main" id="{C9E4DA9A-A649-4621-A117-96A3F658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9795" y="986553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7" name="">
            <a:extLst xmlns:a="http://schemas.openxmlformats.org/drawingml/2006/main">
              <a:ext uri="{FF2B5EF4-FFF2-40B4-BE49-F238E27FC236}">
                <a16:creationId xmlns:a16="http://schemas.microsoft.com/office/drawing/2014/main" id="{6B177D7C-B2B4-47B8-ACF9-B991DA7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9795" y="986553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68" name="">
            <a:extLst xmlns:a="http://schemas.openxmlformats.org/drawingml/2006/main">
              <a:ext uri="{FF2B5EF4-FFF2-40B4-BE49-F238E27FC236}">
                <a16:creationId xmlns:a16="http://schemas.microsoft.com/office/drawing/2014/main" id="{C9B4D441-E96D-42EC-8907-C2D8E1CD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234" y="7808297"/>
            <a:ext cx="1374463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69" name="">
            <a:extLst xmlns:a="http://schemas.openxmlformats.org/drawingml/2006/main">
              <a:ext uri="{FF2B5EF4-FFF2-40B4-BE49-F238E27FC236}">
                <a16:creationId xmlns:a16="http://schemas.microsoft.com/office/drawing/2014/main" id="{7A1738B0-1B7D-424D-8F86-E7336A8F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5234" y="7808297"/>
            <a:ext cx="1374463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1070" name="">
            <a:extLst xmlns:a="http://schemas.openxmlformats.org/drawingml/2006/main">
              <a:ext uri="{FF2B5EF4-FFF2-40B4-BE49-F238E27FC236}">
                <a16:creationId xmlns:a16="http://schemas.microsoft.com/office/drawing/2014/main" id="{1D954009-40E0-4B15-A9F2-3EC87F4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1481" y="7808297"/>
            <a:ext cx="545693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A1103BE0-84C7-4C35-BD02-4136C9A7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91481" y="7808297"/>
            <a:ext cx="545693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1072" name="">
            <a:extLst xmlns:a="http://schemas.openxmlformats.org/drawingml/2006/main">
              <a:ext uri="{FF2B5EF4-FFF2-40B4-BE49-F238E27FC236}">
                <a16:creationId xmlns:a16="http://schemas.microsoft.com/office/drawing/2014/main" id="{323225A7-081A-4395-9114-35FB4235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429" y="575105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3" name="">
            <a:extLst xmlns:a="http://schemas.openxmlformats.org/drawingml/2006/main">
              <a:ext uri="{FF2B5EF4-FFF2-40B4-BE49-F238E27FC236}">
                <a16:creationId xmlns:a16="http://schemas.microsoft.com/office/drawing/2014/main" id="{2ABCBDBE-E375-4043-9A4B-6A185FB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0429" y="575105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EB706E21-CFB2-4A29-BDDE-AA00858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320" y="3693817"/>
            <a:ext cx="426322" cy="375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5" name="">
            <a:extLst xmlns:a="http://schemas.openxmlformats.org/drawingml/2006/main">
              <a:ext uri="{FF2B5EF4-FFF2-40B4-BE49-F238E27FC236}">
                <a16:creationId xmlns:a16="http://schemas.microsoft.com/office/drawing/2014/main" id="{97CD4414-F80A-4FC1-A20E-E37D62DA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0320" y="3693817"/>
            <a:ext cx="426322" cy="375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11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076" name="">
            <a:extLst xmlns:a="http://schemas.openxmlformats.org/drawingml/2006/main">
              <a:ext uri="{FF2B5EF4-FFF2-40B4-BE49-F238E27FC236}">
                <a16:creationId xmlns:a16="http://schemas.microsoft.com/office/drawing/2014/main" id="{AF07E456-BF97-4221-9AD7-F809EFC1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456" y="224354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BA8457E5-BFEB-4C5E-AF12-0AEF9D5E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774" y="229469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需要严格保证归约顺序？</a:t>
            </a:r>
          </a:p>
        </p:txBody>
      </p:sp>
      <p:sp>
        <p:nvSpPr>
          <p:cNvPr id="1078" name="">
            <a:extLst xmlns:a="http://schemas.openxmlformats.org/drawingml/2006/main">
              <a:ext uri="{FF2B5EF4-FFF2-40B4-BE49-F238E27FC236}">
                <a16:creationId xmlns:a16="http://schemas.microsoft.com/office/drawing/2014/main" id="{5D3F138B-CD9E-488A-AC28-9124C398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114" y="430078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79" name="">
            <a:extLst xmlns:a="http://schemas.openxmlformats.org/drawingml/2006/main">
              <a:ext uri="{FF2B5EF4-FFF2-40B4-BE49-F238E27FC236}">
                <a16:creationId xmlns:a16="http://schemas.microsoft.com/office/drawing/2014/main" id="{3217704B-3FAA-47C8-AF96-E96F8451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32" y="435193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&gt; 8？</a:t>
            </a:r>
          </a:p>
        </p:txBody>
      </p:sp>
      <p:sp>
        <p:nvSp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94FC1138-DB88-478E-B2F9-8E495ED2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324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1" name="">
            <a:extLst xmlns:a="http://schemas.openxmlformats.org/drawingml/2006/main">
              <a:ext uri="{FF2B5EF4-FFF2-40B4-BE49-F238E27FC236}">
                <a16:creationId xmlns:a16="http://schemas.microsoft.com/office/drawing/2014/main" id="{2621F2E9-CF2C-4A06-8724-2C077BA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642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GroupMesh</a:t>
            </a:r>
          </a:p>
        </p:txBody>
      </p:sp>
      <p:sp>
        <p:nvSpPr>
          <p:cNvPr id="1082" name="">
            <a:extLst xmlns:a="http://schemas.openxmlformats.org/drawingml/2006/main">
              <a:ext uri="{FF2B5EF4-FFF2-40B4-BE49-F238E27FC236}">
                <a16:creationId xmlns:a16="http://schemas.microsoft.com/office/drawing/2014/main" id="{804AAD44-AC87-4AB6-BCD3-2A59885C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114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3" name="">
            <a:extLst xmlns:a="http://schemas.openxmlformats.org/drawingml/2006/main">
              <a:ext uri="{FF2B5EF4-FFF2-40B4-BE49-F238E27FC236}">
                <a16:creationId xmlns:a16="http://schemas.microsoft.com/office/drawing/2014/main" id="{AF61FAD1-BFF2-40C0-982D-E4A6F16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32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StrictOrderedMesh</a:t>
            </a:r>
          </a:p>
        </p:txBody>
      </p:sp>
      <p:sp>
        <p:nvSpPr>
          <p:cNvPr id="1084" name="">
            <a:extLst xmlns:a="http://schemas.openxmlformats.org/drawingml/2006/main">
              <a:ext uri="{FF2B5EF4-FFF2-40B4-BE49-F238E27FC236}">
                <a16:creationId xmlns:a16="http://schemas.microsoft.com/office/drawing/2014/main" id="{35DF341F-D184-4E89-9B81-FBCE421A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430078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5" name="">
            <a:extLst xmlns:a="http://schemas.openxmlformats.org/drawingml/2006/main">
              <a:ext uri="{FF2B5EF4-FFF2-40B4-BE49-F238E27FC236}">
                <a16:creationId xmlns:a16="http://schemas.microsoft.com/office/drawing/2014/main" id="{407B6FFC-DC68-4CED-9D35-82293EF6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435193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1086" name="">
            <a:extLst xmlns:a="http://schemas.openxmlformats.org/drawingml/2006/main">
              <a:ext uri="{FF2B5EF4-FFF2-40B4-BE49-F238E27FC236}">
                <a16:creationId xmlns:a16="http://schemas.microsoft.com/office/drawing/2014/main" id="{800E1529-9335-4D89-9008-22C965B9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7" name="">
            <a:extLst xmlns:a="http://schemas.openxmlformats.org/drawingml/2006/main">
              <a:ext uri="{FF2B5EF4-FFF2-40B4-BE49-F238E27FC236}">
                <a16:creationId xmlns:a16="http://schemas.microsoft.com/office/drawing/2014/main" id="{AEF32E28-FBEB-46EF-8A6C-BBBB1EE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088" name="">
            <a:extLst xmlns:a="http://schemas.openxmlformats.org/drawingml/2006/main">
              <a:ext uri="{FF2B5EF4-FFF2-40B4-BE49-F238E27FC236}">
                <a16:creationId xmlns:a16="http://schemas.microsoft.com/office/drawing/2014/main" id="{5B9CDA5D-43FC-41D9-BB3E-6F52E81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114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89" name="">
            <a:extLst xmlns:a="http://schemas.openxmlformats.org/drawingml/2006/main">
              <a:ext uri="{FF2B5EF4-FFF2-40B4-BE49-F238E27FC236}">
                <a16:creationId xmlns:a16="http://schemas.microsoft.com/office/drawing/2014/main" id="{CF329C90-A97F-401C-8E4E-AC9F0B99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432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090" name="">
            <a:extLst xmlns:a="http://schemas.openxmlformats.org/drawingml/2006/main">
              <a:ext uri="{FF2B5EF4-FFF2-40B4-BE49-F238E27FC236}">
                <a16:creationId xmlns:a16="http://schemas.microsoft.com/office/drawing/2014/main" id="{B850B24D-81BB-4A8B-A0C2-48CC6F67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1" name="">
            <a:extLst xmlns:a="http://schemas.openxmlformats.org/drawingml/2006/main">
              <a:ext uri="{FF2B5EF4-FFF2-40B4-BE49-F238E27FC236}">
                <a16:creationId xmlns:a16="http://schemas.microsoft.com/office/drawing/2014/main" id="{678AFE17-AF0F-4CE0-968A-E7CB58F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每模块8卡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1092" name="">
            <a:extLst xmlns:a="http://schemas.openxmlformats.org/drawingml/2006/main">
              <a:ext uri="{FF2B5EF4-FFF2-40B4-BE49-F238E27FC236}">
                <a16:creationId xmlns:a16="http://schemas.microsoft.com/office/drawing/2014/main" id="{1228E432-C145-4DA1-AB20-308D879D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911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3" name="">
            <a:extLst xmlns:a="http://schemas.openxmlformats.org/drawingml/2006/main">
              <a:ext uri="{FF2B5EF4-FFF2-40B4-BE49-F238E27FC236}">
                <a16:creationId xmlns:a16="http://schemas.microsoft.com/office/drawing/2014/main" id="{CB7F6B3C-A1BA-44CD-9456-5EB1976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228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= 2？</a:t>
            </a:r>
          </a:p>
        </p:txBody>
      </p:sp>
      <p:sp>
        <p:nvSpPr>
          <p:cNvPr id="1094" name="">
            <a:extLst xmlns:a="http://schemas.openxmlformats.org/drawingml/2006/main">
              <a:ext uri="{FF2B5EF4-FFF2-40B4-BE49-F238E27FC236}">
                <a16:creationId xmlns:a16="http://schemas.microsoft.com/office/drawing/2014/main" id="{92307D86-2841-470F-BD0D-6C34D3F6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12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4B2B4114-7FF9-4BEC-9355-D0D05872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438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096" name="">
            <a:extLst xmlns:a="http://schemas.openxmlformats.org/drawingml/2006/main">
              <a:ext uri="{FF2B5EF4-FFF2-40B4-BE49-F238E27FC236}">
                <a16:creationId xmlns:a16="http://schemas.microsoft.com/office/drawing/2014/main" id="{2A8D3F59-80AC-453F-9433-4436445F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91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7" name="">
            <a:extLst xmlns:a="http://schemas.openxmlformats.org/drawingml/2006/main">
              <a:ext uri="{FF2B5EF4-FFF2-40B4-BE49-F238E27FC236}">
                <a16:creationId xmlns:a16="http://schemas.microsoft.com/office/drawing/2014/main" id="{BF9982B4-287D-42FA-A3F8-693480E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228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PipeLineMeshNHRMesh</a:t>
            </a:r>
          </a:p>
        </p:txBody>
      </p:sp>
      <p:sp>
        <p:nvSpPr>
          <p:cNvPr id="1098" name="">
            <a:extLst xmlns:a="http://schemas.openxmlformats.org/drawingml/2006/main">
              <a:ext uri="{FF2B5EF4-FFF2-40B4-BE49-F238E27FC236}">
                <a16:creationId xmlns:a16="http://schemas.microsoft.com/office/drawing/2014/main" id="{58CAD485-8CAF-44A6-9545-3BE7F219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904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99" name="">
            <a:extLst xmlns:a="http://schemas.openxmlformats.org/drawingml/2006/main">
              <a:ext uri="{FF2B5EF4-FFF2-40B4-BE49-F238E27FC236}">
                <a16:creationId xmlns:a16="http://schemas.microsoft.com/office/drawing/2014/main" id="{9ED41525-19A9-4D2A-AB7D-BC012F1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5222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前两层对称 + 逻辑3层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+ 最高层 UboE？</a:t>
            </a:r>
          </a:p>
        </p:txBody>
      </p:sp>
      <p:sp>
        <p:nvSpPr>
          <p:cNvPr id="1100" name="">
            <a:extLst xmlns:a="http://schemas.openxmlformats.org/drawingml/2006/main">
              <a:ext uri="{FF2B5EF4-FFF2-40B4-BE49-F238E27FC236}">
                <a16:creationId xmlns:a16="http://schemas.microsoft.com/office/drawing/2014/main" id="{F3A36F2A-2D59-4545-9FE8-204E39B3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1" name="">
            <a:extLst xmlns:a="http://schemas.openxmlformats.org/drawingml/2006/main">
              <a:ext uri="{FF2B5EF4-FFF2-40B4-BE49-F238E27FC236}">
                <a16:creationId xmlns:a16="http://schemas.microsoft.com/office/drawing/2014/main" id="{ADDC72BA-287C-40BA-BE10-9AC54F38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18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02" name="">
            <a:extLst xmlns:a="http://schemas.openxmlformats.org/drawingml/2006/main">
              <a:ext uri="{FF2B5EF4-FFF2-40B4-BE49-F238E27FC236}">
                <a16:creationId xmlns:a16="http://schemas.microsoft.com/office/drawing/2014/main" id="{83F78322-496A-4795-AE26-8208B174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3" name="">
            <a:extLst xmlns:a="http://schemas.openxmlformats.org/drawingml/2006/main">
              <a:ext uri="{FF2B5EF4-FFF2-40B4-BE49-F238E27FC236}">
                <a16:creationId xmlns:a16="http://schemas.microsoft.com/office/drawing/2014/main" id="{98D56AD7-B420-4C20-A131-9B66A9F3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需退化为单级 NHR</a:t>
            </a:r>
          </a:p>
        </p:txBody>
      </p:sp>
      <p:sp>
        <p:nvSpPr>
          <p:cNvPr id="1104" name="">
            <a:extLst xmlns:a="http://schemas.openxmlformats.org/drawingml/2006/main">
              <a:ext uri="{FF2B5EF4-FFF2-40B4-BE49-F238E27FC236}">
                <a16:creationId xmlns:a16="http://schemas.microsoft.com/office/drawing/2014/main" id="{C6C16FD4-15F2-4CFF-AA08-8D497C4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1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5" name="">
            <a:extLst xmlns:a="http://schemas.openxmlformats.org/drawingml/2006/main">
              <a:ext uri="{FF2B5EF4-FFF2-40B4-BE49-F238E27FC236}">
                <a16:creationId xmlns:a16="http://schemas.microsoft.com/office/drawing/2014/main" id="{4ABF0942-C820-43FE-8AF8-D29C3107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18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06" name="">
            <a:extLst xmlns:a="http://schemas.openxmlformats.org/drawingml/2006/main">
              <a:ext uri="{FF2B5EF4-FFF2-40B4-BE49-F238E27FC236}">
                <a16:creationId xmlns:a16="http://schemas.microsoft.com/office/drawing/2014/main" id="{C2EDF489-8B5A-41B0-A3D3-AE47EE73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7" name="">
            <a:extLst xmlns:a="http://schemas.openxmlformats.org/drawingml/2006/main">
              <a:ext uri="{FF2B5EF4-FFF2-40B4-BE49-F238E27FC236}">
                <a16:creationId xmlns:a16="http://schemas.microsoft.com/office/drawing/2014/main" id="{2CB84DDD-CAF6-4DF4-A009-B5E2540C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Level0Nhr 标记为真？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代码中的退化标记</a:t>
            </a:r>
          </a:p>
        </p:txBody>
      </p:sp>
      <p:sp>
        <p:nvSp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0B56F702-A617-4C9E-A0CA-B660D91A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701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09" name="">
            <a:extLst xmlns:a="http://schemas.openxmlformats.org/drawingml/2006/main">
              <a:ext uri="{FF2B5EF4-FFF2-40B4-BE49-F238E27FC236}">
                <a16:creationId xmlns:a16="http://schemas.microsoft.com/office/drawing/2014/main" id="{5F6A6746-21A8-4B08-A05D-D761B7BC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018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10" name="">
            <a:extLst xmlns:a="http://schemas.openxmlformats.org/drawingml/2006/main">
              <a:ext uri="{FF2B5EF4-FFF2-40B4-BE49-F238E27FC236}">
                <a16:creationId xmlns:a16="http://schemas.microsoft.com/office/drawing/2014/main" id="{4643B896-FEFB-4DC0-B916-B005C146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1" name="">
            <a:extLst xmlns:a="http://schemas.openxmlformats.org/drawingml/2006/main">
              <a:ext uri="{FF2B5EF4-FFF2-40B4-BE49-F238E27FC236}">
                <a16:creationId xmlns:a16="http://schemas.microsoft.com/office/drawing/2014/main" id="{A5232AE0-4E3E-4CC2-859A-9BAF7C51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第0层本地实例 &gt; 1 rank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且第0层是 Mesh？</a:t>
            </a:r>
          </a:p>
        </p:txBody>
      </p:sp>
      <p:sp>
        <p:nvSp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8C53D914-C463-47DA-85B8-03022E1E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05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3" name="">
            <a:extLst xmlns:a="http://schemas.openxmlformats.org/drawingml/2006/main">
              <a:ext uri="{FF2B5EF4-FFF2-40B4-BE49-F238E27FC236}">
                <a16:creationId xmlns:a16="http://schemas.microsoft.com/office/drawing/2014/main" id="{59D1A887-03B2-41FB-B44F-13832375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523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逻辑层数 = 3？</a:t>
            </a:r>
          </a:p>
        </p:txBody>
      </p:sp>
      <p:sp>
        <p:nvSpPr>
          <p:cNvPr id="1114" name="">
            <a:extLst xmlns:a="http://schemas.openxmlformats.org/drawingml/2006/main">
              <a:ext uri="{FF2B5EF4-FFF2-40B4-BE49-F238E27FC236}">
                <a16:creationId xmlns:a16="http://schemas.microsoft.com/office/drawing/2014/main" id="{27357069-BF1C-4FD7-B849-C2719BAE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41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5" name="">
            <a:extLst xmlns:a="http://schemas.openxmlformats.org/drawingml/2006/main">
              <a:ext uri="{FF2B5EF4-FFF2-40B4-BE49-F238E27FC236}">
                <a16:creationId xmlns:a16="http://schemas.microsoft.com/office/drawing/2014/main" id="{7C5B73A8-74AD-430E-A2F3-29F1F39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732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1116" name="">
            <a:extLst xmlns:a="http://schemas.openxmlformats.org/drawingml/2006/main">
              <a:ext uri="{FF2B5EF4-FFF2-40B4-BE49-F238E27FC236}">
                <a16:creationId xmlns:a16="http://schemas.microsoft.com/office/drawing/2014/main" id="{A6AB8B7C-BBA8-41B5-B5EC-3ADB93F9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7" name="">
            <a:extLst xmlns:a="http://schemas.openxmlformats.org/drawingml/2006/main">
              <a:ext uri="{FF2B5EF4-FFF2-40B4-BE49-F238E27FC236}">
                <a16:creationId xmlns:a16="http://schemas.microsoft.com/office/drawing/2014/main" id="{65AEA0FE-6853-4CF2-9B55-F549FA56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942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1118" name="">
            <a:extLst xmlns:a="http://schemas.openxmlformats.org/drawingml/2006/main">
              <a:ext uri="{FF2B5EF4-FFF2-40B4-BE49-F238E27FC236}">
                <a16:creationId xmlns:a16="http://schemas.microsoft.com/office/drawing/2014/main" id="{08B2351A-7284-4994-BDEE-2593E97E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41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19" name="">
            <a:extLst xmlns:a="http://schemas.openxmlformats.org/drawingml/2006/main">
              <a:ext uri="{FF2B5EF4-FFF2-40B4-BE49-F238E27FC236}">
                <a16:creationId xmlns:a16="http://schemas.microsoft.com/office/drawing/2014/main" id="{D8102645-9016-4FEC-9FB8-ED37B9B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732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20" name="">
            <a:extLst xmlns:a="http://schemas.openxmlformats.org/drawingml/2006/main">
              <a:ext uri="{FF2B5EF4-FFF2-40B4-BE49-F238E27FC236}">
                <a16:creationId xmlns:a16="http://schemas.microsoft.com/office/drawing/2014/main" id="{D0143544-2A04-4A7A-9677-6C8ACEB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0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1" name="">
            <a:extLst xmlns:a="http://schemas.openxmlformats.org/drawingml/2006/main">
              <a:ext uri="{FF2B5EF4-FFF2-40B4-BE49-F238E27FC236}">
                <a16:creationId xmlns:a16="http://schemas.microsoft.com/office/drawing/2014/main" id="{81E10648-C8DC-4B2A-A6F3-F8EE9404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52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≥ 1GiB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 P ≥ 256？</a:t>
            </a:r>
          </a:p>
        </p:txBody>
      </p:sp>
      <p:sp>
        <p:nvSpPr>
          <p:cNvPr id="1122" name="">
            <a:extLst xmlns:a="http://schemas.openxmlformats.org/drawingml/2006/main">
              <a:ext uri="{FF2B5EF4-FFF2-40B4-BE49-F238E27FC236}">
                <a16:creationId xmlns:a16="http://schemas.microsoft.com/office/drawing/2014/main" id="{7727A7F2-8E6B-4430-9022-AEB984CD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620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3" name="">
            <a:extLst xmlns:a="http://schemas.openxmlformats.org/drawingml/2006/main">
              <a:ext uri="{FF2B5EF4-FFF2-40B4-BE49-F238E27FC236}">
                <a16:creationId xmlns:a16="http://schemas.microsoft.com/office/drawing/2014/main" id="{E4395EBD-7471-4D20-B56C-11A2FE52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52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24" name="">
            <a:extLst xmlns:a="http://schemas.openxmlformats.org/drawingml/2006/main">
              <a:ext uri="{FF2B5EF4-FFF2-40B4-BE49-F238E27FC236}">
                <a16:creationId xmlns:a16="http://schemas.microsoft.com/office/drawing/2014/main" id="{9211116C-4ECB-4D8E-8810-EEBF4593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99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5" name="">
            <a:extLst xmlns:a="http://schemas.openxmlformats.org/drawingml/2006/main">
              <a:ext uri="{FF2B5EF4-FFF2-40B4-BE49-F238E27FC236}">
                <a16:creationId xmlns:a16="http://schemas.microsoft.com/office/drawing/2014/main" id="{96F01320-9C0E-4300-99F5-1D5C041B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31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&gt; 4MiB？</a:t>
            </a:r>
          </a:p>
        </p:txBody>
      </p:sp>
      <p:sp>
        <p:nvSpPr>
          <p:cNvPr id="1126" name="">
            <a:extLst xmlns:a="http://schemas.openxmlformats.org/drawingml/2006/main">
              <a:ext uri="{FF2B5EF4-FFF2-40B4-BE49-F238E27FC236}">
                <a16:creationId xmlns:a16="http://schemas.microsoft.com/office/drawing/2014/main" id="{EB9C8549-BF2F-44CC-81B0-EBFA8BB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73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7" name="">
            <a:extLst xmlns:a="http://schemas.openxmlformats.org/drawingml/2006/main">
              <a:ext uri="{FF2B5EF4-FFF2-40B4-BE49-F238E27FC236}">
                <a16:creationId xmlns:a16="http://schemas.microsoft.com/office/drawing/2014/main" id="{13BB91F7-CC24-4FB7-B7A1-B5314130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590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4GiB？</a:t>
            </a:r>
          </a:p>
        </p:txBody>
      </p:sp>
      <p:sp>
        <p:nvSpPr>
          <p:cNvPr id="1128" name="">
            <a:extLst xmlns:a="http://schemas.openxmlformats.org/drawingml/2006/main">
              <a:ext uri="{FF2B5EF4-FFF2-40B4-BE49-F238E27FC236}">
                <a16:creationId xmlns:a16="http://schemas.microsoft.com/office/drawing/2014/main" id="{5BE3E29B-2097-44F7-9467-198A0BAE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878" y="26926094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29" name="">
            <a:extLst xmlns:a="http://schemas.openxmlformats.org/drawingml/2006/main">
              <a:ext uri="{FF2B5EF4-FFF2-40B4-BE49-F238E27FC236}">
                <a16:creationId xmlns:a16="http://schemas.microsoft.com/office/drawing/2014/main" id="{B85D898B-83D0-4FCF-8121-38D898D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8195" y="26977253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1130" name="">
            <a:extLst xmlns:a="http://schemas.openxmlformats.org/drawingml/2006/main">
              <a:ext uri="{FF2B5EF4-FFF2-40B4-BE49-F238E27FC236}">
                <a16:creationId xmlns:a16="http://schemas.microsoft.com/office/drawing/2014/main" id="{B9A7C08F-229D-4F8A-99E8-AB7FCE2B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4668" y="26926094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1" name="">
            <a:extLst xmlns:a="http://schemas.openxmlformats.org/drawingml/2006/main">
              <a:ext uri="{FF2B5EF4-FFF2-40B4-BE49-F238E27FC236}">
                <a16:creationId xmlns:a16="http://schemas.microsoft.com/office/drawing/2014/main" id="{B870EBE3-D283-416A-B98D-6AA9FBC7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985" y="26977253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32" name="">
            <a:extLst xmlns:a="http://schemas.openxmlformats.org/drawingml/2006/main">
              <a:ext uri="{FF2B5EF4-FFF2-40B4-BE49-F238E27FC236}">
                <a16:creationId xmlns:a16="http://schemas.microsoft.com/office/drawing/2014/main" id="{DDA56C58-B185-41EC-A29C-754D78EC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4063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3" name="">
            <a:extLst xmlns:a="http://schemas.openxmlformats.org/drawingml/2006/main">
              <a:ext uri="{FF2B5EF4-FFF2-40B4-BE49-F238E27FC236}">
                <a16:creationId xmlns:a16="http://schemas.microsoft.com/office/drawing/2014/main" id="{AF042D4F-0C14-4633-BC88-F103DDDC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6380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34" name="">
            <a:extLst xmlns:a="http://schemas.openxmlformats.org/drawingml/2006/main">
              <a:ext uri="{FF2B5EF4-FFF2-40B4-BE49-F238E27FC236}">
                <a16:creationId xmlns:a16="http://schemas.microsoft.com/office/drawing/2014/main" id="{B18569EE-2F34-465C-B2FD-D3CC2693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449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5" name="">
            <a:extLst xmlns:a="http://schemas.openxmlformats.org/drawingml/2006/main">
              <a:ext uri="{FF2B5EF4-FFF2-40B4-BE49-F238E27FC236}">
                <a16:creationId xmlns:a16="http://schemas.microsoft.com/office/drawing/2014/main" id="{137155D5-5860-40FF-9597-1D547A03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6809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1136" name="">
            <a:extLst xmlns:a="http://schemas.openxmlformats.org/drawingml/2006/main">
              <a:ext uri="{FF2B5EF4-FFF2-40B4-BE49-F238E27FC236}">
                <a16:creationId xmlns:a16="http://schemas.microsoft.com/office/drawing/2014/main" id="{68B19D8F-FCA1-4847-8F68-EB7B7CDA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99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7" name="">
            <a:extLst xmlns:a="http://schemas.openxmlformats.org/drawingml/2006/main">
              <a:ext uri="{FF2B5EF4-FFF2-40B4-BE49-F238E27FC236}">
                <a16:creationId xmlns:a16="http://schemas.microsoft.com/office/drawing/2014/main" id="{43F1FBFD-C064-42EA-9226-D03792A1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31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138" name="">
            <a:extLst xmlns:a="http://schemas.openxmlformats.org/drawingml/2006/main">
              <a:ext uri="{FF2B5EF4-FFF2-40B4-BE49-F238E27FC236}">
                <a16:creationId xmlns:a16="http://schemas.microsoft.com/office/drawing/2014/main" id="{94066852-69B0-4C4F-B5E1-6BEFDAC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785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9" name="">
            <a:extLst xmlns:a="http://schemas.openxmlformats.org/drawingml/2006/main">
              <a:ext uri="{FF2B5EF4-FFF2-40B4-BE49-F238E27FC236}">
                <a16:creationId xmlns:a16="http://schemas.microsoft.com/office/drawing/2014/main" id="{C32F033E-D336-4A17-8D12-14F8826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610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第0层是 CLOS？</a:t>
            </a:r>
          </a:p>
        </p:txBody>
      </p:sp>
      <p:sp>
        <p:nvSpPr>
          <p:cNvPr id="1140" name="">
            <a:extLst xmlns:a="http://schemas.openxmlformats.org/drawingml/2006/main">
              <a:ext uri="{FF2B5EF4-FFF2-40B4-BE49-F238E27FC236}">
                <a16:creationId xmlns:a16="http://schemas.microsoft.com/office/drawing/2014/main" id="{782866EC-B046-495F-B0D6-2FF38FF5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785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1" name="">
            <a:extLst xmlns:a="http://schemas.openxmlformats.org/drawingml/2006/main">
              <a:ext uri="{FF2B5EF4-FFF2-40B4-BE49-F238E27FC236}">
                <a16:creationId xmlns:a16="http://schemas.microsoft.com/office/drawing/2014/main" id="{53AE93BB-9B8A-4E1B-8A9B-1F3DACB4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610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142" name="">
            <a:extLst xmlns:a="http://schemas.openxmlformats.org/drawingml/2006/main">
              <a:ext uri="{FF2B5EF4-FFF2-40B4-BE49-F238E27FC236}">
                <a16:creationId xmlns:a16="http://schemas.microsoft.com/office/drawing/2014/main" id="{84AFC747-6EE8-4FDB-B36B-2CCB1EA5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576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3" name="">
            <a:extLst xmlns:a="http://schemas.openxmlformats.org/drawingml/2006/main">
              <a:ext uri="{FF2B5EF4-FFF2-40B4-BE49-F238E27FC236}">
                <a16:creationId xmlns:a16="http://schemas.microsoft.com/office/drawing/2014/main" id="{A31C764F-62EB-4DBE-9E0F-E2C0630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89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144" name="">
            <a:extLst xmlns:a="http://schemas.openxmlformats.org/drawingml/2006/main">
              <a:ext uri="{FF2B5EF4-FFF2-40B4-BE49-F238E27FC236}">
                <a16:creationId xmlns:a16="http://schemas.microsoft.com/office/drawing/2014/main" id="{F9D80C30-0FBE-4448-818C-5D6C603F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109" y="6358020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5" name="">
            <a:extLst xmlns:a="http://schemas.openxmlformats.org/drawingml/2006/main">
              <a:ext uri="{FF2B5EF4-FFF2-40B4-BE49-F238E27FC236}">
                <a16:creationId xmlns:a16="http://schemas.microsoft.com/office/drawing/2014/main" id="{ED90A07E-978F-4F3D-BDCC-518E6A38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427" y="6409179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1146" name="">
            <a:extLst xmlns:a="http://schemas.openxmlformats.org/drawingml/2006/main">
              <a:ext uri="{FF2B5EF4-FFF2-40B4-BE49-F238E27FC236}">
                <a16:creationId xmlns:a16="http://schemas.microsoft.com/office/drawing/2014/main" id="{344EA260-C902-418C-8E4A-A9AB6C92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6984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7" name="">
            <a:extLst xmlns:a="http://schemas.openxmlformats.org/drawingml/2006/main">
              <a:ext uri="{FF2B5EF4-FFF2-40B4-BE49-F238E27FC236}">
                <a16:creationId xmlns:a16="http://schemas.microsoft.com/office/drawing/2014/main" id="{4283F8F9-846F-480D-A600-ECF888D1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9301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98A95F9B-1DDE-4A0A-BBB6-004A7C6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791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49" name="">
            <a:extLst xmlns:a="http://schemas.openxmlformats.org/drawingml/2006/main">
              <a:ext uri="{FF2B5EF4-FFF2-40B4-BE49-F238E27FC236}">
                <a16:creationId xmlns:a16="http://schemas.microsoft.com/office/drawing/2014/main" id="{2F5DE7E5-EA52-48B0-A5EF-A8CB8A64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0233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150" name="">
            <a:extLst xmlns:a="http://schemas.openxmlformats.org/drawingml/2006/main">
              <a:ext uri="{FF2B5EF4-FFF2-40B4-BE49-F238E27FC236}">
                <a16:creationId xmlns:a16="http://schemas.microsoft.com/office/drawing/2014/main" id="{01B40BC2-EB50-4E58-B997-A74C9447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0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1" name="">
            <a:extLst xmlns:a="http://schemas.openxmlformats.org/drawingml/2006/main">
              <a:ext uri="{FF2B5EF4-FFF2-40B4-BE49-F238E27FC236}">
                <a16:creationId xmlns:a16="http://schemas.microsoft.com/office/drawing/2014/main" id="{25619F24-2F69-4973-A84A-DEA22029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3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满足额外 CLOS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路径条件？</a:t>
            </a:r>
          </a:p>
        </p:txBody>
      </p:sp>
      <p:sp>
        <p:nvSpPr>
          <p:cNvPr id="1152" name="">
            <a:extLst xmlns:a="http://schemas.openxmlformats.org/drawingml/2006/main">
              <a:ext uri="{FF2B5EF4-FFF2-40B4-BE49-F238E27FC236}">
                <a16:creationId xmlns:a16="http://schemas.microsoft.com/office/drawing/2014/main" id="{B0F91DE6-A966-4D37-B157-649B071E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06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3" name="">
            <a:extLst xmlns:a="http://schemas.openxmlformats.org/drawingml/2006/main">
              <a:ext uri="{FF2B5EF4-FFF2-40B4-BE49-F238E27FC236}">
                <a16:creationId xmlns:a16="http://schemas.microsoft.com/office/drawing/2014/main" id="{6257D5AE-10E3-4261-BC09-FE315759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9023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= 2 且 S ≥ 4MiB？</a:t>
            </a:r>
          </a:p>
        </p:txBody>
      </p:sp>
      <p:sp>
        <p:nvSpPr>
          <p:cNvPr id="1154" name="">
            <a:extLst xmlns:a="http://schemas.openxmlformats.org/drawingml/2006/main">
              <a:ext uri="{FF2B5EF4-FFF2-40B4-BE49-F238E27FC236}">
                <a16:creationId xmlns:a16="http://schemas.microsoft.com/office/drawing/2014/main" id="{52D5E3EB-10D9-482F-952D-892A249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576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5" name="">
            <a:extLst xmlns:a="http://schemas.openxmlformats.org/drawingml/2006/main">
              <a:ext uri="{FF2B5EF4-FFF2-40B4-BE49-F238E27FC236}">
                <a16:creationId xmlns:a16="http://schemas.microsoft.com/office/drawing/2014/main" id="{C68647F9-BD3F-4D02-B0DD-4C51CCA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89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</a:t>
            </a:r>
          </a:p>
        </p:txBody>
      </p:sp>
      <p:sp>
        <p:nvSpPr>
          <p:cNvPr id="1156" name="">
            <a:extLst xmlns:a="http://schemas.openxmlformats.org/drawingml/2006/main">
              <a:ext uri="{FF2B5EF4-FFF2-40B4-BE49-F238E27FC236}">
                <a16:creationId xmlns:a16="http://schemas.microsoft.com/office/drawing/2014/main" id="{0093DA6B-D8C4-4443-B210-7F10312D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66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7" name="">
            <a:extLst xmlns:a="http://schemas.openxmlformats.org/drawingml/2006/main">
              <a:ext uri="{FF2B5EF4-FFF2-40B4-BE49-F238E27FC236}">
                <a16:creationId xmlns:a16="http://schemas.microsoft.com/office/drawing/2014/main" id="{18D69B2B-D09A-43AF-82D0-85DCF77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83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P &gt; 1536MiB？</a:t>
            </a:r>
          </a:p>
        </p:txBody>
      </p:sp>
      <p:sp>
        <p:nvSpPr>
          <p:cNvPr id="1158" name="">
            <a:extLst xmlns:a="http://schemas.openxmlformats.org/drawingml/2006/main">
              <a:ext uri="{FF2B5EF4-FFF2-40B4-BE49-F238E27FC236}">
                <a16:creationId xmlns:a16="http://schemas.microsoft.com/office/drawing/2014/main" id="{A8596B73-8609-46EE-962D-A886247A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66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9" name="">
            <a:extLst xmlns:a="http://schemas.openxmlformats.org/drawingml/2006/main">
              <a:ext uri="{FF2B5EF4-FFF2-40B4-BE49-F238E27FC236}">
                <a16:creationId xmlns:a16="http://schemas.microsoft.com/office/drawing/2014/main" id="{6BEBB748-928E-4517-B9EF-E3DA18C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8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</a:t>
            </a:r>
          </a:p>
        </p:txBody>
      </p:sp>
      <p:sp>
        <p:nvSpPr>
          <p:cNvPr id="1160" name="">
            <a:extLst xmlns:a="http://schemas.openxmlformats.org/drawingml/2006/main">
              <a:ext uri="{FF2B5EF4-FFF2-40B4-BE49-F238E27FC236}">
                <a16:creationId xmlns:a16="http://schemas.microsoft.com/office/drawing/2014/main" id="{8A303D77-ECD2-4BBF-AA06-007036F8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156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1" name="">
            <a:extLst xmlns:a="http://schemas.openxmlformats.org/drawingml/2006/main">
              <a:ext uri="{FF2B5EF4-FFF2-40B4-BE49-F238E27FC236}">
                <a16:creationId xmlns:a16="http://schemas.microsoft.com/office/drawing/2014/main" id="{ADF99D3C-D6D2-44E6-9DB4-CCD3C92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2473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× (8/P)² &gt; 16MiB？</a:t>
            </a:r>
          </a:p>
        </p:txBody>
      </p:sp>
      <p:sp>
        <p:nvSpPr>
          <p:cNvPr id="1162" name="">
            <a:extLst xmlns:a="http://schemas.openxmlformats.org/drawingml/2006/main">
              <a:ext uri="{FF2B5EF4-FFF2-40B4-BE49-F238E27FC236}">
                <a16:creationId xmlns:a16="http://schemas.microsoft.com/office/drawing/2014/main" id="{D2093486-C295-4A36-8E30-38E2520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761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3" name="">
            <a:extLst xmlns:a="http://schemas.openxmlformats.org/drawingml/2006/main">
              <a:ext uri="{FF2B5EF4-FFF2-40B4-BE49-F238E27FC236}">
                <a16:creationId xmlns:a16="http://schemas.microsoft.com/office/drawing/2014/main" id="{EF1FB1F7-22B7-401C-BBE4-F4B3C22F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3078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SoleMeshChunk</a:t>
            </a:r>
          </a:p>
        </p:txBody>
      </p:sp>
      <p:sp>
        <p:nvSpPr>
          <p:cNvPr id="1164" name="">
            <a:extLst xmlns:a="http://schemas.openxmlformats.org/drawingml/2006/main">
              <a:ext uri="{FF2B5EF4-FFF2-40B4-BE49-F238E27FC236}">
                <a16:creationId xmlns:a16="http://schemas.microsoft.com/office/drawing/2014/main" id="{2C0FBBC8-1D8C-4835-B0C2-5B89A952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9551" y="2486921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5" name="">
            <a:extLst xmlns:a="http://schemas.openxmlformats.org/drawingml/2006/main">
              <a:ext uri="{FF2B5EF4-FFF2-40B4-BE49-F238E27FC236}">
                <a16:creationId xmlns:a16="http://schemas.microsoft.com/office/drawing/2014/main" id="{2978235A-0BEA-4493-8594-4BF1740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1868" y="2492037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166" name="">
            <a:extLst xmlns:a="http://schemas.openxmlformats.org/drawingml/2006/main">
              <a:ext uri="{FF2B5EF4-FFF2-40B4-BE49-F238E27FC236}">
                <a16:creationId xmlns:a16="http://schemas.microsoft.com/office/drawing/2014/main" id="{8AC50531-59C3-41D4-AD1A-6047B59D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7109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7" name="">
            <a:extLst xmlns:a="http://schemas.openxmlformats.org/drawingml/2006/main">
              <a:ext uri="{FF2B5EF4-FFF2-40B4-BE49-F238E27FC236}">
                <a16:creationId xmlns:a16="http://schemas.microsoft.com/office/drawing/2014/main" id="{BEB94215-8E5F-40C0-8C81-1A266F7B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9427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68" name="">
            <a:extLst xmlns:a="http://schemas.openxmlformats.org/drawingml/2006/main">
              <a:ext uri="{FF2B5EF4-FFF2-40B4-BE49-F238E27FC236}">
                <a16:creationId xmlns:a16="http://schemas.microsoft.com/office/drawing/2014/main" id="{2F35D740-1940-4D61-94C4-D35825B9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257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30EE12BB-B5FF-4EC1-BF17-9917232B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489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170" name="">
            <a:extLst xmlns:a="http://schemas.openxmlformats.org/drawingml/2006/main">
              <a:ext uri="{FF2B5EF4-FFF2-40B4-BE49-F238E27FC236}">
                <a16:creationId xmlns:a16="http://schemas.microsoft.com/office/drawing/2014/main" id="{AFC7A5CF-2994-42DD-9190-D7398159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136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1" name="">
            <a:extLst xmlns:a="http://schemas.openxmlformats.org/drawingml/2006/main">
              <a:ext uri="{FF2B5EF4-FFF2-40B4-BE49-F238E27FC236}">
                <a16:creationId xmlns:a16="http://schemas.microsoft.com/office/drawing/2014/main" id="{ED7EDB73-8B24-4561-932E-4D05D51D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368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1172" name="">
            <a:extLst xmlns:a="http://schemas.openxmlformats.org/drawingml/2006/main">
              <a:ext uri="{FF2B5EF4-FFF2-40B4-BE49-F238E27FC236}">
                <a16:creationId xmlns:a16="http://schemas.microsoft.com/office/drawing/2014/main" id="{20B4C9DC-76CD-4E2B-A2DD-B03F4DF3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4967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3" name="">
            <a:extLst xmlns:a="http://schemas.openxmlformats.org/drawingml/2006/main">
              <a:ext uri="{FF2B5EF4-FFF2-40B4-BE49-F238E27FC236}">
                <a16:creationId xmlns:a16="http://schemas.microsoft.com/office/drawing/2014/main" id="{8F5BF67A-8BA8-4B39-A9B6-4C4EF4B5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7285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较大整倍数关系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查询成功？</a:t>
            </a:r>
          </a:p>
        </p:txBody>
      </p:sp>
      <p:sp>
        <p:nvSpPr>
          <p:cNvPr id="1174" name="">
            <a:extLst xmlns:a="http://schemas.openxmlformats.org/drawingml/2006/main">
              <a:ext uri="{FF2B5EF4-FFF2-40B4-BE49-F238E27FC236}">
                <a16:creationId xmlns:a16="http://schemas.microsoft.com/office/drawing/2014/main" id="{17E7954A-FB30-4D7C-B0FC-2708CB7F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015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5" name="">
            <a:extLst xmlns:a="http://schemas.openxmlformats.org/drawingml/2006/main">
              <a:ext uri="{FF2B5EF4-FFF2-40B4-BE49-F238E27FC236}">
                <a16:creationId xmlns:a16="http://schemas.microsoft.com/office/drawing/2014/main" id="{CE1245DE-EC33-42D7-96D2-BA8B39DE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247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1176" name="">
            <a:extLst xmlns:a="http://schemas.openxmlformats.org/drawingml/2006/main">
              <a:ext uri="{FF2B5EF4-FFF2-40B4-BE49-F238E27FC236}">
                <a16:creationId xmlns:a16="http://schemas.microsoft.com/office/drawing/2014/main" id="{A36FCDBA-F1D6-4AFB-92FA-039EE6E5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295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7" name="">
            <a:extLst xmlns:a="http://schemas.openxmlformats.org/drawingml/2006/main">
              <a:ext uri="{FF2B5EF4-FFF2-40B4-BE49-F238E27FC236}">
                <a16:creationId xmlns:a16="http://schemas.microsoft.com/office/drawing/2014/main" id="{910B3211-6D8B-40AF-B61F-DD1F549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612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1178" name="">
            <a:extLst xmlns:a="http://schemas.openxmlformats.org/drawingml/2006/main">
              <a:ext uri="{FF2B5EF4-FFF2-40B4-BE49-F238E27FC236}">
                <a16:creationId xmlns:a16="http://schemas.microsoft.com/office/drawing/2014/main" id="{885D32FA-BBD1-4F67-B6AA-B40D8555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295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9" name="">
            <a:extLst xmlns:a="http://schemas.openxmlformats.org/drawingml/2006/main">
              <a:ext uri="{FF2B5EF4-FFF2-40B4-BE49-F238E27FC236}">
                <a16:creationId xmlns:a16="http://schemas.microsoft.com/office/drawing/2014/main" id="{32FA41BF-6C05-4A6E-BF8E-760AB9C1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7612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80" name="">
            <a:extLst xmlns:a="http://schemas.openxmlformats.org/drawingml/2006/main">
              <a:ext uri="{FF2B5EF4-FFF2-40B4-BE49-F238E27FC236}">
                <a16:creationId xmlns:a16="http://schemas.microsoft.com/office/drawing/2014/main" id="{EBF28ED5-6C0A-4A75-8AC1-4CD9F546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49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1" name="">
            <a:extLst xmlns:a="http://schemas.openxmlformats.org/drawingml/2006/main">
              <a:ext uri="{FF2B5EF4-FFF2-40B4-BE49-F238E27FC236}">
                <a16:creationId xmlns:a16="http://schemas.microsoft.com/office/drawing/2014/main" id="{8D9EBF1B-98D2-4A95-93A7-563AD2CA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781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182" name="">
            <a:extLst xmlns:a="http://schemas.openxmlformats.org/drawingml/2006/main">
              <a:ext uri="{FF2B5EF4-FFF2-40B4-BE49-F238E27FC236}">
                <a16:creationId xmlns:a16="http://schemas.microsoft.com/office/drawing/2014/main" id="{3C2F06F2-3DDF-4499-A32A-773F9E35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428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3" name="">
            <a:extLst xmlns:a="http://schemas.openxmlformats.org/drawingml/2006/main">
              <a:ext uri="{FF2B5EF4-FFF2-40B4-BE49-F238E27FC236}">
                <a16:creationId xmlns:a16="http://schemas.microsoft.com/office/drawing/2014/main" id="{82047AD2-7962-4309-BAB9-99D51D7C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0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4MiB？</a:t>
            </a:r>
          </a:p>
        </p:txBody>
      </p:sp>
      <p:sp>
        <p:nvSpPr>
          <p:cNvPr id="1184" name="">
            <a:extLst xmlns:a="http://schemas.openxmlformats.org/drawingml/2006/main">
              <a:ext uri="{FF2B5EF4-FFF2-40B4-BE49-F238E27FC236}">
                <a16:creationId xmlns:a16="http://schemas.microsoft.com/office/drawing/2014/main" id="{DF17ECCA-89D5-44B7-9499-3073DCE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353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5" name="">
            <a:extLst xmlns:a="http://schemas.openxmlformats.org/drawingml/2006/main">
              <a:ext uri="{FF2B5EF4-FFF2-40B4-BE49-F238E27FC236}">
                <a16:creationId xmlns:a16="http://schemas.microsoft.com/office/drawing/2014/main" id="{BE622CE8-8F7A-4AE6-B8C6-3DE98D28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5848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1186" name="">
            <a:extLst xmlns:a="http://schemas.openxmlformats.org/drawingml/2006/main">
              <a:ext uri="{FF2B5EF4-FFF2-40B4-BE49-F238E27FC236}">
                <a16:creationId xmlns:a16="http://schemas.microsoft.com/office/drawing/2014/main" id="{F18FE8F1-FD4B-4001-BE55-A03E913D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32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7" name="">
            <a:extLst xmlns:a="http://schemas.openxmlformats.org/drawingml/2006/main">
              <a:ext uri="{FF2B5EF4-FFF2-40B4-BE49-F238E27FC236}">
                <a16:creationId xmlns:a16="http://schemas.microsoft.com/office/drawing/2014/main" id="{014E21B8-2CF6-4E38-A6AA-62E97E9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4638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188" name="">
            <a:extLst xmlns:a="http://schemas.openxmlformats.org/drawingml/2006/main">
              <a:ext uri="{FF2B5EF4-FFF2-40B4-BE49-F238E27FC236}">
                <a16:creationId xmlns:a16="http://schemas.microsoft.com/office/drawing/2014/main" id="{5A65ECB3-6EEC-4103-A42B-EBF5C04F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2144" y="1252793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89" name="">
            <a:extLst xmlns:a="http://schemas.openxmlformats.org/drawingml/2006/main">
              <a:ext uri="{FF2B5EF4-FFF2-40B4-BE49-F238E27FC236}">
                <a16:creationId xmlns:a16="http://schemas.microsoft.com/office/drawing/2014/main" id="{C458800D-354A-469C-8F73-B93B2DCE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4462" y="1257909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1190" name="">
            <a:extLst xmlns:a="http://schemas.openxmlformats.org/drawingml/2006/main">
              <a:ext uri="{FF2B5EF4-FFF2-40B4-BE49-F238E27FC236}">
                <a16:creationId xmlns:a16="http://schemas.microsoft.com/office/drawing/2014/main" id="{EC94B352-B54C-4A38-BDD4-663BDC91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2144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1" name="">
            <a:extLst xmlns:a="http://schemas.openxmlformats.org/drawingml/2006/main">
              <a:ext uri="{FF2B5EF4-FFF2-40B4-BE49-F238E27FC236}">
                <a16:creationId xmlns:a16="http://schemas.microsoft.com/office/drawing/2014/main" id="{74E62412-F20D-4B39-A3EF-5A20AB26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4462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192" name="">
            <a:extLst xmlns:a="http://schemas.openxmlformats.org/drawingml/2006/main">
              <a:ext uri="{FF2B5EF4-FFF2-40B4-BE49-F238E27FC236}">
                <a16:creationId xmlns:a16="http://schemas.microsoft.com/office/drawing/2014/main" id="{9B3A711E-007D-4CBF-8FAD-20B1B8E2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13076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3" name="">
            <a:extLst xmlns:a="http://schemas.openxmlformats.org/drawingml/2006/main">
              <a:ext uri="{FF2B5EF4-FFF2-40B4-BE49-F238E27FC236}">
                <a16:creationId xmlns:a16="http://schemas.microsoft.com/office/drawing/2014/main" id="{0280DFE2-78FD-4C8A-8105-5C36F0A6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539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194" name="">
            <a:extLst xmlns:a="http://schemas.openxmlformats.org/drawingml/2006/main">
              <a:ext uri="{FF2B5EF4-FFF2-40B4-BE49-F238E27FC236}">
                <a16:creationId xmlns:a16="http://schemas.microsoft.com/office/drawing/2014/main" id="{A2F43203-EA97-422F-BA63-BF6A6170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1867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5" name="">
            <a:extLst xmlns:a="http://schemas.openxmlformats.org/drawingml/2006/main">
              <a:ext uri="{FF2B5EF4-FFF2-40B4-BE49-F238E27FC236}">
                <a16:creationId xmlns:a16="http://schemas.microsoft.com/office/drawing/2014/main" id="{222CDA5B-3E59-4D29-A551-FBBB5D7D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418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512KiB？</a:t>
            </a:r>
          </a:p>
        </p:txBody>
      </p:sp>
      <p:sp>
        <p:nvSpPr>
          <p:cNvPr id="1196" name="">
            <a:extLst xmlns:a="http://schemas.openxmlformats.org/drawingml/2006/main">
              <a:ext uri="{FF2B5EF4-FFF2-40B4-BE49-F238E27FC236}">
                <a16:creationId xmlns:a16="http://schemas.microsoft.com/office/drawing/2014/main" id="{D734D5A7-79E5-4331-B60E-17DD00FB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1111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7" name="">
            <a:extLst xmlns:a="http://schemas.openxmlformats.org/drawingml/2006/main">
              <a:ext uri="{FF2B5EF4-FFF2-40B4-BE49-F238E27FC236}">
                <a16:creationId xmlns:a16="http://schemas.microsoft.com/office/drawing/2014/main" id="{024B46B1-C560-4A7E-9648-8D4863A9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3428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1198" name="">
            <a:extLst xmlns:a="http://schemas.openxmlformats.org/drawingml/2006/main">
              <a:ext uri="{FF2B5EF4-FFF2-40B4-BE49-F238E27FC236}">
                <a16:creationId xmlns:a16="http://schemas.microsoft.com/office/drawing/2014/main" id="{21D7359D-DD39-4BF2-A31D-932BD4E0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0657" y="1458481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9" name="">
            <a:extLst xmlns:a="http://schemas.openxmlformats.org/drawingml/2006/main">
              <a:ext uri="{FF2B5EF4-FFF2-40B4-BE49-F238E27FC236}">
                <a16:creationId xmlns:a16="http://schemas.microsoft.com/office/drawing/2014/main" id="{D4D122DE-DC53-409F-97D3-5CC24358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974" y="1463597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1200" name="">
            <a:extLst xmlns:a="http://schemas.openxmlformats.org/drawingml/2006/main">
              <a:ext uri="{FF2B5EF4-FFF2-40B4-BE49-F238E27FC236}">
                <a16:creationId xmlns:a16="http://schemas.microsoft.com/office/drawing/2014/main" id="{1FC79E45-CB80-436D-A75A-83508578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0657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1" name="">
            <a:extLst xmlns:a="http://schemas.openxmlformats.org/drawingml/2006/main">
              <a:ext uri="{FF2B5EF4-FFF2-40B4-BE49-F238E27FC236}">
                <a16:creationId xmlns:a16="http://schemas.microsoft.com/office/drawing/2014/main" id="{DC05FB80-2D28-4A42-8B4A-3BA4E2A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7297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1202" name="">
            <a:extLst xmlns:a="http://schemas.openxmlformats.org/drawingml/2006/main">
              <a:ext uri="{FF2B5EF4-FFF2-40B4-BE49-F238E27FC236}">
                <a16:creationId xmlns:a16="http://schemas.microsoft.com/office/drawing/2014/main" id="{97C9098A-86E2-479F-997B-248B38B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9447" y="1664169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3" name="">
            <a:extLst xmlns:a="http://schemas.openxmlformats.org/drawingml/2006/main">
              <a:ext uri="{FF2B5EF4-FFF2-40B4-BE49-F238E27FC236}">
                <a16:creationId xmlns:a16="http://schemas.microsoft.com/office/drawing/2014/main" id="{1C5604B2-B5F3-44E8-8801-E3CC265F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1764" y="1669285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组是 Mesh 组的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较大整倍数？</a:t>
            </a:r>
          </a:p>
        </p:txBody>
      </p:sp>
      <p:sp>
        <p:nvSpPr>
          <p:cNvPr id="1204" name="">
            <a:extLst xmlns:a="http://schemas.openxmlformats.org/drawingml/2006/main">
              <a:ext uri="{FF2B5EF4-FFF2-40B4-BE49-F238E27FC236}">
                <a16:creationId xmlns:a16="http://schemas.microsoft.com/office/drawing/2014/main" id="{F4C2EC84-3B76-4470-A103-AD8D3EF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8893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57B0DDF0-9FF1-476A-B1A1-951FB50A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1210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1MiB？</a:t>
            </a:r>
          </a:p>
        </p:txBody>
      </p:sp>
      <p:sp>
        <p:nvSpPr>
          <p:cNvPr id="1206" name="">
            <a:extLst xmlns:a="http://schemas.openxmlformats.org/drawingml/2006/main">
              <a:ext uri="{FF2B5EF4-FFF2-40B4-BE49-F238E27FC236}">
                <a16:creationId xmlns:a16="http://schemas.microsoft.com/office/drawing/2014/main" id="{8291B2EA-AF6C-4A27-BAD5-224BB5D8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8440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7" name="">
            <a:extLst xmlns:a="http://schemas.openxmlformats.org/drawingml/2006/main">
              <a:ext uri="{FF2B5EF4-FFF2-40B4-BE49-F238E27FC236}">
                <a16:creationId xmlns:a16="http://schemas.microsoft.com/office/drawing/2014/main" id="{B066B3AC-469C-4C47-81D0-1FAE3B55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0757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支持对称内存？</a:t>
            </a:r>
          </a:p>
        </p:txBody>
      </p:sp>
      <p:sp>
        <p:nvSpPr>
          <p:cNvPr id="1208" name="">
            <a:extLst xmlns:a="http://schemas.openxmlformats.org/drawingml/2006/main">
              <a:ext uri="{FF2B5EF4-FFF2-40B4-BE49-F238E27FC236}">
                <a16:creationId xmlns:a16="http://schemas.microsoft.com/office/drawing/2014/main" id="{2670EC41-0AEE-40B2-8936-A86A0901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3478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09" name="">
            <a:extLst xmlns:a="http://schemas.openxmlformats.org/drawingml/2006/main">
              <a:ext uri="{FF2B5EF4-FFF2-40B4-BE49-F238E27FC236}">
                <a16:creationId xmlns:a16="http://schemas.microsoft.com/office/drawing/2014/main" id="{EE5CF81E-8A49-447D-B073-4C605077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5795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PipeLineMeshNHR</a:t>
            </a:r>
          </a:p>
        </p:txBody>
      </p:sp>
      <p:sp>
        <p:nvSpPr>
          <p:cNvPr id="1210" name="">
            <a:extLst xmlns:a="http://schemas.openxmlformats.org/drawingml/2006/main">
              <a:ext uri="{FF2B5EF4-FFF2-40B4-BE49-F238E27FC236}">
                <a16:creationId xmlns:a16="http://schemas.microsoft.com/office/drawing/2014/main" id="{45EB5117-FAC8-4740-A36A-241F0979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2268" y="22812335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1" name="">
            <a:extLst xmlns:a="http://schemas.openxmlformats.org/drawingml/2006/main">
              <a:ext uri="{FF2B5EF4-FFF2-40B4-BE49-F238E27FC236}">
                <a16:creationId xmlns:a16="http://schemas.microsoft.com/office/drawing/2014/main" id="{9D67543C-4280-4FF4-A195-326ECCA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4586" y="2286349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1212" name="">
            <a:extLst xmlns:a="http://schemas.openxmlformats.org/drawingml/2006/main">
              <a:ext uri="{FF2B5EF4-FFF2-40B4-BE49-F238E27FC236}">
                <a16:creationId xmlns:a16="http://schemas.microsoft.com/office/drawing/2014/main" id="{1E6B3287-73A6-45EE-9591-8AB09FD8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57230" y="2075545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3" name="">
            <a:extLst xmlns:a="http://schemas.openxmlformats.org/drawingml/2006/main">
              <a:ext uri="{FF2B5EF4-FFF2-40B4-BE49-F238E27FC236}">
                <a16:creationId xmlns:a16="http://schemas.microsoft.com/office/drawing/2014/main" id="{3C5AA917-3476-46D5-B053-7067CF38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9548" y="20806614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214" name="">
            <a:extLst xmlns:a="http://schemas.openxmlformats.org/drawingml/2006/main">
              <a:ext uri="{FF2B5EF4-FFF2-40B4-BE49-F238E27FC236}">
                <a16:creationId xmlns:a16="http://schemas.microsoft.com/office/drawing/2014/main" id="{E9914550-5772-4801-B3A0-FB873DC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683" y="18698576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5" name="">
            <a:extLst xmlns:a="http://schemas.openxmlformats.org/drawingml/2006/main">
              <a:ext uri="{FF2B5EF4-FFF2-40B4-BE49-F238E27FC236}">
                <a16:creationId xmlns:a16="http://schemas.microsoft.com/office/drawing/2014/main" id="{F68E18D5-CFA5-424E-B1C4-53C8F624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0000" y="18749735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1216" name="">
            <a:extLst xmlns:a="http://schemas.openxmlformats.org/drawingml/2006/main">
              <a:ext uri="{FF2B5EF4-FFF2-40B4-BE49-F238E27FC236}">
                <a16:creationId xmlns:a16="http://schemas.microsoft.com/office/drawing/2014/main" id="{2EAA221F-358F-4B1D-8349-A44F313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8946" y="10471058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7" name="">
            <a:extLst xmlns:a="http://schemas.openxmlformats.org/drawingml/2006/main">
              <a:ext uri="{FF2B5EF4-FFF2-40B4-BE49-F238E27FC236}">
                <a16:creationId xmlns:a16="http://schemas.microsoft.com/office/drawing/2014/main" id="{DC33DB5F-CB7D-422E-8B7C-07D33C2B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1263" y="10522217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218" name="">
            <a:extLst xmlns:a="http://schemas.openxmlformats.org/drawingml/2006/main">
              <a:ext uri="{FF2B5EF4-FFF2-40B4-BE49-F238E27FC236}">
                <a16:creationId xmlns:a16="http://schemas.microsoft.com/office/drawing/2014/main" id="{B8F81E4B-F972-4864-8568-DFFC0C6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757" y="8413457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9" name="">
            <a:extLst xmlns:a="http://schemas.openxmlformats.org/drawingml/2006/main">
              <a:ext uri="{FF2B5EF4-FFF2-40B4-BE49-F238E27FC236}">
                <a16:creationId xmlns:a16="http://schemas.microsoft.com/office/drawing/2014/main" id="{3F4291C4-B7A3-472E-AF48-275012BC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6075" y="8464616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220" name="">
            <a:extLst xmlns:a="http://schemas.openxmlformats.org/drawingml/2006/main">
              <a:ext uri="{FF2B5EF4-FFF2-40B4-BE49-F238E27FC236}">
                <a16:creationId xmlns:a16="http://schemas.microsoft.com/office/drawing/2014/main" id="{775AD420-7DC9-460A-AF32-A3DA232A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456" y="427904"/>
            <a:ext cx="3253692" cy="12202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21" name="">
            <a:extLst xmlns:a="http://schemas.openxmlformats.org/drawingml/2006/main">
              <a:ext uri="{FF2B5EF4-FFF2-40B4-BE49-F238E27FC236}">
                <a16:creationId xmlns:a16="http://schemas.microsoft.com/office/drawing/2014/main" id="{A7BD4048-21E6-4248-ADA7-0BBFF52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774" y="479062"/>
            <a:ext cx="3049057" cy="1117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ReduceScatter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AicpuReduceScatter</a:t>
            </a:r>
          </a:p>
        </p:txBody>
      </p:sp>
    </p:spTree>
    <p:extLst>
      <p:ext uri="{BB962C8B-B14F-4D97-AF65-F5344CB8AC3E}">
        <p14:creationId xmlns:p14="http://schemas.microsoft.com/office/powerpoint/2010/main" val="10913530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7" name="">
            <a:extLst xmlns:a="http://schemas.openxmlformats.org/drawingml/2006/main">
              <a:ext uri="{FF2B5EF4-FFF2-40B4-BE49-F238E27FC236}">
                <a16:creationId xmlns:a16="http://schemas.microsoft.com/office/drawing/2014/main" id="{59AAF71A-F564-498C-ADCE-CD32701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1923" y="4757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15E1C-4C8B-4C7E-B1E6-9EF6A2C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7652" y="5067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9" name=""/>
          <p:cNvCxnSpPr>
            <a:stCxn xmlns:a="http://schemas.openxmlformats.org/drawingml/2006/main" id="1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 flipH="1">
            <a:off x="12947700" y="4757920"/>
            <a:ext cx="24271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E5B2-7844-418A-889B-08F36795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7652" y="5067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FA8F5-DD96-4AC2-B0E9-1D0670E1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087" y="54211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12920135" y="5067918"/>
            <a:ext cx="27565" cy="3532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47EAD-E3E1-44B3-B017-4278470D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087" y="54211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44D24-0FAA-44BD-8874-174588D8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603" y="57444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894651" y="5421248"/>
            <a:ext cx="25484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C8745-A6C4-415C-B7F8-9EDC181C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4603" y="57444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561EE-4ED6-4965-A1AF-471D6CF5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040" y="5931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2880088" y="5744579"/>
            <a:ext cx="14563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46CBD-0F40-4A9A-9B5B-1F163992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61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BE2C2-C49E-4C97-A99C-4997CEAD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09467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1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744920" y="10608087"/>
            <a:ext cx="416841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AEFF9-69E1-4467-91D7-6CC1865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094675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7417F-C913-430C-A3B2-180EE28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133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4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8264185" y="10946803"/>
            <a:ext cx="480640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76A7B-E051-461D-90A3-AF1079A8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13375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D82DCD-A246-4E7E-89A5-45711020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1684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7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7837193" y="11337569"/>
            <a:ext cx="426897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1F472-7117-482E-A2CC-49E0097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1684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C5691-C755-4C88-B09E-2CBD87FA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066" y="11776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0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724161" y="11684490"/>
            <a:ext cx="112937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4B4CD-F413-4708-90A8-40273AE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761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EC339-C2E9-401C-9C13-EB14117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3871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3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8744920" y="13533194"/>
            <a:ext cx="416841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6C85D-205F-4848-A6D9-1E7B4A0F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825" y="138718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817FC7-C9D6-495C-A516-F027C180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42626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6" name=""/>
          <p:cNvCxnSpPr>
            <a:stCxn xmlns:a="http://schemas.openxmlformats.org/drawingml/2006/main" id="28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8264185" y="13871910"/>
            <a:ext cx="480640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D08ED-0030-4717-8538-1E92EDC1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090" y="142626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962288-6B91-4914-8C80-0942505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46095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9" name=""/>
          <p:cNvCxnSpPr>
            <a:stCxn xmlns:a="http://schemas.openxmlformats.org/drawingml/2006/main" id="31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7837193" y="14262676"/>
            <a:ext cx="426897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411955-0101-450A-900B-63778DC6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7098" y="146095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845F4-917A-4318-9CC2-0723C9AF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066" y="14701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2" name=""/>
          <p:cNvCxnSpPr>
            <a:stCxn xmlns:a="http://schemas.openxmlformats.org/drawingml/2006/main" id="34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7724161" y="14609597"/>
            <a:ext cx="112937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87181D-2E0E-4537-94FA-D8E5A2C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65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C599AD-14E3-4061-AB23-E8A3E098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718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5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4150813" y="19383409"/>
            <a:ext cx="416842" cy="3387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A5C178-E4B1-4042-9306-61BCDA8C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718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3FB5CA-72F8-416D-86B5-98D0D5DD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984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8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3670079" y="19722124"/>
            <a:ext cx="480639" cy="3907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9667C5-7D76-4903-8365-D369CF59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9984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8810A9-84E7-48C2-9E24-9A8A2DB4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9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1" name="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3243087" y="20112891"/>
            <a:ext cx="426897" cy="3469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77460D-441F-4A17-A76C-24D24B38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9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437260-DFF1-4734-B194-B058C85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60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4" name=""/>
          <p:cNvCxnSpPr>
            <a:stCxn xmlns:a="http://schemas.openxmlformats.org/drawingml/2006/main" id="46" idx="1"/>
            <a:endCxn xmlns:a="http://schemas.openxmlformats.org/drawingml/2006/main" id="47" idx="3"/>
          </p:cNvCxnSpPr>
          <p:nvPr/>
        </p:nvCxnSpPr>
        <p:spPr>
          <a:xfrm xmlns:a="http://schemas.openxmlformats.org/drawingml/2006/main" flipH="1">
            <a:off x="3130055" y="20459811"/>
            <a:ext cx="112937" cy="917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B0DDA3-5C89-410F-A822-8A854C5E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B36153-4AB3-400A-A4F3-65ABF5C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7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5619147" y="19383456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EA2BE3-D1A6-4374-B899-1DD4824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1AFF6A-79AE-48ED-A633-6B1408ED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0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5619147" y="19693454"/>
            <a:ext cx="0" cy="3532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58A97E-407E-4E6E-8506-BBCDBE26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DBA407-B6DC-408B-9CAE-AC88F31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3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5619147" y="20046784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A01B99-4CAC-4077-AB95-FB906A26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BC486C-695B-49DE-AB8F-AEF3533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099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6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5619147" y="20370115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55AD1C-5BCD-4F47-A575-9D4CD51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82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4BE3C4-84B4-4AA5-89F0-FDF05166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82" y="168028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9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8296777" y="16458302"/>
            <a:ext cx="550505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BF32E3-D5C2-41A3-9C8C-FF516EF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682" y="168028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402027A-D953-48B8-8D4A-9CC3369B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95" y="172010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2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7660190" y="16802915"/>
            <a:ext cx="636492" cy="3982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FE97D6-11DF-4DFF-9401-3CE71FA2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0095" y="172010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E4DAC7-8CE3-4781-B561-B186FEDD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401" y="175523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5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7098496" y="17201117"/>
            <a:ext cx="561599" cy="3512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C57817-CAD3-4148-8392-F40CDE0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401" y="175523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60F72D-86D9-4ACC-B303-BDA4609C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9821" y="17626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8" name=""/>
          <p:cNvCxnSpPr>
            <a:stCxn xmlns:a="http://schemas.openxmlformats.org/drawingml/2006/main" id="70" idx="1"/>
            <a:endCxn xmlns:a="http://schemas.openxmlformats.org/drawingml/2006/main" id="71" idx="3"/>
          </p:cNvCxnSpPr>
          <p:nvPr/>
        </p:nvCxnSpPr>
        <p:spPr>
          <a:xfrm xmlns:a="http://schemas.openxmlformats.org/drawingml/2006/main" flipH="1">
            <a:off x="6979916" y="17552396"/>
            <a:ext cx="118485" cy="741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73A6D3-351A-4F0C-899E-882C0F70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250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C2A944-9F12-4343-969E-24D66A84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13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1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7687408" y="22308516"/>
            <a:ext cx="416842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2977E1-AB5D-48AC-80A9-A76C147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7313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13F6ACA-531E-4986-9F7F-FBA62E4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79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4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7206674" y="22647232"/>
            <a:ext cx="480639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9D0731-2124-4FE8-AF58-34157A7E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6579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1486391-6366-4407-8A77-09D3598E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587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7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6779682" y="23037998"/>
            <a:ext cx="426897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20FA43-3A50-428C-9391-EEE542D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9587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54AA8E-2983-4D51-B91A-93C2B57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555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0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6666650" y="23384919"/>
            <a:ext cx="112937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6B6035-9842-4FB3-A2F8-4181E07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E84523-9FC6-4817-A7FB-5525991E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3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9155742" y="22308563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CE7B92-16BC-42D7-A272-69B6C10C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5C3DB27-B74A-4051-B7D7-D9B76E1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6" name=""/>
          <p:cNvCxnSpPr>
            <a:stCxn xmlns:a="http://schemas.openxmlformats.org/drawingml/2006/main" id="88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9155742" y="22618561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5CF1BFE-8763-4A60-9D33-33E8F5CF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594DBA-04C6-4E9E-9A85-05D500C6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9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9155742" y="22971892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3264063-B964-4046-A086-D55B09B2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48D710-2DD6-4A9A-8D2F-0DDD573E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94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2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9155742" y="23295223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B55B049-1061-49FD-BD09-E73A9447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72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544A7D-8A70-4B0C-A7AD-44ED968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573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5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 flipH="1">
            <a:off x="9782621" y="19383456"/>
            <a:ext cx="116152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142423-A5BA-406B-ADEE-39151175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573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5D609F-BB43-4DCC-99B3-0D2FEFC8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950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8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 flipH="1">
            <a:off x="9649998" y="19699095"/>
            <a:ext cx="132623" cy="360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6BF5D51-4892-4091-9175-53C527FB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950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D9FD0C-3FC9-4FA2-B2A4-125051EE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17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1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 flipH="1">
            <a:off x="9529165" y="20059861"/>
            <a:ext cx="120833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6E220E6-D9E4-48DE-8A1A-08992D13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117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F3AEA44-CE08-47AD-8A9C-2CA2D531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053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4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 flipH="1">
            <a:off x="9467101" y="20388320"/>
            <a:ext cx="62064" cy="168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E93B749-DD48-455C-83A6-EE4DA0D2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D0D1952-64E2-4D8B-813E-815D19C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7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12692337" y="22308563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4E3CB6-FFF2-45BA-B758-69F627BC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6184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6559FD4-67F9-450A-841B-C348BE50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0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2692337" y="22618561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FD07F27-E9CC-4871-B388-DCCCDC6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29717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5F8FB2F-8D70-489D-AC7A-F5579857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3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2692337" y="22971892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F8D5187-27EE-40E7-BC3D-65A38F33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32951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A88EA25-00F6-4242-A536-75DD4DEB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289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6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2692337" y="23295223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ED50B82-0CC9-4328-AAC1-8C65A925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3076" y="25233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5F5FD52-3230-4603-A20C-2E908E88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535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59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15503583" y="25233670"/>
            <a:ext cx="199541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F19CA1-0F16-4088-B3EA-E001F4D3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3535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AEA6646-FE8C-4236-9FE4-A576BDEF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697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2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 flipH="1">
            <a:off x="15274745" y="25558027"/>
            <a:ext cx="228838" cy="3719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7EF2C22-077D-454F-956B-03DB78DA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4697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CCB95B4-C987-4EF8-B647-4B50DF4E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222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5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 flipH="1">
            <a:off x="15068270" y="25930076"/>
            <a:ext cx="206475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325B6B2-8E69-4AF0-9718-F31E6F4D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222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714FD27-177A-4044-8F67-0D14E2EF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1194" y="26406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8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 flipH="1">
            <a:off x="14981242" y="26265458"/>
            <a:ext cx="87028" cy="141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8AD7B26-82EA-49DD-9C82-412548DE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693" y="25233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09253CD-B251-467E-A9BB-1600F576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233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1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6754741" y="25233670"/>
            <a:ext cx="199540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D5FDF1B-CC1C-4107-9102-783B13AD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233" y="25557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DEF0B9C-A3B6-42FF-AAAD-EF15E1CC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071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4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16954281" y="25558027"/>
            <a:ext cx="228838" cy="3719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91E9089-630F-4B46-B222-BF4CA71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071" y="259299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8D3A606-A2DF-4662-A3CD-5CEBB916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546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7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17183119" y="25930076"/>
            <a:ext cx="206475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D5D6579-601E-4883-B7B0-07907AF1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546" y="262653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0613247-42D4-4F5E-9E73-965E8200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6574" y="264068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0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17389594" y="26265458"/>
            <a:ext cx="87028" cy="141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31FB426-69B9-4878-AE07-75D9D428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3732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F105521-F8B6-4176-8E12-36FB6F05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669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3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13743827" y="22308516"/>
            <a:ext cx="416842" cy="33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7AD80A8-E9D8-44EB-93D6-6CF0A88A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0669" y="22647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BC288C4-4BFD-4FBB-B70A-E3ABCA0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404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6" name=""/>
          <p:cNvCxnSpPr>
            <a:stCxn xmlns:a="http://schemas.openxmlformats.org/drawingml/2006/main" id="148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14160764" y="22647232"/>
            <a:ext cx="480640" cy="390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B2D872D-D54D-4484-9042-5E1C4F12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404" y="2303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EF5E554-6DA7-47EB-B38B-0A39BC79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395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9" name="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14641499" y="23037998"/>
            <a:ext cx="426896" cy="34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DD036DD-7584-43AA-A7EF-5D04566D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395" y="233848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FF3A3A2-F9A9-424D-8040-95443758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1428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2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15068490" y="23384919"/>
            <a:ext cx="112938" cy="9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04542CD-8B09-43D3-A92A-E69DA6CE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342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AF74596-47C2-45F1-A36D-45D7F429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604" y="19716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5" name=""/>
          <p:cNvCxnSpPr>
            <a:stCxn xmlns:a="http://schemas.openxmlformats.org/drawingml/2006/main" id="157" idx="2"/>
            <a:endCxn xmlns:a="http://schemas.openxmlformats.org/drawingml/2006/main" id="158" idx="0"/>
          </p:cNvCxnSpPr>
          <p:nvPr/>
        </p:nvCxnSpPr>
        <p:spPr>
          <a:xfrm xmlns:a="http://schemas.openxmlformats.org/drawingml/2006/main">
            <a:off x="10950390" y="19383456"/>
            <a:ext cx="287262" cy="3329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5A2B68E-1FE5-4651-B6F2-74B32EA5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604" y="197164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5B5F27EE-BC82-458A-9F5E-028C3F8B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33" y="2009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8" name=""/>
          <p:cNvCxnSpPr>
            <a:stCxn xmlns:a="http://schemas.openxmlformats.org/drawingml/2006/main" id="160" idx="2"/>
            <a:endCxn xmlns:a="http://schemas.openxmlformats.org/drawingml/2006/main" id="161" idx="0"/>
          </p:cNvCxnSpPr>
          <p:nvPr/>
        </p:nvCxnSpPr>
        <p:spPr>
          <a:xfrm xmlns:a="http://schemas.openxmlformats.org/drawingml/2006/main">
            <a:off x="11237652" y="19716530"/>
            <a:ext cx="330429" cy="38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A16E9E7-369D-4274-8822-2BD87C2D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33" y="2009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7FBB8B3-3804-47AC-945F-C3735564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616" y="204420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1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11568081" y="20099861"/>
            <a:ext cx="295583" cy="34221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6353BE4-84BE-43C8-9CFA-3D8363C5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3616" y="204420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866E3F3-BBB1-4310-9EB8-D692AA41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259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4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1863664" y="20442166"/>
            <a:ext cx="98643" cy="1145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E0B1D55-2CCD-4510-9B3C-5D934874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1E27724-8EE3-44CB-8D4E-B9B91C36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7" name=""/>
          <p:cNvCxnSpPr>
            <a:stCxn xmlns:a="http://schemas.openxmlformats.org/drawingml/2006/main" id="169" idx="2"/>
            <a:endCxn xmlns:a="http://schemas.openxmlformats.org/drawingml/2006/main" id="170" idx="0"/>
          </p:cNvCxnSpPr>
          <p:nvPr/>
        </p:nvCxnSpPr>
        <p:spPr>
          <a:xfrm xmlns:a="http://schemas.openxmlformats.org/drawingml/2006/main">
            <a:off x="10213253" y="16458349"/>
            <a:ext cx="0" cy="309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30532B3-7E9E-4ECA-81CB-D60247C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D2276C9-F14E-443F-ABA1-C8FD88E3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0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10213253" y="16768346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8456E7D-AF14-4AE2-BFB3-C25FA7F1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7AC0B79-C6FE-460B-9325-30D4B90C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3" name=""/>
          <p:cNvCxnSpPr>
            <a:stCxn xmlns:a="http://schemas.openxmlformats.org/drawingml/2006/main" id="175" idx="2"/>
            <a:endCxn xmlns:a="http://schemas.openxmlformats.org/drawingml/2006/main" id="176" idx="0"/>
          </p:cNvCxnSpPr>
          <p:nvPr/>
        </p:nvCxnSpPr>
        <p:spPr>
          <a:xfrm xmlns:a="http://schemas.openxmlformats.org/drawingml/2006/main">
            <a:off x="10213253" y="17121677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A5BFDA3-D129-4941-9621-2931C2E8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C80688D-DD0D-4723-A184-21C8B741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7631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6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10213253" y="17445008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05F78DD-E07E-49B7-9A16-BBA0E940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49D75775-CEC7-4932-BAAF-A45F888B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9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>
            <a:off x="10213253" y="13533241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0BBF8E3-FB1F-4B1A-908D-8A2C6E94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6A8EE62-89C1-4611-AB45-EF2F865E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2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10213253" y="13843239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32545B4-18FC-4DDD-AF3C-51412128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7748ACB-4135-41C0-B928-1F6C8C7E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5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10213253" y="14196570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6E7C268-3E96-41A7-9491-6CFE7E51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B39FA7D-4EA5-4DA1-93A4-14DD62EF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4706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8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0213253" y="14519901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CFC238A-B656-411B-BE45-FAA1AA01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58591B-428E-4D6C-B4E1-C5812F99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1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10213253" y="10608134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8D6D97A-A6E8-42F9-B88A-7C99C112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C38D24B-AC9E-44E4-9AC6-A334FF2B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4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10213253" y="10918132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2B80BCA-1365-4D3E-83F4-68D85387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9F53F25F-953A-4D69-81AF-F555C2C0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7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10213253" y="11271463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83FA631-E817-4C38-954C-343C72F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FAB5B02-BBD0-4E2E-9E63-F836CAFA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205" y="117813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0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10213253" y="11594794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06CBC59-F2A4-47C2-8F00-E0215BB5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2545" y="76180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7C7A710-7AE3-476C-A5AC-F405728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027" y="76511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3" name=""/>
          <p:cNvCxnSpPr>
            <a:stCxn xmlns:a="http://schemas.openxmlformats.org/drawingml/2006/main" id="205" idx="1"/>
            <a:endCxn xmlns:a="http://schemas.openxmlformats.org/drawingml/2006/main" id="206" idx="3"/>
          </p:cNvCxnSpPr>
          <p:nvPr/>
        </p:nvCxnSpPr>
        <p:spPr>
          <a:xfrm xmlns:a="http://schemas.openxmlformats.org/drawingml/2006/main" flipH="1">
            <a:off x="14623122" y="7618108"/>
            <a:ext cx="69423" cy="330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FF35BAF6-4B43-44DE-91D2-AEDB023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3027" y="76511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1779098-2ECC-4BFA-AC6C-3CAE7CB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1940" y="76706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6" name=""/>
          <p:cNvCxnSpPr>
            <a:stCxn xmlns:a="http://schemas.openxmlformats.org/drawingml/2006/main" id="208" idx="1"/>
            <a:endCxn xmlns:a="http://schemas.openxmlformats.org/drawingml/2006/main" id="209" idx="3"/>
          </p:cNvCxnSpPr>
          <p:nvPr/>
        </p:nvCxnSpPr>
        <p:spPr>
          <a:xfrm xmlns:a="http://schemas.openxmlformats.org/drawingml/2006/main" flipH="1">
            <a:off x="14582035" y="7651185"/>
            <a:ext cx="40992" cy="19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AF0DC44A-EC15-4D63-8F35-CB279DDB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1940" y="76706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F6B52FB-BB55-4945-82D7-8210EF5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188" y="8311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9" name=""/>
          <p:cNvCxnSpPr>
            <a:stCxn xmlns:a="http://schemas.openxmlformats.org/drawingml/2006/main" id="211" idx="1"/>
            <a:endCxn xmlns:a="http://schemas.openxmlformats.org/drawingml/2006/main" id="212" idx="3"/>
          </p:cNvCxnSpPr>
          <p:nvPr/>
        </p:nvCxnSpPr>
        <p:spPr>
          <a:xfrm xmlns:a="http://schemas.openxmlformats.org/drawingml/2006/main" flipH="1">
            <a:off x="13203283" y="7670672"/>
            <a:ext cx="1378657" cy="64127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EB10E52-2825-426E-92D3-EFA289B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3188" y="83119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2812080-AD2A-446E-AE83-D2023A6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851" y="8873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2" name=""/>
          <p:cNvCxnSpPr>
            <a:stCxn xmlns:a="http://schemas.openxmlformats.org/drawingml/2006/main" id="214" idx="1"/>
            <a:endCxn xmlns:a="http://schemas.openxmlformats.org/drawingml/2006/main" id="215" idx="3"/>
          </p:cNvCxnSpPr>
          <p:nvPr/>
        </p:nvCxnSpPr>
        <p:spPr>
          <a:xfrm xmlns:a="http://schemas.openxmlformats.org/drawingml/2006/main" flipH="1">
            <a:off x="11994946" y="8311950"/>
            <a:ext cx="1208242" cy="5617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56CB0F1-B8F8-4E62-8A95-2436760A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4851" y="88736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11ABE9B-9B54-4871-A918-83AB1F4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071" y="89313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5" name=""/>
          <p:cNvCxnSpPr>
            <a:stCxn xmlns:a="http://schemas.openxmlformats.org/drawingml/2006/main" id="217" idx="1"/>
            <a:endCxn xmlns:a="http://schemas.openxmlformats.org/drawingml/2006/main" id="218" idx="3"/>
          </p:cNvCxnSpPr>
          <p:nvPr/>
        </p:nvCxnSpPr>
        <p:spPr>
          <a:xfrm xmlns:a="http://schemas.openxmlformats.org/drawingml/2006/main" flipH="1">
            <a:off x="11871166" y="8873741"/>
            <a:ext cx="123685" cy="576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9EFBCC4-B003-4E36-8508-1052C2A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1373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093ED4A4-69F3-41C7-AB87-1AAC0C2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1833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8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 flipH="1">
            <a:off x="17271881" y="19383456"/>
            <a:ext cx="199540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484339AE-F72B-4316-98FD-DBD44B86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1833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0D5FB14E-D459-43CD-8EFD-92F597F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994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1" name=""/>
          <p:cNvCxnSpPr>
            <a:stCxn xmlns:a="http://schemas.openxmlformats.org/drawingml/2006/main" id="223" idx="2"/>
            <a:endCxn xmlns:a="http://schemas.openxmlformats.org/drawingml/2006/main" id="224" idx="0"/>
          </p:cNvCxnSpPr>
          <p:nvPr/>
        </p:nvCxnSpPr>
        <p:spPr>
          <a:xfrm xmlns:a="http://schemas.openxmlformats.org/drawingml/2006/main" flipH="1">
            <a:off x="17043042" y="19707813"/>
            <a:ext cx="228839" cy="3719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4B5366E-DFA4-4053-94D0-FD58988F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2994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0F2BA2B2-6004-44CA-8ECE-14F94620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520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4" name=""/>
          <p:cNvCxnSpPr>
            <a:stCxn xmlns:a="http://schemas.openxmlformats.org/drawingml/2006/main" id="226" idx="2"/>
            <a:endCxn xmlns:a="http://schemas.openxmlformats.org/drawingml/2006/main" id="227" idx="0"/>
          </p:cNvCxnSpPr>
          <p:nvPr/>
        </p:nvCxnSpPr>
        <p:spPr>
          <a:xfrm xmlns:a="http://schemas.openxmlformats.org/drawingml/2006/main" flipH="1">
            <a:off x="16836568" y="20079861"/>
            <a:ext cx="206474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243D125-0FC7-4622-A8A7-6EDB0EE7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36520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4C26E94-BC43-4D14-8423-FCEFA60C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9492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7" name=""/>
          <p:cNvCxnSpPr>
            <a:stCxn xmlns:a="http://schemas.openxmlformats.org/drawingml/2006/main" id="229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 flipH="1">
            <a:off x="16749540" y="20415243"/>
            <a:ext cx="87028" cy="1414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73B16E50-FCE3-4CD0-9A91-16B69B1E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990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78617363-AA1B-4C4C-BB02-91424DA6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2530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0" name=""/>
          <p:cNvCxnSpPr>
            <a:stCxn xmlns:a="http://schemas.openxmlformats.org/drawingml/2006/main" id="232" idx="2"/>
            <a:endCxn xmlns:a="http://schemas.openxmlformats.org/drawingml/2006/main" id="233" idx="0"/>
          </p:cNvCxnSpPr>
          <p:nvPr/>
        </p:nvCxnSpPr>
        <p:spPr>
          <a:xfrm xmlns:a="http://schemas.openxmlformats.org/drawingml/2006/main">
            <a:off x="18523038" y="19383456"/>
            <a:ext cx="199540" cy="32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078A0F0-1C65-47CD-8934-45011B05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2530" y="197077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88C19DE-35AD-4B76-BFC4-89D0199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369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3" name="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18722578" y="19707813"/>
            <a:ext cx="228839" cy="3719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AADDE3C7-BE83-48EC-B6E7-B01A5018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369" y="2007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DE33D91-DE0A-4E14-9B8A-56DFE4AA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7844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6" name=""/>
          <p:cNvCxnSpPr>
            <a:stCxn xmlns:a="http://schemas.openxmlformats.org/drawingml/2006/main" id="238" idx="2"/>
            <a:endCxn xmlns:a="http://schemas.openxmlformats.org/drawingml/2006/main" id="239" idx="0"/>
          </p:cNvCxnSpPr>
          <p:nvPr/>
        </p:nvCxnSpPr>
        <p:spPr>
          <a:xfrm xmlns:a="http://schemas.openxmlformats.org/drawingml/2006/main">
            <a:off x="18951417" y="20079861"/>
            <a:ext cx="206475" cy="335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6ABF2C7-06AA-4551-A5DB-84909C6C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7844" y="204151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ED6C5733-902F-4563-A48E-7DCB28D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5392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9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19157892" y="20415243"/>
            <a:ext cx="87548" cy="1414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8B01DB3-38EE-45A5-BBC1-FD0C1847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353" y="106036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4A1E564-9A71-4251-846A-7B60B79D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4" y="11160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2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 flipH="1">
            <a:off x="18211852" y="10603775"/>
            <a:ext cx="484549" cy="5565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D99EE46-D00B-4027-8C0E-7C42F85B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4" y="11160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CF0758B-C7D9-411A-AE42-4C8B158B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793" y="117854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5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 flipH="1">
            <a:off x="17667841" y="11160438"/>
            <a:ext cx="544011" cy="62502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0E8E0AC-E9FD-4A16-9B3A-B2D72C4E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7793" y="1178546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DE04AB1-9E18-4702-884D-6CC48103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4710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8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 flipH="1">
            <a:off x="17165090" y="11785562"/>
            <a:ext cx="502751" cy="292501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C215144-5A19-4C0F-9CC9-0CC5344A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47105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D5611F32-A103-4BB2-B6C9-BA842AD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1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17165090" y="14710669"/>
            <a:ext cx="0" cy="17352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138E7163-63B2-4172-8AFB-3D1CE823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504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F550794B-19E3-4BD8-BC17-C95FD9FD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423" y="169549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4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17165090" y="16446041"/>
            <a:ext cx="208381" cy="5088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2D4A1A1-C66A-48F4-B0BE-62B8B81A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423" y="169549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C99B4A1-AF40-49E2-A21B-03A47C7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805" y="17463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7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17373471" y="16955012"/>
            <a:ext cx="208382" cy="5083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8AD285B-64DA-4BE4-8F61-D2C9BBD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1805" y="17463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7DBF2CEF-053A-4E4C-8394-B102F058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070" y="176277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0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17581853" y="17463470"/>
            <a:ext cx="67265" cy="16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EBADA29A-DACF-45FA-94CD-644920A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6652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0EC8B7B-A6C2-4B6C-BE44-C25731E5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390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3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 flipH="1">
            <a:off x="19232438" y="13533241"/>
            <a:ext cx="54262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7986636-630A-4128-A727-9D665F0A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2390" y="13843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7EA28B0C-CC39-4A9A-AD8F-401C0365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0672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6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 flipH="1">
            <a:off x="19170720" y="13843239"/>
            <a:ext cx="61718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A65051F0-C540-4572-BDA4-0AAD1990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0672" y="14196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53ADD937-8D52-4BE4-8ED5-8DF184E9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983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9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 flipH="1">
            <a:off x="19114031" y="14196570"/>
            <a:ext cx="56689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020B3C71-522F-4830-A851-BDCA94A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3983" y="14519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14D5BCBA-395D-42E6-976E-F20B386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0697" y="14706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2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 flipH="1">
            <a:off x="19080745" y="14519901"/>
            <a:ext cx="33286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203715B-1109-41AF-9161-CDE6311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8096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074A9C36-66C7-4195-A357-E7B682B1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2622" y="138690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5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20338191" y="13533194"/>
            <a:ext cx="354431" cy="3358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7D39DF1-AB43-4E53-B652-664EB414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2622" y="138690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4A2E5287-53F1-4BA5-89FF-5D40BBA6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64" y="142559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8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20692717" y="13869089"/>
            <a:ext cx="408347" cy="38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1B73E080-7DB7-419F-BF5E-3E0EC25C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64" y="142559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636B2294-EDA2-4E73-A674-3DEC0CCE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952" y="1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1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21101159" y="14256010"/>
            <a:ext cx="363793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36E6AC8-B3EE-4865-85D9-ED87C429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4952" y="14600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228EEBB-08F7-464A-B8F3-AAC813F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1917" y="147013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4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21465047" y="14600623"/>
            <a:ext cx="106870" cy="10076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E85B1CDA-4483-4566-A6CF-4A1B6109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62F990A-AAFC-4F87-A31A-41B23C39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7" name=""/>
          <p:cNvCxnSpPr>
            <a:stCxn xmlns:a="http://schemas.openxmlformats.org/drawingml/2006/main" id="289" idx="2"/>
            <a:endCxn xmlns:a="http://schemas.openxmlformats.org/drawingml/2006/main" id="290" idx="0"/>
          </p:cNvCxnSpPr>
          <p:nvPr/>
        </p:nvCxnSpPr>
        <p:spPr>
          <a:xfrm xmlns:a="http://schemas.openxmlformats.org/drawingml/2006/main">
            <a:off x="19436138" y="10608134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7BD990F-A775-4888-A831-054C9655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09180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0B9E38E-2666-402C-900F-380A77CC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0" name=""/>
          <p:cNvCxnSpPr>
            <a:stCxn xmlns:a="http://schemas.openxmlformats.org/drawingml/2006/main" id="292" idx="2"/>
            <a:endCxn xmlns:a="http://schemas.openxmlformats.org/drawingml/2006/main" id="293" idx="0"/>
          </p:cNvCxnSpPr>
          <p:nvPr/>
        </p:nvCxnSpPr>
        <p:spPr>
          <a:xfrm xmlns:a="http://schemas.openxmlformats.org/drawingml/2006/main">
            <a:off x="19436138" y="10918132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86F6BEC7-F784-4B63-9AC4-DFD735AB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2713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9319A29-08F5-4437-9E43-534E55F8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3" name=""/>
          <p:cNvCxnSpPr>
            <a:stCxn xmlns:a="http://schemas.openxmlformats.org/drawingml/2006/main" id="295" idx="2"/>
            <a:endCxn xmlns:a="http://schemas.openxmlformats.org/drawingml/2006/main" id="296" idx="0"/>
          </p:cNvCxnSpPr>
          <p:nvPr/>
        </p:nvCxnSpPr>
        <p:spPr>
          <a:xfrm xmlns:a="http://schemas.openxmlformats.org/drawingml/2006/main">
            <a:off x="19436138" y="11271463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BD8DB31E-3A49-4386-BB24-7D0199C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5946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F218451-E0C2-4420-8C7E-C1941AEE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090" y="117813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6" name=""/>
          <p:cNvCxnSpPr>
            <a:stCxn xmlns:a="http://schemas.openxmlformats.org/drawingml/2006/main" id="298" idx="2"/>
            <a:endCxn xmlns:a="http://schemas.openxmlformats.org/drawingml/2006/main" id="299" idx="0"/>
          </p:cNvCxnSpPr>
          <p:nvPr/>
        </p:nvCxnSpPr>
        <p:spPr>
          <a:xfrm xmlns:a="http://schemas.openxmlformats.org/drawingml/2006/main">
            <a:off x="19436138" y="11594794"/>
            <a:ext cx="0" cy="18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986B63EC-98E5-4E3F-B2BA-C0DBC7E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8837" y="1639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AB23BC24-19E2-4AE8-A30A-8E1EB8B9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319" y="16426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9" name=""/>
          <p:cNvCxnSpPr>
            <a:stCxn xmlns:a="http://schemas.openxmlformats.org/drawingml/2006/main" id="301" idx="1"/>
            <a:endCxn xmlns:a="http://schemas.openxmlformats.org/drawingml/2006/main" id="302" idx="3"/>
          </p:cNvCxnSpPr>
          <p:nvPr/>
        </p:nvCxnSpPr>
        <p:spPr>
          <a:xfrm xmlns:a="http://schemas.openxmlformats.org/drawingml/2006/main" flipH="1">
            <a:off x="24279414" y="16393430"/>
            <a:ext cx="69423" cy="330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76BA0D3-2080-4509-88F5-6C7BEE05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319" y="16426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E3D58975-2EA5-4B4C-97A1-B9CC543D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823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2" name=""/>
          <p:cNvCxnSpPr>
            <a:stCxn xmlns:a="http://schemas.openxmlformats.org/drawingml/2006/main" id="304" idx="1"/>
            <a:endCxn xmlns:a="http://schemas.openxmlformats.org/drawingml/2006/main" id="305" idx="3"/>
          </p:cNvCxnSpPr>
          <p:nvPr/>
        </p:nvCxnSpPr>
        <p:spPr>
          <a:xfrm xmlns:a="http://schemas.openxmlformats.org/drawingml/2006/main" flipH="1">
            <a:off x="24238327" y="16426507"/>
            <a:ext cx="40992" cy="19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C4AA3F4E-CE87-4507-95F1-8BC1D55C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8232" y="16445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2E553936-7403-4FD9-B326-82739C38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752" y="1729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5" name=""/>
          <p:cNvCxnSpPr>
            <a:stCxn xmlns:a="http://schemas.openxmlformats.org/drawingml/2006/main" id="307" idx="1"/>
            <a:endCxn xmlns:a="http://schemas.openxmlformats.org/drawingml/2006/main" id="308" idx="3"/>
          </p:cNvCxnSpPr>
          <p:nvPr/>
        </p:nvCxnSpPr>
        <p:spPr>
          <a:xfrm xmlns:a="http://schemas.openxmlformats.org/drawingml/2006/main" flipH="1">
            <a:off x="21623847" y="16445994"/>
            <a:ext cx="2614385" cy="8510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6BF080EB-A078-42B2-96FB-5159BDC7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3752" y="17296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76E6CAED-2C6C-443F-8B5A-EBA0BB63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175" y="178974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8" name=""/>
          <p:cNvCxnSpPr>
            <a:stCxn xmlns:a="http://schemas.openxmlformats.org/drawingml/2006/main" id="310" idx="1"/>
            <a:endCxn xmlns:a="http://schemas.openxmlformats.org/drawingml/2006/main" id="311" idx="3"/>
          </p:cNvCxnSpPr>
          <p:nvPr/>
        </p:nvCxnSpPr>
        <p:spPr>
          <a:xfrm xmlns:a="http://schemas.openxmlformats.org/drawingml/2006/main" flipH="1">
            <a:off x="19779270" y="17297014"/>
            <a:ext cx="1844482" cy="6005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FB65C81-90AB-44D0-A7FA-E2728F4A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175" y="178974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5ED8D96-4E92-48C4-99C8-1D829345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2794" y="1793849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1" name=""/>
          <p:cNvCxnSpPr>
            <a:stCxn xmlns:a="http://schemas.openxmlformats.org/drawingml/2006/main" id="313" idx="1"/>
            <a:endCxn xmlns:a="http://schemas.openxmlformats.org/drawingml/2006/main" id="314" idx="3"/>
          </p:cNvCxnSpPr>
          <p:nvPr/>
        </p:nvCxnSpPr>
        <p:spPr>
          <a:xfrm xmlns:a="http://schemas.openxmlformats.org/drawingml/2006/main" flipH="1">
            <a:off x="19652889" y="17897522"/>
            <a:ext cx="126286" cy="4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80F8C1B1-C356-43B2-9C29-B4C5D0A3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2474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5345FBED-A017-4034-99B3-D23A714B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7821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4" name=""/>
          <p:cNvCxnSpPr>
            <a:stCxn xmlns:a="http://schemas.openxmlformats.org/drawingml/2006/main" id="316" idx="2"/>
            <a:endCxn xmlns:a="http://schemas.openxmlformats.org/drawingml/2006/main" id="317" idx="0"/>
          </p:cNvCxnSpPr>
          <p:nvPr/>
        </p:nvCxnSpPr>
        <p:spPr>
          <a:xfrm xmlns:a="http://schemas.openxmlformats.org/drawingml/2006/main" flipH="1">
            <a:off x="24887869" y="19383456"/>
            <a:ext cx="314653" cy="3342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EF581A0E-145A-4EF4-AC8D-B390101C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7821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521BBEC-7520-4A57-AA49-D2169890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5494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7" name=""/>
          <p:cNvCxnSpPr>
            <a:stCxn xmlns:a="http://schemas.openxmlformats.org/drawingml/2006/main" id="319" idx="2"/>
            <a:endCxn xmlns:a="http://schemas.openxmlformats.org/drawingml/2006/main" id="320" idx="0"/>
          </p:cNvCxnSpPr>
          <p:nvPr/>
        </p:nvCxnSpPr>
        <p:spPr>
          <a:xfrm xmlns:a="http://schemas.openxmlformats.org/drawingml/2006/main" flipH="1">
            <a:off x="24525542" y="19717812"/>
            <a:ext cx="362327" cy="3850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223A748E-6265-406C-A17A-68C621F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5494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D4830B25-0005-4604-B4B9-F6594AF7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999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0" name=""/>
          <p:cNvCxnSpPr>
            <a:stCxn xmlns:a="http://schemas.openxmlformats.org/drawingml/2006/main" id="322" idx="2"/>
            <a:endCxn xmlns:a="http://schemas.openxmlformats.org/drawingml/2006/main" id="323" idx="0"/>
          </p:cNvCxnSpPr>
          <p:nvPr/>
        </p:nvCxnSpPr>
        <p:spPr>
          <a:xfrm xmlns:a="http://schemas.openxmlformats.org/drawingml/2006/main" flipH="1">
            <a:off x="24202047" y="20102938"/>
            <a:ext cx="323495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5359FB1-13A6-4598-B642-BFFADA95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1999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09415FE-0B38-48E3-B8C4-DC0A31A4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3009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3" name=""/>
          <p:cNvCxnSpPr>
            <a:stCxn xmlns:a="http://schemas.openxmlformats.org/drawingml/2006/main" id="325" idx="2"/>
            <a:endCxn xmlns:a="http://schemas.openxmlformats.org/drawingml/2006/main" id="326" idx="0"/>
          </p:cNvCxnSpPr>
          <p:nvPr/>
        </p:nvCxnSpPr>
        <p:spPr>
          <a:xfrm xmlns:a="http://schemas.openxmlformats.org/drawingml/2006/main" flipH="1">
            <a:off x="24103057" y="20446525"/>
            <a:ext cx="98990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479D77EE-0D5A-43EC-8A9B-8D20A4D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3918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0C3B09D-3E60-4A06-A28D-B961632D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280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6" name=""/>
          <p:cNvCxnSpPr>
            <a:stCxn xmlns:a="http://schemas.openxmlformats.org/drawingml/2006/main" id="328" idx="2"/>
            <a:endCxn xmlns:a="http://schemas.openxmlformats.org/drawingml/2006/main" id="329" idx="0"/>
          </p:cNvCxnSpPr>
          <p:nvPr/>
        </p:nvCxnSpPr>
        <p:spPr>
          <a:xfrm xmlns:a="http://schemas.openxmlformats.org/drawingml/2006/main">
            <a:off x="26253966" y="19383456"/>
            <a:ext cx="91362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ED1D3F0-5919-4E66-AC30-E2890AE4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5280" y="1969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1D7D271-55D7-4867-B025-F9CA1FDE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9817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9" name=""/>
          <p:cNvCxnSpPr>
            <a:stCxn xmlns:a="http://schemas.openxmlformats.org/drawingml/2006/main" id="331" idx="2"/>
            <a:endCxn xmlns:a="http://schemas.openxmlformats.org/drawingml/2006/main" id="332" idx="0"/>
          </p:cNvCxnSpPr>
          <p:nvPr/>
        </p:nvCxnSpPr>
        <p:spPr>
          <a:xfrm xmlns:a="http://schemas.openxmlformats.org/drawingml/2006/main">
            <a:off x="26345328" y="19699095"/>
            <a:ext cx="104537" cy="3606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B8AAA79D-298E-4AF1-8523-9F9F94E9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9817" y="200597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5845166-ACD1-4B9F-9D31-C12B7D6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4820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2" name=""/>
          <p:cNvCxnSpPr>
            <a:stCxn xmlns:a="http://schemas.openxmlformats.org/drawingml/2006/main" id="334" idx="2"/>
            <a:endCxn xmlns:a="http://schemas.openxmlformats.org/drawingml/2006/main" id="335" idx="0"/>
          </p:cNvCxnSpPr>
          <p:nvPr/>
        </p:nvCxnSpPr>
        <p:spPr>
          <a:xfrm xmlns:a="http://schemas.openxmlformats.org/drawingml/2006/main">
            <a:off x="26449865" y="20059861"/>
            <a:ext cx="95003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0C37A7C-DBE5-4E03-9D8A-ADC69D79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4820" y="20388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416B567-9B9A-4FBB-8A17-3562D2A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4228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5" name=""/>
          <p:cNvCxnSpPr>
            <a:stCxn xmlns:a="http://schemas.openxmlformats.org/drawingml/2006/main" id="337" idx="2"/>
            <a:endCxn xmlns:a="http://schemas.openxmlformats.org/drawingml/2006/main" id="338" idx="0"/>
          </p:cNvCxnSpPr>
          <p:nvPr/>
        </p:nvCxnSpPr>
        <p:spPr>
          <a:xfrm xmlns:a="http://schemas.openxmlformats.org/drawingml/2006/main">
            <a:off x="26544868" y="20388320"/>
            <a:ext cx="49408" cy="1683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9840D233-A615-4569-A767-69E18556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964D0BF-7B60-4345-97B4-B75769BD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8" name=""/>
          <p:cNvCxnSpPr>
            <a:stCxn xmlns:a="http://schemas.openxmlformats.org/drawingml/2006/main" id="340" idx="2"/>
            <a:endCxn xmlns:a="http://schemas.openxmlformats.org/drawingml/2006/main" id="341" idx="0"/>
          </p:cNvCxnSpPr>
          <p:nvPr/>
        </p:nvCxnSpPr>
        <p:spPr>
          <a:xfrm xmlns:a="http://schemas.openxmlformats.org/drawingml/2006/main">
            <a:off x="26006578" y="16458349"/>
            <a:ext cx="0" cy="309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1F1BC46-2722-4A6D-BB16-61C4C275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D9DAF6B-A610-4FD7-851C-F11BB6E2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1" name=""/>
          <p:cNvCxnSpPr>
            <a:stCxn xmlns:a="http://schemas.openxmlformats.org/drawingml/2006/main" id="343" idx="2"/>
            <a:endCxn xmlns:a="http://schemas.openxmlformats.org/drawingml/2006/main" id="344" idx="0"/>
          </p:cNvCxnSpPr>
          <p:nvPr/>
        </p:nvCxnSpPr>
        <p:spPr>
          <a:xfrm xmlns:a="http://schemas.openxmlformats.org/drawingml/2006/main">
            <a:off x="26006578" y="16768346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8CA093DE-E0D2-4192-B219-5A67982E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E4E8F318-6E5D-4351-8590-FBB047EC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4" name=""/>
          <p:cNvCxnSpPr>
            <a:stCxn xmlns:a="http://schemas.openxmlformats.org/drawingml/2006/main" id="346" idx="2"/>
            <a:endCxn xmlns:a="http://schemas.openxmlformats.org/drawingml/2006/main" id="347" idx="0"/>
          </p:cNvCxnSpPr>
          <p:nvPr/>
        </p:nvCxnSpPr>
        <p:spPr>
          <a:xfrm xmlns:a="http://schemas.openxmlformats.org/drawingml/2006/main">
            <a:off x="26006578" y="17121677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9DDB592E-A386-4C28-9E09-3A5F58C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1AE1BD26-E24C-4B8F-9AED-FD2057B4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6530" y="17631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7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26006578" y="17445008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64C06E7B-5AAD-4E24-9CB5-34426EA5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9008" y="135331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F4E5C7AA-7D8E-410A-A429-7CBCE586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2007" y="138603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0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24569056" y="13533241"/>
            <a:ext cx="232999" cy="327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FBFA91C4-6D57-44E7-A49C-3FF8ED9C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2007" y="138603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92AF6F8-D2E5-43AD-A4D9-84197612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332" y="142362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3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24802055" y="13860419"/>
            <a:ext cx="267325" cy="3757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8C55D30F-F11E-4FC3-90BF-AE90C14F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9332" y="142362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84CC78B-3297-4C55-AC9F-D4354A5E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959" y="14574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6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25069380" y="14236313"/>
            <a:ext cx="240627" cy="337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631C3A9D-8B57-4607-9680-447ABC7A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959" y="145741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28D45239-F155-4CD9-8A55-A7B33762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4962" y="147064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9" name=""/>
          <p:cNvCxnSpPr>
            <a:stCxn xmlns:a="http://schemas.openxmlformats.org/drawingml/2006/main" id="361" idx="2"/>
            <a:endCxn xmlns:a="http://schemas.openxmlformats.org/drawingml/2006/main" id="362" idx="0"/>
          </p:cNvCxnSpPr>
          <p:nvPr/>
        </p:nvCxnSpPr>
        <p:spPr>
          <a:xfrm xmlns:a="http://schemas.openxmlformats.org/drawingml/2006/main">
            <a:off x="25310007" y="14574260"/>
            <a:ext cx="95003" cy="1322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A0025F4C-A5B5-4FEB-891E-5173A6CB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7881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C6A40963-F1E3-436E-81C3-C1A2680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9120" y="196961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2" name=""/>
          <p:cNvCxnSpPr>
            <a:stCxn xmlns:a="http://schemas.openxmlformats.org/drawingml/2006/main" id="364" idx="2"/>
            <a:endCxn xmlns:a="http://schemas.openxmlformats.org/drawingml/2006/main" id="365" idx="0"/>
          </p:cNvCxnSpPr>
          <p:nvPr/>
        </p:nvCxnSpPr>
        <p:spPr>
          <a:xfrm xmlns:a="http://schemas.openxmlformats.org/drawingml/2006/main" flipH="1">
            <a:off x="30859168" y="19383456"/>
            <a:ext cx="88761" cy="3127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3C0012E-C20C-4F7D-A4A5-6B96494B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9120" y="196961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A56CAC58-BA1F-43CF-84E8-978B51FA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7876" y="20053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5" name=""/>
          <p:cNvCxnSpPr>
            <a:stCxn xmlns:a="http://schemas.openxmlformats.org/drawingml/2006/main" id="367" idx="2"/>
            <a:endCxn xmlns:a="http://schemas.openxmlformats.org/drawingml/2006/main" id="368" idx="0"/>
          </p:cNvCxnSpPr>
          <p:nvPr/>
        </p:nvCxnSpPr>
        <p:spPr>
          <a:xfrm xmlns:a="http://schemas.openxmlformats.org/drawingml/2006/main" flipH="1">
            <a:off x="30757924" y="19696274"/>
            <a:ext cx="101244" cy="3568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3F2A0198-3699-4200-A46B-8361222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7876" y="20053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59C41C1B-BC5C-47A0-841B-1DECEED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5474" y="20379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8" name=""/>
          <p:cNvCxnSpPr>
            <a:stCxn xmlns:a="http://schemas.openxmlformats.org/drawingml/2006/main" id="370" idx="2"/>
            <a:endCxn xmlns:a="http://schemas.openxmlformats.org/drawingml/2006/main" id="371" idx="0"/>
          </p:cNvCxnSpPr>
          <p:nvPr/>
        </p:nvCxnSpPr>
        <p:spPr>
          <a:xfrm xmlns:a="http://schemas.openxmlformats.org/drawingml/2006/main" flipH="1">
            <a:off x="30665522" y="20053195"/>
            <a:ext cx="92402" cy="32605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92B2E942-EC70-4307-B76C-7010583A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5474" y="20379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535C802-709D-45EC-93F1-3E48525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4505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1" name=""/>
          <p:cNvCxnSpPr>
            <a:stCxn xmlns:a="http://schemas.openxmlformats.org/drawingml/2006/main" id="373" idx="2"/>
            <a:endCxn xmlns:a="http://schemas.openxmlformats.org/drawingml/2006/main" id="374" idx="0"/>
          </p:cNvCxnSpPr>
          <p:nvPr/>
        </p:nvCxnSpPr>
        <p:spPr>
          <a:xfrm xmlns:a="http://schemas.openxmlformats.org/drawingml/2006/main" flipH="1">
            <a:off x="30614553" y="20379346"/>
            <a:ext cx="50969" cy="1773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75462494-7BC0-4F6A-A283-76A0E62B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234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0B16F3D6-CF2D-426F-839C-AD61D2D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4649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4" name=""/>
          <p:cNvCxnSpPr>
            <a:stCxn xmlns:a="http://schemas.openxmlformats.org/drawingml/2006/main" id="376" idx="2"/>
            <a:endCxn xmlns:a="http://schemas.openxmlformats.org/drawingml/2006/main" id="377" idx="0"/>
          </p:cNvCxnSpPr>
          <p:nvPr/>
        </p:nvCxnSpPr>
        <p:spPr>
          <a:xfrm xmlns:a="http://schemas.openxmlformats.org/drawingml/2006/main" flipH="1">
            <a:off x="32814697" y="22308563"/>
            <a:ext cx="308585" cy="33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E43B92C4-2501-4B8A-9038-411D5FB0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4649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2640473-93D9-4558-B8BC-E217126A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2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7" name=""/>
          <p:cNvCxnSpPr>
            <a:stCxn xmlns:a="http://schemas.openxmlformats.org/drawingml/2006/main" id="379" idx="2"/>
            <a:endCxn xmlns:a="http://schemas.openxmlformats.org/drawingml/2006/main" id="380" idx="0"/>
          </p:cNvCxnSpPr>
          <p:nvPr/>
        </p:nvCxnSpPr>
        <p:spPr>
          <a:xfrm xmlns:a="http://schemas.openxmlformats.org/drawingml/2006/main" flipH="1">
            <a:off x="32459303" y="22642920"/>
            <a:ext cx="355394" cy="3850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03AAC59-63FB-4133-A707-BB74649A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92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F4186A17-2C26-4C60-B2AF-05EC221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217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0" name=""/>
          <p:cNvCxnSpPr>
            <a:stCxn xmlns:a="http://schemas.openxmlformats.org/drawingml/2006/main" id="382" idx="2"/>
            <a:endCxn xmlns:a="http://schemas.openxmlformats.org/drawingml/2006/main" id="383" idx="0"/>
          </p:cNvCxnSpPr>
          <p:nvPr/>
        </p:nvCxnSpPr>
        <p:spPr>
          <a:xfrm xmlns:a="http://schemas.openxmlformats.org/drawingml/2006/main" flipH="1">
            <a:off x="32142223" y="23028045"/>
            <a:ext cx="317080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5B1AA5DF-0CDD-46DC-96EB-6E2C14F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217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93665F7C-DF5C-4693-BBA5-7024DA56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4746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3" name=""/>
          <p:cNvCxnSpPr>
            <a:stCxn xmlns:a="http://schemas.openxmlformats.org/drawingml/2006/main" id="385" idx="2"/>
            <a:endCxn xmlns:a="http://schemas.openxmlformats.org/drawingml/2006/main" id="386" idx="0"/>
          </p:cNvCxnSpPr>
          <p:nvPr/>
        </p:nvCxnSpPr>
        <p:spPr>
          <a:xfrm xmlns:a="http://schemas.openxmlformats.org/drawingml/2006/main" flipH="1">
            <a:off x="32044794" y="23371632"/>
            <a:ext cx="97429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4F054CFE-FA59-45C8-B795-09D89FDA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4677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5BAF12C-5CC9-4896-A52A-ECB41612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176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6" name=""/>
          <p:cNvCxnSpPr>
            <a:stCxn xmlns:a="http://schemas.openxmlformats.org/drawingml/2006/main" id="388" idx="2"/>
            <a:endCxn xmlns:a="http://schemas.openxmlformats.org/drawingml/2006/main" id="389" idx="0"/>
          </p:cNvCxnSpPr>
          <p:nvPr/>
        </p:nvCxnSpPr>
        <p:spPr>
          <a:xfrm xmlns:a="http://schemas.openxmlformats.org/drawingml/2006/main">
            <a:off x="34174725" y="22308563"/>
            <a:ext cx="97083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9AE464F-9707-4B67-945D-8C2E0027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176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0AA730E4-D0FB-48D6-9FD7-EC7B9CC4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86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9" name=""/>
          <p:cNvCxnSpPr>
            <a:stCxn xmlns:a="http://schemas.openxmlformats.org/drawingml/2006/main" id="391" idx="2"/>
            <a:endCxn xmlns:a="http://schemas.openxmlformats.org/drawingml/2006/main" id="392" idx="0"/>
          </p:cNvCxnSpPr>
          <p:nvPr/>
        </p:nvCxnSpPr>
        <p:spPr>
          <a:xfrm xmlns:a="http://schemas.openxmlformats.org/drawingml/2006/main">
            <a:off x="34271808" y="22624202"/>
            <a:ext cx="111126" cy="3606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1D17D1F6-AA27-4B0F-A0D4-34AE6A6F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2886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6900F7B2-B7BB-4898-85BA-AFA5E49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3783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2" name=""/>
          <p:cNvCxnSpPr>
            <a:stCxn xmlns:a="http://schemas.openxmlformats.org/drawingml/2006/main" id="394" idx="2"/>
            <a:endCxn xmlns:a="http://schemas.openxmlformats.org/drawingml/2006/main" id="395" idx="0"/>
          </p:cNvCxnSpPr>
          <p:nvPr/>
        </p:nvCxnSpPr>
        <p:spPr>
          <a:xfrm xmlns:a="http://schemas.openxmlformats.org/drawingml/2006/main">
            <a:off x="34382934" y="22984969"/>
            <a:ext cx="100897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67DDEB4D-D02D-42B7-ACF1-7B68C049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3783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1D1807EF-BE3B-4A46-BDA5-575AD58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5965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5" name=""/>
          <p:cNvCxnSpPr>
            <a:stCxn xmlns:a="http://schemas.openxmlformats.org/drawingml/2006/main" id="397" idx="2"/>
            <a:endCxn xmlns:a="http://schemas.openxmlformats.org/drawingml/2006/main" id="398" idx="0"/>
          </p:cNvCxnSpPr>
          <p:nvPr/>
        </p:nvCxnSpPr>
        <p:spPr>
          <a:xfrm xmlns:a="http://schemas.openxmlformats.org/drawingml/2006/main">
            <a:off x="34483831" y="23313428"/>
            <a:ext cx="52182" cy="168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9952BE5-F2D8-4A9C-B6DC-DC71FDC0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932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5E9706CF-1773-44AD-B7B8-734213B8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6058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8" name=""/>
          <p:cNvCxnSpPr>
            <a:stCxn xmlns:a="http://schemas.openxmlformats.org/drawingml/2006/main" id="400" idx="2"/>
            <a:endCxn xmlns:a="http://schemas.openxmlformats.org/drawingml/2006/main" id="401" idx="0"/>
          </p:cNvCxnSpPr>
          <p:nvPr/>
        </p:nvCxnSpPr>
        <p:spPr>
          <a:xfrm xmlns:a="http://schemas.openxmlformats.org/drawingml/2006/main">
            <a:off x="31999373" y="19383456"/>
            <a:ext cx="316733" cy="3342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37AD2FA6-38F6-4CF3-8A05-7336B73D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6058" y="197177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6EE80787-A83C-4051-9FAF-9B4005CE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0639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1" name=""/>
          <p:cNvCxnSpPr>
            <a:stCxn xmlns:a="http://schemas.openxmlformats.org/drawingml/2006/main" id="403" idx="2"/>
            <a:endCxn xmlns:a="http://schemas.openxmlformats.org/drawingml/2006/main" id="404" idx="0"/>
          </p:cNvCxnSpPr>
          <p:nvPr/>
        </p:nvCxnSpPr>
        <p:spPr>
          <a:xfrm xmlns:a="http://schemas.openxmlformats.org/drawingml/2006/main">
            <a:off x="32316106" y="19717812"/>
            <a:ext cx="364581" cy="3850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33B4E1E-5436-458D-B8BB-63A89724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0639" y="2010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D6C1355C-1A71-4BCF-ACFC-8947DAB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041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4" name=""/>
          <p:cNvCxnSpPr>
            <a:stCxn xmlns:a="http://schemas.openxmlformats.org/drawingml/2006/main" id="406" idx="2"/>
            <a:endCxn xmlns:a="http://schemas.openxmlformats.org/drawingml/2006/main" id="407" idx="0"/>
          </p:cNvCxnSpPr>
          <p:nvPr/>
        </p:nvCxnSpPr>
        <p:spPr>
          <a:xfrm xmlns:a="http://schemas.openxmlformats.org/drawingml/2006/main">
            <a:off x="32680687" y="20102938"/>
            <a:ext cx="325402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D2D5712E-46BD-4A42-9350-68A3185A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041" y="204464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FFE7DC61-C243-4DF0-BA4D-4258BD8E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5724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47" name=""/>
          <p:cNvCxnSpPr>
            <a:stCxn xmlns:a="http://schemas.openxmlformats.org/drawingml/2006/main" id="409" idx="2"/>
            <a:endCxn xmlns:a="http://schemas.openxmlformats.org/drawingml/2006/main" id="410" idx="0"/>
          </p:cNvCxnSpPr>
          <p:nvPr/>
        </p:nvCxnSpPr>
        <p:spPr>
          <a:xfrm xmlns:a="http://schemas.openxmlformats.org/drawingml/2006/main">
            <a:off x="33006089" y="20446525"/>
            <a:ext cx="99683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30D10DCC-3906-408E-9F52-868B8D5D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645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D038F175-B451-45B0-B155-DB0BFAC4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0" name=""/>
          <p:cNvCxnSpPr>
            <a:stCxn xmlns:a="http://schemas.openxmlformats.org/drawingml/2006/main" id="412" idx="2"/>
            <a:endCxn xmlns:a="http://schemas.openxmlformats.org/drawingml/2006/main" id="413" idx="0"/>
          </p:cNvCxnSpPr>
          <p:nvPr/>
        </p:nvCxnSpPr>
        <p:spPr>
          <a:xfrm xmlns:a="http://schemas.openxmlformats.org/drawingml/2006/main">
            <a:off x="31190117" y="16458349"/>
            <a:ext cx="0" cy="3099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46D3DE7A-070C-4F60-9452-707352F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67682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0D523F63-7251-4A46-BA88-D9156EBF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3" name=""/>
          <p:cNvCxnSpPr>
            <a:stCxn xmlns:a="http://schemas.openxmlformats.org/drawingml/2006/main" id="415" idx="2"/>
            <a:endCxn xmlns:a="http://schemas.openxmlformats.org/drawingml/2006/main" id="416" idx="0"/>
          </p:cNvCxnSpPr>
          <p:nvPr/>
        </p:nvCxnSpPr>
        <p:spPr>
          <a:xfrm xmlns:a="http://schemas.openxmlformats.org/drawingml/2006/main">
            <a:off x="31190117" y="16768346"/>
            <a:ext cx="0" cy="35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9B05AACB-3A80-46C0-AF6F-AE6C62D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121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B698660-53D9-4CED-A3D4-EB40FF9B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6" name=""/>
          <p:cNvCxnSpPr>
            <a:stCxn xmlns:a="http://schemas.openxmlformats.org/drawingml/2006/main" id="418" idx="2"/>
            <a:endCxn xmlns:a="http://schemas.openxmlformats.org/drawingml/2006/main" id="419" idx="0"/>
          </p:cNvCxnSpPr>
          <p:nvPr/>
        </p:nvCxnSpPr>
        <p:spPr>
          <a:xfrm xmlns:a="http://schemas.openxmlformats.org/drawingml/2006/main">
            <a:off x="31190117" y="17121677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7F5C3E07-055D-45F4-81AE-A7852E69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4449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131AC73A-4665-403F-9A39-8C05FD2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0069" y="1763157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9" name=""/>
          <p:cNvCxnSpPr>
            <a:stCxn xmlns:a="http://schemas.openxmlformats.org/drawingml/2006/main" id="421" idx="2"/>
            <a:endCxn xmlns:a="http://schemas.openxmlformats.org/drawingml/2006/main" id="422" idx="0"/>
          </p:cNvCxnSpPr>
          <p:nvPr/>
        </p:nvCxnSpPr>
        <p:spPr>
          <a:xfrm xmlns:a="http://schemas.openxmlformats.org/drawingml/2006/main">
            <a:off x="31190117" y="17445008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C74B48E6-8BC2-4E9B-88AA-D33EF6CB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F486EB47-BCF8-4742-BE85-6E67B16D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2" name=""/>
          <p:cNvCxnSpPr>
            <a:stCxn xmlns:a="http://schemas.openxmlformats.org/drawingml/2006/main" id="424" idx="2"/>
            <a:endCxn xmlns:a="http://schemas.openxmlformats.org/drawingml/2006/main" id="425" idx="0"/>
          </p:cNvCxnSpPr>
          <p:nvPr/>
        </p:nvCxnSpPr>
        <p:spPr>
          <a:xfrm xmlns:a="http://schemas.openxmlformats.org/drawingml/2006/main">
            <a:off x="37448503" y="19383456"/>
            <a:ext cx="0" cy="3099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80558F3-DBD9-43A5-8C47-521EEF30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196933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D7B33A32-E1CF-4E62-970C-C331E3D2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5" name=""/>
          <p:cNvCxnSpPr>
            <a:stCxn xmlns:a="http://schemas.openxmlformats.org/drawingml/2006/main" id="427" idx="2"/>
            <a:endCxn xmlns:a="http://schemas.openxmlformats.org/drawingml/2006/main" id="428" idx="0"/>
          </p:cNvCxnSpPr>
          <p:nvPr/>
        </p:nvCxnSpPr>
        <p:spPr>
          <a:xfrm xmlns:a="http://schemas.openxmlformats.org/drawingml/2006/main">
            <a:off x="37448503" y="19693454"/>
            <a:ext cx="0" cy="35323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7EEB0761-631B-43A5-9DDE-9E22024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04668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448743E-985A-40A3-A74E-6AE8074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68" name=""/>
          <p:cNvCxnSpPr>
            <a:stCxn xmlns:a="http://schemas.openxmlformats.org/drawingml/2006/main" id="430" idx="2"/>
            <a:endCxn xmlns:a="http://schemas.openxmlformats.org/drawingml/2006/main" id="431" idx="0"/>
          </p:cNvCxnSpPr>
          <p:nvPr/>
        </p:nvCxnSpPr>
        <p:spPr>
          <a:xfrm xmlns:a="http://schemas.openxmlformats.org/drawingml/2006/main">
            <a:off x="37448503" y="20046784"/>
            <a:ext cx="0" cy="3232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CD4C1EAA-55B4-400F-886E-4C614DC2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37002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420212BD-2119-41A3-B975-37A19661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48455" y="205566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1" name=""/>
          <p:cNvCxnSpPr>
            <a:stCxn xmlns:a="http://schemas.openxmlformats.org/drawingml/2006/main" id="433" idx="2"/>
            <a:endCxn xmlns:a="http://schemas.openxmlformats.org/drawingml/2006/main" id="434" idx="0"/>
          </p:cNvCxnSpPr>
          <p:nvPr/>
        </p:nvCxnSpPr>
        <p:spPr>
          <a:xfrm xmlns:a="http://schemas.openxmlformats.org/drawingml/2006/main">
            <a:off x="37448503" y="20370115"/>
            <a:ext cx="0" cy="1865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742CC02F-2E81-4975-948D-B567CD78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2233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5BB857B7-9A11-4231-82A4-4550A972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15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4" name=""/>
          <p:cNvCxnSpPr>
            <a:stCxn xmlns:a="http://schemas.openxmlformats.org/drawingml/2006/main" id="436" idx="2"/>
            <a:endCxn xmlns:a="http://schemas.openxmlformats.org/drawingml/2006/main" id="437" idx="0"/>
          </p:cNvCxnSpPr>
          <p:nvPr/>
        </p:nvCxnSpPr>
        <p:spPr>
          <a:xfrm xmlns:a="http://schemas.openxmlformats.org/drawingml/2006/main" flipH="1">
            <a:off x="40625198" y="22308563"/>
            <a:ext cx="97083" cy="3155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B4CE46B-7ABC-4511-8CAC-84A497C3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5150" y="226241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D4BA6117-CF3B-4314-9826-5C68EDD1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4024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7" name=""/>
          <p:cNvCxnSpPr>
            <a:stCxn xmlns:a="http://schemas.openxmlformats.org/drawingml/2006/main" id="439" idx="2"/>
            <a:endCxn xmlns:a="http://schemas.openxmlformats.org/drawingml/2006/main" id="440" idx="0"/>
          </p:cNvCxnSpPr>
          <p:nvPr/>
        </p:nvCxnSpPr>
        <p:spPr>
          <a:xfrm xmlns:a="http://schemas.openxmlformats.org/drawingml/2006/main" flipH="1">
            <a:off x="40514072" y="22624202"/>
            <a:ext cx="111126" cy="36067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69E3F674-5722-40A5-A1D8-391E79DF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4024" y="229848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745D3855-3861-4315-AACB-34BE7DB2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3127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0" name=""/>
          <p:cNvCxnSpPr>
            <a:stCxn xmlns:a="http://schemas.openxmlformats.org/drawingml/2006/main" id="442" idx="2"/>
            <a:endCxn xmlns:a="http://schemas.openxmlformats.org/drawingml/2006/main" id="443" idx="0"/>
          </p:cNvCxnSpPr>
          <p:nvPr/>
        </p:nvCxnSpPr>
        <p:spPr>
          <a:xfrm xmlns:a="http://schemas.openxmlformats.org/drawingml/2006/main" flipH="1">
            <a:off x="40413175" y="22984969"/>
            <a:ext cx="100897" cy="3283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9FDED9DB-748A-44CF-AF08-6D04215F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3127" y="233133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6F43DDE2-483C-4C46-B9D6-7F456F68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0945" y="23481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3" name=""/>
          <p:cNvCxnSpPr>
            <a:stCxn xmlns:a="http://schemas.openxmlformats.org/drawingml/2006/main" id="445" idx="2"/>
            <a:endCxn xmlns:a="http://schemas.openxmlformats.org/drawingml/2006/main" id="446" idx="0"/>
          </p:cNvCxnSpPr>
          <p:nvPr/>
        </p:nvCxnSpPr>
        <p:spPr>
          <a:xfrm xmlns:a="http://schemas.openxmlformats.org/drawingml/2006/main" flipH="1">
            <a:off x="40360993" y="23313428"/>
            <a:ext cx="52182" cy="168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E542C5D2-D8F0-450C-8541-3C75EB0F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3676" y="22308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AF417483-4718-4BDD-AC85-417C07C1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2262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6" name=""/>
          <p:cNvCxnSpPr>
            <a:stCxn xmlns:a="http://schemas.openxmlformats.org/drawingml/2006/main" id="448" idx="2"/>
            <a:endCxn xmlns:a="http://schemas.openxmlformats.org/drawingml/2006/main" id="449" idx="0"/>
          </p:cNvCxnSpPr>
          <p:nvPr/>
        </p:nvCxnSpPr>
        <p:spPr>
          <a:xfrm xmlns:a="http://schemas.openxmlformats.org/drawingml/2006/main">
            <a:off x="41773723" y="22308563"/>
            <a:ext cx="308586" cy="33426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4A93E6F9-E673-42BD-8A07-68E06A0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2262" y="22642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29569931-DB6F-460F-86D4-B252D280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76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9" name=""/>
          <p:cNvCxnSpPr>
            <a:stCxn xmlns:a="http://schemas.openxmlformats.org/drawingml/2006/main" id="451" idx="2"/>
            <a:endCxn xmlns:a="http://schemas.openxmlformats.org/drawingml/2006/main" id="452" idx="0"/>
          </p:cNvCxnSpPr>
          <p:nvPr/>
        </p:nvCxnSpPr>
        <p:spPr>
          <a:xfrm xmlns:a="http://schemas.openxmlformats.org/drawingml/2006/main">
            <a:off x="42082310" y="22642920"/>
            <a:ext cx="355393" cy="3850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F49D00A-BAA6-4140-9E5C-8A937C0B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7655" y="230279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1B11082-5E60-49EE-BBF9-062A6B75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473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2" name=""/>
          <p:cNvCxnSpPr>
            <a:stCxn xmlns:a="http://schemas.openxmlformats.org/drawingml/2006/main" id="454" idx="2"/>
            <a:endCxn xmlns:a="http://schemas.openxmlformats.org/drawingml/2006/main" id="455" idx="0"/>
          </p:cNvCxnSpPr>
          <p:nvPr/>
        </p:nvCxnSpPr>
        <p:spPr>
          <a:xfrm xmlns:a="http://schemas.openxmlformats.org/drawingml/2006/main">
            <a:off x="42437703" y="23028045"/>
            <a:ext cx="317080" cy="3434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75D30A28-1AA5-497B-B6C1-42E394F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4735" y="2337153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630E437-6ACF-4B48-AC8F-E8EADCD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165" y="23476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5" name=""/>
          <p:cNvCxnSpPr>
            <a:stCxn xmlns:a="http://schemas.openxmlformats.org/drawingml/2006/main" id="457" idx="2"/>
            <a:endCxn xmlns:a="http://schemas.openxmlformats.org/drawingml/2006/main" id="458" idx="0"/>
          </p:cNvCxnSpPr>
          <p:nvPr/>
        </p:nvCxnSpPr>
        <p:spPr>
          <a:xfrm xmlns:a="http://schemas.openxmlformats.org/drawingml/2006/main">
            <a:off x="42754782" y="23371632"/>
            <a:ext cx="97430" cy="1050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C9B32699-AC55-4A81-A419-70DF7BAC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9899" y="19383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2B8E9FBB-2C73-4455-9EAC-E1DE1AEF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6836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8" name=""/>
          <p:cNvCxnSpPr>
            <a:stCxn xmlns:a="http://schemas.openxmlformats.org/drawingml/2006/main" id="460" idx="3"/>
            <a:endCxn xmlns:a="http://schemas.openxmlformats.org/drawingml/2006/main" id="461" idx="1"/>
          </p:cNvCxnSpPr>
          <p:nvPr/>
        </p:nvCxnSpPr>
        <p:spPr>
          <a:xfrm xmlns:a="http://schemas.openxmlformats.org/drawingml/2006/main">
            <a:off x="38499994" y="19383409"/>
            <a:ext cx="416842" cy="3387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6129D5DC-4902-40C0-B7EE-A15013D3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16836" y="197220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8E8678BE-B972-4789-A407-DB60A5DF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7570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1" name=""/>
          <p:cNvCxnSpPr>
            <a:stCxn xmlns:a="http://schemas.openxmlformats.org/drawingml/2006/main" id="463" idx="3"/>
            <a:endCxn xmlns:a="http://schemas.openxmlformats.org/drawingml/2006/main" id="464" idx="1"/>
          </p:cNvCxnSpPr>
          <p:nvPr/>
        </p:nvCxnSpPr>
        <p:spPr>
          <a:xfrm xmlns:a="http://schemas.openxmlformats.org/drawingml/2006/main">
            <a:off x="38916931" y="19722124"/>
            <a:ext cx="480639" cy="3907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F4DE9701-80D2-41F5-8894-662B18F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7570" y="20112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1FE9B8F0-967F-4F0A-9776-F4A3065B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456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4" name=""/>
          <p:cNvCxnSpPr>
            <a:stCxn xmlns:a="http://schemas.openxmlformats.org/drawingml/2006/main" id="466" idx="3"/>
            <a:endCxn xmlns:a="http://schemas.openxmlformats.org/drawingml/2006/main" id="467" idx="1"/>
          </p:cNvCxnSpPr>
          <p:nvPr/>
        </p:nvCxnSpPr>
        <p:spPr>
          <a:xfrm xmlns:a="http://schemas.openxmlformats.org/drawingml/2006/main">
            <a:off x="39397665" y="20112891"/>
            <a:ext cx="426897" cy="3469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88D2B797-62B4-4ECA-81EF-888B0A3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24562" y="2045976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E56CB99-EB73-416C-A699-F099B2E6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7941" y="205515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7" name=""/>
          <p:cNvCxnSpPr>
            <a:stCxn xmlns:a="http://schemas.openxmlformats.org/drawingml/2006/main" id="469" idx="3"/>
            <a:endCxn xmlns:a="http://schemas.openxmlformats.org/drawingml/2006/main" id="470" idx="1"/>
          </p:cNvCxnSpPr>
          <p:nvPr/>
        </p:nvCxnSpPr>
        <p:spPr>
          <a:xfrm xmlns:a="http://schemas.openxmlformats.org/drawingml/2006/main">
            <a:off x="39824657" y="20459811"/>
            <a:ext cx="113284" cy="917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7E998A5-7A09-4117-B607-2DFDF22D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0708" y="163664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2E8F48E6-0855-4C3F-A55E-77E8125D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907" y="16765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0" name=""/>
          <p:cNvCxnSpPr>
            <a:stCxn xmlns:a="http://schemas.openxmlformats.org/drawingml/2006/main" id="472" idx="3"/>
            <a:endCxn xmlns:a="http://schemas.openxmlformats.org/drawingml/2006/main" id="473" idx="1"/>
          </p:cNvCxnSpPr>
          <p:nvPr/>
        </p:nvCxnSpPr>
        <p:spPr>
          <a:xfrm xmlns:a="http://schemas.openxmlformats.org/drawingml/2006/main">
            <a:off x="32850803" y="16366507"/>
            <a:ext cx="868104" cy="3987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D6D0C280-A44A-41C1-903E-51A2CCA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907" y="16765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811A709A-20A4-42F0-9C7A-37501BA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1966" y="17253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3" name=""/>
          <p:cNvCxnSpPr>
            <a:stCxn xmlns:a="http://schemas.openxmlformats.org/drawingml/2006/main" id="475" idx="3"/>
            <a:endCxn xmlns:a="http://schemas.openxmlformats.org/drawingml/2006/main" id="476" idx="1"/>
          </p:cNvCxnSpPr>
          <p:nvPr/>
        </p:nvCxnSpPr>
        <p:spPr>
          <a:xfrm xmlns:a="http://schemas.openxmlformats.org/drawingml/2006/main">
            <a:off x="33719002" y="16765223"/>
            <a:ext cx="1062964" cy="4882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43DBB411-B93F-4ED9-BC51-1E4EB35B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1966" y="172533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636F8A3A-05CB-4F89-99C4-96DDD64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155" y="176597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6" name=""/>
          <p:cNvCxnSpPr>
            <a:stCxn xmlns:a="http://schemas.openxmlformats.org/drawingml/2006/main" id="478" idx="3"/>
            <a:endCxn xmlns:a="http://schemas.openxmlformats.org/drawingml/2006/main" id="479" idx="1"/>
          </p:cNvCxnSpPr>
          <p:nvPr/>
        </p:nvCxnSpPr>
        <p:spPr>
          <a:xfrm xmlns:a="http://schemas.openxmlformats.org/drawingml/2006/main">
            <a:off x="34782061" y="17253424"/>
            <a:ext cx="885094" cy="4064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2C0D131C-B4B5-4D56-A779-B8BD5E8D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7155" y="176597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FCFDB418-3268-41FE-A122-1A33937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1110" y="17716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9" name=""/>
          <p:cNvCxnSpPr>
            <a:stCxn xmlns:a="http://schemas.openxmlformats.org/drawingml/2006/main" id="481" idx="3"/>
            <a:endCxn xmlns:a="http://schemas.openxmlformats.org/drawingml/2006/main" id="482" idx="1"/>
          </p:cNvCxnSpPr>
          <p:nvPr/>
        </p:nvCxnSpPr>
        <p:spPr>
          <a:xfrm xmlns:a="http://schemas.openxmlformats.org/drawingml/2006/main">
            <a:off x="35667250" y="17659832"/>
            <a:ext cx="123860" cy="566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DDADC665-F94B-4B16-A735-6389C38E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8544" y="13468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D724DBA8-C094-493B-A376-E9BFD7F2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8063" y="13501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2" name=""/>
          <p:cNvCxnSpPr>
            <a:stCxn xmlns:a="http://schemas.openxmlformats.org/drawingml/2006/main" id="484" idx="3"/>
            <a:endCxn xmlns:a="http://schemas.openxmlformats.org/drawingml/2006/main" id="485" idx="1"/>
          </p:cNvCxnSpPr>
          <p:nvPr/>
        </p:nvCxnSpPr>
        <p:spPr>
          <a:xfrm xmlns:a="http://schemas.openxmlformats.org/drawingml/2006/main">
            <a:off x="25618639" y="13468323"/>
            <a:ext cx="69424" cy="3307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9D585B79-B540-4E78-A6C8-BEF4A0D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8063" y="13501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E8387405-8E2F-4E4B-B605-4543F22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9150" y="13520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5" name=""/>
          <p:cNvCxnSpPr>
            <a:stCxn xmlns:a="http://schemas.openxmlformats.org/drawingml/2006/main" id="487" idx="3"/>
            <a:endCxn xmlns:a="http://schemas.openxmlformats.org/drawingml/2006/main" id="488" idx="1"/>
          </p:cNvCxnSpPr>
          <p:nvPr/>
        </p:nvCxnSpPr>
        <p:spPr>
          <a:xfrm xmlns:a="http://schemas.openxmlformats.org/drawingml/2006/main">
            <a:off x="25688158" y="13501400"/>
            <a:ext cx="40992" cy="194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69FFA00A-1D70-4290-B66B-F4465FDC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9150" y="13520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A10E066E-55EA-47A9-ADD4-64E8CD2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794" y="14295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8" name=""/>
          <p:cNvCxnSpPr>
            <a:stCxn xmlns:a="http://schemas.openxmlformats.org/drawingml/2006/main" id="490" idx="3"/>
            <a:endCxn xmlns:a="http://schemas.openxmlformats.org/drawingml/2006/main" id="491" idx="1"/>
          </p:cNvCxnSpPr>
          <p:nvPr/>
        </p:nvCxnSpPr>
        <p:spPr>
          <a:xfrm xmlns:a="http://schemas.openxmlformats.org/drawingml/2006/main">
            <a:off x="25729245" y="13520887"/>
            <a:ext cx="2083549" cy="7751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293635DC-0447-48A6-BFE8-4A528BD3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794" y="14295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0ADC9BA2-A482-45E2-B869-278348E1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5822" y="14888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1" name=""/>
          <p:cNvCxnSpPr>
            <a:stCxn xmlns:a="http://schemas.openxmlformats.org/drawingml/2006/main" id="493" idx="3"/>
            <a:endCxn xmlns:a="http://schemas.openxmlformats.org/drawingml/2006/main" id="494" idx="1"/>
          </p:cNvCxnSpPr>
          <p:nvPr/>
        </p:nvCxnSpPr>
        <p:spPr>
          <a:xfrm xmlns:a="http://schemas.openxmlformats.org/drawingml/2006/main">
            <a:off x="27812889" y="14296009"/>
            <a:ext cx="1592933" cy="5928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658AFD89-85CE-4D39-970D-9CAC4B5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5822" y="14888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8958A420-C769-4AD3-BC27-6A749D8C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9256" y="149346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4" name=""/>
          <p:cNvCxnSpPr>
            <a:stCxn xmlns:a="http://schemas.openxmlformats.org/drawingml/2006/main" id="496" idx="3"/>
            <a:endCxn xmlns:a="http://schemas.openxmlformats.org/drawingml/2006/main" id="497" idx="1"/>
          </p:cNvCxnSpPr>
          <p:nvPr/>
        </p:nvCxnSpPr>
        <p:spPr>
          <a:xfrm xmlns:a="http://schemas.openxmlformats.org/drawingml/2006/main">
            <a:off x="29405917" y="14888826"/>
            <a:ext cx="123339" cy="458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F1876BF0-38C3-405B-AA4D-D2801CBA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384" y="106080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3C87F9D1-96AF-483D-B883-82ADF2E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835" y="109526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7" name=""/>
          <p:cNvCxnSpPr>
            <a:stCxn xmlns:a="http://schemas.openxmlformats.org/drawingml/2006/main" id="499" idx="3"/>
            <a:endCxn xmlns:a="http://schemas.openxmlformats.org/drawingml/2006/main" id="500" idx="1"/>
          </p:cNvCxnSpPr>
          <p:nvPr/>
        </p:nvCxnSpPr>
        <p:spPr>
          <a:xfrm xmlns:a="http://schemas.openxmlformats.org/drawingml/2006/main">
            <a:off x="20781479" y="10608087"/>
            <a:ext cx="542356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DC23D975-0561-4AC2-84D0-03280C50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3835" y="109526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5B43A3B0-A008-49DD-BE61-B1878CA5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714" y="11350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0" name=""/>
          <p:cNvCxnSpPr>
            <a:stCxn xmlns:a="http://schemas.openxmlformats.org/drawingml/2006/main" id="502" idx="3"/>
            <a:endCxn xmlns:a="http://schemas.openxmlformats.org/drawingml/2006/main" id="503" idx="1"/>
          </p:cNvCxnSpPr>
          <p:nvPr/>
        </p:nvCxnSpPr>
        <p:spPr>
          <a:xfrm xmlns:a="http://schemas.openxmlformats.org/drawingml/2006/main">
            <a:off x="21323930" y="10952700"/>
            <a:ext cx="626784" cy="3982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B56FE8F5-DEF0-49B8-B05D-7E28B1B7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0714" y="113508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839D97A5-A40B-4B43-AD7E-C36DB790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3913" y="117021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3" name=""/>
          <p:cNvCxnSpPr>
            <a:stCxn xmlns:a="http://schemas.openxmlformats.org/drawingml/2006/main" id="505" idx="3"/>
            <a:endCxn xmlns:a="http://schemas.openxmlformats.org/drawingml/2006/main" id="506" idx="1"/>
          </p:cNvCxnSpPr>
          <p:nvPr/>
        </p:nvCxnSpPr>
        <p:spPr>
          <a:xfrm xmlns:a="http://schemas.openxmlformats.org/drawingml/2006/main">
            <a:off x="21950809" y="11350902"/>
            <a:ext cx="553104" cy="35128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AEEBBDBF-6D19-44D3-91BA-F537DE2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03913" y="117021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E22151CB-5A2B-462C-A6AD-4F58DE45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0760" y="117762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6" name=""/>
          <p:cNvCxnSpPr>
            <a:stCxn xmlns:a="http://schemas.openxmlformats.org/drawingml/2006/main" id="508" idx="3"/>
            <a:endCxn xmlns:a="http://schemas.openxmlformats.org/drawingml/2006/main" id="509" idx="1"/>
          </p:cNvCxnSpPr>
          <p:nvPr/>
        </p:nvCxnSpPr>
        <p:spPr>
          <a:xfrm xmlns:a="http://schemas.openxmlformats.org/drawingml/2006/main">
            <a:off x="22504008" y="11702182"/>
            <a:ext cx="116752" cy="7410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9133730C-1955-4DB2-AD2D-586B617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7770" y="102900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A879388-8C76-4387-B748-F56CF31C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5517" y="10828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9" name=""/>
          <p:cNvCxnSpPr>
            <a:stCxn xmlns:a="http://schemas.openxmlformats.org/drawingml/2006/main" id="511" idx="3"/>
            <a:endCxn xmlns:a="http://schemas.openxmlformats.org/drawingml/2006/main" id="512" idx="1"/>
          </p:cNvCxnSpPr>
          <p:nvPr/>
        </p:nvCxnSpPr>
        <p:spPr>
          <a:xfrm xmlns:a="http://schemas.openxmlformats.org/drawingml/2006/main">
            <a:off x="21097865" y="10290141"/>
            <a:ext cx="1667652" cy="5384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9E3A1F3F-DFA4-4701-9915-FAE2DED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5517" y="108285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A92FB28D-8332-4809-B8AA-E578612C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493" y="1160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2" name=""/>
          <p:cNvCxnSpPr>
            <a:stCxn xmlns:a="http://schemas.openxmlformats.org/drawingml/2006/main" id="514" idx="3"/>
            <a:endCxn xmlns:a="http://schemas.openxmlformats.org/drawingml/2006/main" id="515" idx="1"/>
          </p:cNvCxnSpPr>
          <p:nvPr/>
        </p:nvCxnSpPr>
        <p:spPr>
          <a:xfrm xmlns:a="http://schemas.openxmlformats.org/drawingml/2006/main">
            <a:off x="22765612" y="10828598"/>
            <a:ext cx="2389881" cy="7717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978F3F17-79E5-470A-A9BC-CDD528B0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5493" y="116003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CF24BA4F-C440-4EA4-860F-EE9809DF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0308" y="117946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5" name=""/>
          <p:cNvCxnSpPr>
            <a:stCxn xmlns:a="http://schemas.openxmlformats.org/drawingml/2006/main" id="517" idx="3"/>
            <a:endCxn xmlns:a="http://schemas.openxmlformats.org/drawingml/2006/main" id="518" idx="1"/>
          </p:cNvCxnSpPr>
          <p:nvPr/>
        </p:nvCxnSpPr>
        <p:spPr>
          <a:xfrm xmlns:a="http://schemas.openxmlformats.org/drawingml/2006/main">
            <a:off x="25155588" y="11600388"/>
            <a:ext cx="564720" cy="1943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2667B43F-9135-45F6-8E08-50AD7ECF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20308" y="117946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D45EC180-8397-46DD-9EF6-096F81F0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0102" y="118380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8" name=""/>
          <p:cNvCxnSpPr>
            <a:stCxn xmlns:a="http://schemas.openxmlformats.org/drawingml/2006/main" id="520" idx="3"/>
            <a:endCxn xmlns:a="http://schemas.openxmlformats.org/drawingml/2006/main" id="521" idx="1"/>
          </p:cNvCxnSpPr>
          <p:nvPr/>
        </p:nvCxnSpPr>
        <p:spPr>
          <a:xfrm xmlns:a="http://schemas.openxmlformats.org/drawingml/2006/main">
            <a:off x="25720403" y="11794745"/>
            <a:ext cx="119699" cy="433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0E053AD7-1DD7-4969-9723-57BBF20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67672" y="76829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D11BF21F-52E9-474F-90F1-C2551E2D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66" y="8018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1" name=""/>
          <p:cNvCxnSpPr>
            <a:stCxn xmlns:a="http://schemas.openxmlformats.org/drawingml/2006/main" id="523" idx="3"/>
            <a:endCxn xmlns:a="http://schemas.openxmlformats.org/drawingml/2006/main" id="524" idx="1"/>
          </p:cNvCxnSpPr>
          <p:nvPr/>
        </p:nvCxnSpPr>
        <p:spPr>
          <a:xfrm xmlns:a="http://schemas.openxmlformats.org/drawingml/2006/main">
            <a:off x="17267767" y="7682980"/>
            <a:ext cx="360499" cy="3358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540A2AAC-5910-4047-9A08-6C9C268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8266" y="80188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3BF8412F-1141-4D9A-A000-9AAC2AD4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3816" y="8405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4" name=""/>
          <p:cNvCxnSpPr>
            <a:stCxn xmlns:a="http://schemas.openxmlformats.org/drawingml/2006/main" id="526" idx="3"/>
            <a:endCxn xmlns:a="http://schemas.openxmlformats.org/drawingml/2006/main" id="527" idx="1"/>
          </p:cNvCxnSpPr>
          <p:nvPr/>
        </p:nvCxnSpPr>
        <p:spPr>
          <a:xfrm xmlns:a="http://schemas.openxmlformats.org/drawingml/2006/main">
            <a:off x="17628361" y="8018875"/>
            <a:ext cx="415455" cy="38692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5903D7F2-9B0C-4E1B-BE95-3F0FF9C6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3816" y="8405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5DFDDA23-CBE6-422F-945E-A77AFE48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3945" y="87503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7" name=""/>
          <p:cNvCxnSpPr>
            <a:stCxn xmlns:a="http://schemas.openxmlformats.org/drawingml/2006/main" id="529" idx="3"/>
            <a:endCxn xmlns:a="http://schemas.openxmlformats.org/drawingml/2006/main" id="530" idx="1"/>
          </p:cNvCxnSpPr>
          <p:nvPr/>
        </p:nvCxnSpPr>
        <p:spPr>
          <a:xfrm xmlns:a="http://schemas.openxmlformats.org/drawingml/2006/main">
            <a:off x="18043911" y="8405795"/>
            <a:ext cx="370034" cy="3446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8D0210C5-475D-4482-8164-19317EB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3945" y="87503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A770414B-68CF-441D-BEF6-D1221A59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470" y="88511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0" name=""/>
          <p:cNvCxnSpPr>
            <a:stCxn xmlns:a="http://schemas.openxmlformats.org/drawingml/2006/main" id="532" idx="3"/>
            <a:endCxn xmlns:a="http://schemas.openxmlformats.org/drawingml/2006/main" id="533" idx="1"/>
          </p:cNvCxnSpPr>
          <p:nvPr/>
        </p:nvCxnSpPr>
        <p:spPr>
          <a:xfrm xmlns:a="http://schemas.openxmlformats.org/drawingml/2006/main">
            <a:off x="18414040" y="8750408"/>
            <a:ext cx="108430" cy="1007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530EE473-AFA7-410A-ACC9-9B6ED286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3540" y="4757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92FC9D73-3B09-4E35-AEEE-D64473C0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045" y="5095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3" name=""/>
          <p:cNvCxnSpPr>
            <a:stCxn xmlns:a="http://schemas.openxmlformats.org/drawingml/2006/main" id="535" idx="3"/>
            <a:endCxn xmlns:a="http://schemas.openxmlformats.org/drawingml/2006/main" id="536" idx="1"/>
          </p:cNvCxnSpPr>
          <p:nvPr/>
        </p:nvCxnSpPr>
        <p:spPr>
          <a:xfrm xmlns:a="http://schemas.openxmlformats.org/drawingml/2006/main">
            <a:off x="14023635" y="4757873"/>
            <a:ext cx="388410" cy="3374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2BE7C0C-E1AE-465D-AE05-6E254910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2045" y="50952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373B455F-4A3A-4A57-8421-1A3890E5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014" y="548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6" name=""/>
          <p:cNvCxnSpPr>
            <a:stCxn xmlns:a="http://schemas.openxmlformats.org/drawingml/2006/main" id="538" idx="3"/>
            <a:endCxn xmlns:a="http://schemas.openxmlformats.org/drawingml/2006/main" id="539" idx="1"/>
          </p:cNvCxnSpPr>
          <p:nvPr/>
        </p:nvCxnSpPr>
        <p:spPr>
          <a:xfrm xmlns:a="http://schemas.openxmlformats.org/drawingml/2006/main">
            <a:off x="14412140" y="5095305"/>
            <a:ext cx="447874" cy="38871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9CE51C46-2ABD-40A9-9F97-B8110DCB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0014" y="548397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B994AEE7-C1A4-41EF-B5A5-4B86FD0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8574" y="58298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9" name=""/>
          <p:cNvCxnSpPr>
            <a:stCxn xmlns:a="http://schemas.openxmlformats.org/drawingml/2006/main" id="541" idx="3"/>
            <a:endCxn xmlns:a="http://schemas.openxmlformats.org/drawingml/2006/main" id="542" idx="1"/>
          </p:cNvCxnSpPr>
          <p:nvPr/>
        </p:nvCxnSpPr>
        <p:spPr>
          <a:xfrm xmlns:a="http://schemas.openxmlformats.org/drawingml/2006/main">
            <a:off x="14860109" y="5484021"/>
            <a:ext cx="398465" cy="34589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B88E7A89-42F5-43A8-ADB6-B0FE1E44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8574" y="58298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F9D9CE27-7265-4A33-B580-532E32F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9526" y="59260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2" name=""/>
          <p:cNvCxnSpPr>
            <a:stCxn xmlns:a="http://schemas.openxmlformats.org/drawingml/2006/main" id="544" idx="3"/>
            <a:endCxn xmlns:a="http://schemas.openxmlformats.org/drawingml/2006/main" id="545" idx="1"/>
          </p:cNvCxnSpPr>
          <p:nvPr/>
        </p:nvCxnSpPr>
        <p:spPr>
          <a:xfrm xmlns:a="http://schemas.openxmlformats.org/drawingml/2006/main">
            <a:off x="15258669" y="5829916"/>
            <a:ext cx="110857" cy="96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65232660-A3F7-4A2A-9618-EF03A26F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1714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3F724025-80B7-4FEE-B894-45F5AAED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3760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5" name=""/>
          <p:cNvCxnSpPr>
            <a:stCxn xmlns:a="http://schemas.openxmlformats.org/drawingml/2006/main" id="547" idx="2"/>
            <a:endCxn xmlns:a="http://schemas.openxmlformats.org/drawingml/2006/main" id="548" idx="0"/>
          </p:cNvCxnSpPr>
          <p:nvPr/>
        </p:nvCxnSpPr>
        <p:spPr>
          <a:xfrm xmlns:a="http://schemas.openxmlformats.org/drawingml/2006/main">
            <a:off x="13039062" y="2171528"/>
            <a:ext cx="0" cy="204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3139D846-3CF2-4C6C-9415-3556BA52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3760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DEF36F97-764F-4974-8060-1FAF38C0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5968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8" name=""/>
          <p:cNvCxnSpPr>
            <a:stCxn xmlns:a="http://schemas.openxmlformats.org/drawingml/2006/main" id="550" idx="2"/>
            <a:endCxn xmlns:a="http://schemas.openxmlformats.org/drawingml/2006/main" id="551" idx="0"/>
          </p:cNvCxnSpPr>
          <p:nvPr/>
        </p:nvCxnSpPr>
        <p:spPr>
          <a:xfrm xmlns:a="http://schemas.openxmlformats.org/drawingml/2006/main">
            <a:off x="13039062" y="2376142"/>
            <a:ext cx="0" cy="22067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863ACE1C-C64F-46A3-A3A8-1235C4E7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5968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0950B9CA-DE57-4517-BC0B-0F5F7644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8088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1" name=""/>
          <p:cNvCxnSpPr>
            <a:stCxn xmlns:a="http://schemas.openxmlformats.org/drawingml/2006/main" id="553" idx="2"/>
            <a:endCxn xmlns:a="http://schemas.openxmlformats.org/drawingml/2006/main" id="554" idx="0"/>
          </p:cNvCxnSpPr>
          <p:nvPr/>
        </p:nvCxnSpPr>
        <p:spPr>
          <a:xfrm xmlns:a="http://schemas.openxmlformats.org/drawingml/2006/main">
            <a:off x="13039062" y="2596910"/>
            <a:ext cx="0" cy="2119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863F24BD-F65B-496D-AC5F-8265679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28088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BC77F4C6-163C-4BF5-9B42-3E836BB8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014" y="30006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4" name=""/>
          <p:cNvCxnSpPr>
            <a:stCxn xmlns:a="http://schemas.openxmlformats.org/drawingml/2006/main" id="556" idx="2"/>
            <a:endCxn xmlns:a="http://schemas.openxmlformats.org/drawingml/2006/main" id="557" idx="0"/>
          </p:cNvCxnSpPr>
          <p:nvPr/>
        </p:nvCxnSpPr>
        <p:spPr>
          <a:xfrm xmlns:a="http://schemas.openxmlformats.org/drawingml/2006/main">
            <a:off x="13039062" y="2808959"/>
            <a:ext cx="0" cy="1916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0A377D2D-55AA-450E-B6D7-78C2FC10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161" y="5149686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68439FD-CB31-4E01-A3EA-822F488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161" y="5149686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136AB50E-703F-4C42-9D2D-E89E7376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0999900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EAF2158A-CCBB-4F25-B211-C5153CAA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0999900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3FBF716F-C4E8-4189-B0C7-7B23284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0602D538-0BD4-40F2-912B-E2AE3D29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93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6448F91F-5EC8-4273-8BE5-1166D2D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787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ADCA1E72-F600-4B17-8EF7-0CC74414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787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1FD99A71-806A-42A6-B7C1-1EDA1F15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409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C99EAEAB-0DAE-4F5A-B34D-ABC2AA5B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409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084291A4-668F-4929-83E7-0DF16CB6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88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3D59845B-93FF-46F8-B670-10CDBF15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588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FD210C2E-8097-453E-BFA0-164D30AC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382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B664306C-EA6E-4066-820F-81077DDA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0382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E2EB16B5-5547-4A6B-BD06-6B88C20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4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C9F4A985-DCC0-426A-933E-47302E7D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4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2321158-767A-4315-AB2B-23C94025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037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FABC1795-C0B4-4235-ADB8-CC78FBA9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9037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8C09EFC2-B522-438E-83B3-E2487F28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599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10E90A00-3002-40E0-ADE7-C74AC328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599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B3F109C8-379D-41B8-90C4-79BD1853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1970" y="25625437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CD3E9C5F-0D91-42AA-95C5-C53EA365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1970" y="25625437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1E2872C4-C5E2-4FF9-9426-7FC6BACE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25625437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12D63392-D991-47C6-A61F-56D18D3C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25625437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12A41131-C1B8-412F-AC7C-95DD36C1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3572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AF8D3979-54CC-46BB-98A5-23C85E03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3572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3211913B-7800-488E-B7E7-A43E4944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45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4B60D7BC-6092-495B-8BA9-936BF67E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245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B709CF88-DAE1-4401-A5B1-FB51E05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8DBF334-A1A8-471E-BCB4-674DA152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E5987071-D0D9-4E20-9431-77FDADDB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47F3A6EE-1E97-4065-B2A7-2CCDDA5E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DCD2C146-38C8-4CD9-A46F-A5125B0F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0999900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4AEB29E1-24BE-48B4-9B1D-C8D9A362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515" y="10999900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D128611F-3785-4703-B376-F626A26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38" y="8074793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3DD7DAC3-3380-430F-8D7D-B9A5978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9638" y="8074793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D81B4445-D5A9-466A-9728-4D7096AA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9C1B41E7-303C-4490-8845-9A7DF9D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80267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3C007579-D5AB-4550-ABDE-FA0EF87F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8392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888649FF-D62D-4EBD-B5C2-94EE73A3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8392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2200DE67-86DB-4CFB-90AC-F3A01458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786" y="13925008"/>
            <a:ext cx="596367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EEA3EAD0-7408-4B88-8D90-17C517D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1786" y="13925008"/>
            <a:ext cx="596367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A9217CC6-8BA3-43CA-A42D-612013C4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96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094C0790-2564-4650-A1B6-8544CA0F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496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03" name="">
            <a:extLst xmlns:a="http://schemas.openxmlformats.org/drawingml/2006/main">
              <a:ext uri="{FF2B5EF4-FFF2-40B4-BE49-F238E27FC236}">
                <a16:creationId xmlns:a16="http://schemas.microsoft.com/office/drawing/2014/main" id="{A99CC8EA-5F57-46AD-80FC-DD0D48F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353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37BF246F-DA29-4153-9A63-31616019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6353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05" name="">
            <a:extLst xmlns:a="http://schemas.openxmlformats.org/drawingml/2006/main">
              <a:ext uri="{FF2B5EF4-FFF2-40B4-BE49-F238E27FC236}">
                <a16:creationId xmlns:a16="http://schemas.microsoft.com/office/drawing/2014/main" id="{D2381115-A492-405F-94A7-7D0D9CFF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3152" y="10999900"/>
            <a:ext cx="596367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6" name="">
            <a:extLst xmlns:a="http://schemas.openxmlformats.org/drawingml/2006/main">
              <a:ext uri="{FF2B5EF4-FFF2-40B4-BE49-F238E27FC236}">
                <a16:creationId xmlns:a16="http://schemas.microsoft.com/office/drawing/2014/main" id="{56607D5F-9C6A-45D6-BF6F-234DC5B3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3152" y="10999900"/>
            <a:ext cx="596367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607" name="">
            <a:extLst xmlns:a="http://schemas.openxmlformats.org/drawingml/2006/main">
              <a:ext uri="{FF2B5EF4-FFF2-40B4-BE49-F238E27FC236}">
                <a16:creationId xmlns:a16="http://schemas.microsoft.com/office/drawing/2014/main" id="{0306A171-1E83-4C31-B6BB-FB70B92F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0782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8" name="">
            <a:extLst xmlns:a="http://schemas.openxmlformats.org/drawingml/2006/main">
              <a:ext uri="{FF2B5EF4-FFF2-40B4-BE49-F238E27FC236}">
                <a16:creationId xmlns:a16="http://schemas.microsoft.com/office/drawing/2014/main" id="{95776FFB-B9A8-4170-BAD3-2CEA07A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0782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84BCB5A8-2AED-4AAC-AE9D-8D1124D2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6839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0E744479-E23A-4B80-BE48-DC3E56AE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76839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76DC9876-335D-4F18-BEFE-8F42563E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18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CB4F859D-96A6-4CB8-A21D-6A8FDCA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18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13" name="">
            <a:extLst xmlns:a="http://schemas.openxmlformats.org/drawingml/2006/main">
              <a:ext uri="{FF2B5EF4-FFF2-40B4-BE49-F238E27FC236}">
                <a16:creationId xmlns:a16="http://schemas.microsoft.com/office/drawing/2014/main" id="{606A6835-0DDC-46FF-9C77-B09887D2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7840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66B3272D-A0F5-4048-BA88-A08E2DDE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7840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15" name="">
            <a:extLst xmlns:a="http://schemas.openxmlformats.org/drawingml/2006/main">
              <a:ext uri="{FF2B5EF4-FFF2-40B4-BE49-F238E27FC236}">
                <a16:creationId xmlns:a16="http://schemas.microsoft.com/office/drawing/2014/main" id="{1DA5063B-642F-4D7A-BCD2-3FCC46AE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8088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6" name="">
            <a:extLst xmlns:a="http://schemas.openxmlformats.org/drawingml/2006/main">
              <a:ext uri="{FF2B5EF4-FFF2-40B4-BE49-F238E27FC236}">
                <a16:creationId xmlns:a16="http://schemas.microsoft.com/office/drawing/2014/main" id="{18167B38-4B82-4A85-847E-B405418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8088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F59A061F-B282-4B24-8A54-08594253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2518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854A74EA-AE30-4D98-BC55-72BC063F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2518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07A4A377-BCF4-4415-AEFF-17317DBA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440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C1E73F10-1746-41B6-99D2-FDCADAEE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06440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21" name="">
            <a:extLst xmlns:a="http://schemas.openxmlformats.org/drawingml/2006/main">
              <a:ext uri="{FF2B5EF4-FFF2-40B4-BE49-F238E27FC236}">
                <a16:creationId xmlns:a16="http://schemas.microsoft.com/office/drawing/2014/main" id="{F2320ED6-D030-479B-962A-1BF93E7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8987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2" name="">
            <a:extLst xmlns:a="http://schemas.openxmlformats.org/drawingml/2006/main">
              <a:ext uri="{FF2B5EF4-FFF2-40B4-BE49-F238E27FC236}">
                <a16:creationId xmlns:a16="http://schemas.microsoft.com/office/drawing/2014/main" id="{44EA4603-E520-43F2-B62C-6A59A205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8987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23" name="">
            <a:extLst xmlns:a="http://schemas.openxmlformats.org/drawingml/2006/main">
              <a:ext uri="{FF2B5EF4-FFF2-40B4-BE49-F238E27FC236}">
                <a16:creationId xmlns:a16="http://schemas.microsoft.com/office/drawing/2014/main" id="{A4859F6E-2917-49D0-892F-80975A2E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23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4" name="">
            <a:extLst xmlns:a="http://schemas.openxmlformats.org/drawingml/2006/main">
              <a:ext uri="{FF2B5EF4-FFF2-40B4-BE49-F238E27FC236}">
                <a16:creationId xmlns:a16="http://schemas.microsoft.com/office/drawing/2014/main" id="{2B132625-B09A-4A78-B1A6-C28009A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23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25" name="">
            <a:extLst xmlns:a="http://schemas.openxmlformats.org/drawingml/2006/main">
              <a:ext uri="{FF2B5EF4-FFF2-40B4-BE49-F238E27FC236}">
                <a16:creationId xmlns:a16="http://schemas.microsoft.com/office/drawing/2014/main" id="{D2E53E4A-15E1-4A89-AA36-A3B92C76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379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6" name="">
            <a:extLst xmlns:a="http://schemas.openxmlformats.org/drawingml/2006/main">
              <a:ext uri="{FF2B5EF4-FFF2-40B4-BE49-F238E27FC236}">
                <a16:creationId xmlns:a16="http://schemas.microsoft.com/office/drawing/2014/main" id="{88389E63-47D0-4262-8DB0-8B33C76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379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27" name="">
            <a:extLst xmlns:a="http://schemas.openxmlformats.org/drawingml/2006/main">
              <a:ext uri="{FF2B5EF4-FFF2-40B4-BE49-F238E27FC236}">
                <a16:creationId xmlns:a16="http://schemas.microsoft.com/office/drawing/2014/main" id="{8F572CE4-2FBA-486C-A7FC-E57580D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976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28" name="">
            <a:extLst xmlns:a="http://schemas.openxmlformats.org/drawingml/2006/main">
              <a:ext uri="{FF2B5EF4-FFF2-40B4-BE49-F238E27FC236}">
                <a16:creationId xmlns:a16="http://schemas.microsoft.com/office/drawing/2014/main" id="{BBC3CFEB-472A-4019-B182-99DAF124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976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29" name="">
            <a:extLst xmlns:a="http://schemas.openxmlformats.org/drawingml/2006/main">
              <a:ext uri="{FF2B5EF4-FFF2-40B4-BE49-F238E27FC236}">
                <a16:creationId xmlns:a16="http://schemas.microsoft.com/office/drawing/2014/main" id="{28EDC78F-DC8B-4EF3-BBAF-5E94F2A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028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0" name="">
            <a:extLst xmlns:a="http://schemas.openxmlformats.org/drawingml/2006/main">
              <a:ext uri="{FF2B5EF4-FFF2-40B4-BE49-F238E27FC236}">
                <a16:creationId xmlns:a16="http://schemas.microsoft.com/office/drawing/2014/main" id="{324B81A8-1EB5-40EC-9A22-78E2DFD5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8028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631" name="">
            <a:extLst xmlns:a="http://schemas.openxmlformats.org/drawingml/2006/main">
              <a:ext uri="{FF2B5EF4-FFF2-40B4-BE49-F238E27FC236}">
                <a16:creationId xmlns:a16="http://schemas.microsoft.com/office/drawing/2014/main" id="{EBF2D923-CCC1-4B72-8C75-221F3DF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2077" y="22700329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2" name="">
            <a:extLst xmlns:a="http://schemas.openxmlformats.org/drawingml/2006/main">
              <a:ext uri="{FF2B5EF4-FFF2-40B4-BE49-F238E27FC236}">
                <a16:creationId xmlns:a16="http://schemas.microsoft.com/office/drawing/2014/main" id="{53B2EE55-D6EF-441C-BA1A-92BFCAF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2077" y="22700329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3" name="">
            <a:extLst xmlns:a="http://schemas.openxmlformats.org/drawingml/2006/main">
              <a:ext uri="{FF2B5EF4-FFF2-40B4-BE49-F238E27FC236}">
                <a16:creationId xmlns:a16="http://schemas.microsoft.com/office/drawing/2014/main" id="{8F5C5DAC-1ADB-4D42-B5B6-2391A8AA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9565" y="19775222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4" name="">
            <a:extLst xmlns:a="http://schemas.openxmlformats.org/drawingml/2006/main">
              <a:ext uri="{FF2B5EF4-FFF2-40B4-BE49-F238E27FC236}">
                <a16:creationId xmlns:a16="http://schemas.microsoft.com/office/drawing/2014/main" id="{31389940-DF43-4D7C-8403-AC468A86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9565" y="19775222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5" name="">
            <a:extLst xmlns:a="http://schemas.openxmlformats.org/drawingml/2006/main">
              <a:ext uri="{FF2B5EF4-FFF2-40B4-BE49-F238E27FC236}">
                <a16:creationId xmlns:a16="http://schemas.microsoft.com/office/drawing/2014/main" id="{3ADFA68A-9807-4430-B5F6-FA964DCC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035" y="16850115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6" name="">
            <a:extLst xmlns:a="http://schemas.openxmlformats.org/drawingml/2006/main">
              <a:ext uri="{FF2B5EF4-FFF2-40B4-BE49-F238E27FC236}">
                <a16:creationId xmlns:a16="http://schemas.microsoft.com/office/drawing/2014/main" id="{9B94C00E-72B0-441F-9B93-5DF765DB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035" y="16850115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7" name="">
            <a:extLst xmlns:a="http://schemas.openxmlformats.org/drawingml/2006/main">
              <a:ext uri="{FF2B5EF4-FFF2-40B4-BE49-F238E27FC236}">
                <a16:creationId xmlns:a16="http://schemas.microsoft.com/office/drawing/2014/main" id="{9F7B0E38-E5DA-419F-8295-74D3FD33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810" y="13925008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38" name="">
            <a:extLst xmlns:a="http://schemas.openxmlformats.org/drawingml/2006/main">
              <a:ext uri="{FF2B5EF4-FFF2-40B4-BE49-F238E27FC236}">
                <a16:creationId xmlns:a16="http://schemas.microsoft.com/office/drawing/2014/main" id="{813869D7-5128-4232-9454-96B8E821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0810" y="13925008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39" name="">
            <a:extLst xmlns:a="http://schemas.openxmlformats.org/drawingml/2006/main">
              <a:ext uri="{FF2B5EF4-FFF2-40B4-BE49-F238E27FC236}">
                <a16:creationId xmlns:a16="http://schemas.microsoft.com/office/drawing/2014/main" id="{C952E102-7F12-435D-A88F-EFA7343E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8768" y="10999900"/>
            <a:ext cx="1397302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1755BF2A-7863-4E12-B9D4-5C5F3442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8768" y="10999900"/>
            <a:ext cx="1397302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641" name="">
            <a:extLst xmlns:a="http://schemas.openxmlformats.org/drawingml/2006/main">
              <a:ext uri="{FF2B5EF4-FFF2-40B4-BE49-F238E27FC236}">
                <a16:creationId xmlns:a16="http://schemas.microsoft.com/office/drawing/2014/main" id="{CD592254-748E-48CA-B45B-5C20E3B1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634" y="10999900"/>
            <a:ext cx="554760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2" name="">
            <a:extLst xmlns:a="http://schemas.openxmlformats.org/drawingml/2006/main">
              <a:ext uri="{FF2B5EF4-FFF2-40B4-BE49-F238E27FC236}">
                <a16:creationId xmlns:a16="http://schemas.microsoft.com/office/drawing/2014/main" id="{C15B859A-F9AD-42F1-AD5D-FDE2BB84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8634" y="10999900"/>
            <a:ext cx="554760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643" name="">
            <a:extLst xmlns:a="http://schemas.openxmlformats.org/drawingml/2006/main">
              <a:ext uri="{FF2B5EF4-FFF2-40B4-BE49-F238E27FC236}">
                <a16:creationId xmlns:a16="http://schemas.microsoft.com/office/drawing/2014/main" id="{5CB194D1-401E-4FD4-AB41-612F184B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972" y="8074793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4" name="">
            <a:extLst xmlns:a="http://schemas.openxmlformats.org/drawingml/2006/main">
              <a:ext uri="{FF2B5EF4-FFF2-40B4-BE49-F238E27FC236}">
                <a16:creationId xmlns:a16="http://schemas.microsoft.com/office/drawing/2014/main" id="{8EE59F5A-5FD2-437C-AFC1-46F65410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972" y="8074793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3437A1C4-CC39-40D4-8443-5F523BD5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63" y="5149686"/>
            <a:ext cx="433406" cy="3813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6" name="">
            <a:extLst xmlns:a="http://schemas.openxmlformats.org/drawingml/2006/main">
              <a:ext uri="{FF2B5EF4-FFF2-40B4-BE49-F238E27FC236}">
                <a16:creationId xmlns:a16="http://schemas.microsoft.com/office/drawing/2014/main" id="{B765EDE1-9D10-4C93-B767-627A16BF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63" y="5149686"/>
            <a:ext cx="433406" cy="381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63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647" name="">
            <a:extLst xmlns:a="http://schemas.openxmlformats.org/drawingml/2006/main">
              <a:ext uri="{FF2B5EF4-FFF2-40B4-BE49-F238E27FC236}">
                <a16:creationId xmlns:a16="http://schemas.microsoft.com/office/drawing/2014/main" id="{1FD2B475-E42C-4BC2-B8FD-FA2861A4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136" y="3010145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48" name="">
            <a:extLst xmlns:a="http://schemas.openxmlformats.org/drawingml/2006/main">
              <a:ext uri="{FF2B5EF4-FFF2-40B4-BE49-F238E27FC236}">
                <a16:creationId xmlns:a16="http://schemas.microsoft.com/office/drawing/2014/main" id="{16DE8DB0-0FC2-499E-B2CE-5A798210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153" y="306215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topoInfo 为空？</a:t>
            </a:r>
          </a:p>
        </p:txBody>
      </p:sp>
      <p:sp>
        <p:nvSpPr>
          <p:cNvPr id="649" name="">
            <a:extLst xmlns:a="http://schemas.openxmlformats.org/drawingml/2006/main">
              <a:ext uri="{FF2B5EF4-FFF2-40B4-BE49-F238E27FC236}">
                <a16:creationId xmlns:a16="http://schemas.microsoft.com/office/drawing/2014/main" id="{1B9D8D45-9B24-4AB9-BC82-F31689C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9764" y="5935252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0C8E0C8B-8A8F-4DC7-B3E1-0EC8F6CA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782" y="5987261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651" name="">
            <a:extLst xmlns:a="http://schemas.openxmlformats.org/drawingml/2006/main">
              <a:ext uri="{FF2B5EF4-FFF2-40B4-BE49-F238E27FC236}">
                <a16:creationId xmlns:a16="http://schemas.microsoft.com/office/drawing/2014/main" id="{116FF7F1-D421-4B64-B69D-9AF36E11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6359" y="5935252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2" name="">
            <a:extLst xmlns:a="http://schemas.openxmlformats.org/drawingml/2006/main">
              <a:ext uri="{FF2B5EF4-FFF2-40B4-BE49-F238E27FC236}">
                <a16:creationId xmlns:a16="http://schemas.microsoft.com/office/drawing/2014/main" id="{4A29911D-BB39-4288-9986-54976A2A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377" y="5987261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653" name="">
            <a:extLst xmlns:a="http://schemas.openxmlformats.org/drawingml/2006/main">
              <a:ext uri="{FF2B5EF4-FFF2-40B4-BE49-F238E27FC236}">
                <a16:creationId xmlns:a16="http://schemas.microsoft.com/office/drawing/2014/main" id="{050FA173-59C8-4213-B83E-43401E5C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8860359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4" name="">
            <a:extLst xmlns:a="http://schemas.openxmlformats.org/drawingml/2006/main">
              <a:ext uri="{FF2B5EF4-FFF2-40B4-BE49-F238E27FC236}">
                <a16:creationId xmlns:a16="http://schemas.microsoft.com/office/drawing/2014/main" id="{8A47FD68-5D66-48C0-B3EC-47A5798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8912368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655" name="">
            <a:extLst xmlns:a="http://schemas.openxmlformats.org/drawingml/2006/main">
              <a:ext uri="{FF2B5EF4-FFF2-40B4-BE49-F238E27FC236}">
                <a16:creationId xmlns:a16="http://schemas.microsoft.com/office/drawing/2014/main" id="{3A4A63A2-1F64-4961-B1A6-1568029B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31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6" name="">
            <a:extLst xmlns:a="http://schemas.openxmlformats.org/drawingml/2006/main">
              <a:ext uri="{FF2B5EF4-FFF2-40B4-BE49-F238E27FC236}">
                <a16:creationId xmlns:a16="http://schemas.microsoft.com/office/drawing/2014/main" id="{7AFE4801-0AA7-4644-B992-7D4B5004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749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657" name="">
            <a:extLst xmlns:a="http://schemas.openxmlformats.org/drawingml/2006/main">
              <a:ext uri="{FF2B5EF4-FFF2-40B4-BE49-F238E27FC236}">
                <a16:creationId xmlns:a16="http://schemas.microsoft.com/office/drawing/2014/main" id="{B341F313-617A-48DA-AC73-69D06CE3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B7A83847-FD39-40D2-9555-1F203570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第0层本地实例只有1 rank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或第0层是 CLOS？</a:t>
            </a:r>
          </a:p>
        </p:txBody>
      </p:sp>
      <p:sp>
        <p:nvSpPr>
          <p:cNvPr id="659" name="">
            <a:extLst xmlns:a="http://schemas.openxmlformats.org/drawingml/2006/main">
              <a:ext uri="{FF2B5EF4-FFF2-40B4-BE49-F238E27FC236}">
                <a16:creationId xmlns:a16="http://schemas.microsoft.com/office/drawing/2014/main" id="{CB57D1CC-A233-4370-AF20-8D3AB09D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731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0" name="">
            <a:extLst xmlns:a="http://schemas.openxmlformats.org/drawingml/2006/main">
              <a:ext uri="{FF2B5EF4-FFF2-40B4-BE49-F238E27FC236}">
                <a16:creationId xmlns:a16="http://schemas.microsoft.com/office/drawing/2014/main" id="{96EAF1DA-A9F6-451B-AE9C-2DA4121D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749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661" name="">
            <a:extLst xmlns:a="http://schemas.openxmlformats.org/drawingml/2006/main">
              <a:ext uri="{FF2B5EF4-FFF2-40B4-BE49-F238E27FC236}">
                <a16:creationId xmlns:a16="http://schemas.microsoft.com/office/drawing/2014/main" id="{64E924F0-D397-4FC4-8123-9FCA0258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2" name="">
            <a:extLst xmlns:a="http://schemas.openxmlformats.org/drawingml/2006/main">
              <a:ext uri="{FF2B5EF4-FFF2-40B4-BE49-F238E27FC236}">
                <a16:creationId xmlns:a16="http://schemas.microsoft.com/office/drawing/2014/main" id="{73897ECE-F716-4D2C-A3CD-6EB2B1FE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逻辑3层且最高层 UboE？</a:t>
            </a:r>
          </a:p>
        </p:txBody>
      </p:sp>
      <p:sp>
        <p:nvSp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347893BC-0A40-46EB-AB22-ACA6E63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20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4" name="">
            <a:extLst xmlns:a="http://schemas.openxmlformats.org/drawingml/2006/main">
              <a:ext uri="{FF2B5EF4-FFF2-40B4-BE49-F238E27FC236}">
                <a16:creationId xmlns:a16="http://schemas.microsoft.com/office/drawing/2014/main" id="{B028BCBE-7040-46C6-AB94-51E3E81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8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前两层不对称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或第1层本地实例仅1 rank？</a:t>
            </a:r>
          </a:p>
        </p:txBody>
      </p:sp>
      <p:sp>
        <p:nvSpPr>
          <p:cNvPr id="665" name="">
            <a:extLst xmlns:a="http://schemas.openxmlformats.org/drawingml/2006/main">
              <a:ext uri="{FF2B5EF4-FFF2-40B4-BE49-F238E27FC236}">
                <a16:creationId xmlns:a16="http://schemas.microsoft.com/office/drawing/2014/main" id="{4619AFB2-E749-4812-92FE-2A2AB990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6" name="">
            <a:extLst xmlns:a="http://schemas.openxmlformats.org/drawingml/2006/main">
              <a:ext uri="{FF2B5EF4-FFF2-40B4-BE49-F238E27FC236}">
                <a16:creationId xmlns:a16="http://schemas.microsoft.com/office/drawing/2014/main" id="{ABA4DA5A-CEB1-4739-9390-48A79173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643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667" name="">
            <a:extLst xmlns:a="http://schemas.openxmlformats.org/drawingml/2006/main">
              <a:ext uri="{FF2B5EF4-FFF2-40B4-BE49-F238E27FC236}">
                <a16:creationId xmlns:a16="http://schemas.microsoft.com/office/drawing/2014/main" id="{458748C7-FB0F-4893-8940-A16D627A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20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68" name="">
            <a:extLst xmlns:a="http://schemas.openxmlformats.org/drawingml/2006/main">
              <a:ext uri="{FF2B5EF4-FFF2-40B4-BE49-F238E27FC236}">
                <a16:creationId xmlns:a16="http://schemas.microsoft.com/office/drawing/2014/main" id="{ACB82F72-7282-48B6-80D8-2BDF137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8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ParallelNHRNHR</a:t>
            </a:r>
          </a:p>
        </p:txBody>
      </p:sp>
      <p:sp>
        <p:nvSpPr>
          <p:cNvPr id="669" name="">
            <a:extLst xmlns:a="http://schemas.openxmlformats.org/drawingml/2006/main">
              <a:ext uri="{FF2B5EF4-FFF2-40B4-BE49-F238E27FC236}">
                <a16:creationId xmlns:a16="http://schemas.microsoft.com/office/drawing/2014/main" id="{B4BB4BC3-AB2E-47BC-BB8E-EF6E56C0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327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0" name="">
            <a:extLst xmlns:a="http://schemas.openxmlformats.org/drawingml/2006/main">
              <a:ext uri="{FF2B5EF4-FFF2-40B4-BE49-F238E27FC236}">
                <a16:creationId xmlns:a16="http://schemas.microsoft.com/office/drawing/2014/main" id="{9ED8401D-4B99-459F-9945-47122853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344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逻辑3层且第0层 Mesh？</a:t>
            </a:r>
          </a:p>
        </p:txBody>
      </p:sp>
      <p:sp>
        <p:nvSpPr>
          <p:cNvPr id="671" name="">
            <a:extLst xmlns:a="http://schemas.openxmlformats.org/drawingml/2006/main">
              <a:ext uri="{FF2B5EF4-FFF2-40B4-BE49-F238E27FC236}">
                <a16:creationId xmlns:a16="http://schemas.microsoft.com/office/drawing/2014/main" id="{635FB9E3-0E88-43FF-BB25-2818FA8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15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DD813638-38F8-4DAF-A235-66FE0563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833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前两层拓扑均对称？</a:t>
            </a:r>
          </a:p>
        </p:txBody>
      </p:sp>
      <p:sp>
        <p:nvSpPr>
          <p:cNvPr id="673" name="">
            <a:extLst xmlns:a="http://schemas.openxmlformats.org/drawingml/2006/main">
              <a:ext uri="{FF2B5EF4-FFF2-40B4-BE49-F238E27FC236}">
                <a16:creationId xmlns:a16="http://schemas.microsoft.com/office/drawing/2014/main" id="{BD37BEDC-B96B-4FB0-AA83-22E1F08B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20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4" name="">
            <a:extLst xmlns:a="http://schemas.openxmlformats.org/drawingml/2006/main">
              <a:ext uri="{FF2B5EF4-FFF2-40B4-BE49-F238E27FC236}">
                <a16:creationId xmlns:a16="http://schemas.microsoft.com/office/drawing/2014/main" id="{01D7F0D4-90B4-43EE-83ED-141E32F3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8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F5D3D586-3680-4CC5-BA0D-7F7FBCBE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15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6" name="">
            <a:extLst xmlns:a="http://schemas.openxmlformats.org/drawingml/2006/main">
              <a:ext uri="{FF2B5EF4-FFF2-40B4-BE49-F238E27FC236}">
                <a16:creationId xmlns:a16="http://schemas.microsoft.com/office/drawing/2014/main" id="{3F8B2090-6B78-4488-9137-703C236E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5833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677" name="">
            <a:extLst xmlns:a="http://schemas.openxmlformats.org/drawingml/2006/main">
              <a:ext uri="{FF2B5EF4-FFF2-40B4-BE49-F238E27FC236}">
                <a16:creationId xmlns:a16="http://schemas.microsoft.com/office/drawing/2014/main" id="{5C5064E5-1C05-4A68-B517-EEF4C83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411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78" name="">
            <a:extLst xmlns:a="http://schemas.openxmlformats.org/drawingml/2006/main">
              <a:ext uri="{FF2B5EF4-FFF2-40B4-BE49-F238E27FC236}">
                <a16:creationId xmlns:a16="http://schemas.microsoft.com/office/drawing/2014/main" id="{CC769084-1457-4F98-8850-8A61C2AC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428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</p:txBody>
      </p:sp>
      <p:sp>
        <p:nvSpPr>
          <p:cNvPr id="679" name="">
            <a:extLst xmlns:a="http://schemas.openxmlformats.org/drawingml/2006/main">
              <a:ext uri="{FF2B5EF4-FFF2-40B4-BE49-F238E27FC236}">
                <a16:creationId xmlns:a16="http://schemas.microsoft.com/office/drawing/2014/main" id="{1BB14609-5DCE-461D-8E2E-EB7B5D3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8411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0" name="">
            <a:extLst xmlns:a="http://schemas.openxmlformats.org/drawingml/2006/main">
              <a:ext uri="{FF2B5EF4-FFF2-40B4-BE49-F238E27FC236}">
                <a16:creationId xmlns:a16="http://schemas.microsoft.com/office/drawing/2014/main" id="{8BC69036-C651-45FC-82B4-5AE2594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428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681" name="">
            <a:extLst xmlns:a="http://schemas.openxmlformats.org/drawingml/2006/main">
              <a:ext uri="{FF2B5EF4-FFF2-40B4-BE49-F238E27FC236}">
                <a16:creationId xmlns:a16="http://schemas.microsoft.com/office/drawing/2014/main" id="{E5E77E84-E6E7-4C3D-9FAD-B8385E8B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006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2" name="">
            <a:extLst xmlns:a="http://schemas.openxmlformats.org/drawingml/2006/main">
              <a:ext uri="{FF2B5EF4-FFF2-40B4-BE49-F238E27FC236}">
                <a16:creationId xmlns:a16="http://schemas.microsoft.com/office/drawing/2014/main" id="{52B5B3A1-CF0C-4927-94AB-DF5B5BE7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023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每模块设备数 &gt; 1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且第0层 Mesh？</a:t>
            </a:r>
          </a:p>
        </p:txBody>
      </p:sp>
      <p:sp>
        <p:nvSpPr>
          <p:cNvPr id="683" name="">
            <a:extLst xmlns:a="http://schemas.openxmlformats.org/drawingml/2006/main">
              <a:ext uri="{FF2B5EF4-FFF2-40B4-BE49-F238E27FC236}">
                <a16:creationId xmlns:a16="http://schemas.microsoft.com/office/drawing/2014/main" id="{E83811A8-7E4A-4265-87BF-0AC5706D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6708" y="26411003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070E9C3C-BED1-42A2-B2ED-AD18BCA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726" y="26463012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685" name="">
            <a:extLst xmlns:a="http://schemas.openxmlformats.org/drawingml/2006/main">
              <a:ext uri="{FF2B5EF4-FFF2-40B4-BE49-F238E27FC236}">
                <a16:creationId xmlns:a16="http://schemas.microsoft.com/office/drawing/2014/main" id="{EC4616C2-BC73-4065-A20C-6C251B94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303" y="26411003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6" name="">
            <a:extLst xmlns:a="http://schemas.openxmlformats.org/drawingml/2006/main">
              <a:ext uri="{FF2B5EF4-FFF2-40B4-BE49-F238E27FC236}">
                <a16:creationId xmlns:a16="http://schemas.microsoft.com/office/drawing/2014/main" id="{09FF2A06-CA13-4EB1-A4D1-E63C4BB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321" y="26463012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687" name="">
            <a:extLst xmlns:a="http://schemas.openxmlformats.org/drawingml/2006/main">
              <a:ext uri="{FF2B5EF4-FFF2-40B4-BE49-F238E27FC236}">
                <a16:creationId xmlns:a16="http://schemas.microsoft.com/office/drawing/2014/main" id="{8FE5D1A4-2297-4ED0-A615-80DE35D6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2212" y="8860359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8" name="">
            <a:extLst xmlns:a="http://schemas.openxmlformats.org/drawingml/2006/main">
              <a:ext uri="{FF2B5EF4-FFF2-40B4-BE49-F238E27FC236}">
                <a16:creationId xmlns:a16="http://schemas.microsoft.com/office/drawing/2014/main" id="{A2891FA5-A134-4911-BFBC-0F1B5620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230" y="8912368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689" name="">
            <a:extLst xmlns:a="http://schemas.openxmlformats.org/drawingml/2006/main">
              <a:ext uri="{FF2B5EF4-FFF2-40B4-BE49-F238E27FC236}">
                <a16:creationId xmlns:a16="http://schemas.microsoft.com/office/drawing/2014/main" id="{43A5259A-6323-4FFF-81BD-5CB2DA3F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303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0" name="">
            <a:extLst xmlns:a="http://schemas.openxmlformats.org/drawingml/2006/main">
              <a:ext uri="{FF2B5EF4-FFF2-40B4-BE49-F238E27FC236}">
                <a16:creationId xmlns:a16="http://schemas.microsoft.com/office/drawing/2014/main" id="{7EE4D08F-7E01-4810-BD24-C608409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7321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8MiB？</a:t>
            </a:r>
          </a:p>
        </p:txBody>
      </p:sp>
      <p:sp>
        <p:nvSpPr>
          <p:cNvPr id="691" name="">
            <a:extLst xmlns:a="http://schemas.openxmlformats.org/drawingml/2006/main">
              <a:ext uri="{FF2B5EF4-FFF2-40B4-BE49-F238E27FC236}">
                <a16:creationId xmlns:a16="http://schemas.microsoft.com/office/drawing/2014/main" id="{D0000370-253A-4700-9D78-B2AA4FD1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5006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2" name="">
            <a:extLst xmlns:a="http://schemas.openxmlformats.org/drawingml/2006/main">
              <a:ext uri="{FF2B5EF4-FFF2-40B4-BE49-F238E27FC236}">
                <a16:creationId xmlns:a16="http://schemas.microsoft.com/office/drawing/2014/main" id="{2F71FC6D-174A-4221-931E-B7A10C1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9023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693" name="">
            <a:extLst xmlns:a="http://schemas.openxmlformats.org/drawingml/2006/main">
              <a:ext uri="{FF2B5EF4-FFF2-40B4-BE49-F238E27FC236}">
                <a16:creationId xmlns:a16="http://schemas.microsoft.com/office/drawing/2014/main" id="{C410FB39-A88F-4DAA-A969-059E2299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11601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4" name="">
            <a:extLst xmlns:a="http://schemas.openxmlformats.org/drawingml/2006/main">
              <a:ext uri="{FF2B5EF4-FFF2-40B4-BE49-F238E27FC236}">
                <a16:creationId xmlns:a16="http://schemas.microsoft.com/office/drawing/2014/main" id="{DE2AC832-02A2-4C9C-A5C0-CE6D855D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5618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695" name="">
            <a:extLst xmlns:a="http://schemas.openxmlformats.org/drawingml/2006/main">
              <a:ext uri="{FF2B5EF4-FFF2-40B4-BE49-F238E27FC236}">
                <a16:creationId xmlns:a16="http://schemas.microsoft.com/office/drawing/2014/main" id="{EBB14D24-796A-4F14-8001-4227B303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2212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379B0EEC-FCE1-4449-AFFA-4F7F8A00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6230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697" name="">
            <a:extLst xmlns:a="http://schemas.openxmlformats.org/drawingml/2006/main">
              <a:ext uri="{FF2B5EF4-FFF2-40B4-BE49-F238E27FC236}">
                <a16:creationId xmlns:a16="http://schemas.microsoft.com/office/drawing/2014/main" id="{57078535-F9DA-405F-9706-16CF03B7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9461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98" name="">
            <a:extLst xmlns:a="http://schemas.openxmlformats.org/drawingml/2006/main">
              <a:ext uri="{FF2B5EF4-FFF2-40B4-BE49-F238E27FC236}">
                <a16:creationId xmlns:a16="http://schemas.microsoft.com/office/drawing/2014/main" id="{BA8938C4-5BA0-4776-9EAB-56753D8A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478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699" name="">
            <a:extLst xmlns:a="http://schemas.openxmlformats.org/drawingml/2006/main">
              <a:ext uri="{FF2B5EF4-FFF2-40B4-BE49-F238E27FC236}">
                <a16:creationId xmlns:a16="http://schemas.microsoft.com/office/drawing/2014/main" id="{EE1D98E4-D40D-460A-98E9-CB3A8BA1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6056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0" name="">
            <a:extLst xmlns:a="http://schemas.openxmlformats.org/drawingml/2006/main">
              <a:ext uri="{FF2B5EF4-FFF2-40B4-BE49-F238E27FC236}">
                <a16:creationId xmlns:a16="http://schemas.microsoft.com/office/drawing/2014/main" id="{53104941-056D-439A-B5AA-9F6E10B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0074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701" name="">
            <a:extLst xmlns:a="http://schemas.openxmlformats.org/drawingml/2006/main">
              <a:ext uri="{FF2B5EF4-FFF2-40B4-BE49-F238E27FC236}">
                <a16:creationId xmlns:a16="http://schemas.microsoft.com/office/drawing/2014/main" id="{1153B8F8-C6DD-498B-9781-5E97955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6974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2" name="">
            <a:extLst xmlns:a="http://schemas.openxmlformats.org/drawingml/2006/main">
              <a:ext uri="{FF2B5EF4-FFF2-40B4-BE49-F238E27FC236}">
                <a16:creationId xmlns:a16="http://schemas.microsoft.com/office/drawing/2014/main" id="{7BD7FFE0-CC7C-4033-B66B-905A240F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91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703" name="">
            <a:extLst xmlns:a="http://schemas.openxmlformats.org/drawingml/2006/main">
              <a:ext uri="{FF2B5EF4-FFF2-40B4-BE49-F238E27FC236}">
                <a16:creationId xmlns:a16="http://schemas.microsoft.com/office/drawing/2014/main" id="{62B086FA-4954-4F72-82FE-9CF19D85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651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4" name="">
            <a:extLst xmlns:a="http://schemas.openxmlformats.org/drawingml/2006/main">
              <a:ext uri="{FF2B5EF4-FFF2-40B4-BE49-F238E27FC236}">
                <a16:creationId xmlns:a16="http://schemas.microsoft.com/office/drawing/2014/main" id="{B4FFC55B-BD25-4A09-BDEF-D3BA7B26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6669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705" name="">
            <a:extLst xmlns:a="http://schemas.openxmlformats.org/drawingml/2006/main">
              <a:ext uri="{FF2B5EF4-FFF2-40B4-BE49-F238E27FC236}">
                <a16:creationId xmlns:a16="http://schemas.microsoft.com/office/drawing/2014/main" id="{D38186BE-3980-4E68-96D7-F22DC47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651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6" name="">
            <a:extLst xmlns:a="http://schemas.openxmlformats.org/drawingml/2006/main">
              <a:ext uri="{FF2B5EF4-FFF2-40B4-BE49-F238E27FC236}">
                <a16:creationId xmlns:a16="http://schemas.microsoft.com/office/drawing/2014/main" id="{F81999EE-C297-4311-8B6B-58A1FB01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56669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707" name="">
            <a:extLst xmlns:a="http://schemas.openxmlformats.org/drawingml/2006/main">
              <a:ext uri="{FF2B5EF4-FFF2-40B4-BE49-F238E27FC236}">
                <a16:creationId xmlns:a16="http://schemas.microsoft.com/office/drawing/2014/main" id="{F112475F-3A9A-4ECA-9D6A-92BD8738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8196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08" name="">
            <a:extLst xmlns:a="http://schemas.openxmlformats.org/drawingml/2006/main">
              <a:ext uri="{FF2B5EF4-FFF2-40B4-BE49-F238E27FC236}">
                <a16:creationId xmlns:a16="http://schemas.microsoft.com/office/drawing/2014/main" id="{E635C3AE-5B39-4AF7-8E18-FF9A04AE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2214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709" name="">
            <a:extLst xmlns:a="http://schemas.openxmlformats.org/drawingml/2006/main">
              <a:ext uri="{FF2B5EF4-FFF2-40B4-BE49-F238E27FC236}">
                <a16:creationId xmlns:a16="http://schemas.microsoft.com/office/drawing/2014/main" id="{52E70B2F-8E42-445F-A3C9-CD0F24EF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4791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0" name="">
            <a:extLst xmlns:a="http://schemas.openxmlformats.org/drawingml/2006/main">
              <a:ext uri="{FF2B5EF4-FFF2-40B4-BE49-F238E27FC236}">
                <a16:creationId xmlns:a16="http://schemas.microsoft.com/office/drawing/2014/main" id="{1F176F9E-F6A3-4EF1-8F57-7E587994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09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711" name="">
            <a:extLst xmlns:a="http://schemas.openxmlformats.org/drawingml/2006/main">
              <a:ext uri="{FF2B5EF4-FFF2-40B4-BE49-F238E27FC236}">
                <a16:creationId xmlns:a16="http://schemas.microsoft.com/office/drawing/2014/main" id="{D3AD16BF-0C76-40D1-9556-6541A564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190" y="14710574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2" name="">
            <a:extLst xmlns:a="http://schemas.openxmlformats.org/drawingml/2006/main">
              <a:ext uri="{FF2B5EF4-FFF2-40B4-BE49-F238E27FC236}">
                <a16:creationId xmlns:a16="http://schemas.microsoft.com/office/drawing/2014/main" id="{AAB77A69-F2D3-478D-897F-E1076132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0208" y="14762583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713" name="">
            <a:extLst xmlns:a="http://schemas.openxmlformats.org/drawingml/2006/main">
              <a:ext uri="{FF2B5EF4-FFF2-40B4-BE49-F238E27FC236}">
                <a16:creationId xmlns:a16="http://schemas.microsoft.com/office/drawing/2014/main" id="{235C6190-836B-4414-8518-4C733479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6190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4" name="">
            <a:extLst xmlns:a="http://schemas.openxmlformats.org/drawingml/2006/main">
              <a:ext uri="{FF2B5EF4-FFF2-40B4-BE49-F238E27FC236}">
                <a16:creationId xmlns:a16="http://schemas.microsoft.com/office/drawing/2014/main" id="{047DF1A5-9421-498D-900C-5C65A77C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0208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715" name="">
            <a:extLst xmlns:a="http://schemas.openxmlformats.org/drawingml/2006/main">
              <a:ext uri="{FF2B5EF4-FFF2-40B4-BE49-F238E27FC236}">
                <a16:creationId xmlns:a16="http://schemas.microsoft.com/office/drawing/2014/main" id="{16B67391-AAD8-4A69-B275-D571607D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1386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6" name="">
            <a:extLst xmlns:a="http://schemas.openxmlformats.org/drawingml/2006/main">
              <a:ext uri="{FF2B5EF4-FFF2-40B4-BE49-F238E27FC236}">
                <a16:creationId xmlns:a16="http://schemas.microsoft.com/office/drawing/2014/main" id="{5B1AEAF6-0E1F-4415-94A1-8C3377AD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5404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717" name="">
            <a:extLst xmlns:a="http://schemas.openxmlformats.org/drawingml/2006/main">
              <a:ext uri="{FF2B5EF4-FFF2-40B4-BE49-F238E27FC236}">
                <a16:creationId xmlns:a16="http://schemas.microsoft.com/office/drawing/2014/main" id="{AECD6424-E104-4F0B-B4A2-4F2B402A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7982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18" name="">
            <a:extLst xmlns:a="http://schemas.openxmlformats.org/drawingml/2006/main">
              <a:ext uri="{FF2B5EF4-FFF2-40B4-BE49-F238E27FC236}">
                <a16:creationId xmlns:a16="http://schemas.microsoft.com/office/drawing/2014/main" id="{4E8C0502-888D-4AFF-A237-50B3A848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1999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2MiB？</a:t>
            </a:r>
          </a:p>
        </p:txBody>
      </p:sp>
      <p:sp>
        <p:nvSpPr>
          <p:cNvPr id="719" name="">
            <a:extLst xmlns:a="http://schemas.openxmlformats.org/drawingml/2006/main">
              <a:ext uri="{FF2B5EF4-FFF2-40B4-BE49-F238E27FC236}">
                <a16:creationId xmlns:a16="http://schemas.microsoft.com/office/drawing/2014/main" id="{AA5F7073-30B5-4BE2-97F5-7187FF8F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5535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0" name="">
            <a:extLst xmlns:a="http://schemas.openxmlformats.org/drawingml/2006/main">
              <a:ext uri="{FF2B5EF4-FFF2-40B4-BE49-F238E27FC236}">
                <a16:creationId xmlns:a16="http://schemas.microsoft.com/office/drawing/2014/main" id="{6C468473-9689-4326-B49B-D0DEB9E9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9553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721" name="">
            <a:extLst xmlns:a="http://schemas.openxmlformats.org/drawingml/2006/main">
              <a:ext uri="{FF2B5EF4-FFF2-40B4-BE49-F238E27FC236}">
                <a16:creationId xmlns:a16="http://schemas.microsoft.com/office/drawing/2014/main" id="{BBBDFFD1-ECA6-4259-B038-0993FE7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2130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51E7977D-2142-4E29-A7F8-4AD8177B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148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F4263906-5B92-4169-A673-CCCFFDAC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577" y="17635681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4" name="">
            <a:extLst xmlns:a="http://schemas.openxmlformats.org/drawingml/2006/main">
              <a:ext uri="{FF2B5EF4-FFF2-40B4-BE49-F238E27FC236}">
                <a16:creationId xmlns:a16="http://schemas.microsoft.com/office/drawing/2014/main" id="{E4F432D3-B3AA-413D-B078-A562721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8594" y="17687690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INT64 / UINT64 / FP64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 PROD 求积？</a:t>
            </a:r>
          </a:p>
        </p:txBody>
      </p:sp>
      <p:sp>
        <p:nvSpPr>
          <p:cNvPr id="725" name="">
            <a:extLst xmlns:a="http://schemas.openxmlformats.org/drawingml/2006/main">
              <a:ext uri="{FF2B5EF4-FFF2-40B4-BE49-F238E27FC236}">
                <a16:creationId xmlns:a16="http://schemas.microsoft.com/office/drawing/2014/main" id="{C458ABC8-7B4B-4999-A933-2D707287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4577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6" name="">
            <a:extLst xmlns:a="http://schemas.openxmlformats.org/drawingml/2006/main">
              <a:ext uri="{FF2B5EF4-FFF2-40B4-BE49-F238E27FC236}">
                <a16:creationId xmlns:a16="http://schemas.microsoft.com/office/drawing/2014/main" id="{058BB099-E5B6-4D81-9A83-25DC11B6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8594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  <p:sp>
        <p:nvSpPr>
          <p:cNvPr id="727" name="">
            <a:extLst xmlns:a="http://schemas.openxmlformats.org/drawingml/2006/main">
              <a:ext uri="{FF2B5EF4-FFF2-40B4-BE49-F238E27FC236}">
                <a16:creationId xmlns:a16="http://schemas.microsoft.com/office/drawing/2014/main" id="{DDA35EBC-ED67-49B4-8612-9876A316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1172" y="20560788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28" name="">
            <a:extLst xmlns:a="http://schemas.openxmlformats.org/drawingml/2006/main">
              <a:ext uri="{FF2B5EF4-FFF2-40B4-BE49-F238E27FC236}">
                <a16:creationId xmlns:a16="http://schemas.microsoft.com/office/drawing/2014/main" id="{266DCA76-5A62-415E-8996-BD8F926F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189" y="20612797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1MiB？</a:t>
            </a:r>
          </a:p>
        </p:txBody>
      </p:sp>
      <p:sp>
        <p:nvSpPr>
          <p:cNvPr id="729" name="">
            <a:extLst xmlns:a="http://schemas.openxmlformats.org/drawingml/2006/main">
              <a:ext uri="{FF2B5EF4-FFF2-40B4-BE49-F238E27FC236}">
                <a16:creationId xmlns:a16="http://schemas.microsoft.com/office/drawing/2014/main" id="{FD44576C-2F30-443A-8D2C-233B6A0C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7023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0" name="">
            <a:extLst xmlns:a="http://schemas.openxmlformats.org/drawingml/2006/main">
              <a:ext uri="{FF2B5EF4-FFF2-40B4-BE49-F238E27FC236}">
                <a16:creationId xmlns:a16="http://schemas.microsoft.com/office/drawing/2014/main" id="{0499D588-0206-4163-B5EA-22E3A8EE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1041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731" name="">
            <a:extLst xmlns:a="http://schemas.openxmlformats.org/drawingml/2006/main">
              <a:ext uri="{FF2B5EF4-FFF2-40B4-BE49-F238E27FC236}">
                <a16:creationId xmlns:a16="http://schemas.microsoft.com/office/drawing/2014/main" id="{C6B0A073-4C1F-4562-9272-E27728EA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618" y="23485896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0BC7F76C-D9F7-47E4-AEC8-933510CA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7636" y="23537904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733" name="">
            <a:extLst xmlns:a="http://schemas.openxmlformats.org/drawingml/2006/main">
              <a:ext uri="{FF2B5EF4-FFF2-40B4-BE49-F238E27FC236}">
                <a16:creationId xmlns:a16="http://schemas.microsoft.com/office/drawing/2014/main" id="{94EADA07-E612-4C78-9FAA-DC259ED7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569" y="11785467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4" name="">
            <a:extLst xmlns:a="http://schemas.openxmlformats.org/drawingml/2006/main">
              <a:ext uri="{FF2B5EF4-FFF2-40B4-BE49-F238E27FC236}">
                <a16:creationId xmlns:a16="http://schemas.microsoft.com/office/drawing/2014/main" id="{B0C291D9-411C-48AC-AF1F-C31F834B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7586" y="11837475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735" name="">
            <a:extLst xmlns:a="http://schemas.openxmlformats.org/drawingml/2006/main">
              <a:ext uri="{FF2B5EF4-FFF2-40B4-BE49-F238E27FC236}">
                <a16:creationId xmlns:a16="http://schemas.microsoft.com/office/drawing/2014/main" id="{60FB845C-29D4-47D1-9E6E-81764A7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136" y="427599"/>
            <a:ext cx="3307757" cy="17353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6" name="">
            <a:extLst xmlns:a="http://schemas.openxmlformats.org/drawingml/2006/main">
              <a:ext uri="{FF2B5EF4-FFF2-40B4-BE49-F238E27FC236}">
                <a16:creationId xmlns:a16="http://schemas.microsoft.com/office/drawing/2014/main" id="{76C4DA86-6772-4159-8C19-1453581F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9153" y="479608"/>
            <a:ext cx="3099722" cy="1631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Reduce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9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</a:t>
            </a:r>
          </a:p>
        </p:txBody>
      </p:sp>
    </p:spTree>
    <p:extLst>
      <p:ext uri="{BB962C8B-B14F-4D97-AF65-F5344CB8AC3E}">
        <p14:creationId xmlns:p14="http://schemas.microsoft.com/office/powerpoint/2010/main" val="1616621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41D8CDAF-62A9-4C17-88BE-5B83518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432EE-CC30-4BDF-9642-11F5FA0B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3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5712916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F2B8E-0917-4E88-8837-C041E96D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24025-4490-46A1-A04E-915184D6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030425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8077D-374C-44A1-9255-E96AF400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FDC49-7C6B-4DBE-8F43-6A417F8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424232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92CBF-7ED5-41D1-B035-9D56F1D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FBE8D-0DEA-4877-907E-520AF73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63762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3F2B6-D09A-445E-93A5-9C8ED75A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B86B4-B323-45B4-B055-460CCCE5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5712916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DFAA0-3662-4C73-B867-C81C7808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55E9F-EC93-4179-90FD-55053242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030425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F385A5-9D5F-41A3-8411-9DC2FE9D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18A6D-A0E7-4347-8595-767DDD0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424232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C4A20-BA98-46D1-A003-9B60C4CF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3A293-5F7B-4381-9ABF-6DB721A8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263762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54029-2B53-4E77-8181-A0D02436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34F15-0420-4C32-B28C-56D2DDF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797505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E8FC6-6E84-4690-B2C3-E0095AA3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9E9128-B6E3-484E-9365-382E7302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797505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0DD538-2D61-4005-8579-B2DE8B4C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057E0-66E5-4A0E-A35A-614DDDFE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7797505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B9D47C-F0EC-49B0-9DCD-619A51D7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20C9F-0B51-46DE-9496-C1AA78F8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7797505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0D6DFB-7A9D-454E-BBFC-BFB5821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B76894-AA55-4C8B-9698-28B0C2C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97505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9A4264-770E-4B06-BA34-5958D54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93EA74-218E-4008-B48B-901045D8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797505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AFC0DB-967B-47DE-82D4-D9EA81C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0C0037-B8D2-4FB3-BF84-F4B377F4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797505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C717DC-D978-432D-A5BE-8FAF7A6E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5536A9-E820-4955-A74B-8445C87C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797505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DA54F4-A102-4A0E-8A94-8E62E1D8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587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8570E2-D48D-430B-A2FD-F7C02074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669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0733764" y="11043630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EF07AB-74EC-4369-BB1C-6C0B5AA9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669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43945F-4656-40D0-8585-FCFCEB30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178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0051273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A8EEC3-1D4C-475A-A789-7F3FCD0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178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F865D4-C185-4336-B54A-9F3AFD52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84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9445079" y="12111054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9828BB-6191-4866-B33C-6C84A4AF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984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2D1A06-1696-403A-AFAB-176AEDBA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4514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9284609" y="12618690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F77881-808D-4906-9B63-669224C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99255C-6B76-472E-AE05-73648DA6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2818353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BFC391-EE1C-416E-A7CA-087CA705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C4F573-6D0F-4CB1-96FC-13C7FC78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6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12818353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17AC54-F7E5-4543-BD84-D8D967F2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51DFE6-077F-4672-804E-FD5FF9CE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9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12818353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D086F0-DDB6-472B-B816-324855E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13C4D4-918F-48E5-BDFE-7EEEA3F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2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2818353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B954C4-A6BF-440C-A327-5A174DEB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3546D29-898E-4E6C-992E-9316948F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5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15754611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5F97E2-F3D2-479D-9080-2D16168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B816628-238C-46BB-B023-E1A1A7E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8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15072120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A15771-82B8-450A-B35F-4AF66368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375D34-4CFF-4390-B2B2-6A821AB2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1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4465927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8BD700-650F-405E-87F5-5C3A7B8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E5006B-EEB2-4FCD-A722-F246175D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4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14305457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2B3D3B-4FCE-4C72-ADC5-06E46D83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AE5D2C-31B1-4B4E-B006-EE7D6144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7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5754611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C796FE3-86C5-4270-AD78-07923E0F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CF754EC-9F83-4E75-AB52-3036A601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15072120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21D86F7-C537-4E01-A9F3-EB9BC09B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C468DC-5893-4B50-BE69-95AC541E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3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4465927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4494ADD-E8C2-47B5-BF97-7A2EA14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DD767C1-3C0F-49A3-A7E1-5FD01C08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6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4305457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DD9594-5FBB-4F68-A1B5-86239F84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0916223-6087-4DFD-8984-EE0D316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7839200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653A591-8F4B-4A77-954E-CE407F1E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E740A52-E701-4B09-BF77-E53A582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2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7839200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C7CC62-BC55-4C99-8A3F-02780A4B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0B8AC9-E1D2-40F8-942D-8F7EA309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5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7839200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523DC-3326-4506-A4E6-0526AB8A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E8A374F-299B-4E36-A8B6-DBB0B692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7839200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B5DE872-B6F1-4CEC-8D3C-56F9F3DB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1870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038991B-3010-4EE6-84B1-B2943B7A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19331965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6BD5C0F-293F-4E4A-8465-1455EEE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5FE7938-EA12-454E-98D6-D69C654B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19923884" y="24379862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F3BCC55-9CEE-4EA9-AADE-CB601A22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DE22C05-6691-4253-9951-C8DA08EC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0606374" y="24951656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3B5EA4F-35EC-4FAF-8AC2-589CBC63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58460AE-9B88-4F8E-A28C-ED3DAE16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2943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21212568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2379A91-2700-48E0-96AC-4F3BCE6A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E9835D1-9E72-4E9C-AD07-F135309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7839200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5109C36-7CF7-4259-8F67-688156D1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BBE7E68-0C93-461F-97E8-46F571ED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7839200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AC5BDB7-1CB9-46BE-A7A9-3031EC26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A72EA7-7BDE-42A8-9F99-F1E53E1C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9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7839200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2212279-DF0B-4610-9D35-EF901B16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6547CA4-532A-472C-AD4E-1A7D7798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2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7839200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5D5D2D-C072-48E9-8521-4B28375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1022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AD2B219-0455-4EF4-9B31-B6A5BF7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294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5" name=""/>
          <p:cNvCxnSpPr>
            <a:stCxn xmlns:a="http://schemas.openxmlformats.org/drawingml/2006/main" id="133" idx="3"/>
            <a:endCxn xmlns:a="http://schemas.openxmlformats.org/drawingml/2006/main" id="134" idx="1"/>
          </p:cNvCxnSpPr>
          <p:nvPr/>
        </p:nvCxnSpPr>
        <p:spPr>
          <a:xfrm xmlns:a="http://schemas.openxmlformats.org/drawingml/2006/main">
            <a:off x="14311117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D4D65B-7012-4684-9169-8DAC99E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294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5AF3994-465D-4AF7-B283-80EF688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43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8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4903036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78397DB-BDD9-4489-8136-6CEDCE24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543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10E9D87-D87A-4180-B47F-9E864F22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1625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15585527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31986B7-8AC4-463F-9677-89F37C42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1625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7E6697E-4DDC-4578-8B01-FD3E0E42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095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16191720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284F400-7EAF-46D3-8331-2EF31B56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239475D-457B-48BE-8C43-51DC77D6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12818353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C8C4337-334F-4C73-A5D9-71B87B6F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5C064FF-F82C-42A8-8454-BD415DE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2818353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45F45B0-181E-4271-B260-A382E668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1E7C35F-378A-4F61-B353-0F80C9C7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2818353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F8A3A25-1448-446F-9D5F-41724625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CE35102-2EAA-4CB6-95FF-CACF4379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8305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12818353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0CFA3C2-E1DC-407F-80AD-C29A94F1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8960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DB8BDEBF-034D-46BB-ABCF-A6ECB995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241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9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15740336" y="6763430"/>
            <a:ext cx="5886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D499143-EE6F-4C7D-93F9-88AFA29A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0241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6D72D2C-735C-4574-9E18-6651AAA6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50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2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15061045" y="7259060"/>
            <a:ext cx="6791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C37C25D-F1F8-4568-8A85-F7C96C76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0950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6737A73-85DD-4580-B718-3F74F85A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956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5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14458051" y="7830854"/>
            <a:ext cx="6028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483610E-F5C0-4478-9234-74F5ED23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956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EA1036C-0EB2-4304-9ED6-C993EE83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978" y="8472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166" idx="1"/>
            <a:endCxn xmlns:a="http://schemas.openxmlformats.org/drawingml/2006/main" id="167" idx="3"/>
          </p:cNvCxnSpPr>
          <p:nvPr/>
        </p:nvCxnSpPr>
        <p:spPr>
          <a:xfrm xmlns:a="http://schemas.openxmlformats.org/drawingml/2006/main" flipH="1">
            <a:off x="14298073" y="8338490"/>
            <a:ext cx="159883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5AA7D10-5B13-4785-A1F9-CCF65A32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7282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BE25FB6-C52E-401A-AAF5-892EB0CE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536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169" idx="1"/>
            <a:endCxn xmlns:a="http://schemas.openxmlformats.org/drawingml/2006/main" id="170" idx="3"/>
          </p:cNvCxnSpPr>
          <p:nvPr/>
        </p:nvCxnSpPr>
        <p:spPr>
          <a:xfrm xmlns:a="http://schemas.openxmlformats.org/drawingml/2006/main" flipH="1">
            <a:off x="20775459" y="11043630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9657455-0E00-4EE7-9460-0ECBEC4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536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DA3B770-8FD5-4132-9989-CA1008C2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873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172" idx="1"/>
            <a:endCxn xmlns:a="http://schemas.openxmlformats.org/drawingml/2006/main" id="173" idx="3"/>
          </p:cNvCxnSpPr>
          <p:nvPr/>
        </p:nvCxnSpPr>
        <p:spPr>
          <a:xfrm xmlns:a="http://schemas.openxmlformats.org/drawingml/2006/main" flipH="1">
            <a:off x="20092968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739C953-96BE-46D6-A395-5318DEC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2873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6F1DF28-7A54-4F6D-A815-64B1769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668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175" idx="1"/>
            <a:endCxn xmlns:a="http://schemas.openxmlformats.org/drawingml/2006/main" id="176" idx="3"/>
          </p:cNvCxnSpPr>
          <p:nvPr/>
        </p:nvCxnSpPr>
        <p:spPr>
          <a:xfrm xmlns:a="http://schemas.openxmlformats.org/drawingml/2006/main" flipH="1">
            <a:off x="19486775" y="12111054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6C609413-F4E2-40FE-8282-8185622E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668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331776A-4725-4242-9765-890956A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6209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19326304" y="12618690"/>
            <a:ext cx="160376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8D7069E-9474-46CA-B130-5B13B97B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BA3847B0-E982-4A37-8111-E309DBEF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3" name=""/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>
            <a:off x="22860048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14193AD-41F9-44B2-BD50-7098BB0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B0F6041-B4D4-440B-BB16-7CA765B5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184" idx="2"/>
            <a:endCxn xmlns:a="http://schemas.openxmlformats.org/drawingml/2006/main" id="185" idx="0"/>
          </p:cNvCxnSpPr>
          <p:nvPr/>
        </p:nvCxnSpPr>
        <p:spPr>
          <a:xfrm xmlns:a="http://schemas.openxmlformats.org/drawingml/2006/main">
            <a:off x="22860048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4CC4B0D-B066-4E0F-A77D-EB97934D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D652BE3-0F45-4E80-8AD7-93E5BE15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9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22860048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2102318-50AB-4910-BC7F-F853C458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57C99EE-7CB1-4D31-8C48-03E81816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22860048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ED6540A-6698-428A-92C7-86CB374C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13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6055DDC-D1DF-424C-87B6-49EC7CAF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5" name=""/>
          <p:cNvCxnSpPr>
            <a:stCxn xmlns:a="http://schemas.openxmlformats.org/drawingml/2006/main" id="193" idx="1"/>
            <a:endCxn xmlns:a="http://schemas.openxmlformats.org/drawingml/2006/main" id="194" idx="3"/>
          </p:cNvCxnSpPr>
          <p:nvPr/>
        </p:nvCxnSpPr>
        <p:spPr>
          <a:xfrm xmlns:a="http://schemas.openxmlformats.org/drawingml/2006/main" flipH="1">
            <a:off x="25796306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FBC28BA-4B29-47E9-B098-4A1BA4E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3CB8AAAE-5F4A-4F87-B603-73B8543A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8" name=""/>
          <p:cNvCxnSpPr>
            <a:stCxn xmlns:a="http://schemas.openxmlformats.org/drawingml/2006/main" id="196" idx="1"/>
            <a:endCxn xmlns:a="http://schemas.openxmlformats.org/drawingml/2006/main" id="197" idx="3"/>
          </p:cNvCxnSpPr>
          <p:nvPr/>
        </p:nvCxnSpPr>
        <p:spPr>
          <a:xfrm xmlns:a="http://schemas.openxmlformats.org/drawingml/2006/main" flipH="1">
            <a:off x="25113816" y="20099661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2763B7B-589D-4C18-9A1E-0768B13C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D1E633F4-A63C-4D38-A6FC-AF6009D2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1" name=""/>
          <p:cNvCxnSpPr>
            <a:stCxn xmlns:a="http://schemas.openxmlformats.org/drawingml/2006/main" id="199" idx="1"/>
            <a:endCxn xmlns:a="http://schemas.openxmlformats.org/drawingml/2006/main" id="200" idx="3"/>
          </p:cNvCxnSpPr>
          <p:nvPr/>
        </p:nvCxnSpPr>
        <p:spPr>
          <a:xfrm xmlns:a="http://schemas.openxmlformats.org/drawingml/2006/main" flipH="1">
            <a:off x="24507622" y="206714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F4EB0C57-2842-4402-9C41-E6407DD4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C365346-BE97-4901-9C08-CA54E0C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057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4" name=""/>
          <p:cNvCxnSpPr>
            <a:stCxn xmlns:a="http://schemas.openxmlformats.org/drawingml/2006/main" id="202" idx="1"/>
            <a:endCxn xmlns:a="http://schemas.openxmlformats.org/drawingml/2006/main" id="203" idx="3"/>
          </p:cNvCxnSpPr>
          <p:nvPr/>
        </p:nvCxnSpPr>
        <p:spPr>
          <a:xfrm xmlns:a="http://schemas.openxmlformats.org/drawingml/2006/main" flipH="1">
            <a:off x="24347152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E449E6DA-31D5-4CFF-BAD8-A00BBF3F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3065B98-3E59-4D4B-8911-B7AFF024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7" name=""/>
          <p:cNvCxnSpPr>
            <a:stCxn xmlns:a="http://schemas.openxmlformats.org/drawingml/2006/main" id="205" idx="2"/>
            <a:endCxn xmlns:a="http://schemas.openxmlformats.org/drawingml/2006/main" id="206" idx="0"/>
          </p:cNvCxnSpPr>
          <p:nvPr/>
        </p:nvCxnSpPr>
        <p:spPr>
          <a:xfrm xmlns:a="http://schemas.openxmlformats.org/drawingml/2006/main">
            <a:off x="27880896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87722BB-775E-4E8E-B476-E19F058D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C5DD94DB-2BBA-47DE-9635-FF8A0061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208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27880896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96567E8-AEE9-49E6-8D68-C718D4E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5D1286E-98CB-4BEF-811B-646AF42A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"/>
          <p:cNvCxnSpPr>
            <a:stCxn xmlns:a="http://schemas.openxmlformats.org/drawingml/2006/main" id="211" idx="2"/>
            <a:endCxn xmlns:a="http://schemas.openxmlformats.org/drawingml/2006/main" id="212" idx="0"/>
          </p:cNvCxnSpPr>
          <p:nvPr/>
        </p:nvCxnSpPr>
        <p:spPr>
          <a:xfrm xmlns:a="http://schemas.openxmlformats.org/drawingml/2006/main">
            <a:off x="27880896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F863FCE-4449-47E7-9806-3FAF135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3B48D6D-9F27-4D9C-A312-C9E201D7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6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27880896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EFEE934-6E48-4D85-B645-B1FF6B89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56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4E8B45C-618C-4C27-A4AB-D8E7CD5E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9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29373660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7FB917E6-9C3C-4DA6-9C82-C4EB572E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EF02192-5CFC-4B04-B6D8-28533842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2" name=""/>
          <p:cNvCxnSpPr>
            <a:stCxn xmlns:a="http://schemas.openxmlformats.org/drawingml/2006/main" id="220" idx="3"/>
            <a:endCxn xmlns:a="http://schemas.openxmlformats.org/drawingml/2006/main" id="221" idx="1"/>
          </p:cNvCxnSpPr>
          <p:nvPr/>
        </p:nvCxnSpPr>
        <p:spPr>
          <a:xfrm xmlns:a="http://schemas.openxmlformats.org/drawingml/2006/main">
            <a:off x="29965579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03A4A6D7-B5F5-489A-8021-61051D49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78B1EDA-157B-4479-A649-6E5CB87C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5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30648070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0FA0EB0-59C5-4F78-83A0-350424E7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9EDED8E1-E081-49D6-8C0F-71EFDB13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131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8" name=""/>
          <p:cNvCxnSpPr>
            <a:stCxn xmlns:a="http://schemas.openxmlformats.org/drawingml/2006/main" id="226" idx="3"/>
            <a:endCxn xmlns:a="http://schemas.openxmlformats.org/drawingml/2006/main" id="227" idx="1"/>
          </p:cNvCxnSpPr>
          <p:nvPr/>
        </p:nvCxnSpPr>
        <p:spPr>
          <a:xfrm xmlns:a="http://schemas.openxmlformats.org/drawingml/2006/main">
            <a:off x="31254263" y="25459292"/>
            <a:ext cx="160868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467CE4F-5406-461D-A882-EA246F5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3741204-6496-48F0-BCEB-B9BB515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1" name=""/>
          <p:cNvCxnSpPr>
            <a:stCxn xmlns:a="http://schemas.openxmlformats.org/drawingml/2006/main" id="229" idx="2"/>
            <a:endCxn xmlns:a="http://schemas.openxmlformats.org/drawingml/2006/main" id="230" idx="0"/>
          </p:cNvCxnSpPr>
          <p:nvPr/>
        </p:nvCxnSpPr>
        <p:spPr>
          <a:xfrm xmlns:a="http://schemas.openxmlformats.org/drawingml/2006/main">
            <a:off x="27880896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B6CD196-53D8-492C-8116-87CD1F9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9A44177-2200-4495-85CE-2AC8BDE0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4" name=""/>
          <p:cNvCxnSpPr>
            <a:stCxn xmlns:a="http://schemas.openxmlformats.org/drawingml/2006/main" id="232" idx="2"/>
            <a:endCxn xmlns:a="http://schemas.openxmlformats.org/drawingml/2006/main" id="233" idx="0"/>
          </p:cNvCxnSpPr>
          <p:nvPr/>
        </p:nvCxnSpPr>
        <p:spPr>
          <a:xfrm xmlns:a="http://schemas.openxmlformats.org/drawingml/2006/main">
            <a:off x="27880896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68CF7E8-0B72-4A2A-B7E6-E17ABCE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F1C8812-8CF6-4EA0-9A05-1B0C60A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7" name="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27880896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88552944-5CA9-4126-AB0C-9279D64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FEB2415-61C7-4A5B-B83F-9E5A87CE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0" name=""/>
          <p:cNvCxnSpPr>
            <a:stCxn xmlns:a="http://schemas.openxmlformats.org/drawingml/2006/main" id="238" idx="2"/>
            <a:endCxn xmlns:a="http://schemas.openxmlformats.org/drawingml/2006/main" id="239" idx="0"/>
          </p:cNvCxnSpPr>
          <p:nvPr/>
        </p:nvCxnSpPr>
        <p:spPr>
          <a:xfrm xmlns:a="http://schemas.openxmlformats.org/drawingml/2006/main">
            <a:off x="27880896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796003E-D23C-4B3B-B18D-ABF32CB1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7E795F53-F84C-4ECF-BAA0-C9048A46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27880896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8FAE1B4-5266-4D89-A5C0-2D19468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EC3D821-1B04-4441-B6E5-9CBEDF0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6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>
            <a:off x="27880896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EE65F8E-3FAE-4F7E-BDE3-2C18F101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2B1FC38-37AE-406D-BE29-D27453E5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9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27880896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3843175-3B85-4254-B08A-2F099817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1D7E0C0-5833-45E3-94CA-2AF7C73F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2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>
            <a:off x="27880896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E5B6209-903E-4B20-B673-0A72AC4F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290195D-76F4-4921-A9F5-2C0839C4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5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32901743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F67D3616-B008-4CBD-B76D-2BB9D508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4C086C9-6899-4D5D-BC44-45ADFF35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8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32901743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F72A4124-EC9E-457C-A9E6-C3567821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9AEA3486-5868-4F53-8853-B6BB6DC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1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32901743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0ADF4A44-339B-49A5-9121-50AEC1F3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CC45E60-7088-43A5-98C3-FD991156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4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32901743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B9F0165-352D-4512-A08E-1EC3F98A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EBA11FA-47FE-428D-8037-2D464C5D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7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37922591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DEF0322-A757-4F29-8222-575E896D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EBFDBCFE-7209-42DC-8C3E-CB3AEAC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0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37922591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99F4059-CA39-4F75-9717-88A9630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532834C-A31C-4D3B-A86A-77079F34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3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37922591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B0FE70C-37A3-46B7-82C1-C5262091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A286A5E-6BB4-47AB-90C0-92982EDB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6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37922591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9320FB7E-6450-483F-9F80-FA9B03EC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5260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D2281E2-0117-4511-A875-506C00D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9" name=""/>
          <p:cNvCxnSpPr>
            <a:stCxn xmlns:a="http://schemas.openxmlformats.org/drawingml/2006/main" id="277" idx="3"/>
            <a:endCxn xmlns:a="http://schemas.openxmlformats.org/drawingml/2006/main" id="278" idx="1"/>
          </p:cNvCxnSpPr>
          <p:nvPr/>
        </p:nvCxnSpPr>
        <p:spPr>
          <a:xfrm xmlns:a="http://schemas.openxmlformats.org/drawingml/2006/main">
            <a:off x="39415355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12AB743E-1383-4225-96CE-8B005189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9A7E14B5-B071-4998-989F-3CF44BA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2" name=""/>
          <p:cNvCxnSpPr>
            <a:stCxn xmlns:a="http://schemas.openxmlformats.org/drawingml/2006/main" id="280" idx="3"/>
            <a:endCxn xmlns:a="http://schemas.openxmlformats.org/drawingml/2006/main" id="281" idx="1"/>
          </p:cNvCxnSpPr>
          <p:nvPr/>
        </p:nvCxnSpPr>
        <p:spPr>
          <a:xfrm xmlns:a="http://schemas.openxmlformats.org/drawingml/2006/main">
            <a:off x="40007274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215CBB69-2E05-4759-80EE-10F04595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6C34E3C-2EA1-4930-AE80-1EF794C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5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40689765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FD91136-F990-4718-A977-614FF276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FE1231EF-BF06-45DF-9465-87D13CE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6826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8" name=""/>
          <p:cNvCxnSpPr>
            <a:stCxn xmlns:a="http://schemas.openxmlformats.org/drawingml/2006/main" id="286" idx="3"/>
            <a:endCxn xmlns:a="http://schemas.openxmlformats.org/drawingml/2006/main" id="287" idx="1"/>
          </p:cNvCxnSpPr>
          <p:nvPr/>
        </p:nvCxnSpPr>
        <p:spPr>
          <a:xfrm xmlns:a="http://schemas.openxmlformats.org/drawingml/2006/main">
            <a:off x="41295958" y="25459292"/>
            <a:ext cx="160868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C6A54E15-9E35-4ABF-8795-0E48BC78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413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20F9E87-972B-4A4A-B98E-5FD331B8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1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34394508" y="19604031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F34B179-7E41-48C8-8F47-6D53C9B4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22AB3A4-1739-42DE-B9D9-901A2228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4" name=""/>
          <p:cNvCxnSpPr>
            <a:stCxn xmlns:a="http://schemas.openxmlformats.org/drawingml/2006/main" id="292" idx="3"/>
            <a:endCxn xmlns:a="http://schemas.openxmlformats.org/drawingml/2006/main" id="293" idx="1"/>
          </p:cNvCxnSpPr>
          <p:nvPr/>
        </p:nvCxnSpPr>
        <p:spPr>
          <a:xfrm xmlns:a="http://schemas.openxmlformats.org/drawingml/2006/main">
            <a:off x="34986426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9F7CCF5-CB90-454C-93F5-088DF03F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D9E2B7E-2787-4624-B03D-6E4C084B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7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35668917" y="206714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13434B6A-5E43-4E1B-970E-0CB67270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713298D8-83B5-47CE-85CE-85A22B4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5978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0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36275111" y="21179091"/>
            <a:ext cx="160867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7A294DD9-7C5C-4ABD-8F2D-C839967F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565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48B2602-02B6-4357-8F3F-A3FBCB0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3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29373660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BB2CC6B-2B79-4F5F-8C52-21E91215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AECFD238-02D4-454D-B64B-FADCF431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6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29965579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557AF017-7B8F-481E-9CBE-CD6CCAB4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924CB49-004E-4646-8CED-8BB7532E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9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30648070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F171974-37FE-41BE-8A77-29FE5E8F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8071979-338D-4FBB-AB61-EA64C60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131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2" name=""/>
          <p:cNvCxnSpPr>
            <a:stCxn xmlns:a="http://schemas.openxmlformats.org/drawingml/2006/main" id="310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>
            <a:off x="31254263" y="16898891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D58F7F0-4DE5-4271-9DBC-57D8C60A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2718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D1E8FF5-230D-4EF0-BF4A-97686086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4636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5" name=""/>
          <p:cNvCxnSpPr>
            <a:stCxn xmlns:a="http://schemas.openxmlformats.org/drawingml/2006/main" id="313" idx="3"/>
            <a:endCxn xmlns:a="http://schemas.openxmlformats.org/drawingml/2006/main" id="314" idx="1"/>
          </p:cNvCxnSpPr>
          <p:nvPr/>
        </p:nvCxnSpPr>
        <p:spPr>
          <a:xfrm xmlns:a="http://schemas.openxmlformats.org/drawingml/2006/main">
            <a:off x="24352813" y="11043630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286A0925-68E0-423B-9BF8-7C570861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44636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D566D243-5BC0-4371-A86C-47AD5A3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127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8" name=""/>
          <p:cNvCxnSpPr>
            <a:stCxn xmlns:a="http://schemas.openxmlformats.org/drawingml/2006/main" id="316" idx="3"/>
            <a:endCxn xmlns:a="http://schemas.openxmlformats.org/drawingml/2006/main" id="317" idx="1"/>
          </p:cNvCxnSpPr>
          <p:nvPr/>
        </p:nvCxnSpPr>
        <p:spPr>
          <a:xfrm xmlns:a="http://schemas.openxmlformats.org/drawingml/2006/main">
            <a:off x="24944731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7FBAF869-75B4-4E7D-8C48-D54E0E7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7127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58D68E23-1E7D-401D-942F-E6F1EC6D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332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1" name=""/>
          <p:cNvCxnSpPr>
            <a:stCxn xmlns:a="http://schemas.openxmlformats.org/drawingml/2006/main" id="319" idx="3"/>
            <a:endCxn xmlns:a="http://schemas.openxmlformats.org/drawingml/2006/main" id="320" idx="1"/>
          </p:cNvCxnSpPr>
          <p:nvPr/>
        </p:nvCxnSpPr>
        <p:spPr>
          <a:xfrm xmlns:a="http://schemas.openxmlformats.org/drawingml/2006/main">
            <a:off x="25627222" y="12111054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F4BBC5AA-76D2-4307-A50C-06AFFD61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33320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B91CD65-D350-4EC3-B417-87EE7A72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4283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4" name=""/>
          <p:cNvCxnSpPr>
            <a:stCxn xmlns:a="http://schemas.openxmlformats.org/drawingml/2006/main" id="322" idx="3"/>
            <a:endCxn xmlns:a="http://schemas.openxmlformats.org/drawingml/2006/main" id="323" idx="1"/>
          </p:cNvCxnSpPr>
          <p:nvPr/>
        </p:nvCxnSpPr>
        <p:spPr>
          <a:xfrm xmlns:a="http://schemas.openxmlformats.org/drawingml/2006/main">
            <a:off x="26233415" y="12618690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05D831EC-294D-4F59-BD42-CDFBE705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1923" y="107220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6587822-5D51-4566-A032-81B40A52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055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7" name=""/>
          <p:cNvCxnSpPr>
            <a:stCxn xmlns:a="http://schemas.openxmlformats.org/drawingml/2006/main" id="325" idx="3"/>
            <a:endCxn xmlns:a="http://schemas.openxmlformats.org/drawingml/2006/main" id="326" idx="1"/>
          </p:cNvCxnSpPr>
          <p:nvPr/>
        </p:nvCxnSpPr>
        <p:spPr>
          <a:xfrm xmlns:a="http://schemas.openxmlformats.org/drawingml/2006/main">
            <a:off x="25212018" y="10722090"/>
            <a:ext cx="1942037" cy="766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86B96F8-AFDF-402D-A965-07539D82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055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E942E10-D08F-4FD7-AC8A-BDDA37C0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184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0" name=""/>
          <p:cNvCxnSpPr>
            <a:stCxn xmlns:a="http://schemas.openxmlformats.org/drawingml/2006/main" id="328" idx="3"/>
            <a:endCxn xmlns:a="http://schemas.openxmlformats.org/drawingml/2006/main" id="329" idx="1"/>
          </p:cNvCxnSpPr>
          <p:nvPr/>
        </p:nvCxnSpPr>
        <p:spPr>
          <a:xfrm xmlns:a="http://schemas.openxmlformats.org/drawingml/2006/main">
            <a:off x="27154150" y="11488609"/>
            <a:ext cx="2529034" cy="998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BCF88121-3592-460D-9667-93A5BB9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3184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318A313-245E-44B8-A350-A93C059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797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3" name=""/>
          <p:cNvCxnSpPr>
            <a:stCxn xmlns:a="http://schemas.openxmlformats.org/drawingml/2006/main" id="331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29683279" y="12486997"/>
            <a:ext cx="690518" cy="2828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CE7FD1F-6D37-4A24-95A0-42DCDBD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797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7040AEC8-7215-4D90-9D1C-7C0A7E8C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8788" y="128433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6" name=""/>
          <p:cNvCxnSpPr>
            <a:stCxn xmlns:a="http://schemas.openxmlformats.org/drawingml/2006/main" id="334" idx="3"/>
            <a:endCxn xmlns:a="http://schemas.openxmlformats.org/drawingml/2006/main" id="335" idx="1"/>
          </p:cNvCxnSpPr>
          <p:nvPr/>
        </p:nvCxnSpPr>
        <p:spPr>
          <a:xfrm xmlns:a="http://schemas.openxmlformats.org/drawingml/2006/main">
            <a:off x="30373892" y="12769893"/>
            <a:ext cx="174896" cy="735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2971AA2-C4FE-431F-9261-509960E2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4642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D896C773-BB71-4DD4-9836-79BD4C8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9268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9" name=""/>
          <p:cNvCxnSpPr>
            <a:stCxn xmlns:a="http://schemas.openxmlformats.org/drawingml/2006/main" id="337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19314737" y="6763430"/>
            <a:ext cx="594531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340E299C-D13C-49A2-83C4-B4E63CF5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9268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027F2A9-18E7-4988-8486-7A4E7A89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204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2" name=""/>
          <p:cNvCxnSpPr>
            <a:stCxn xmlns:a="http://schemas.openxmlformats.org/drawingml/2006/main" id="340" idx="3"/>
            <a:endCxn xmlns:a="http://schemas.openxmlformats.org/drawingml/2006/main" id="341" idx="1"/>
          </p:cNvCxnSpPr>
          <p:nvPr/>
        </p:nvCxnSpPr>
        <p:spPr>
          <a:xfrm xmlns:a="http://schemas.openxmlformats.org/drawingml/2006/main">
            <a:off x="19909363" y="7259060"/>
            <a:ext cx="685841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BADE993F-0793-4C76-94B0-94592EB9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5204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30906A2-1241-4560-AF18-69EDB06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4351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5" name=""/>
          <p:cNvCxnSpPr>
            <a:stCxn xmlns:a="http://schemas.openxmlformats.org/drawingml/2006/main" id="343" idx="3"/>
            <a:endCxn xmlns:a="http://schemas.openxmlformats.org/drawingml/2006/main" id="344" idx="1"/>
          </p:cNvCxnSpPr>
          <p:nvPr/>
        </p:nvCxnSpPr>
        <p:spPr>
          <a:xfrm xmlns:a="http://schemas.openxmlformats.org/drawingml/2006/main">
            <a:off x="20595299" y="7830854"/>
            <a:ext cx="609052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44CBE8D-78F3-4125-88ED-C43F3053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4351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5577D58-0F78-4101-B520-17449BA2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5559" y="8472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"/>
          <p:cNvCxnSpPr>
            <a:stCxn xmlns:a="http://schemas.openxmlformats.org/drawingml/2006/main" id="346" idx="3"/>
            <a:endCxn xmlns:a="http://schemas.openxmlformats.org/drawingml/2006/main" id="347" idx="1"/>
          </p:cNvCxnSpPr>
          <p:nvPr/>
        </p:nvCxnSpPr>
        <p:spPr>
          <a:xfrm xmlns:a="http://schemas.openxmlformats.org/drawingml/2006/main">
            <a:off x="21204446" y="8338490"/>
            <a:ext cx="161113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CFBA5AAB-2A6F-4D65-882B-CF8249E6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2978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24E376F2-8BC2-4461-A313-1D44B7B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17814588" y="2978906"/>
            <a:ext cx="0" cy="2993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D2C73492-9B64-4ECE-8E0F-FCDC86B6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ACB2DD93-46A2-4FE6-8C67-91107CA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17814588" y="3278310"/>
            <a:ext cx="0" cy="32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02F7CC2-BD93-4C78-957D-ACF0C3D6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2CC4B2B-E02A-421F-BBD0-83B4590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7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17814588" y="3601351"/>
            <a:ext cx="0" cy="3101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BE9832E8-63E4-418B-8D0E-34749251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098FE0A1-211F-4D4E-B80D-0BD600C8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4540" y="4192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0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17814588" y="3911636"/>
            <a:ext cx="0" cy="28054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8A6EB79-FF96-43C9-9E88-723E143E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0D6F5BF1-5F11-486D-B9FD-9D97AA32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2E83F67F-ED31-407C-A19E-7769239E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27CD864-6B69-4622-9B05-3B71A1CE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B3935530-E222-493A-8173-223B381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671864AB-C872-4BE3-BEFA-9F95232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EB0ED3BB-7224-4D82-AC1B-4864210C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1ED6BABB-1741-4F2F-86D4-24DF366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6F835658-8958-499E-B51E-45BDA2AD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98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5E92FA17-16A0-4B2C-BFFA-3965EB9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98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C453D503-C476-4C64-AB93-53AF35A1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EC593917-9654-4121-8A85-AAA808B4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A5FE67C9-D116-4B42-A5D3-CCB94E98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0295DA18-0F74-4C19-90F4-C21938AD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2886E12-FF84-4529-ADC5-B4473D3E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B1AC1F8-6B9D-4823-A9C2-F262527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FF47CE8-56C6-42F8-A982-8D7A94E5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1342983F-D374-4B0A-B3CE-2105C893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BDEEAB04-FF2F-4B60-BF88-CB84A1ED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95106F8D-53C2-499E-B5F3-6964E300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5A599CF0-57EB-436E-A053-44EDCB1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9F9F42C2-4530-4AB0-BF20-929ED25B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D028E0ED-6939-4F7A-84C2-F04B3E24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FDB8183B-CC0D-4B80-AD70-0F27475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444A396F-3C31-4B9B-9CA9-7BBB1F69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A2DD21B6-E390-4FD6-88E6-29EA846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09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2BA3326-C4C3-4AE8-9C51-D83669C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562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6F64443-9FD3-43C5-9569-239D2D4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8562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253794D0-648C-4E14-BAC8-2647973C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086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08F7A743-EA08-4BC5-90D1-8B2721B1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5086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B07839EA-D6E7-4921-BF6F-7835925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222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3044E8F-5C6E-4B17-9EBA-A1C567C7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4222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8E873A93-D1E0-4476-B958-05990357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07B41C16-B9FB-49A0-A33E-A2338D6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A2CC55D-A8DC-4F62-9BDC-FAEADFB3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4AF7FE5D-ED13-4CBB-BDEE-4027C7C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782B7E6-65DE-4A7E-A9E3-50F0B47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E37F94E8-68A0-42DF-91CC-FA3CC4A6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664B6BF9-7E30-46E6-AD20-0763574A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A2741E5-1610-4BA1-BFFC-48D4FEE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00E7A6D1-8E66-4BF4-89D7-8A35910F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CBEAE9A3-599D-475B-B653-68728ED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CE9961D9-5E46-4613-9170-7C840B3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046D6BEE-E3C7-4B41-A9FC-49E730D8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43E1A2D6-9D93-4B13-958A-84BFDA12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3F9C693D-DE58-4172-8A2E-11D3230B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BD636F95-FC0D-42C5-B503-C3976D4E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8EBF5DC7-4C08-4BD5-9966-A9C37CC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A2C0DA53-132A-448C-A0F3-F036F120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A53A5E40-B08B-4312-BCC4-3218727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89516009-FE3A-4319-913D-1A77C4BE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8416ECF-C8A0-4FA2-920F-A987E16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DE06B035-B4CD-4612-8AE8-997DCADE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708" y="11625289"/>
            <a:ext cx="1983727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320C8073-214E-404C-B840-DB350F80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42708" y="11625289"/>
            <a:ext cx="1983727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0DAB9F7B-034B-4B88-B3D0-66ECF34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134" y="11625289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9384588-0BBA-4FC9-808E-933C4B4B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2134" y="11625289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CA51528F-127A-4412-8F64-595D9BE3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2363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B9A9983A-CDAA-4700-AC19-2929D326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2363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9F251F14-1569-4434-989B-3BC72DF0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556" y="4206067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CEEB3690-BE70-4A2A-91F2-E0593271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4228" y="4279903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D1A76711-353F-48F6-A9E6-0B824556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D6A6A7E7-10B0-446E-B3D9-6CE1160E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D7DBE225-5750-48DB-8BF5-5FA8CC28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5BF164E8-CE4B-434F-B433-731BC8B2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前两层不对称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或第0层本地实例仅1 rank？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EDCD7E2-F7B9-4260-BAC7-AEE1F646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1B71858-47C3-4BAA-8B6F-D65EE860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A9A4990A-10C5-45AF-A0D9-33CCE96D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4E302DF5-52F4-441D-B49B-3F2D8EB0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 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且最高层不是 UboE？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B1506153-AC1C-4789-B561-8424094B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22A7BA1-7A6A-4EAE-874A-CBDBCFE7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FE7CD6B-8464-45B0-A7B4-75609DB4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626E401-8D86-44A8-BF79-1CC4FFC7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ParallelNHRNHR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ABE9E299-86CE-4F02-B346-B1D3C7D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2BA5F9D-7610-4CFA-865F-81BEB952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0CE5A43E-E7BE-49C4-8D57-EA6B245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3C6C004C-A146-4486-8005-A93384EB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A26DC7FC-E728-4FAC-9D61-FBB9810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4E61904-91ED-44A5-98AC-8FAC0D11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5B307E39-4DBD-4323-B377-1EA4949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1B73013C-9D2C-4C2B-96FD-557DA350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F882E76-FD55-400F-8BAE-906CFF05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F405ABEB-9293-4DD0-83C5-6F7ED981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2EE19EF0-EAF8-483F-BB6A-7D137614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B318E40-98B5-4147-9308-E02F0737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8D13BA22-7222-40AB-BDF2-99B51334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166B31AD-24E2-497B-8740-3D8C25CF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508829D4-6D34-4520-88DC-09602A7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30A25EE4-7423-4F82-B30C-D5E4B8CF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A9BBDF6-2AE4-4CBC-890B-76B68271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56F1A2D3-347C-44FE-8DD7-153D1ADF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285D9C05-5A8A-409A-9D0B-0BFE3D93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FBEAC02F-80A9-4C76-83E7-F12E16D2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D4A57D22-D81A-498A-B008-6E6B631B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E476FBF-F710-41B3-A7BF-D927294F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SoleNHRMultiLink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45460551-53D4-42FB-BBC5-788C9F4B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B259CCDD-70FA-4E36-A274-687344E6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1B9F5BF-3A9A-4A16-8EFE-6956EFDC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2703105-EE2E-438F-97F7-DFC87AF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8A2F110B-6B87-4429-90C8-ADBF1FF7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83DC2D91-F374-4A18-8AC6-DD37EEB3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C0012974-B8AA-4291-89A5-19292FD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5C551863-1190-4F9C-9899-FFC7E0CF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&lt; 2MiB？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28CA7843-15EE-4E8D-93F2-2B77AA74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9FA50D37-41F8-4C9F-8650-C8EF671C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SoleMeshTwoShot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76CEA914-58BD-4C89-9B2A-AC8F219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41D71FF9-A7A1-4494-ADEF-DE9C3734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79E4CC5C-2678-44CD-A89A-BD231FB9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6ABC17A-25B4-49BD-B3A3-D925F231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BA639160-56B7-415F-A6C5-714B7E34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16138B64-A2FA-4B77-ADEC-AE8A38C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8BCA4C4B-F026-4693-BA99-DC91D2FF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00A388DB-505B-4BA7-9455-B618FFE5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 ≥ 1MiB？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8795E6EC-ADC9-4256-9B26-32C272EB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D5898E36-EDF8-4F01-9B87-551A4F7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CE93A5D5-8B1D-42B7-B869-BE1B24A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406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AC73CBDD-304C-414A-AB1C-5195ABC7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3078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94296095-43ED-4D3B-AD40-9CCBB0C3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22180A5A-3A73-49CF-97C3-A3677B52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AC5CC341-9E09-4F88-B7D7-000B5253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6556" y="428625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21AC9C81-DAEE-49F3-93F1-56D85DAE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4228" y="502461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Broadcast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AicpuBroadcast</a:t>
            </a:r>
          </a:p>
        </p:txBody>
      </p:sp>
    </p:spTree>
    <p:extLst>
      <p:ext uri="{BB962C8B-B14F-4D97-AF65-F5344CB8AC3E}">
        <p14:creationId xmlns:p14="http://schemas.microsoft.com/office/powerpoint/2010/main" val="1986754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C77817EC-47A0-41E3-9139-2D20CDE9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62E91-974B-4A03-B5CA-10F93C9B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3" name=""/>
          <p:cNvCxnSpPr>
            <a:stCxn xmlns:a="http://schemas.openxmlformats.org/drawingml/2006/main" id="1" idx="1"/>
            <a:endCxn xmlns:a="http://schemas.openxmlformats.org/drawingml/2006/main" id="2" idx="3"/>
          </p:cNvCxnSpPr>
          <p:nvPr/>
        </p:nvCxnSpPr>
        <p:spPr>
          <a:xfrm xmlns:a="http://schemas.openxmlformats.org/drawingml/2006/main" flipH="1">
            <a:off x="5712916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12542-8751-43EF-BF18-C0796B4B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7270E-0890-480D-A944-2E14743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6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5030425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2597-5763-4C3E-A34F-15ABD18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E934A-DA97-4C3F-9FD5-787E638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9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424232" y="163912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60646-EA86-460D-9AFF-09CED8AE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B483F-1663-4A2E-BEB6-74A93460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2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63762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CCCA7-70E9-4F5F-B0ED-6352955B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74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CED7A-E28C-453A-9A64-D9B5C0E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5712916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86D5E-E03C-473B-904B-937B4F16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821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7652F-0BE4-4840-8483-89B82F6D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030425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1B50C-6769-4D28-B6E3-24CCEA7A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033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E15EA9-BEC1-4BE7-B49E-0B6F1F9D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9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424232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3F45A-370B-4D47-B8F8-517C8D5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37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2D1ED-22A5-4A35-8344-123AEC1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667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4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263762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2D485-7B1D-4216-9526-8495E75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12C0A-D81D-4BF8-87E8-69C3352B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7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797505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C71D8A-CD0B-4D72-BFD5-16831FF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00A37C-5DCD-4111-BF3B-0F9F7A80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797505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4DC94-3E82-49B3-807D-E026E707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8248A-6CD6-4D3B-8AA6-5EA40920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3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7797505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C51164-E26C-4533-A7D0-1830CD5E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3487B0-7F44-4799-9AD4-116AE795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7797505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58EFAD-E3BE-4560-8089-B1846657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EAE44F-E96B-44CB-B4AE-85E43671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37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7797505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3BD4E6-846E-40E4-9F6A-7FAA44CF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6B4ECC-3F35-4A5B-9B0E-6E10586A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7797505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05B5A7-40AD-4369-9BA9-BFE78F2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F2115A-41CD-4B7D-9BCD-920E44F8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5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7797505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DCA943-DA07-4AB2-A8AC-5F55161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9B1950-21EB-49C3-8568-4494040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457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8" name="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7797505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AF7A-5F6E-4C29-B485-85483578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0620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6E33D7-F048-48D8-B276-0C324EE3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579" y="11553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1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12277674" y="11043630"/>
            <a:ext cx="932946" cy="50951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67E02F-D847-44C8-8D83-9F0BF5CA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579" y="1155309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1D6117-68F9-4BFE-AA10-4DBA8CD2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851" y="1214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4" name=""/>
          <p:cNvCxnSpPr>
            <a:stCxn xmlns:a="http://schemas.openxmlformats.org/drawingml/2006/main" id="52" idx="1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H="1">
            <a:off x="11197946" y="11553142"/>
            <a:ext cx="1079633" cy="58942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9798F2-6BED-428D-89FB-04D1FCC6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851" y="121425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E8700A-B79D-433D-9388-CF624335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058" y="12660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7" name=""/>
          <p:cNvCxnSpPr>
            <a:stCxn xmlns:a="http://schemas.openxmlformats.org/drawingml/2006/main" id="55" idx="1"/>
            <a:endCxn xmlns:a="http://schemas.openxmlformats.org/drawingml/2006/main" id="56" idx="3"/>
          </p:cNvCxnSpPr>
          <p:nvPr/>
        </p:nvCxnSpPr>
        <p:spPr>
          <a:xfrm xmlns:a="http://schemas.openxmlformats.org/drawingml/2006/main" flipH="1">
            <a:off x="10249153" y="12142570"/>
            <a:ext cx="948698" cy="5177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FF6599-45B5-4F04-9B49-1B0A6E3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058" y="1266028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982841-DB36-4190-81D9-EC7ACC7F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635" y="127495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0" name=""/>
          <p:cNvCxnSpPr>
            <a:stCxn xmlns:a="http://schemas.openxmlformats.org/drawingml/2006/main" id="58" idx="1"/>
            <a:endCxn xmlns:a="http://schemas.openxmlformats.org/drawingml/2006/main" id="59" idx="3"/>
          </p:cNvCxnSpPr>
          <p:nvPr/>
        </p:nvCxnSpPr>
        <p:spPr>
          <a:xfrm xmlns:a="http://schemas.openxmlformats.org/drawingml/2006/main" flipH="1">
            <a:off x="10085730" y="12660336"/>
            <a:ext cx="163328" cy="892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C59F8A-3E98-4188-B2E7-CA4CA006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3338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875DAD-9794-425B-B906-B76A4B4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903" y="158025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14397951" y="15323878"/>
            <a:ext cx="305435" cy="478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558C0C-6B43-4797-9587-C82A0C08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7903" y="1580252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89FD75-0AA5-41F9-907C-5097B7CB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182" y="163525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6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 flipH="1">
            <a:off x="14047230" y="15802624"/>
            <a:ext cx="350721" cy="5499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49C335-8B6E-4B11-9CFF-21A26149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7182" y="163525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516D427-3032-49E9-AF60-BFB96DF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1902" y="168470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9" name=""/>
          <p:cNvCxnSpPr>
            <a:stCxn xmlns:a="http://schemas.openxmlformats.org/drawingml/2006/main" id="67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13731950" y="16352657"/>
            <a:ext cx="315280" cy="4944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25C67D6-B98F-4547-80D2-88C54527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1902" y="168470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90AB52-B6D5-48B9-88C7-56746B5B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8350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2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 flipH="1">
            <a:off x="13608398" y="16847161"/>
            <a:ext cx="123552" cy="1935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0792981-1FFD-4917-9A89-6A0F33F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E64FCF2-9168-4DDD-9463-E7106139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5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15754611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E3D968-E349-4BAC-B952-936B8AB2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721ACA-D556-4424-B572-42C32DC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8" name=""/>
          <p:cNvCxnSpPr>
            <a:stCxn xmlns:a="http://schemas.openxmlformats.org/drawingml/2006/main" id="76" idx="1"/>
            <a:endCxn xmlns:a="http://schemas.openxmlformats.org/drawingml/2006/main" id="77" idx="3"/>
          </p:cNvCxnSpPr>
          <p:nvPr/>
        </p:nvCxnSpPr>
        <p:spPr>
          <a:xfrm xmlns:a="http://schemas.openxmlformats.org/drawingml/2006/main" flipH="1">
            <a:off x="15072120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94F3F6-0350-4D87-8E3E-5D0F613C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CE5CB56-299C-4569-9F97-DF2A3E1D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1" name=""/>
          <p:cNvCxnSpPr>
            <a:stCxn xmlns:a="http://schemas.openxmlformats.org/drawingml/2006/main" id="79" idx="1"/>
            <a:endCxn xmlns:a="http://schemas.openxmlformats.org/drawingml/2006/main" id="80" idx="3"/>
          </p:cNvCxnSpPr>
          <p:nvPr/>
        </p:nvCxnSpPr>
        <p:spPr>
          <a:xfrm xmlns:a="http://schemas.openxmlformats.org/drawingml/2006/main" flipH="1">
            <a:off x="14465927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B660D1-13C5-47A8-B1D1-2CB87668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84F0E70-B9BE-452C-B0D8-FD1617E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4" name=""/>
          <p:cNvCxnSpPr>
            <a:stCxn xmlns:a="http://schemas.openxmlformats.org/drawingml/2006/main" id="82" idx="1"/>
            <a:endCxn xmlns:a="http://schemas.openxmlformats.org/drawingml/2006/main" id="83" idx="3"/>
          </p:cNvCxnSpPr>
          <p:nvPr/>
        </p:nvCxnSpPr>
        <p:spPr>
          <a:xfrm xmlns:a="http://schemas.openxmlformats.org/drawingml/2006/main" flipH="1">
            <a:off x="14305457" y="211790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F62B809-C6D4-405C-80EB-63017BE2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643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9EE2FA-7F6A-4B95-B843-03647ADC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7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5754611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87488D-FEC3-43F3-B9E3-D189E9E1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516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162CDCD-4444-4631-8B60-D05BF34D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0" name=""/>
          <p:cNvCxnSpPr>
            <a:stCxn xmlns:a="http://schemas.openxmlformats.org/drawingml/2006/main" id="88" idx="1"/>
            <a:endCxn xmlns:a="http://schemas.openxmlformats.org/drawingml/2006/main" id="89" idx="3"/>
          </p:cNvCxnSpPr>
          <p:nvPr/>
        </p:nvCxnSpPr>
        <p:spPr>
          <a:xfrm xmlns:a="http://schemas.openxmlformats.org/drawingml/2006/main" flipH="1">
            <a:off x="15072120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3F9FC9-9F67-47C4-A224-B41616BB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2025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79F52D-023B-422F-B655-D7FE1C66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3" name=""/>
          <p:cNvCxnSpPr>
            <a:stCxn xmlns:a="http://schemas.openxmlformats.org/drawingml/2006/main" id="91" idx="1"/>
            <a:endCxn xmlns:a="http://schemas.openxmlformats.org/drawingml/2006/main" id="92" idx="3"/>
          </p:cNvCxnSpPr>
          <p:nvPr/>
        </p:nvCxnSpPr>
        <p:spPr>
          <a:xfrm xmlns:a="http://schemas.openxmlformats.org/drawingml/2006/main" flipH="1">
            <a:off x="14465927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0447CB-C8EB-443B-9221-91D3BAC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832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A223E9-D174-403B-B64C-23BE1072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5362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6" name=""/>
          <p:cNvCxnSpPr>
            <a:stCxn xmlns:a="http://schemas.openxmlformats.org/drawingml/2006/main" id="94" idx="1"/>
            <a:endCxn xmlns:a="http://schemas.openxmlformats.org/drawingml/2006/main" id="95" idx="3"/>
          </p:cNvCxnSpPr>
          <p:nvPr/>
        </p:nvCxnSpPr>
        <p:spPr>
          <a:xfrm xmlns:a="http://schemas.openxmlformats.org/drawingml/2006/main" flipH="1">
            <a:off x="14305457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02D05D-FD82-4670-8B40-799EC15F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ED53DA-411E-4174-8960-2C640C0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7839200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D25229-0A6D-4869-834D-C8038B7D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730B33-0DEC-4C5E-AFB7-15B43722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2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7839200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7649F1D-731C-453C-A139-EB5F054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ED524B-BBA6-4970-8149-E0F999AB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5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7839200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BFA6B8-2BF5-4D4F-BDA4-D5DB36B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15C3F6-D8FA-4E46-9592-108391F8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7839200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88A859C-211E-4F28-A2B3-8AAF28D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1870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8958010-DED9-474C-8B21-62FC0EE6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19331965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D11ED8-9963-4938-942D-715E27F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378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6718652-5469-48BD-9CCE-AE66EC6F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4" name=""/>
          <p:cNvCxnSpPr>
            <a:stCxn xmlns:a="http://schemas.openxmlformats.org/drawingml/2006/main" id="112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19923884" y="24379862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98BCB85-6A0B-4FAC-ACB9-02B51905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6279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16B9496-14BA-4D2C-9EE4-7E8E7F2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20606374" y="24951656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C3A9DA1-BED0-40C8-9AB8-0BEEC4DA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473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3D96CA-0A6A-40C7-94BE-3D2453D3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72943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21212568" y="25459292"/>
            <a:ext cx="160375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6630FF8-4A90-4DE8-BDB5-92FD734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FDDADA5-F33D-412B-BDC8-3B36B2EE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7839200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B308748-4BBE-4DEE-9CA5-000FB445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E7550E5-1EDD-4D1F-8397-000A4116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124" idx="2"/>
            <a:endCxn xmlns:a="http://schemas.openxmlformats.org/drawingml/2006/main" id="125" idx="0"/>
          </p:cNvCxnSpPr>
          <p:nvPr/>
        </p:nvCxnSpPr>
        <p:spPr>
          <a:xfrm xmlns:a="http://schemas.openxmlformats.org/drawingml/2006/main">
            <a:off x="17839200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0C2DE43-F004-4BAC-96F9-F61C7CDD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41F5769-CD38-464B-A576-0CE56C4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9" name=""/>
          <p:cNvCxnSpPr>
            <a:stCxn xmlns:a="http://schemas.openxmlformats.org/drawingml/2006/main" id="127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17839200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5859165-7DEE-4C57-B483-5E43CF54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50C23A8-A97D-4EBD-885A-67A2EBCE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9152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2" name=""/>
          <p:cNvCxnSpPr>
            <a:stCxn xmlns:a="http://schemas.openxmlformats.org/drawingml/2006/main" id="130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17839200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DF65E64-5B21-4690-851D-87AD7C2E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6302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B9F7DCC-EBDE-4B21-9758-794AF896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142" y="157984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6196350" y="15323878"/>
            <a:ext cx="263840" cy="4745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6B65229-4B13-4FC8-B1F4-513D353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0142" y="157984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898BC88-9F66-406C-A7FC-74819877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2624" y="16342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8" name=""/>
          <p:cNvCxnSpPr>
            <a:stCxn xmlns:a="http://schemas.openxmlformats.org/drawingml/2006/main" id="136" idx="2"/>
            <a:endCxn xmlns:a="http://schemas.openxmlformats.org/drawingml/2006/main" id="137" idx="0"/>
          </p:cNvCxnSpPr>
          <p:nvPr/>
        </p:nvCxnSpPr>
        <p:spPr>
          <a:xfrm xmlns:a="http://schemas.openxmlformats.org/drawingml/2006/main">
            <a:off x="16460190" y="15798497"/>
            <a:ext cx="302482" cy="54431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8158E05-D8B1-43B4-9FE9-B874106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2624" y="163428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E40CB4A-FBA4-4945-9FC6-7FB25E66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5571" y="16833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139" idx="2"/>
            <a:endCxn xmlns:a="http://schemas.openxmlformats.org/drawingml/2006/main" id="140" idx="0"/>
          </p:cNvCxnSpPr>
          <p:nvPr/>
        </p:nvCxnSpPr>
        <p:spPr>
          <a:xfrm xmlns:a="http://schemas.openxmlformats.org/drawingml/2006/main">
            <a:off x="16762672" y="16342902"/>
            <a:ext cx="272947" cy="49065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C93842D-A84B-4730-9FFF-E64BF48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5571" y="1683355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5D9E0E4-7AE4-4E72-B9DC-2A516BB4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0755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17035619" y="16833654"/>
            <a:ext cx="115184" cy="2070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A268838-6E9F-4FBF-AD5B-3FA6FE6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4B52F1F-6E7C-47E9-951A-FDDE27A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145" idx="2"/>
            <a:endCxn xmlns:a="http://schemas.openxmlformats.org/drawingml/2006/main" id="146" idx="0"/>
          </p:cNvCxnSpPr>
          <p:nvPr/>
        </p:nvCxnSpPr>
        <p:spPr>
          <a:xfrm xmlns:a="http://schemas.openxmlformats.org/drawingml/2006/main">
            <a:off x="15501061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7CDE098-54FB-4FC2-B935-4589483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441BF20-D589-4CD3-9EBE-F79E6718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148" idx="2"/>
            <a:endCxn xmlns:a="http://schemas.openxmlformats.org/drawingml/2006/main" id="149" idx="0"/>
          </p:cNvCxnSpPr>
          <p:nvPr/>
        </p:nvCxnSpPr>
        <p:spPr>
          <a:xfrm xmlns:a="http://schemas.openxmlformats.org/drawingml/2006/main">
            <a:off x="15501061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8C2A526-9FCE-47B4-9A02-1BE42A57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02E950E-5932-4972-BDA7-79EB2F2E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151" idx="2"/>
            <a:endCxn xmlns:a="http://schemas.openxmlformats.org/drawingml/2006/main" id="152" idx="0"/>
          </p:cNvCxnSpPr>
          <p:nvPr/>
        </p:nvCxnSpPr>
        <p:spPr>
          <a:xfrm xmlns:a="http://schemas.openxmlformats.org/drawingml/2006/main">
            <a:off x="15501061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626C030-2EEE-4810-AF72-945FC7C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115CE04-D4BE-4321-9317-16DB061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1013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154" idx="2"/>
            <a:endCxn xmlns:a="http://schemas.openxmlformats.org/drawingml/2006/main" id="155" idx="0"/>
          </p:cNvCxnSpPr>
          <p:nvPr/>
        </p:nvCxnSpPr>
        <p:spPr>
          <a:xfrm xmlns:a="http://schemas.openxmlformats.org/drawingml/2006/main">
            <a:off x="15501061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1A41067-5EF8-4BCF-86AC-1221B58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668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4361B25-B425-48A0-AA7A-B18F492B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2949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9" name=""/>
          <p:cNvCxnSpPr>
            <a:stCxn xmlns:a="http://schemas.openxmlformats.org/drawingml/2006/main" id="157" idx="1"/>
            <a:endCxn xmlns:a="http://schemas.openxmlformats.org/drawingml/2006/main" id="158" idx="3"/>
          </p:cNvCxnSpPr>
          <p:nvPr/>
        </p:nvCxnSpPr>
        <p:spPr>
          <a:xfrm xmlns:a="http://schemas.openxmlformats.org/drawingml/2006/main" flipH="1">
            <a:off x="18423044" y="6763430"/>
            <a:ext cx="5886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2418FB5-F44D-46A6-B3D0-CC15BBCA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22949" y="72590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B88918A-F2A7-4928-807A-E064BE1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658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2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17743753" y="7259060"/>
            <a:ext cx="6791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22EED05-373A-4695-A784-66C0E103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3658" y="78308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18ECD37-5586-4D7B-9E12-0C82EE01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0664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5" name=""/>
          <p:cNvCxnSpPr>
            <a:stCxn xmlns:a="http://schemas.openxmlformats.org/drawingml/2006/main" id="163" idx="1"/>
            <a:endCxn xmlns:a="http://schemas.openxmlformats.org/drawingml/2006/main" id="164" idx="3"/>
          </p:cNvCxnSpPr>
          <p:nvPr/>
        </p:nvCxnSpPr>
        <p:spPr>
          <a:xfrm xmlns:a="http://schemas.openxmlformats.org/drawingml/2006/main" flipH="1">
            <a:off x="17140759" y="7830854"/>
            <a:ext cx="6028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C946A566-8002-4332-B6EC-0B5038D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0664" y="83384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1A700251-76B8-4686-A926-628E754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0686" y="84727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166" idx="1"/>
            <a:endCxn xmlns:a="http://schemas.openxmlformats.org/drawingml/2006/main" id="167" idx="3"/>
          </p:cNvCxnSpPr>
          <p:nvPr/>
        </p:nvCxnSpPr>
        <p:spPr>
          <a:xfrm xmlns:a="http://schemas.openxmlformats.org/drawingml/2006/main" flipH="1">
            <a:off x="16980781" y="8338490"/>
            <a:ext cx="159883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6E9A359-EAC6-4967-8F37-DBC991AC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130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F411748-5116-4C80-A940-22026E12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169" idx="1"/>
            <a:endCxn xmlns:a="http://schemas.openxmlformats.org/drawingml/2006/main" id="170" idx="3"/>
          </p:cNvCxnSpPr>
          <p:nvPr/>
        </p:nvCxnSpPr>
        <p:spPr>
          <a:xfrm xmlns:a="http://schemas.openxmlformats.org/drawingml/2006/main" flipH="1">
            <a:off x="25796306" y="11043630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36D7716-D920-427E-BA89-A675F7FA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7ADCD36-7A78-4B6A-956F-F173812F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172" idx="1"/>
            <a:endCxn xmlns:a="http://schemas.openxmlformats.org/drawingml/2006/main" id="173" idx="3"/>
          </p:cNvCxnSpPr>
          <p:nvPr/>
        </p:nvCxnSpPr>
        <p:spPr>
          <a:xfrm xmlns:a="http://schemas.openxmlformats.org/drawingml/2006/main" flipH="1">
            <a:off x="25113816" y="11539260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8C09788-B2D3-4118-8772-B2FE58C9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FB993B7-47B2-46C0-A69E-3ACC7D5F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175" idx="1"/>
            <a:endCxn xmlns:a="http://schemas.openxmlformats.org/drawingml/2006/main" id="176" idx="3"/>
          </p:cNvCxnSpPr>
          <p:nvPr/>
        </p:nvCxnSpPr>
        <p:spPr>
          <a:xfrm xmlns:a="http://schemas.openxmlformats.org/drawingml/2006/main" flipH="1">
            <a:off x="24507622" y="12111054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4A8E9BCC-FAD4-46D5-8940-CD70C11D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49EE6A05-B0AD-4F49-9664-185531D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057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178" idx="1"/>
            <a:endCxn xmlns:a="http://schemas.openxmlformats.org/drawingml/2006/main" id="179" idx="3"/>
          </p:cNvCxnSpPr>
          <p:nvPr/>
        </p:nvCxnSpPr>
        <p:spPr>
          <a:xfrm xmlns:a="http://schemas.openxmlformats.org/drawingml/2006/main" flipH="1">
            <a:off x="24347152" y="12618690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049E086-9E0B-478D-950B-729AA0C0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8130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2C8AC73-0B8B-4F95-B15F-0CC57F3B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3" name=""/>
          <p:cNvCxnSpPr>
            <a:stCxn xmlns:a="http://schemas.openxmlformats.org/drawingml/2006/main" id="181" idx="1"/>
            <a:endCxn xmlns:a="http://schemas.openxmlformats.org/drawingml/2006/main" id="182" idx="3"/>
          </p:cNvCxnSpPr>
          <p:nvPr/>
        </p:nvCxnSpPr>
        <p:spPr>
          <a:xfrm xmlns:a="http://schemas.openxmlformats.org/drawingml/2006/main" flipH="1">
            <a:off x="25796306" y="153238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155E056-D83B-4089-B8E7-D978FB3C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621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8CFBB79-5D93-45A6-BB47-B634B12B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184" idx="1"/>
            <a:endCxn xmlns:a="http://schemas.openxmlformats.org/drawingml/2006/main" id="185" idx="3"/>
          </p:cNvCxnSpPr>
          <p:nvPr/>
        </p:nvCxnSpPr>
        <p:spPr>
          <a:xfrm xmlns:a="http://schemas.openxmlformats.org/drawingml/2006/main" flipH="1">
            <a:off x="25113816" y="15819461"/>
            <a:ext cx="682395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BAEC34C-40CA-470A-8C19-97D9E2E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3721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4C0AC18-CE44-496A-B525-AEFCAB2B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9" name=""/>
          <p:cNvCxnSpPr>
            <a:stCxn xmlns:a="http://schemas.openxmlformats.org/drawingml/2006/main" id="187" idx="1"/>
            <a:endCxn xmlns:a="http://schemas.openxmlformats.org/drawingml/2006/main" id="188" idx="3"/>
          </p:cNvCxnSpPr>
          <p:nvPr/>
        </p:nvCxnSpPr>
        <p:spPr>
          <a:xfrm xmlns:a="http://schemas.openxmlformats.org/drawingml/2006/main" flipH="1">
            <a:off x="24507622" y="163912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E0AAA8D-CE11-496B-9803-08DE6C5D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7527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04505E5-EA4F-4233-8C79-C2DD400C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057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190" idx="1"/>
            <a:endCxn xmlns:a="http://schemas.openxmlformats.org/drawingml/2006/main" id="191" idx="3"/>
          </p:cNvCxnSpPr>
          <p:nvPr/>
        </p:nvCxnSpPr>
        <p:spPr>
          <a:xfrm xmlns:a="http://schemas.openxmlformats.org/drawingml/2006/main" flipH="1">
            <a:off x="24347152" y="16898891"/>
            <a:ext cx="160375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1A78CB4-36A4-40DE-98C8-B45ECD4D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30C1FB4-D738-4C58-BDEB-B8DACAA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5" name=""/>
          <p:cNvCxnSpPr>
            <a:stCxn xmlns:a="http://schemas.openxmlformats.org/drawingml/2006/main" id="193" idx="2"/>
            <a:endCxn xmlns:a="http://schemas.openxmlformats.org/drawingml/2006/main" id="194" idx="0"/>
          </p:cNvCxnSpPr>
          <p:nvPr/>
        </p:nvCxnSpPr>
        <p:spPr>
          <a:xfrm xmlns:a="http://schemas.openxmlformats.org/drawingml/2006/main">
            <a:off x="27880896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EAF03B4-F96C-4C6E-B2BF-8B090282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2BF8285C-2388-4D67-AED8-0BD2ECDA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8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27880896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3A6B7F3-0761-4BD8-A0B6-BB359682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ACC793BA-A8A0-4518-8736-6158A20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1" name=""/>
          <p:cNvCxnSpPr>
            <a:stCxn xmlns:a="http://schemas.openxmlformats.org/drawingml/2006/main" id="199" idx="2"/>
            <a:endCxn xmlns:a="http://schemas.openxmlformats.org/drawingml/2006/main" id="200" idx="0"/>
          </p:cNvCxnSpPr>
          <p:nvPr/>
        </p:nvCxnSpPr>
        <p:spPr>
          <a:xfrm xmlns:a="http://schemas.openxmlformats.org/drawingml/2006/main">
            <a:off x="27880896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380B7E2-5E05-49E5-9D78-A66FB0C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7382F9F-5DDD-4543-96E7-05DA6E64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4" name=""/>
          <p:cNvCxnSpPr>
            <a:stCxn xmlns:a="http://schemas.openxmlformats.org/drawingml/2006/main" id="202" idx="2"/>
            <a:endCxn xmlns:a="http://schemas.openxmlformats.org/drawingml/2006/main" id="203" idx="0"/>
          </p:cNvCxnSpPr>
          <p:nvPr/>
        </p:nvCxnSpPr>
        <p:spPr>
          <a:xfrm xmlns:a="http://schemas.openxmlformats.org/drawingml/2006/main">
            <a:off x="27880896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1A5FCD3B-6403-46AB-9699-D2C11E34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F1D6C918-FD80-4316-90B3-594CFBC7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7" name=""/>
          <p:cNvCxnSpPr>
            <a:stCxn xmlns:a="http://schemas.openxmlformats.org/drawingml/2006/main" id="205" idx="2"/>
            <a:endCxn xmlns:a="http://schemas.openxmlformats.org/drawingml/2006/main" id="206" idx="0"/>
          </p:cNvCxnSpPr>
          <p:nvPr/>
        </p:nvCxnSpPr>
        <p:spPr>
          <a:xfrm xmlns:a="http://schemas.openxmlformats.org/drawingml/2006/main">
            <a:off x="27880896" y="11043677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110D998-C872-4316-BCB0-249BB96C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14971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A968F5A-28F5-4707-861A-E5D79C81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208" idx="2"/>
            <a:endCxn xmlns:a="http://schemas.openxmlformats.org/drawingml/2006/main" id="209" idx="0"/>
          </p:cNvCxnSpPr>
          <p:nvPr/>
        </p:nvCxnSpPr>
        <p:spPr>
          <a:xfrm xmlns:a="http://schemas.openxmlformats.org/drawingml/2006/main">
            <a:off x="27880896" y="11497285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86EC197-537F-4BBC-A091-7E94571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0142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022117A-DFDB-4CA9-B90D-0DF382A0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"/>
          <p:cNvCxnSpPr>
            <a:stCxn xmlns:a="http://schemas.openxmlformats.org/drawingml/2006/main" id="211" idx="2"/>
            <a:endCxn xmlns:a="http://schemas.openxmlformats.org/drawingml/2006/main" id="212" idx="0"/>
          </p:cNvCxnSpPr>
          <p:nvPr/>
        </p:nvCxnSpPr>
        <p:spPr>
          <a:xfrm xmlns:a="http://schemas.openxmlformats.org/drawingml/2006/main">
            <a:off x="27880896" y="12014301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D8AE6DD-713B-456C-AA3D-3CAD0F3F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4873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404C921B-8090-45DE-BA51-2BA96BA4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0848" y="127604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6" name=""/>
          <p:cNvCxnSpPr>
            <a:stCxn xmlns:a="http://schemas.openxmlformats.org/drawingml/2006/main" id="214" idx="2"/>
            <a:endCxn xmlns:a="http://schemas.openxmlformats.org/drawingml/2006/main" id="215" idx="0"/>
          </p:cNvCxnSpPr>
          <p:nvPr/>
        </p:nvCxnSpPr>
        <p:spPr>
          <a:xfrm xmlns:a="http://schemas.openxmlformats.org/drawingml/2006/main">
            <a:off x="27880896" y="124874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AAF47C27-8FEB-424B-A3D4-1AFAAC81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8978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50707818-52FC-44EB-A2F3-F16F58F0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9" name=""/>
          <p:cNvCxnSpPr>
            <a:stCxn xmlns:a="http://schemas.openxmlformats.org/drawingml/2006/main" id="217" idx="1"/>
            <a:endCxn xmlns:a="http://schemas.openxmlformats.org/drawingml/2006/main" id="218" idx="3"/>
          </p:cNvCxnSpPr>
          <p:nvPr/>
        </p:nvCxnSpPr>
        <p:spPr>
          <a:xfrm xmlns:a="http://schemas.openxmlformats.org/drawingml/2006/main" flipH="1">
            <a:off x="30817154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14248CE2-409C-451E-85B0-383E1BA2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AEDB665-2F60-4F0B-8016-21925911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2" name=""/>
          <p:cNvCxnSpPr>
            <a:stCxn xmlns:a="http://schemas.openxmlformats.org/drawingml/2006/main" id="220" idx="1"/>
            <a:endCxn xmlns:a="http://schemas.openxmlformats.org/drawingml/2006/main" id="221" idx="3"/>
          </p:cNvCxnSpPr>
          <p:nvPr/>
        </p:nvCxnSpPr>
        <p:spPr>
          <a:xfrm xmlns:a="http://schemas.openxmlformats.org/drawingml/2006/main" flipH="1">
            <a:off x="30134663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7CADC660-0C72-41AA-8DBF-08B52A34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AB9E3D4-CBFA-4F3C-8C29-DCA8C48D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5" name=""/>
          <p:cNvCxnSpPr>
            <a:stCxn xmlns:a="http://schemas.openxmlformats.org/drawingml/2006/main" id="223" idx="1"/>
            <a:endCxn xmlns:a="http://schemas.openxmlformats.org/drawingml/2006/main" id="224" idx="3"/>
          </p:cNvCxnSpPr>
          <p:nvPr/>
        </p:nvCxnSpPr>
        <p:spPr>
          <a:xfrm xmlns:a="http://schemas.openxmlformats.org/drawingml/2006/main" flipH="1">
            <a:off x="29528470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EB44AE2-F1CA-41AB-B383-2B77AC27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A7B71F4E-AE90-4D0B-AD85-BDFD0F43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7412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8" name=""/>
          <p:cNvCxnSpPr>
            <a:stCxn xmlns:a="http://schemas.openxmlformats.org/drawingml/2006/main" id="226" idx="1"/>
            <a:endCxn xmlns:a="http://schemas.openxmlformats.org/drawingml/2006/main" id="227" idx="3"/>
          </p:cNvCxnSpPr>
          <p:nvPr/>
        </p:nvCxnSpPr>
        <p:spPr>
          <a:xfrm xmlns:a="http://schemas.openxmlformats.org/drawingml/2006/main" flipH="1">
            <a:off x="29367507" y="21179091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FA4AA868-D340-414D-BAD9-1A1953BD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8978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14679DFC-3913-4CAE-9807-63CC6B3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1" name=""/>
          <p:cNvCxnSpPr>
            <a:stCxn xmlns:a="http://schemas.openxmlformats.org/drawingml/2006/main" id="229" idx="1"/>
            <a:endCxn xmlns:a="http://schemas.openxmlformats.org/drawingml/2006/main" id="230" idx="3"/>
          </p:cNvCxnSpPr>
          <p:nvPr/>
        </p:nvCxnSpPr>
        <p:spPr>
          <a:xfrm xmlns:a="http://schemas.openxmlformats.org/drawingml/2006/main" flipH="1">
            <a:off x="30817154" y="23884232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EA8B7B1-5FCC-4F57-B1BF-FE86422A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059" y="243798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F60B924-34C0-4E97-B189-5C19F12B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4" name=""/>
          <p:cNvCxnSpPr>
            <a:stCxn xmlns:a="http://schemas.openxmlformats.org/drawingml/2006/main" id="232" idx="1"/>
            <a:endCxn xmlns:a="http://schemas.openxmlformats.org/drawingml/2006/main" id="233" idx="3"/>
          </p:cNvCxnSpPr>
          <p:nvPr/>
        </p:nvCxnSpPr>
        <p:spPr>
          <a:xfrm xmlns:a="http://schemas.openxmlformats.org/drawingml/2006/main" flipH="1">
            <a:off x="30134663" y="24379862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107DDCE-7FFF-4B09-99DD-D354D439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4568" y="249516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B5C41BC-1103-4F30-8C0F-210E5B5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7" name=""/>
          <p:cNvCxnSpPr>
            <a:stCxn xmlns:a="http://schemas.openxmlformats.org/drawingml/2006/main" id="235" idx="1"/>
            <a:endCxn xmlns:a="http://schemas.openxmlformats.org/drawingml/2006/main" id="236" idx="3"/>
          </p:cNvCxnSpPr>
          <p:nvPr/>
        </p:nvCxnSpPr>
        <p:spPr>
          <a:xfrm xmlns:a="http://schemas.openxmlformats.org/drawingml/2006/main" flipH="1">
            <a:off x="29528470" y="24951656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8BC8B18-D9AA-4D1A-B693-35F10FE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8375" y="254592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424C70D-6639-4327-B59E-4D1806BD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7412" y="255937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0" name=""/>
          <p:cNvCxnSpPr>
            <a:stCxn xmlns:a="http://schemas.openxmlformats.org/drawingml/2006/main" id="238" idx="1"/>
            <a:endCxn xmlns:a="http://schemas.openxmlformats.org/drawingml/2006/main" id="239" idx="3"/>
          </p:cNvCxnSpPr>
          <p:nvPr/>
        </p:nvCxnSpPr>
        <p:spPr>
          <a:xfrm xmlns:a="http://schemas.openxmlformats.org/drawingml/2006/main" flipH="1">
            <a:off x="29367507" y="25459292"/>
            <a:ext cx="160868" cy="13446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05DE534-F349-4180-85BF-031DA8F3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38841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5C42DF6C-9EDD-4DCA-B613-174AC1EE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32901743" y="23884279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CD5EF267-E6D2-4AC6-8A32-1413BBBA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3377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52762FE-30CA-42A8-8B3D-4ECC0F2F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6" name=""/>
          <p:cNvCxnSpPr>
            <a:stCxn xmlns:a="http://schemas.openxmlformats.org/drawingml/2006/main" id="244" idx="2"/>
            <a:endCxn xmlns:a="http://schemas.openxmlformats.org/drawingml/2006/main" id="245" idx="0"/>
          </p:cNvCxnSpPr>
          <p:nvPr/>
        </p:nvCxnSpPr>
        <p:spPr>
          <a:xfrm xmlns:a="http://schemas.openxmlformats.org/drawingml/2006/main">
            <a:off x="32901743" y="24337887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EDA048E-1C4E-4679-8241-4A376A5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48548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7E52E29C-177F-4B53-A90B-7660FC9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9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32901743" y="24854903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787676D9-4302-45E0-B7E7-916D0DEC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53279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9DC70EA6-A2C1-472A-9C81-FF982FD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5600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2" name=""/>
          <p:cNvCxnSpPr>
            <a:stCxn xmlns:a="http://schemas.openxmlformats.org/drawingml/2006/main" id="250" idx="2"/>
            <a:endCxn xmlns:a="http://schemas.openxmlformats.org/drawingml/2006/main" id="251" idx="0"/>
          </p:cNvCxnSpPr>
          <p:nvPr/>
        </p:nvCxnSpPr>
        <p:spPr>
          <a:xfrm xmlns:a="http://schemas.openxmlformats.org/drawingml/2006/main">
            <a:off x="32901743" y="25328021"/>
            <a:ext cx="0" cy="2729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34A84332-0BAC-48EE-8AF7-8DC778D1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ECE155D-BA1B-4DCD-A428-02ACAFF5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5" name=""/>
          <p:cNvCxnSpPr>
            <a:stCxn xmlns:a="http://schemas.openxmlformats.org/drawingml/2006/main" id="253" idx="2"/>
            <a:endCxn xmlns:a="http://schemas.openxmlformats.org/drawingml/2006/main" id="254" idx="0"/>
          </p:cNvCxnSpPr>
          <p:nvPr/>
        </p:nvCxnSpPr>
        <p:spPr>
          <a:xfrm xmlns:a="http://schemas.openxmlformats.org/drawingml/2006/main">
            <a:off x="32901743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9525502-7B4B-4910-AF20-35D73DAA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C771578-2B13-4776-AC0D-0970A585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8" name=""/>
          <p:cNvCxnSpPr>
            <a:stCxn xmlns:a="http://schemas.openxmlformats.org/drawingml/2006/main" id="256" idx="2"/>
            <a:endCxn xmlns:a="http://schemas.openxmlformats.org/drawingml/2006/main" id="257" idx="0"/>
          </p:cNvCxnSpPr>
          <p:nvPr/>
        </p:nvCxnSpPr>
        <p:spPr>
          <a:xfrm xmlns:a="http://schemas.openxmlformats.org/drawingml/2006/main">
            <a:off x="32901743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8A83196A-0955-4A8B-B709-A44DFCAC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84E60D23-9F01-4999-A7CB-BBB8A67B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1" name=""/>
          <p:cNvCxnSpPr>
            <a:stCxn xmlns:a="http://schemas.openxmlformats.org/drawingml/2006/main" id="259" idx="2"/>
            <a:endCxn xmlns:a="http://schemas.openxmlformats.org/drawingml/2006/main" id="260" idx="0"/>
          </p:cNvCxnSpPr>
          <p:nvPr/>
        </p:nvCxnSpPr>
        <p:spPr>
          <a:xfrm xmlns:a="http://schemas.openxmlformats.org/drawingml/2006/main">
            <a:off x="32901743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49D0560-3620-4857-AD82-4AD98D11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26556115-AB31-418F-8BB7-54A8633B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4" name=""/>
          <p:cNvCxnSpPr>
            <a:stCxn xmlns:a="http://schemas.openxmlformats.org/drawingml/2006/main" id="262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32901743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87F8101-1817-4EF2-BEA1-F2EFE987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DC45FA5-FD40-4291-8CB8-9F5509B0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7" name=""/>
          <p:cNvCxnSpPr>
            <a:stCxn xmlns:a="http://schemas.openxmlformats.org/drawingml/2006/main" id="265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32901743" y="153238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32360D4-A867-4036-93C8-D07ACDB3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57773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503AECA-E21C-4F17-B4B4-F93C03F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0" name=""/>
          <p:cNvCxnSpPr>
            <a:stCxn xmlns:a="http://schemas.openxmlformats.org/drawingml/2006/main" id="268" idx="2"/>
            <a:endCxn xmlns:a="http://schemas.openxmlformats.org/drawingml/2006/main" id="269" idx="0"/>
          </p:cNvCxnSpPr>
          <p:nvPr/>
        </p:nvCxnSpPr>
        <p:spPr>
          <a:xfrm xmlns:a="http://schemas.openxmlformats.org/drawingml/2006/main">
            <a:off x="32901743" y="157774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55675E1-D97A-4880-9E34-9CA44AAA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294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FC8BEED-165A-4DAE-8C27-CF59B19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3" name=""/>
          <p:cNvCxnSpPr>
            <a:stCxn xmlns:a="http://schemas.openxmlformats.org/drawingml/2006/main" id="271" idx="2"/>
            <a:endCxn xmlns:a="http://schemas.openxmlformats.org/drawingml/2006/main" id="272" idx="0"/>
          </p:cNvCxnSpPr>
          <p:nvPr/>
        </p:nvCxnSpPr>
        <p:spPr>
          <a:xfrm xmlns:a="http://schemas.openxmlformats.org/drawingml/2006/main">
            <a:off x="32901743" y="16294502"/>
            <a:ext cx="0" cy="4730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E06EEC9-C822-46A7-9DE2-16266596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67675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6B584082-2BFE-42A6-AD2B-2E465CBB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1695" y="1704066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6" name=""/>
          <p:cNvCxnSpPr>
            <a:stCxn xmlns:a="http://schemas.openxmlformats.org/drawingml/2006/main" id="274" idx="2"/>
            <a:endCxn xmlns:a="http://schemas.openxmlformats.org/drawingml/2006/main" id="275" idx="0"/>
          </p:cNvCxnSpPr>
          <p:nvPr/>
        </p:nvCxnSpPr>
        <p:spPr>
          <a:xfrm xmlns:a="http://schemas.openxmlformats.org/drawingml/2006/main">
            <a:off x="32901743" y="16767620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C6F40F95-A1A9-4F71-87A5-2B9BD046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2C37264-E303-46C0-B3B6-19551CC0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9" name=""/>
          <p:cNvCxnSpPr>
            <a:stCxn xmlns:a="http://schemas.openxmlformats.org/drawingml/2006/main" id="277" idx="2"/>
            <a:endCxn xmlns:a="http://schemas.openxmlformats.org/drawingml/2006/main" id="278" idx="0"/>
          </p:cNvCxnSpPr>
          <p:nvPr/>
        </p:nvCxnSpPr>
        <p:spPr>
          <a:xfrm xmlns:a="http://schemas.openxmlformats.org/drawingml/2006/main">
            <a:off x="37922591" y="19604078"/>
            <a:ext cx="0" cy="453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9A28C0E-5121-4FCB-92C0-8A2E176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0575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64C75A85-41E9-458B-B110-FD5EB4E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2" name=""/>
          <p:cNvCxnSpPr>
            <a:stCxn xmlns:a="http://schemas.openxmlformats.org/drawingml/2006/main" id="280" idx="2"/>
            <a:endCxn xmlns:a="http://schemas.openxmlformats.org/drawingml/2006/main" id="281" idx="0"/>
          </p:cNvCxnSpPr>
          <p:nvPr/>
        </p:nvCxnSpPr>
        <p:spPr>
          <a:xfrm xmlns:a="http://schemas.openxmlformats.org/drawingml/2006/main">
            <a:off x="37922591" y="20057686"/>
            <a:ext cx="0" cy="5169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588D2592-77C9-46FC-B77E-95356B5A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05746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7A84CAFD-18F3-48AA-BC65-2BEBB17B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5" name=""/>
          <p:cNvCxnSpPr>
            <a:stCxn xmlns:a="http://schemas.openxmlformats.org/drawingml/2006/main" id="283" idx="2"/>
            <a:endCxn xmlns:a="http://schemas.openxmlformats.org/drawingml/2006/main" id="284" idx="0"/>
          </p:cNvCxnSpPr>
          <p:nvPr/>
        </p:nvCxnSpPr>
        <p:spPr>
          <a:xfrm xmlns:a="http://schemas.openxmlformats.org/drawingml/2006/main">
            <a:off x="37922591" y="20574702"/>
            <a:ext cx="0" cy="4730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9BCD8388-9148-4408-8F6E-A3C59BC6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1047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187116C4-7842-4B5A-9513-7FFFA173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2543" y="213208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8" name=""/>
          <p:cNvCxnSpPr>
            <a:stCxn xmlns:a="http://schemas.openxmlformats.org/drawingml/2006/main" id="286" idx="2"/>
            <a:endCxn xmlns:a="http://schemas.openxmlformats.org/drawingml/2006/main" id="287" idx="0"/>
          </p:cNvCxnSpPr>
          <p:nvPr/>
        </p:nvCxnSpPr>
        <p:spPr>
          <a:xfrm xmlns:a="http://schemas.openxmlformats.org/drawingml/2006/main">
            <a:off x="37922591" y="21047821"/>
            <a:ext cx="0" cy="2730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9D17A832-0F06-45DD-AD3E-E0CE6BA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5260" y="19603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F3A32A6B-47FF-4EA8-85A4-30E3457A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1" name=""/>
          <p:cNvCxnSpPr>
            <a:stCxn xmlns:a="http://schemas.openxmlformats.org/drawingml/2006/main" id="289" idx="3"/>
            <a:endCxn xmlns:a="http://schemas.openxmlformats.org/drawingml/2006/main" id="290" idx="1"/>
          </p:cNvCxnSpPr>
          <p:nvPr/>
        </p:nvCxnSpPr>
        <p:spPr>
          <a:xfrm xmlns:a="http://schemas.openxmlformats.org/drawingml/2006/main">
            <a:off x="39415355" y="19604031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EFB0DE8F-8081-4D15-8F45-BF7A80FC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7179" y="200996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9C6ABD7-177E-4DFF-9AA5-0B352D90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4" name=""/>
          <p:cNvCxnSpPr>
            <a:stCxn xmlns:a="http://schemas.openxmlformats.org/drawingml/2006/main" id="292" idx="3"/>
            <a:endCxn xmlns:a="http://schemas.openxmlformats.org/drawingml/2006/main" id="293" idx="1"/>
          </p:cNvCxnSpPr>
          <p:nvPr/>
        </p:nvCxnSpPr>
        <p:spPr>
          <a:xfrm xmlns:a="http://schemas.openxmlformats.org/drawingml/2006/main">
            <a:off x="40007274" y="200996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B127B7C-C7D7-466C-B4F6-51CE8F2E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70" y="206714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1312CAEB-D643-4882-BC7F-5C0F6D72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7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40689765" y="20671455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2169BBA-36E5-451F-9A5A-AC1572A8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863" y="21179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9D47A2B-128E-49A5-BFE2-6D0B4FA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6826" y="21313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0" name=""/>
          <p:cNvCxnSpPr>
            <a:stCxn xmlns:a="http://schemas.openxmlformats.org/drawingml/2006/main" id="298" idx="3"/>
            <a:endCxn xmlns:a="http://schemas.openxmlformats.org/drawingml/2006/main" id="299" idx="1"/>
          </p:cNvCxnSpPr>
          <p:nvPr/>
        </p:nvCxnSpPr>
        <p:spPr>
          <a:xfrm xmlns:a="http://schemas.openxmlformats.org/drawingml/2006/main">
            <a:off x="41295958" y="21179091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8EEF9A1-C104-463A-AF9F-40AC00F1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4413" y="153237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0A0C4D9-FE41-4D60-9086-48867EF2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3" name=""/>
          <p:cNvCxnSpPr>
            <a:stCxn xmlns:a="http://schemas.openxmlformats.org/drawingml/2006/main" id="301" idx="3"/>
            <a:endCxn xmlns:a="http://schemas.openxmlformats.org/drawingml/2006/main" id="302" idx="1"/>
          </p:cNvCxnSpPr>
          <p:nvPr/>
        </p:nvCxnSpPr>
        <p:spPr>
          <a:xfrm xmlns:a="http://schemas.openxmlformats.org/drawingml/2006/main">
            <a:off x="34394508" y="15323831"/>
            <a:ext cx="591823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F98D18D-7614-4F46-83F0-EC923313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6331" y="1581941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3FF7E31-77D0-4DFB-B5E6-41E221E1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6" name=""/>
          <p:cNvCxnSpPr>
            <a:stCxn xmlns:a="http://schemas.openxmlformats.org/drawingml/2006/main" id="304" idx="3"/>
            <a:endCxn xmlns:a="http://schemas.openxmlformats.org/drawingml/2006/main" id="305" idx="1"/>
          </p:cNvCxnSpPr>
          <p:nvPr/>
        </p:nvCxnSpPr>
        <p:spPr>
          <a:xfrm xmlns:a="http://schemas.openxmlformats.org/drawingml/2006/main">
            <a:off x="34986426" y="15819461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08BB8FCE-E63E-4C36-BEFD-33C3768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8822" y="1639120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D913156-8BCC-4F26-8919-A6FB0CA9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9" name=""/>
          <p:cNvCxnSpPr>
            <a:stCxn xmlns:a="http://schemas.openxmlformats.org/drawingml/2006/main" id="307" idx="3"/>
            <a:endCxn xmlns:a="http://schemas.openxmlformats.org/drawingml/2006/main" id="308" idx="1"/>
          </p:cNvCxnSpPr>
          <p:nvPr/>
        </p:nvCxnSpPr>
        <p:spPr>
          <a:xfrm xmlns:a="http://schemas.openxmlformats.org/drawingml/2006/main">
            <a:off x="35668917" y="16391255"/>
            <a:ext cx="606099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B426D394-E6C7-44F5-A22B-81E29043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5016" y="16898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1282CC6-1643-4CC6-B93A-1A7BA610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5978" y="170331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2" name=""/>
          <p:cNvCxnSpPr>
            <a:stCxn xmlns:a="http://schemas.openxmlformats.org/drawingml/2006/main" id="310" idx="3"/>
            <a:endCxn xmlns:a="http://schemas.openxmlformats.org/drawingml/2006/main" id="311" idx="1"/>
          </p:cNvCxnSpPr>
          <p:nvPr/>
        </p:nvCxnSpPr>
        <p:spPr>
          <a:xfrm xmlns:a="http://schemas.openxmlformats.org/drawingml/2006/main">
            <a:off x="36275111" y="16898891"/>
            <a:ext cx="160867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BA90A2C-6B36-4AB5-8B4D-08DE5EE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3565" y="110435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80EBF24D-3D5B-4CC3-B812-5E06E736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5" name=""/>
          <p:cNvCxnSpPr>
            <a:stCxn xmlns:a="http://schemas.openxmlformats.org/drawingml/2006/main" id="313" idx="3"/>
            <a:endCxn xmlns:a="http://schemas.openxmlformats.org/drawingml/2006/main" id="314" idx="1"/>
          </p:cNvCxnSpPr>
          <p:nvPr/>
        </p:nvCxnSpPr>
        <p:spPr>
          <a:xfrm xmlns:a="http://schemas.openxmlformats.org/drawingml/2006/main">
            <a:off x="29373660" y="11043630"/>
            <a:ext cx="591824" cy="4956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CE3CC07C-4322-486A-99EF-C1DD8BF8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484" y="1153921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9D89319E-65BC-416F-A960-6C887F35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8" name=""/>
          <p:cNvCxnSpPr>
            <a:stCxn xmlns:a="http://schemas.openxmlformats.org/drawingml/2006/main" id="316" idx="3"/>
            <a:endCxn xmlns:a="http://schemas.openxmlformats.org/drawingml/2006/main" id="317" idx="1"/>
          </p:cNvCxnSpPr>
          <p:nvPr/>
        </p:nvCxnSpPr>
        <p:spPr>
          <a:xfrm xmlns:a="http://schemas.openxmlformats.org/drawingml/2006/main">
            <a:off x="29965579" y="11539260"/>
            <a:ext cx="682396" cy="5717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BEBE51A-8CA9-4D0B-93E3-FAE336D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7975" y="1211100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1987347-9402-4FBF-A44D-88597435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1" name=""/>
          <p:cNvCxnSpPr>
            <a:stCxn xmlns:a="http://schemas.openxmlformats.org/drawingml/2006/main" id="319" idx="3"/>
            <a:endCxn xmlns:a="http://schemas.openxmlformats.org/drawingml/2006/main" id="320" idx="1"/>
          </p:cNvCxnSpPr>
          <p:nvPr/>
        </p:nvCxnSpPr>
        <p:spPr>
          <a:xfrm xmlns:a="http://schemas.openxmlformats.org/drawingml/2006/main">
            <a:off x="30648070" y="12111054"/>
            <a:ext cx="606098" cy="50763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ADF21CC3-C920-465D-ADE8-66D34F4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4168" y="126186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1805541F-3393-417D-A559-7D9B8D6F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5131" y="127529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4" name=""/>
          <p:cNvCxnSpPr>
            <a:stCxn xmlns:a="http://schemas.openxmlformats.org/drawingml/2006/main" id="322" idx="3"/>
            <a:endCxn xmlns:a="http://schemas.openxmlformats.org/drawingml/2006/main" id="323" idx="1"/>
          </p:cNvCxnSpPr>
          <p:nvPr/>
        </p:nvCxnSpPr>
        <p:spPr>
          <a:xfrm xmlns:a="http://schemas.openxmlformats.org/drawingml/2006/main">
            <a:off x="31254263" y="12618690"/>
            <a:ext cx="160868" cy="1343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4F7BD93-E4D2-4CD4-97D8-1896BC11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770" y="1072204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F4BFE97-0331-4D85-8D41-BD5ECA8B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4903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7" name=""/>
          <p:cNvCxnSpPr>
            <a:stCxn xmlns:a="http://schemas.openxmlformats.org/drawingml/2006/main" id="325" idx="3"/>
            <a:endCxn xmlns:a="http://schemas.openxmlformats.org/drawingml/2006/main" id="326" idx="1"/>
          </p:cNvCxnSpPr>
          <p:nvPr/>
        </p:nvCxnSpPr>
        <p:spPr>
          <a:xfrm xmlns:a="http://schemas.openxmlformats.org/drawingml/2006/main">
            <a:off x="30232865" y="10722090"/>
            <a:ext cx="1942038" cy="7665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28270F24-6DF7-45C0-9DB7-AAC4AA2D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4903" y="114885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6ACBDBF-2B9D-4B48-916C-025A98F2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4032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0" name=""/>
          <p:cNvCxnSpPr>
            <a:stCxn xmlns:a="http://schemas.openxmlformats.org/drawingml/2006/main" id="328" idx="3"/>
            <a:endCxn xmlns:a="http://schemas.openxmlformats.org/drawingml/2006/main" id="329" idx="1"/>
          </p:cNvCxnSpPr>
          <p:nvPr/>
        </p:nvCxnSpPr>
        <p:spPr>
          <a:xfrm xmlns:a="http://schemas.openxmlformats.org/drawingml/2006/main">
            <a:off x="32174998" y="11488609"/>
            <a:ext cx="2529034" cy="99838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A8583F95-DC46-401A-A233-556D936A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4032" y="1248694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EA5323B-2CD1-4272-8B6E-DBB30476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644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3" name=""/>
          <p:cNvCxnSpPr>
            <a:stCxn xmlns:a="http://schemas.openxmlformats.org/drawingml/2006/main" id="331" idx="3"/>
            <a:endCxn xmlns:a="http://schemas.openxmlformats.org/drawingml/2006/main" id="332" idx="1"/>
          </p:cNvCxnSpPr>
          <p:nvPr/>
        </p:nvCxnSpPr>
        <p:spPr>
          <a:xfrm xmlns:a="http://schemas.openxmlformats.org/drawingml/2006/main">
            <a:off x="34704127" y="12486997"/>
            <a:ext cx="690517" cy="2828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56CDD06-2295-41E9-AD7E-BE438300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4644" y="127698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6A039AB-3C06-45D9-B4FA-F328B140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9636" y="128433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6" name=""/>
          <p:cNvCxnSpPr>
            <a:stCxn xmlns:a="http://schemas.openxmlformats.org/drawingml/2006/main" id="334" idx="3"/>
            <a:endCxn xmlns:a="http://schemas.openxmlformats.org/drawingml/2006/main" id="335" idx="1"/>
          </p:cNvCxnSpPr>
          <p:nvPr/>
        </p:nvCxnSpPr>
        <p:spPr>
          <a:xfrm xmlns:a="http://schemas.openxmlformats.org/drawingml/2006/main">
            <a:off x="35394739" y="12769893"/>
            <a:ext cx="174897" cy="7353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FB70252-DE6C-45CF-A59C-BF65D684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2638" y="6763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7CDA7D26-25D1-4D1A-AA8F-0B5DD471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101" y="72706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9" name=""/>
          <p:cNvCxnSpPr>
            <a:stCxn xmlns:a="http://schemas.openxmlformats.org/drawingml/2006/main" id="337" idx="3"/>
            <a:endCxn xmlns:a="http://schemas.openxmlformats.org/drawingml/2006/main" id="338" idx="1"/>
          </p:cNvCxnSpPr>
          <p:nvPr/>
        </p:nvCxnSpPr>
        <p:spPr>
          <a:xfrm xmlns:a="http://schemas.openxmlformats.org/drawingml/2006/main">
            <a:off x="22692733" y="6763430"/>
            <a:ext cx="890368" cy="5072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64441B2-7AD7-4AB5-A1A0-0F153214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101" y="72706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5A14A37F-B0D5-4AD2-8D19-3680E09C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3113" y="78574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2" name=""/>
          <p:cNvCxnSpPr>
            <a:stCxn xmlns:a="http://schemas.openxmlformats.org/drawingml/2006/main" id="340" idx="3"/>
            <a:endCxn xmlns:a="http://schemas.openxmlformats.org/drawingml/2006/main" id="341" idx="1"/>
          </p:cNvCxnSpPr>
          <p:nvPr/>
        </p:nvCxnSpPr>
        <p:spPr>
          <a:xfrm xmlns:a="http://schemas.openxmlformats.org/drawingml/2006/main">
            <a:off x="23583196" y="7270691"/>
            <a:ext cx="1029917" cy="5868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04D571E5-81AB-4E4C-AB6C-7DD9F1EC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3113" y="78574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ABC4DA3-E6E6-490B-8D58-515E47F0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9819" y="8373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5" name=""/>
          <p:cNvCxnSpPr>
            <a:stCxn xmlns:a="http://schemas.openxmlformats.org/drawingml/2006/main" id="343" idx="3"/>
            <a:endCxn xmlns:a="http://schemas.openxmlformats.org/drawingml/2006/main" id="344" idx="1"/>
          </p:cNvCxnSpPr>
          <p:nvPr/>
        </p:nvCxnSpPr>
        <p:spPr>
          <a:xfrm xmlns:a="http://schemas.openxmlformats.org/drawingml/2006/main">
            <a:off x="24613208" y="7857492"/>
            <a:ext cx="906611" cy="516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598DFED-E95F-425F-ACAE-CDBAC202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19819" y="837371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B9E630CC-A3E9-4922-9CB6-A0574DE6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7919" y="846938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"/>
          <p:cNvCxnSpPr>
            <a:stCxn xmlns:a="http://schemas.openxmlformats.org/drawingml/2006/main" id="346" idx="3"/>
            <a:endCxn xmlns:a="http://schemas.openxmlformats.org/drawingml/2006/main" id="347" idx="1"/>
          </p:cNvCxnSpPr>
          <p:nvPr/>
        </p:nvCxnSpPr>
        <p:spPr>
          <a:xfrm xmlns:a="http://schemas.openxmlformats.org/drawingml/2006/main">
            <a:off x="25519914" y="8373758"/>
            <a:ext cx="168005" cy="9567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711D17F-9804-40C4-ACBB-FB1F79A1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29788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FE4DBDF-E9CC-4676-A531-A9435F0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349" idx="2"/>
            <a:endCxn xmlns:a="http://schemas.openxmlformats.org/drawingml/2006/main" id="350" idx="0"/>
          </p:cNvCxnSpPr>
          <p:nvPr/>
        </p:nvCxnSpPr>
        <p:spPr>
          <a:xfrm xmlns:a="http://schemas.openxmlformats.org/drawingml/2006/main">
            <a:off x="20497296" y="2978906"/>
            <a:ext cx="0" cy="2993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8A3219F-7B57-4B4C-A1A3-C7EDE3C9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2782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01A60AA-C950-4672-8412-3AB7B54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352" idx="2"/>
            <a:endCxn xmlns:a="http://schemas.openxmlformats.org/drawingml/2006/main" id="353" idx="0"/>
          </p:cNvCxnSpPr>
          <p:nvPr/>
        </p:nvCxnSpPr>
        <p:spPr>
          <a:xfrm xmlns:a="http://schemas.openxmlformats.org/drawingml/2006/main">
            <a:off x="20497296" y="3278310"/>
            <a:ext cx="0" cy="32294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7AE7FC9F-DE55-4008-80AA-FCD9E7C8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60125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73F300E8-550B-4549-9E0E-BEA8616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7" name=""/>
          <p:cNvCxnSpPr>
            <a:stCxn xmlns:a="http://schemas.openxmlformats.org/drawingml/2006/main" id="355" idx="2"/>
            <a:endCxn xmlns:a="http://schemas.openxmlformats.org/drawingml/2006/main" id="356" idx="0"/>
          </p:cNvCxnSpPr>
          <p:nvPr/>
        </p:nvCxnSpPr>
        <p:spPr>
          <a:xfrm xmlns:a="http://schemas.openxmlformats.org/drawingml/2006/main">
            <a:off x="20497296" y="3601351"/>
            <a:ext cx="0" cy="3101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91703AB-7262-4E80-B568-1CE10B01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391154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91B3BF4-1859-4B63-8F1C-74728FB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97248" y="41921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0" name=""/>
          <p:cNvCxnSpPr>
            <a:stCxn xmlns:a="http://schemas.openxmlformats.org/drawingml/2006/main" id="358" idx="2"/>
            <a:endCxn xmlns:a="http://schemas.openxmlformats.org/drawingml/2006/main" id="359" idx="0"/>
          </p:cNvCxnSpPr>
          <p:nvPr/>
        </p:nvCxnSpPr>
        <p:spPr>
          <a:xfrm xmlns:a="http://schemas.openxmlformats.org/drawingml/2006/main">
            <a:off x="20497296" y="3911636"/>
            <a:ext cx="0" cy="28054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929699B-A6D5-41D0-A5A3-247FD762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75588FB4-9C83-4AA2-BB70-5FFBD25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E96E3A9-6337-469C-AE48-249AD78F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2B4F1454-5494-4109-AE0F-C7CEC2C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650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8C1CFD6D-4EA3-4434-B416-E001D5FA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BBE9214D-9B4C-462F-ACCA-12BC98FC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AB962574-50C1-40B8-A355-9BF0E459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9BE8AFE-0B89-417E-B3E4-84F9861A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561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243926D-A376-4042-B11E-6EED8C14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568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884ED6C6-AD70-43F1-A761-A0F99CF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3568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3CE8DF18-A366-4BA6-8CA2-A09ED8D0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47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81B25BC7-F637-4206-AB8C-1E2A276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347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70DE6D9-D5D2-461B-93EA-3598027D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A6F734B-81EC-4BAB-AFA4-E34E19A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2345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B2B8D645-B12A-47B5-BC0A-C9A1977B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A5ABA453-C2DD-425B-A52E-413F77E5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4239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682C85FC-2A0B-4827-B92E-3D8AD430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A0C88DB-CEE4-419E-8724-D8735641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3374" y="24465890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DFE1A2AF-25A1-4A3A-A4C5-EEC802FA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1BA5160-3594-472E-AD28-E45A61C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7805" y="24465890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D1591692-9E26-46DD-8C92-3CE3D04A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0597083C-7BE1-4E62-9DF9-3182843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256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7F4E5058-BD02-4B07-AAB3-F28BA6B2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22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99C4C1E-1BEF-4A92-84F0-D306DA6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322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01702321-35BF-4EAD-A282-6EC625CF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117" y="116252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EAD92F70-31FB-4BE4-A6F0-FE75D7D6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4117" y="116252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04E4AE01-C8E0-40FB-8D98-92D6CCAC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1270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116D9B9F-6B9E-4263-84B2-CB698AE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1270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848C2575-7E7A-42A7-864A-767C6DD2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4703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3883AAE0-1D5E-48D9-96B1-A059EB47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4703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2100DF24-CA30-4DDA-B8B2-0C0259AC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ACD014A6-2C29-4FE1-9EF3-BA5CFD7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73794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45992DC4-6DF4-4098-85EC-8903E43A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D222B907-36B8-4BEA-8AD6-59B02653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3952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177B2DD7-99B9-4AB9-9CC0-CC749672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085" y="11625289"/>
            <a:ext cx="846653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48386BA-658E-492E-B6CC-EE8D5EEA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4085" y="11625289"/>
            <a:ext cx="846653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5766C4AE-DF8F-4C1A-9EA4-82B6A08D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204647F1-6E39-4930-833A-D8FB5866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5B5F8BB3-87B7-4D5F-8350-6529C9F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977CBCEB-0607-4ED8-95FA-B145C555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4642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753F1620-3698-46E1-9A87-A4C1F205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44658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AEA02FE5-5ABE-4080-9752-7F9E1A15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44658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16976E46-E4F2-4C1B-8635-E61E796F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E2C7BB7C-C964-4FA9-9E48-A013C49C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A0231FC-4B9C-468D-A40B-42D01CB5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60B69439-8634-46D4-85E0-AD8F82E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479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F9753F68-B5D8-4BFF-B156-F1FDA959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34B62CF4-BEAF-42DF-8E87-25D4B8A2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5647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6C40044F-AF3A-4FE8-9FBE-BC6A7616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0185690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9741D0C6-42BD-4F72-AE5E-24C88D0B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6337" y="20185690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F9FED1AA-B9EB-4533-AAE8-C92A412E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15905489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E99F6672-6DCB-4266-8266-2F6CA79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5489" y="15905489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0CD2369-6196-420A-B54B-824F6B4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3555" y="11625289"/>
            <a:ext cx="1983727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17D2F71D-55B4-4393-A686-A639A418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3555" y="11625289"/>
            <a:ext cx="1983727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9E2B528-AA95-4969-A646-BF52B8D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2982" y="11625289"/>
            <a:ext cx="787584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3721FB88-F4F4-4A12-90CC-2B4F1A8D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2982" y="11625289"/>
            <a:ext cx="787584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F12AA07C-87EC-4CB7-A31E-B774362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4183" y="7345088"/>
            <a:ext cx="615300" cy="541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4D9769C7-5C67-403F-A171-0F24580F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4183" y="7345088"/>
            <a:ext cx="615300" cy="541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326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00CB63E-6C8C-4FF1-A296-533D2CF1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9264" y="4206067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79512C0-298A-4C2D-97F1-EC2B2A5B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6936" y="4279903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47695DBD-D904-4496-B1E3-D2C71154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028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16BE6BE-7C0F-498C-AA0E-96673535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700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= 3？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BDE6B28-DEE2-4586-A187-CC7C09BD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BDE2E25-AF39-4A76-AB94-A30112C0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前两层不对称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或第0层本地实例仅1 rank？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8CC44D3-5F4E-4358-BD13-42B891C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745849FF-1BDD-4E41-8F30-0541860A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792BCC11-3182-46AB-8839-96338FC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74C3C094-E6E5-44BD-B8C1-1A1D6686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 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且最高层不是 UboE？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AD51ABF0-AA1C-4495-99F0-F16C7CE9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88801C38-89F9-41F4-B621-C1C4C47B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97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SequenceMeshConcur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NHRNHR</a:t>
            </a: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854DD56-3D5C-47DB-99F1-68F7D387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47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138523D2-9BE2-480A-BB91-A796F6F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714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C1821D6-A107-4B85-85EC-AC9E531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3028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29C85DE-AF60-495C-AAB9-B56322FA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0700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Level1Nhr 标记为真？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BC0BE11-70C7-4F6F-A68D-2CFBEE3D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F8B13B44-B80D-46A5-A375-95B50AE2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FB8CF9CB-2597-4CDF-B02E-1A9B1A11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03B97A0-3D8B-4BD0-9A9D-1E1182B4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层本地实例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只有 1 个 rank？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640F9102-52F1-4217-9314-D72C7FC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7A65F57-EDB4-4795-81A6-51598E3C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6DAC46E6-156C-4E8B-AF08-B27551F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10C2716-AF60-4C58-8214-C6C4836C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8FE6B889-5B28-4D6D-8339-F839534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0320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69683BC-A912-4D38-87BC-22C73BB6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992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293C919E-CAFC-4D3E-825A-3DC21F25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1168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E8308524-592F-4FCB-ACAB-9EE8BAC2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8840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B90E62B2-8CFD-47C2-9787-CFEC006D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41CA0BB2-7B80-488D-96F1-4665A40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30B5B401-1C68-453D-8AC3-202215C0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84862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C4703AD5-0BEF-4233-83E4-A6866D9A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85601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78A9A417-6D4A-43BE-874E-C85C39BC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EA6CFC86-C20E-49B8-8B2E-4A5B0AD1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76FFF998-2A92-441D-B634-6B58DDBE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948D4A7-A3C0-4C47-9F1E-FDB781B1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BCE4562-B179-4EB1-8653-438F9301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2015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17EBFBF-075D-4C30-BDC3-60ED9664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687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C2D4EA0E-776E-4D71-8B39-29D0BDA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9D3EFDB-BF92-447C-9E08-B03CEA40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21522F06-F9F1-4F13-8F6C-D34EDD72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F54C1070-26EC-416C-A9DD-FF3F03FF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组内在 Mesh 上全连通？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64F405E1-64D0-4565-914B-B962CA29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16F3A368-FAC3-4618-95D3-5ECBEF36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93085C25-6615-4A9B-9B10-8D00FF0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498E00E-32FE-4E44-9D9C-AAD39E0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4ED83F66-F05D-4B7D-8965-A4BB5FF6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17D90070-DE8F-4BF0-B5D6-6A25802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 &lt; 8MiB？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8E9A4D2-4259-449D-A9DE-56964D9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32863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1A6A26D9-26EF-4ED8-8707-0330CCC0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0535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D622EC0F-1179-4B5B-930A-0E2B61CF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3711" y="25607070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3A59E61C-6021-4A36-92FA-6A853D59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1383" y="25680906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ConcurMeshNHR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E45496D2-398C-42FF-BA3F-CC9BA8A3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170466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ABF445BE-83ED-444F-B264-A9CF912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171205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E2BE5CD1-FA85-41E2-87D2-02A316BF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53162D12-384B-474C-9E22-3F266907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3C8F617D-E982-41F5-AA82-9C10A658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95406" y="21326869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C7460077-53E5-492A-BB3A-9B70AB53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3078" y="21400705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195E843B-EA1B-4FBD-8EBB-46EA656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4558" y="12766468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C24B89C0-1033-46F5-82B1-FAF44BE8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2230" y="12840304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2B2E7FB7-B0CA-4A1C-AC2A-B9E59E9B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9264" y="428625"/>
            <a:ext cx="4695969" cy="2539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31B978DE-7CC5-4963-BAF1-4B666F0E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6936" y="502461"/>
            <a:ext cx="4400625" cy="2391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Scatter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叶子补前缀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29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AicpuScatter</a:t>
            </a:r>
          </a:p>
        </p:txBody>
      </p:sp>
    </p:spTree>
    <p:extLst>
      <p:ext uri="{BB962C8B-B14F-4D97-AF65-F5344CB8AC3E}">
        <p14:creationId xmlns:p14="http://schemas.microsoft.com/office/powerpoint/2010/main" val="1523265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9D807FBE-BF79-4BF1-AF9C-471D7073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与 AllToAllV · 两条独立决策路径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40ED9-EBFB-41D9-B5BE-8F7F0ABA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AllToAll 比较计数与总字节量；AllToAllV 不做这些大小分档。下面黄色叶子分别补 AicpuAllToAll / AicpuAllToAllV 前缀。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BBF0D-D5E6-4B84-B948-79E50EF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277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C5E77-2F28-4037-9CE4-FB4ED54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78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3892626" y="11891529"/>
            <a:ext cx="250699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BE2609-8765-4A3E-B4A2-F3F069C5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578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636F9-E1F5-4B89-9F99-D1DFBF60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066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605114" y="12181890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55880-93A5-4F33-B335-68D6DA3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066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5E802-F7A5-4DD7-9633-90C31A81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346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346394" y="12515485"/>
            <a:ext cx="258720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1A2F4-B62F-4330-A7A4-843BCE9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346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E912F-FC32-4250-AB4B-0B1FE37B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956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3245004" y="12815403"/>
            <a:ext cx="101390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AFAD0-9198-4E61-A741-71312E14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53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22220-CFFB-44F3-A41D-262AAA6B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814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457900" y="11891529"/>
            <a:ext cx="252961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EF05A-C564-468E-9D30-646AB022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814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5F4DB-FC7D-4044-98E3-36FC0903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1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5710862" y="12181890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E8294-B8B5-4621-8B0A-C502DE17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20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690B9-4D2F-461D-8923-B2B557CF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87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01253" y="12515485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0BADE-371E-411A-A27F-CEC78CCC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187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76A09-DBE2-496A-976F-039549FA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606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262235" y="12815403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186188-ABC3-406C-9A3B-0D6FA80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584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D5A0B-458D-4EEA-B8E6-A6346DC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181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27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381276" y="9295535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42584-EA73-4FD5-A99A-C67FD358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181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518FEC-6975-4051-9EEE-2C147CE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159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6777254" y="9597500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EFBD05-6265-45FE-8295-0511473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7159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C1E4F-5A92-4160-88C1-EE4A3777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621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33" idx="1"/>
            <a:endCxn xmlns:a="http://schemas.openxmlformats.org/drawingml/2006/main" id="34" idx="3"/>
          </p:cNvCxnSpPr>
          <p:nvPr/>
        </p:nvCxnSpPr>
        <p:spPr>
          <a:xfrm xmlns:a="http://schemas.openxmlformats.org/drawingml/2006/main" flipH="1">
            <a:off x="6241716" y="9945887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19FFF3-9057-49FF-827D-8C74A297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621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4D9301-4212-454B-BD85-0BFD875E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120" y="10332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9" name="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6107215" y="10254679"/>
            <a:ext cx="134406" cy="775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72F29-7CDD-4344-82C2-6293828E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01573C-1277-4EFD-B4ED-E62A6C13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2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9219208" y="9295582"/>
            <a:ext cx="0" cy="2750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B221D5-E1E8-485A-B55D-ADAD799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FF2A25-13CF-45E1-BF63-D21D25C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5" name=""/>
          <p:cNvCxnSpPr>
            <a:stCxn xmlns:a="http://schemas.openxmlformats.org/drawingml/2006/main" id="4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9219208" y="9570696"/>
            <a:ext cx="0" cy="31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59694E-7E9D-48F0-8F4C-95EAB25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4063D3C-2A6F-4477-81D4-873BE670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9219208" y="9884266"/>
            <a:ext cx="0" cy="286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83119A-372B-4712-8828-BC81F05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39CDC9-EC35-437F-B002-9E1E328B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160" y="10336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219208" y="10171213"/>
            <a:ext cx="0" cy="1655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623199-7DD1-4D4A-86CA-3532A8A2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6264" y="66995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54CAA6-B1EC-43A7-88AF-CC680C1F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61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51" idx="1"/>
            <a:endCxn xmlns:a="http://schemas.openxmlformats.org/drawingml/2006/main" id="52" idx="3"/>
          </p:cNvCxnSpPr>
          <p:nvPr/>
        </p:nvCxnSpPr>
        <p:spPr>
          <a:xfrm xmlns:a="http://schemas.openxmlformats.org/drawingml/2006/main" flipH="1">
            <a:off x="11802956" y="6699587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2A7C006-2511-4B63-B9A5-82920E4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861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4845EB-1308-40CC-B623-AEE47D61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839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54" idx="1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H="1">
            <a:off x="11198934" y="7001552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4CDE35-3469-4B13-B372-86C6E0A0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839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F4AD38-1EE1-4106-B1E5-C7C2089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301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0" name=""/>
          <p:cNvCxnSpPr>
            <a:stCxn xmlns:a="http://schemas.openxmlformats.org/drawingml/2006/main" id="57" idx="1"/>
            <a:endCxn xmlns:a="http://schemas.openxmlformats.org/drawingml/2006/main" id="58" idx="3"/>
          </p:cNvCxnSpPr>
          <p:nvPr/>
        </p:nvCxnSpPr>
        <p:spPr>
          <a:xfrm xmlns:a="http://schemas.openxmlformats.org/drawingml/2006/main" flipH="1">
            <a:off x="10663396" y="7349939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37E698-B15C-4C7E-9725-C531D9A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301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5AB237-6D83-421A-AD9C-57D79C37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800" y="77362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3" name=""/>
          <p:cNvCxnSpPr>
            <a:stCxn xmlns:a="http://schemas.openxmlformats.org/drawingml/2006/main" id="60" idx="1"/>
            <a:endCxn xmlns:a="http://schemas.openxmlformats.org/drawingml/2006/main" id="61" idx="3"/>
          </p:cNvCxnSpPr>
          <p:nvPr/>
        </p:nvCxnSpPr>
        <p:spPr>
          <a:xfrm xmlns:a="http://schemas.openxmlformats.org/drawingml/2006/main" flipH="1">
            <a:off x="10528895" y="7658731"/>
            <a:ext cx="134406" cy="775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E21A83-6064-4748-BA47-AF95B37F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419DD3-17D3-4354-9F57-A93FEFFF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13640888" y="9295582"/>
            <a:ext cx="0" cy="2750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FE48D6-19E0-4820-9F84-EE65C91C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5706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70A445-4DFD-4AD1-80D8-48546A61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9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13640888" y="9570696"/>
            <a:ext cx="0" cy="31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D6704C-6BCA-4A91-A183-8D026D13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9884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CF0FF08-83BB-4DA7-A9DD-C47BF51C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13640888" y="9884266"/>
            <a:ext cx="0" cy="286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A731B8-4966-4ED9-9813-503402D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101711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100ED2-CC1A-437B-ABD7-04177F45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10336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13640888" y="10171213"/>
            <a:ext cx="0" cy="1655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AEE248-C658-4208-B7AE-415FD22C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357" y="22275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C0B1268-1D7D-4774-A26C-B1D76132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658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8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 flipH="1">
            <a:off x="7347705" y="22275320"/>
            <a:ext cx="250699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E5ED2C-609F-4355-8978-EEEB6691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658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A23B8BE-F973-4E73-9AD2-B910C284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46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1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 flipH="1">
            <a:off x="7060194" y="22565680"/>
            <a:ext cx="287512" cy="3335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07F1623-D747-4BEE-A140-2BA8E9A7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146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793730A-FA18-4F61-8ECB-A881BE1D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2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4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 flipH="1">
            <a:off x="6801474" y="22899276"/>
            <a:ext cx="258719" cy="2998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1F40CB1-A448-44B3-BFDB-C5036713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2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2F60BF4-0588-407E-9C32-8334D7F0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036" y="23316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7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 flipH="1">
            <a:off x="6700084" y="23199193"/>
            <a:ext cx="101391" cy="1172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3D8B431-213A-4B20-BC1D-8E78FD52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933" y="22275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4B79F2E-AE86-4777-882F-C51F79FE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894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87" idx="2"/>
            <a:endCxn xmlns:a="http://schemas.openxmlformats.org/drawingml/2006/main" id="88" idx="0"/>
          </p:cNvCxnSpPr>
          <p:nvPr/>
        </p:nvCxnSpPr>
        <p:spPr>
          <a:xfrm xmlns:a="http://schemas.openxmlformats.org/drawingml/2006/main">
            <a:off x="8912981" y="22275320"/>
            <a:ext cx="252961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1A75414-A09B-41E3-AAFF-C50F33C5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894" y="225655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D107911-96AA-4835-95DE-42730DD9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5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3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9165942" y="22565680"/>
            <a:ext cx="290391" cy="3335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6E9664D-D7C0-497B-BE6F-392FC574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285" y="228991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366901F-9688-4F31-A96D-DFED2EC2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26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6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9456333" y="22899276"/>
            <a:ext cx="260982" cy="29982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3CAF81-99C7-41E5-993D-2ABABB4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267" y="231990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F453AB4-C214-43E7-AE5A-77BEAAA3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686" y="2331644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9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9717315" y="23199193"/>
            <a:ext cx="102419" cy="11725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BF7D84-024C-4D94-A4F4-83D228A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914" y="196792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668398-4A6A-4459-BBFB-88E6A8A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15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2" name=""/>
          <p:cNvCxnSpPr>
            <a:stCxn xmlns:a="http://schemas.openxmlformats.org/drawingml/2006/main" id="99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 flipH="1">
            <a:off x="9548263" y="19679372"/>
            <a:ext cx="250699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E2331A-58C8-4675-B6AB-9B75A2E9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215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FE0F74A-7F58-423E-82B4-BAD3179B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703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5" name=""/>
          <p:cNvCxnSpPr>
            <a:stCxn xmlns:a="http://schemas.openxmlformats.org/drawingml/2006/main" id="102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9260751" y="19969733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EB6FC0-28E5-41F7-9353-5EC5A74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703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5D576BD-9340-4851-A000-55BCE4E5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98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08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 flipH="1">
            <a:off x="9002032" y="20303328"/>
            <a:ext cx="258719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483B942-A813-4311-9FBC-070144C6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98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E0EDFF5-883A-41EE-8986-05265B4F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593" y="20720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1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 flipH="1">
            <a:off x="8900641" y="20603246"/>
            <a:ext cx="101391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9FCA7F9-6097-4EE7-AEAE-F78B7886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490" y="196792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385D4B4-54A2-4448-97A2-8B5B5A99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451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4" name=""/>
          <p:cNvCxnSpPr>
            <a:stCxn xmlns:a="http://schemas.openxmlformats.org/drawingml/2006/main" id="111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11113538" y="19679372"/>
            <a:ext cx="252961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8E6FB4-D5BF-460B-A1F9-03D125A9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451" y="199696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CD4EEF0-115E-4E67-BBB6-46F22511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6842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7" name=""/>
          <p:cNvCxnSpPr>
            <a:stCxn xmlns:a="http://schemas.openxmlformats.org/drawingml/2006/main" id="114" idx="2"/>
            <a:endCxn xmlns:a="http://schemas.openxmlformats.org/drawingml/2006/main" id="115" idx="0"/>
          </p:cNvCxnSpPr>
          <p:nvPr/>
        </p:nvCxnSpPr>
        <p:spPr>
          <a:xfrm xmlns:a="http://schemas.openxmlformats.org/drawingml/2006/main">
            <a:off x="11366499" y="19969733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3AA6807-04CD-4B45-9748-815C1BC8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6842" y="203032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E63F7D-F0C4-4FA1-A7FC-40D7C008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82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0" name=""/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11656890" y="20303328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A7E5941-2BBC-4FB9-B88F-7432BC6B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824" y="206031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0DB50B2-94DF-49F7-92FF-99545BB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243" y="207205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3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1917872" y="20603246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E5722C3-782A-4BC2-B2EE-B39B005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9471" y="17083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A0E2E80-F376-43CD-97D4-A270CFDD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772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6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11748820" y="17083425"/>
            <a:ext cx="250699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9F5766E-2489-4B8E-82B7-C3FCE4E9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8772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1E96489-AA98-4565-B851-C59023E5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260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9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 flipH="1">
            <a:off x="11461308" y="17373785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E0EC2F0-2B2D-4D60-BE87-57620B0C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260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2F90853-0E0D-43B4-8A55-469D2EE2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54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2" name=""/>
          <p:cNvCxnSpPr>
            <a:stCxn xmlns:a="http://schemas.openxmlformats.org/drawingml/2006/main" id="129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 flipH="1">
            <a:off x="11202589" y="17707380"/>
            <a:ext cx="258719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66E4D2A-0AE4-4610-8464-5C2ABCCF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254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C0DE4C-BD66-44DF-8686-7C9A7CBB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150" y="181246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5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 flipH="1">
            <a:off x="11101198" y="18007298"/>
            <a:ext cx="101391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7B5F85F-6502-4762-8DBC-A2ECFF91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4047" y="170833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EE5775B-DB24-44A0-886F-CBFE3FA7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008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8" name=""/>
          <p:cNvCxnSpPr>
            <a:stCxn xmlns:a="http://schemas.openxmlformats.org/drawingml/2006/main" id="135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13314095" y="17083425"/>
            <a:ext cx="252961" cy="2902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FDC0269-71DE-43D6-94E8-AE7923D9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008" y="173736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0173EE4-3B87-4FC1-A0D0-B7D13F82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399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1" name=""/>
          <p:cNvCxnSpPr>
            <a:stCxn xmlns:a="http://schemas.openxmlformats.org/drawingml/2006/main" id="13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13567056" y="17373785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99B9B9A-4FDA-4A44-9758-980D7792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399" y="1770728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A3F84AB-5251-412F-A422-AD50176C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38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4" name="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3857447" y="17707380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C9333CF-270D-416A-AB1E-A78598E7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8381" y="180072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3849552-773D-4BC8-8DEE-73E6194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00" y="181246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7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4118429" y="18007298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4D3C7C4-582D-4F9D-BDB6-DE326D29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3512" y="14487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6362B72-9D3A-427C-B392-34B7515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708" y="1478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0" name=""/>
          <p:cNvCxnSpPr>
            <a:stCxn xmlns:a="http://schemas.openxmlformats.org/drawingml/2006/main" id="147" idx="1"/>
            <a:endCxn xmlns:a="http://schemas.openxmlformats.org/drawingml/2006/main" id="148" idx="3"/>
          </p:cNvCxnSpPr>
          <p:nvPr/>
        </p:nvCxnSpPr>
        <p:spPr>
          <a:xfrm xmlns:a="http://schemas.openxmlformats.org/drawingml/2006/main" flipH="1">
            <a:off x="14522803" y="14487430"/>
            <a:ext cx="370709" cy="29673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614F502-4334-436C-A006-426B5C01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2708" y="1478411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42F02E4-FD81-47E8-8D62-A2785040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5553" y="15125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3" name=""/>
          <p:cNvCxnSpPr>
            <a:stCxn xmlns:a="http://schemas.openxmlformats.org/drawingml/2006/main" id="150" idx="1"/>
            <a:endCxn xmlns:a="http://schemas.openxmlformats.org/drawingml/2006/main" id="151" idx="3"/>
          </p:cNvCxnSpPr>
          <p:nvPr/>
        </p:nvCxnSpPr>
        <p:spPr>
          <a:xfrm xmlns:a="http://schemas.openxmlformats.org/drawingml/2006/main" flipH="1">
            <a:off x="14095648" y="14784162"/>
            <a:ext cx="427060" cy="3417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FF46AAF-DFF2-40BE-85E6-4E30D55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5553" y="151259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4A26653-D039-46E3-9024-3FCB92D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466" y="1543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6" name=""/>
          <p:cNvCxnSpPr>
            <a:stCxn xmlns:a="http://schemas.openxmlformats.org/drawingml/2006/main" id="153" idx="1"/>
            <a:endCxn xmlns:a="http://schemas.openxmlformats.org/drawingml/2006/main" id="154" idx="3"/>
          </p:cNvCxnSpPr>
          <p:nvPr/>
        </p:nvCxnSpPr>
        <p:spPr>
          <a:xfrm xmlns:a="http://schemas.openxmlformats.org/drawingml/2006/main" flipH="1">
            <a:off x="13714561" y="15125949"/>
            <a:ext cx="380992" cy="30492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3CA45E8-4A77-457F-93BE-43BA4D7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4466" y="1543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2274361-EE40-442F-A5C3-A1479675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7857" y="155241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9" name=""/>
          <p:cNvCxnSpPr>
            <a:stCxn xmlns:a="http://schemas.openxmlformats.org/drawingml/2006/main" id="156" idx="1"/>
            <a:endCxn xmlns:a="http://schemas.openxmlformats.org/drawingml/2006/main" id="157" idx="3"/>
          </p:cNvCxnSpPr>
          <p:nvPr/>
        </p:nvCxnSpPr>
        <p:spPr>
          <a:xfrm xmlns:a="http://schemas.openxmlformats.org/drawingml/2006/main" flipH="1">
            <a:off x="13597952" y="15430873"/>
            <a:ext cx="116514" cy="932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34969BE-F286-40AF-9875-32F662D5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8294" y="14487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88A0294-828E-4A81-949B-BCB927F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823" y="14767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2" name=""/>
          <p:cNvCxnSpPr>
            <a:stCxn xmlns:a="http://schemas.openxmlformats.org/drawingml/2006/main" id="159" idx="2"/>
            <a:endCxn xmlns:a="http://schemas.openxmlformats.org/drawingml/2006/main" id="160" idx="0"/>
          </p:cNvCxnSpPr>
          <p:nvPr/>
        </p:nvCxnSpPr>
        <p:spPr>
          <a:xfrm xmlns:a="http://schemas.openxmlformats.org/drawingml/2006/main">
            <a:off x="16208342" y="14487477"/>
            <a:ext cx="135529" cy="280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845E2986-222A-409C-AD74-FE4608D0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3823" y="147675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D2C39AA-01B7-4413-A966-61A3AB7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85" y="15087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5" name=""/>
          <p:cNvCxnSpPr>
            <a:stCxn xmlns:a="http://schemas.openxmlformats.org/drawingml/2006/main" id="162" idx="2"/>
            <a:endCxn xmlns:a="http://schemas.openxmlformats.org/drawingml/2006/main" id="163" idx="0"/>
          </p:cNvCxnSpPr>
          <p:nvPr/>
        </p:nvCxnSpPr>
        <p:spPr>
          <a:xfrm xmlns:a="http://schemas.openxmlformats.org/drawingml/2006/main">
            <a:off x="16343871" y="14767597"/>
            <a:ext cx="154862" cy="32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A807C1E-CF7F-4FA3-B2CD-74C24F6F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8685" y="150876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BF961124-5131-4CD4-9DB3-A906457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767" y="153791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68" name=""/>
          <p:cNvCxnSpPr>
            <a:stCxn xmlns:a="http://schemas.openxmlformats.org/drawingml/2006/main" id="165" idx="2"/>
            <a:endCxn xmlns:a="http://schemas.openxmlformats.org/drawingml/2006/main" id="166" idx="0"/>
          </p:cNvCxnSpPr>
          <p:nvPr/>
        </p:nvCxnSpPr>
        <p:spPr>
          <a:xfrm xmlns:a="http://schemas.openxmlformats.org/drawingml/2006/main">
            <a:off x="16498733" y="15087767"/>
            <a:ext cx="141082" cy="2914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F8587B9-8293-449E-A2C3-775E4C5E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9767" y="1537917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03A5706-2A36-4719-B9AC-FFCBE875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1954" y="155286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1" name=""/>
          <p:cNvCxnSpPr>
            <a:stCxn xmlns:a="http://schemas.openxmlformats.org/drawingml/2006/main" id="168" idx="2"/>
            <a:endCxn xmlns:a="http://schemas.openxmlformats.org/drawingml/2006/main" id="169" idx="0"/>
          </p:cNvCxnSpPr>
          <p:nvPr/>
        </p:nvCxnSpPr>
        <p:spPr>
          <a:xfrm xmlns:a="http://schemas.openxmlformats.org/drawingml/2006/main">
            <a:off x="16639815" y="15379265"/>
            <a:ext cx="72187" cy="14940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54E3AC2-1AE9-4C88-821F-57C2C78C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2147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D081915-F2EB-4748-B24D-6DC30AF7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9186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4" name=""/>
          <p:cNvCxnSpPr>
            <a:stCxn xmlns:a="http://schemas.openxmlformats.org/drawingml/2006/main" id="171" idx="2"/>
            <a:endCxn xmlns:a="http://schemas.openxmlformats.org/drawingml/2006/main" id="172" idx="0"/>
          </p:cNvCxnSpPr>
          <p:nvPr/>
        </p:nvCxnSpPr>
        <p:spPr>
          <a:xfrm xmlns:a="http://schemas.openxmlformats.org/drawingml/2006/main" flipH="1">
            <a:off x="17149234" y="11891529"/>
            <a:ext cx="252961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E6E312F-9A33-48EC-BFA7-C9AAF32D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9186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57F7797-47B8-46D6-A7B9-A6EE1DF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79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7" name=""/>
          <p:cNvCxnSpPr>
            <a:stCxn xmlns:a="http://schemas.openxmlformats.org/drawingml/2006/main" id="174" idx="2"/>
            <a:endCxn xmlns:a="http://schemas.openxmlformats.org/drawingml/2006/main" id="175" idx="0"/>
          </p:cNvCxnSpPr>
          <p:nvPr/>
        </p:nvCxnSpPr>
        <p:spPr>
          <a:xfrm xmlns:a="http://schemas.openxmlformats.org/drawingml/2006/main" flipH="1">
            <a:off x="16858843" y="12181890"/>
            <a:ext cx="290391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A9CE659-7AEC-4BD9-AB9A-02C63C13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795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4A87EFA-E853-46DC-AA2C-792F0CA1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7813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0" name=""/>
          <p:cNvCxnSpPr>
            <a:stCxn xmlns:a="http://schemas.openxmlformats.org/drawingml/2006/main" id="177" idx="2"/>
            <a:endCxn xmlns:a="http://schemas.openxmlformats.org/drawingml/2006/main" id="178" idx="0"/>
          </p:cNvCxnSpPr>
          <p:nvPr/>
        </p:nvCxnSpPr>
        <p:spPr>
          <a:xfrm xmlns:a="http://schemas.openxmlformats.org/drawingml/2006/main" flipH="1">
            <a:off x="16597861" y="12515485"/>
            <a:ext cx="260982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EF5574C-BC70-4291-A537-2CD601B0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7813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E9143C2-E5EC-449C-864A-9EBBDBCA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394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3" name=""/>
          <p:cNvCxnSpPr>
            <a:stCxn xmlns:a="http://schemas.openxmlformats.org/drawingml/2006/main" id="180" idx="2"/>
            <a:endCxn xmlns:a="http://schemas.openxmlformats.org/drawingml/2006/main" id="181" idx="0"/>
          </p:cNvCxnSpPr>
          <p:nvPr/>
        </p:nvCxnSpPr>
        <p:spPr>
          <a:xfrm xmlns:a="http://schemas.openxmlformats.org/drawingml/2006/main" flipH="1">
            <a:off x="16495442" y="12815403"/>
            <a:ext cx="102419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488CF31-4C97-4630-9580-5BC4467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16723" y="1189143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BA3A293-3968-45A8-BBA5-73A3D944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422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6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18716771" y="11891529"/>
            <a:ext cx="250699" cy="2902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EE7E080-50E8-4905-8AF3-09AB582E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7422" y="1218179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5F5216B-0FA1-4A82-8925-AAD30F6C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4934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9" name=""/>
          <p:cNvCxnSpPr>
            <a:stCxn xmlns:a="http://schemas.openxmlformats.org/drawingml/2006/main" id="186" idx="2"/>
            <a:endCxn xmlns:a="http://schemas.openxmlformats.org/drawingml/2006/main" id="187" idx="0"/>
          </p:cNvCxnSpPr>
          <p:nvPr/>
        </p:nvCxnSpPr>
        <p:spPr>
          <a:xfrm xmlns:a="http://schemas.openxmlformats.org/drawingml/2006/main">
            <a:off x="18967470" y="12181890"/>
            <a:ext cx="287512" cy="333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4369B811-D93B-4D88-89D8-5971D207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4934" y="12515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C200C74-23F6-42EA-A335-84FD26DB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654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2" name=""/>
          <p:cNvCxnSpPr>
            <a:stCxn xmlns:a="http://schemas.openxmlformats.org/drawingml/2006/main" id="189" idx="2"/>
            <a:endCxn xmlns:a="http://schemas.openxmlformats.org/drawingml/2006/main" id="190" idx="0"/>
          </p:cNvCxnSpPr>
          <p:nvPr/>
        </p:nvCxnSpPr>
        <p:spPr>
          <a:xfrm xmlns:a="http://schemas.openxmlformats.org/drawingml/2006/main">
            <a:off x="19254982" y="12515485"/>
            <a:ext cx="258720" cy="2998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F681ABFC-0D57-4494-B51F-32BA7DE8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3654" y="128153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6448F0B-C682-4692-B363-F296CA63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5044" y="129327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5" name=""/>
          <p:cNvCxnSpPr>
            <a:stCxn xmlns:a="http://schemas.openxmlformats.org/drawingml/2006/main" id="192" idx="2"/>
            <a:endCxn xmlns:a="http://schemas.openxmlformats.org/drawingml/2006/main" id="193" idx="0"/>
          </p:cNvCxnSpPr>
          <p:nvPr/>
        </p:nvCxnSpPr>
        <p:spPr>
          <a:xfrm xmlns:a="http://schemas.openxmlformats.org/drawingml/2006/main">
            <a:off x="19513702" y="12815403"/>
            <a:ext cx="101390" cy="1173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8B34B55-D8F2-4060-AB74-2DA8BBE1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416" y="929548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F6AADCA-34BC-46E7-BC69-C5355DF2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98" name=""/>
          <p:cNvCxnSpPr>
            <a:stCxn xmlns:a="http://schemas.openxmlformats.org/drawingml/2006/main" id="195" idx="3"/>
            <a:endCxn xmlns:a="http://schemas.openxmlformats.org/drawingml/2006/main" id="196" idx="1"/>
          </p:cNvCxnSpPr>
          <p:nvPr/>
        </p:nvCxnSpPr>
        <p:spPr>
          <a:xfrm xmlns:a="http://schemas.openxmlformats.org/drawingml/2006/main">
            <a:off x="14955511" y="9295535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299F2EA-889D-4982-A4D4-52CB4A21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95974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CF2380F-7AA0-403C-8830-3A49D55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1" name=""/>
          <p:cNvCxnSpPr>
            <a:stCxn xmlns:a="http://schemas.openxmlformats.org/drawingml/2006/main" id="198" idx="3"/>
            <a:endCxn xmlns:a="http://schemas.openxmlformats.org/drawingml/2006/main" id="199" idx="1"/>
          </p:cNvCxnSpPr>
          <p:nvPr/>
        </p:nvCxnSpPr>
        <p:spPr>
          <a:xfrm xmlns:a="http://schemas.openxmlformats.org/drawingml/2006/main">
            <a:off x="15478914" y="9597500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0544C15-7B8E-49D2-9A46-FB8DFDC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99458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3EADC018-DB0F-458F-B9FC-A13F5043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4" name=""/>
          <p:cNvCxnSpPr>
            <a:stCxn xmlns:a="http://schemas.openxmlformats.org/drawingml/2006/main" id="201" idx="3"/>
            <a:endCxn xmlns:a="http://schemas.openxmlformats.org/drawingml/2006/main" id="202" idx="1"/>
          </p:cNvCxnSpPr>
          <p:nvPr/>
        </p:nvCxnSpPr>
        <p:spPr>
          <a:xfrm xmlns:a="http://schemas.openxmlformats.org/drawingml/2006/main">
            <a:off x="16082936" y="9945887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19CD83E-93AB-4BB7-81EE-B3A09EF6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102546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7D9706D-E5FC-4CD0-9779-ADCA7FAC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80" y="103322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07" name=""/>
          <p:cNvCxnSpPr>
            <a:stCxn xmlns:a="http://schemas.openxmlformats.org/drawingml/2006/main" id="204" idx="3"/>
            <a:endCxn xmlns:a="http://schemas.openxmlformats.org/drawingml/2006/main" id="205" idx="1"/>
          </p:cNvCxnSpPr>
          <p:nvPr/>
        </p:nvCxnSpPr>
        <p:spPr>
          <a:xfrm xmlns:a="http://schemas.openxmlformats.org/drawingml/2006/main">
            <a:off x="16618474" y="10254679"/>
            <a:ext cx="134406" cy="7759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A58D5059-CB54-4834-9779-0182AEEF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66995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237A6310-6C3B-4E0D-8FF0-38396F3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6974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0" name=""/>
          <p:cNvCxnSpPr>
            <a:stCxn xmlns:a="http://schemas.openxmlformats.org/drawingml/2006/main" id="207" idx="2"/>
            <a:endCxn xmlns:a="http://schemas.openxmlformats.org/drawingml/2006/main" id="208" idx="0"/>
          </p:cNvCxnSpPr>
          <p:nvPr/>
        </p:nvCxnSpPr>
        <p:spPr>
          <a:xfrm xmlns:a="http://schemas.openxmlformats.org/drawingml/2006/main">
            <a:off x="13640888" y="6699634"/>
            <a:ext cx="0" cy="27501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9BC45F0-67CC-4A12-930C-2B6BB962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69746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2F80FA47-41CA-4C2C-B326-DE2DA02C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288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3" name=""/>
          <p:cNvCxnSpPr>
            <a:stCxn xmlns:a="http://schemas.openxmlformats.org/drawingml/2006/main" id="210" idx="2"/>
            <a:endCxn xmlns:a="http://schemas.openxmlformats.org/drawingml/2006/main" id="211" idx="0"/>
          </p:cNvCxnSpPr>
          <p:nvPr/>
        </p:nvCxnSpPr>
        <p:spPr>
          <a:xfrm xmlns:a="http://schemas.openxmlformats.org/drawingml/2006/main">
            <a:off x="13640888" y="6974748"/>
            <a:ext cx="0" cy="31347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6DBEFF9-A2A0-4A20-A30A-9D48B462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28822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23D3485-9425-4E89-A1C3-E6D944DA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5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6" name=""/>
          <p:cNvCxnSpPr>
            <a:stCxn xmlns:a="http://schemas.openxmlformats.org/drawingml/2006/main" id="213" idx="2"/>
            <a:endCxn xmlns:a="http://schemas.openxmlformats.org/drawingml/2006/main" id="214" idx="0"/>
          </p:cNvCxnSpPr>
          <p:nvPr/>
        </p:nvCxnSpPr>
        <p:spPr>
          <a:xfrm xmlns:a="http://schemas.openxmlformats.org/drawingml/2006/main">
            <a:off x="13640888" y="7288319"/>
            <a:ext cx="0" cy="2868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37B4B886-EE1D-4772-9386-9950026D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5751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4ED5467-66E2-4B58-9E6A-D6FE96B3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774083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9" name=""/>
          <p:cNvCxnSpPr>
            <a:stCxn xmlns:a="http://schemas.openxmlformats.org/drawingml/2006/main" id="216" idx="2"/>
            <a:endCxn xmlns:a="http://schemas.openxmlformats.org/drawingml/2006/main" id="217" idx="0"/>
          </p:cNvCxnSpPr>
          <p:nvPr/>
        </p:nvCxnSpPr>
        <p:spPr>
          <a:xfrm xmlns:a="http://schemas.openxmlformats.org/drawingml/2006/main">
            <a:off x="13640888" y="7575266"/>
            <a:ext cx="0" cy="1655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A1AD393-1B64-4A60-A030-81CE4B54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5416" y="66995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9FD143B-CAB3-4FAD-9064-A8C4B734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2" name=""/>
          <p:cNvCxnSpPr>
            <a:stCxn xmlns:a="http://schemas.openxmlformats.org/drawingml/2006/main" id="219" idx="3"/>
            <a:endCxn xmlns:a="http://schemas.openxmlformats.org/drawingml/2006/main" id="220" idx="1"/>
          </p:cNvCxnSpPr>
          <p:nvPr/>
        </p:nvCxnSpPr>
        <p:spPr>
          <a:xfrm xmlns:a="http://schemas.openxmlformats.org/drawingml/2006/main">
            <a:off x="14955511" y="6699587"/>
            <a:ext cx="523308" cy="3019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BE8C706-065B-492B-BCB7-92F0CA05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819" y="70015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63A48C2-5CB6-4EC2-9FCF-4891D6B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5" name=""/>
          <p:cNvCxnSpPr>
            <a:stCxn xmlns:a="http://schemas.openxmlformats.org/drawingml/2006/main" id="222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>
            <a:off x="15478914" y="7001552"/>
            <a:ext cx="603927" cy="3483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F86F37E-DD2C-46F1-8B6C-C3D3C1B3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2841" y="73498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04BDECA-3D27-41C0-8078-7ADA68C6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"/>
          <p:cNvCxnSpPr>
            <a:stCxn xmlns:a="http://schemas.openxmlformats.org/drawingml/2006/main" id="225" idx="3"/>
            <a:endCxn xmlns:a="http://schemas.openxmlformats.org/drawingml/2006/main" id="226" idx="1"/>
          </p:cNvCxnSpPr>
          <p:nvPr/>
        </p:nvCxnSpPr>
        <p:spPr>
          <a:xfrm xmlns:a="http://schemas.openxmlformats.org/drawingml/2006/main">
            <a:off x="16082936" y="7349939"/>
            <a:ext cx="535443" cy="3087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C7BCE50-7EF2-464D-9399-FA65352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8379" y="76586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E526E363-E840-461D-A693-B3BB4F4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2880" y="77362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1" name=""/>
          <p:cNvCxnSpPr>
            <a:stCxn xmlns:a="http://schemas.openxmlformats.org/drawingml/2006/main" id="228" idx="3"/>
            <a:endCxn xmlns:a="http://schemas.openxmlformats.org/drawingml/2006/main" id="229" idx="1"/>
          </p:cNvCxnSpPr>
          <p:nvPr/>
        </p:nvCxnSpPr>
        <p:spPr>
          <a:xfrm xmlns:a="http://schemas.openxmlformats.org/drawingml/2006/main">
            <a:off x="16618474" y="7658731"/>
            <a:ext cx="134406" cy="775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BD45534-104D-4AE8-8FC7-7D750C11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4041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BDE03A6E-806F-4F7F-A86D-0D6BD375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5857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4" name=""/>
          <p:cNvCxnSpPr>
            <a:stCxn xmlns:a="http://schemas.openxmlformats.org/drawingml/2006/main" id="231" idx="2"/>
            <a:endCxn xmlns:a="http://schemas.openxmlformats.org/drawingml/2006/main" id="232" idx="0"/>
          </p:cNvCxnSpPr>
          <p:nvPr/>
        </p:nvCxnSpPr>
        <p:spPr>
          <a:xfrm xmlns:a="http://schemas.openxmlformats.org/drawingml/2006/main">
            <a:off x="13640888" y="4404286"/>
            <a:ext cx="0" cy="18149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222436E-E743-4B67-BC86-6F371A1C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5857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A84BE10-37F8-44F0-956B-755C2229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7817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37" name=""/>
          <p:cNvCxnSpPr>
            <a:stCxn xmlns:a="http://schemas.openxmlformats.org/drawingml/2006/main" id="234" idx="2"/>
            <a:endCxn xmlns:a="http://schemas.openxmlformats.org/drawingml/2006/main" id="235" idx="0"/>
          </p:cNvCxnSpPr>
          <p:nvPr/>
        </p:nvCxnSpPr>
        <p:spPr>
          <a:xfrm xmlns:a="http://schemas.openxmlformats.org/drawingml/2006/main">
            <a:off x="13640888" y="4585875"/>
            <a:ext cx="0" cy="19583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7796EF23-CCEE-40E0-9FF0-6BD2BCA2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7817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E495501-EDCD-46D9-8904-E90926B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969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0" name=""/>
          <p:cNvCxnSpPr>
            <a:stCxn xmlns:a="http://schemas.openxmlformats.org/drawingml/2006/main" id="237" idx="2"/>
            <a:endCxn xmlns:a="http://schemas.openxmlformats.org/drawingml/2006/main" id="238" idx="0"/>
          </p:cNvCxnSpPr>
          <p:nvPr/>
        </p:nvCxnSpPr>
        <p:spPr>
          <a:xfrm xmlns:a="http://schemas.openxmlformats.org/drawingml/2006/main">
            <a:off x="13640888" y="4781800"/>
            <a:ext cx="0" cy="18809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5B30493-B14C-47EA-9CAC-286FABA8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49698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0F80198-8EEC-4F93-B901-7374A47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0840" y="514010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3" name=""/>
          <p:cNvCxnSpPr>
            <a:stCxn xmlns:a="http://schemas.openxmlformats.org/drawingml/2006/main" id="240" idx="2"/>
            <a:endCxn xmlns:a="http://schemas.openxmlformats.org/drawingml/2006/main" id="241" idx="0"/>
          </p:cNvCxnSpPr>
          <p:nvPr/>
        </p:nvCxnSpPr>
        <p:spPr>
          <a:xfrm xmlns:a="http://schemas.openxmlformats.org/drawingml/2006/main">
            <a:off x="13640888" y="4969988"/>
            <a:ext cx="0" cy="17011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8E4A3A8-47FC-465E-95D3-07C61FF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502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730E09C-C72A-40F7-934B-7BA4F5A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502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E31DF86-CEA4-430D-814C-BDDBD406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576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14D2C795-D38D-40C4-982E-4C4AAFA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576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31B3D96-A7C9-436D-A9DC-A3AC64F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476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942801F0-D8D2-4566-9BBC-752BA96F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8476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D198CC12-4124-4014-8115-24DCFF6D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632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2C1695A-AD16-4E16-8287-E2661D1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632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83AF0D4-9016-42E6-A2EE-2284BEC3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1545" y="6990318"/>
            <a:ext cx="1657616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24E3C39-F154-4C58-8B1F-8B3EB28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1545" y="6990318"/>
            <a:ext cx="1657616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/ CLOS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3DC27D5-BEA8-448C-8B4B-E84864D0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312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55AEA6EE-BFC2-4AC7-BF05-0091E3B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6312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A4B9A3B-C642-45C4-A2E6-9AC241E5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582" y="2256600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02BA690-08B5-4B1E-B65D-D40B8AD9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582" y="2256600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FDD8EFB-FA15-4CA9-B4A8-FB003F8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656" y="2256600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5A1DA3F4-FCED-46D8-A15F-F4E066C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656" y="2256600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B5C5CFA-92D6-47C1-9B03-D7B55611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139" y="19970057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2F74D644-59FD-401F-AB93-8783D844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139" y="19970057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83F49311-0BAE-4B07-92FB-C33E218B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213" y="19970057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D77164A4-8D7C-4542-AFD3-AD003C0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2213" y="19970057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1BBA4F4-95AE-44B7-9DBB-15C56301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696" y="17374109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4CD39BD-7F46-494E-8CB0-FC9000EC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696" y="17374109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902836C2-3FF0-47F4-9B55-C9F998FA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2770" y="17374109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279531D-3B63-406C-9AA7-181B84C4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2770" y="17374109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C9304E0-4203-4E2D-9E35-020388C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3860" y="14778161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8F90AF8-4E05-4BB3-AE9A-3828A017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3860" y="14778161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915F6352-B813-4590-A77B-6F757656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80" y="14778161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2E732E8-C288-4D36-ADC3-3DDCBB5D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7680" y="14778161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26ABFEA3-836D-456C-905C-999CF569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493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8454E03C-AAB9-4E76-9A07-31C99058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493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48E6E24-D32F-454F-BBD9-F2A91545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0099" y="12182214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73B01633-C325-45BA-B100-95A0A72F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0099" y="12182214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1D75373-103B-4A11-9BFC-2FD24A80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1836" y="9586266"/>
            <a:ext cx="514149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EFAC86D-B38A-4DF4-A831-64B6FB61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1836" y="9586266"/>
            <a:ext cx="514149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5E7C01B-1A4D-4329-ABEE-AAFF5C1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2869" y="6990318"/>
            <a:ext cx="1657616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E9180A21-B341-4270-BBF5-E6FD33B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2869" y="6990318"/>
            <a:ext cx="1657616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E7FEFFD-9A54-4DF6-BB8A-7DE80AD0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2402" y="6990318"/>
            <a:ext cx="658111" cy="45245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A9553BA-7C51-4F3D-AFE7-D77CE829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2402" y="6990318"/>
            <a:ext cx="658111" cy="45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4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0A0C477-BBB9-4775-BDAF-628DA9AF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5148524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E327BF86-D510-4F5C-8649-2647B099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5210222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A93E956-2627-4D95-8FD1-EB9BF0A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12" y="774447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84BC03B-B316-4216-85D7-9356F57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508" y="7806169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sendCounts 非空？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9AFDB51-DD28-4A62-8189-A07C4313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43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6ED51586-40E2-41CE-B382-A3F4D65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2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× 元素字节数 × P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&gt; 150MiB？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B7A7D4DC-640E-42B7-AE52-511A709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59DA85E-0C38-4C1C-A1AE-0270CEC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271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03280F5-FB65-4215-85E0-A6BA88D0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555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83165AE0-8D52-4A11-AE7D-C87F2EB1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8951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SoleMeshSingleChannel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A4D90173-16C7-423E-8343-5A75374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611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202499D6-6BCE-404B-8E37-8D98A20E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50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C9EC6B0-A91B-4079-BAFB-96F51937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774447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921256DA-6D2D-4C54-9E72-4F18D866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7806169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A01DE186-5297-4ECB-B574-E8BE50D2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5614C066-F46E-4406-814F-98C6312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F5FF050-3589-45C5-A37E-C63FFCF8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9472" y="10340419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9B811289-6DB3-415F-AB14-EED69B4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2868" y="10402117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sendCounts 非空？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1731908-7779-4EA8-8913-1ECFE410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8349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A364A32B-5CA8-484C-BEFB-6E18DB18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745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组规模信息查询成功？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33D6F81-6D86-4406-A0EE-72FD859F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626" y="15532315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6B67EF6-DCA7-46B5-A399-6E698226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4022" y="15594012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与 Mesh 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5F4B52B9-1719-4AE5-9E12-063C97D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069" y="1812826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C6CAC47D-A4D8-4A08-95DB-B5D942F7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465" y="18189960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≤ 4？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499E395-2E9A-49E0-B53E-E3B32E01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512" y="20724210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A0D9975-9F92-40EB-A411-AA20AE7E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908" y="20785908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&gt; 512 个元素？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E0D43F30-ACBD-46C8-BFE9-A6245249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955" y="23320158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71DA1EEB-6DAD-4620-B52A-5188D37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351" y="2338185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SoleMeshConcurrent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830CAC60-9589-4B39-A01F-615EC804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635" y="23320158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3A972E94-C879-4A87-AE8E-24AF3A32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031" y="2338185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1868FE8-3AD8-4FEF-A810-BF8556F4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192" y="20724210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A127699-7CCC-410B-A259-A886E813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588" y="20785908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FAD90CC6-4165-4064-BB95-9E729BB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749" y="1812826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6B298DF-4041-4DB1-A910-A135A0F5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145" y="18189960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3CB28D42-402A-4CE1-B6CA-C3308CE6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2306" y="15532315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16E7EF0-0CC7-4E22-9B06-1509A5F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2" y="15594012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06B77FC-84D0-48B9-851F-660842FB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0029" y="12936367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AE88B0C6-2102-4839-BBE9-ACB7AF7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3425" y="12998065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B8E36637-EBA9-46B8-9678-C37433E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9472" y="7744472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2644C81-2D8D-4457-86FC-8179378B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2868" y="7806169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D325A1F6-91DF-4EA0-8C64-E453247F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792" y="2857500"/>
            <a:ext cx="4146096" cy="1540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60FCE595-0C5D-48B6-9770-BA57BC5C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1188" y="2919198"/>
            <a:ext cx="3899305" cy="1416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AllToAll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 = sendCounts[0]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9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= rank 总数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17EB8C5-0E67-4664-9006-7F58C6F2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7278" y="132600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F0FD9291-37A8-4B49-AA90-CF2F255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6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6" name=""/>
          <p:cNvCxnSpPr>
            <a:stCxn xmlns:a="http://schemas.openxmlformats.org/drawingml/2006/main" id="323" idx="1"/>
            <a:endCxn xmlns:a="http://schemas.openxmlformats.org/drawingml/2006/main" id="324" idx="3"/>
          </p:cNvCxnSpPr>
          <p:nvPr/>
        </p:nvCxnSpPr>
        <p:spPr>
          <a:xfrm xmlns:a="http://schemas.openxmlformats.org/drawingml/2006/main" flipH="1">
            <a:off x="31108460" y="13260106"/>
            <a:ext cx="878818" cy="2700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8D16F1EA-388C-40B4-ADA3-2D4B1CEE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836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4853B4E2-AA40-4960-B140-3D70D36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07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9" name=""/>
          <p:cNvCxnSpPr>
            <a:stCxn xmlns:a="http://schemas.openxmlformats.org/drawingml/2006/main" id="326" idx="1"/>
            <a:endCxn xmlns:a="http://schemas.openxmlformats.org/drawingml/2006/main" id="327" idx="3"/>
          </p:cNvCxnSpPr>
          <p:nvPr/>
        </p:nvCxnSpPr>
        <p:spPr>
          <a:xfrm xmlns:a="http://schemas.openxmlformats.org/drawingml/2006/main" flipH="1">
            <a:off x="30094170" y="13530205"/>
            <a:ext cx="1014195" cy="3116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F9E04A84-4684-4DFA-84F8-EDA79089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407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267C7E6-612D-488A-BE7D-1D0159B0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786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2" name=""/>
          <p:cNvCxnSpPr>
            <a:stCxn xmlns:a="http://schemas.openxmlformats.org/drawingml/2006/main" id="329" idx="1"/>
            <a:endCxn xmlns:a="http://schemas.openxmlformats.org/drawingml/2006/main" id="330" idx="3"/>
          </p:cNvCxnSpPr>
          <p:nvPr/>
        </p:nvCxnSpPr>
        <p:spPr>
          <a:xfrm xmlns:a="http://schemas.openxmlformats.org/drawingml/2006/main" flipH="1">
            <a:off x="29194881" y="13841826"/>
            <a:ext cx="899194" cy="27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A8D160C-6648-45B4-8DFB-86FC34F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786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BD7CD022-731E-4A7D-B3F7-55091919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8927" y="14187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5" name=""/>
          <p:cNvCxnSpPr>
            <a:stCxn xmlns:a="http://schemas.openxmlformats.org/drawingml/2006/main" id="332" idx="1"/>
            <a:endCxn xmlns:a="http://schemas.openxmlformats.org/drawingml/2006/main" id="333" idx="3"/>
          </p:cNvCxnSpPr>
          <p:nvPr/>
        </p:nvCxnSpPr>
        <p:spPr>
          <a:xfrm xmlns:a="http://schemas.openxmlformats.org/drawingml/2006/main" flipH="1">
            <a:off x="28969022" y="14118030"/>
            <a:ext cx="225764" cy="694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20D02DD-9D6F-4E9E-AE28-4FD9814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68287" y="15582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1CA2CBF-2AD9-4C2D-85DB-99C35636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903" y="15832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38" name=""/>
          <p:cNvCxnSpPr>
            <a:stCxn xmlns:a="http://schemas.openxmlformats.org/drawingml/2006/main" id="335" idx="2"/>
            <a:endCxn xmlns:a="http://schemas.openxmlformats.org/drawingml/2006/main" id="336" idx="0"/>
          </p:cNvCxnSpPr>
          <p:nvPr/>
        </p:nvCxnSpPr>
        <p:spPr>
          <a:xfrm xmlns:a="http://schemas.openxmlformats.org/drawingml/2006/main" flipH="1">
            <a:off x="33336951" y="15582146"/>
            <a:ext cx="231384" cy="2504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74491ED6-C0DC-4E84-9A2C-A64343B5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6903" y="1583260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93E3FC35-FEC0-46AA-ADB8-D442758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711" y="16118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1" name=""/>
          <p:cNvCxnSpPr>
            <a:stCxn xmlns:a="http://schemas.openxmlformats.org/drawingml/2006/main" id="338" idx="2"/>
            <a:endCxn xmlns:a="http://schemas.openxmlformats.org/drawingml/2006/main" id="339" idx="0"/>
          </p:cNvCxnSpPr>
          <p:nvPr/>
        </p:nvCxnSpPr>
        <p:spPr>
          <a:xfrm xmlns:a="http://schemas.openxmlformats.org/drawingml/2006/main" flipH="1">
            <a:off x="33072759" y="15832704"/>
            <a:ext cx="264192" cy="286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A9D524C-FAB8-457B-8C8E-CB4940F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2711" y="1611899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725D1244-0E3B-4810-9D13-6F49B7A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2002" y="163797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4" name=""/>
          <p:cNvCxnSpPr>
            <a:stCxn xmlns:a="http://schemas.openxmlformats.org/drawingml/2006/main" id="341" idx="2"/>
            <a:endCxn xmlns:a="http://schemas.openxmlformats.org/drawingml/2006/main" id="342" idx="0"/>
          </p:cNvCxnSpPr>
          <p:nvPr/>
        </p:nvCxnSpPr>
        <p:spPr>
          <a:xfrm xmlns:a="http://schemas.openxmlformats.org/drawingml/2006/main" flipH="1">
            <a:off x="32832050" y="16119086"/>
            <a:ext cx="240709" cy="2606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ED4EADB6-DBDD-475B-A290-9A89A14F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2002" y="1637972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85F38335-FF92-488E-87E4-5B63CFB2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367" y="165134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7" name=""/>
          <p:cNvCxnSpPr>
            <a:stCxn xmlns:a="http://schemas.openxmlformats.org/drawingml/2006/main" id="344" idx="2"/>
            <a:endCxn xmlns:a="http://schemas.openxmlformats.org/drawingml/2006/main" id="345" idx="0"/>
          </p:cNvCxnSpPr>
          <p:nvPr/>
        </p:nvCxnSpPr>
        <p:spPr>
          <a:xfrm xmlns:a="http://schemas.openxmlformats.org/drawingml/2006/main" flipH="1">
            <a:off x="32708415" y="16379822"/>
            <a:ext cx="123635" cy="133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06631C87-877C-40C8-9A86-AE980BE7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6424" y="22548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ED9A2E8-5794-42A9-85E7-AF35C27A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5443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0" name=""/>
          <p:cNvCxnSpPr>
            <a:stCxn xmlns:a="http://schemas.openxmlformats.org/drawingml/2006/main" id="347" idx="1"/>
            <a:endCxn xmlns:a="http://schemas.openxmlformats.org/drawingml/2006/main" id="348" idx="3"/>
          </p:cNvCxnSpPr>
          <p:nvPr/>
        </p:nvCxnSpPr>
        <p:spPr>
          <a:xfrm xmlns:a="http://schemas.openxmlformats.org/drawingml/2006/main" flipH="1">
            <a:off x="28945538" y="22548076"/>
            <a:ext cx="420886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1F4E4A3A-5F18-42B0-A4C0-ABA2C81E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5443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11A99576-2503-46B2-A8C8-7A1CB986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645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3" name=""/>
          <p:cNvCxnSpPr>
            <a:stCxn xmlns:a="http://schemas.openxmlformats.org/drawingml/2006/main" id="350" idx="1"/>
            <a:endCxn xmlns:a="http://schemas.openxmlformats.org/drawingml/2006/main" id="351" idx="3"/>
          </p:cNvCxnSpPr>
          <p:nvPr/>
        </p:nvCxnSpPr>
        <p:spPr>
          <a:xfrm xmlns:a="http://schemas.openxmlformats.org/drawingml/2006/main" flipH="1">
            <a:off x="28462740" y="22807794"/>
            <a:ext cx="482703" cy="2983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BF90832-D00E-4EA7-B5C7-62DCD472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645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43806E6-E1DA-4B79-820B-5490AF6A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19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6" name=""/>
          <p:cNvCxnSpPr>
            <a:stCxn xmlns:a="http://schemas.openxmlformats.org/drawingml/2006/main" id="353" idx="1"/>
            <a:endCxn xmlns:a="http://schemas.openxmlformats.org/drawingml/2006/main" id="354" idx="3"/>
          </p:cNvCxnSpPr>
          <p:nvPr/>
        </p:nvCxnSpPr>
        <p:spPr>
          <a:xfrm xmlns:a="http://schemas.openxmlformats.org/drawingml/2006/main" flipH="1">
            <a:off x="28028291" y="23106184"/>
            <a:ext cx="434354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C7B920E7-1A7A-461E-84BB-2EE9F8B4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819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22CDB05-7CDC-4AB2-B32A-7FAB4719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939" y="234793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9" name=""/>
          <p:cNvCxnSpPr>
            <a:stCxn xmlns:a="http://schemas.openxmlformats.org/drawingml/2006/main" id="356" idx="1"/>
            <a:endCxn xmlns:a="http://schemas.openxmlformats.org/drawingml/2006/main" id="357" idx="3"/>
          </p:cNvCxnSpPr>
          <p:nvPr/>
        </p:nvCxnSpPr>
        <p:spPr>
          <a:xfrm xmlns:a="http://schemas.openxmlformats.org/drawingml/2006/main" flipH="1">
            <a:off x="27858034" y="23374451"/>
            <a:ext cx="170162" cy="1049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347FC281-270A-4FC1-876E-D3CB5C2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3896" y="2254802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F0B69301-3384-44B0-B8B7-F47DDF7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8675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2" name=""/>
          <p:cNvCxnSpPr>
            <a:stCxn xmlns:a="http://schemas.openxmlformats.org/drawingml/2006/main" id="359" idx="3"/>
            <a:endCxn xmlns:a="http://schemas.openxmlformats.org/drawingml/2006/main" id="360" idx="1"/>
          </p:cNvCxnSpPr>
          <p:nvPr/>
        </p:nvCxnSpPr>
        <p:spPr>
          <a:xfrm xmlns:a="http://schemas.openxmlformats.org/drawingml/2006/main">
            <a:off x="31573991" y="22548076"/>
            <a:ext cx="424684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76788C1-C0EB-4ED0-8A4D-6771D270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8675" y="228077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96F45102-A4C3-4CAF-B433-ACDFC3D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6308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5" name=""/>
          <p:cNvCxnSpPr>
            <a:stCxn xmlns:a="http://schemas.openxmlformats.org/drawingml/2006/main" id="362" idx="3"/>
            <a:endCxn xmlns:a="http://schemas.openxmlformats.org/drawingml/2006/main" id="363" idx="1"/>
          </p:cNvCxnSpPr>
          <p:nvPr/>
        </p:nvCxnSpPr>
        <p:spPr>
          <a:xfrm xmlns:a="http://schemas.openxmlformats.org/drawingml/2006/main">
            <a:off x="31998770" y="22807794"/>
            <a:ext cx="487538" cy="29839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F137D4E8-3132-442A-8D4F-8897D48F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6308" y="231061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E98199B1-58F1-434B-ABAD-79B9FDE6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55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8" name=""/>
          <p:cNvCxnSpPr>
            <a:stCxn xmlns:a="http://schemas.openxmlformats.org/drawingml/2006/main" id="365" idx="3"/>
            <a:endCxn xmlns:a="http://schemas.openxmlformats.org/drawingml/2006/main" id="366" idx="1"/>
          </p:cNvCxnSpPr>
          <p:nvPr/>
        </p:nvCxnSpPr>
        <p:spPr>
          <a:xfrm xmlns:a="http://schemas.openxmlformats.org/drawingml/2006/main">
            <a:off x="32486403" y="23106184"/>
            <a:ext cx="438153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E19B4B8C-9B06-498E-96F9-172A458A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4556" y="2337440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F1B19D48-52D4-4D4C-8A1B-269E1C6E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6540" y="2347936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1" name=""/>
          <p:cNvCxnSpPr>
            <a:stCxn xmlns:a="http://schemas.openxmlformats.org/drawingml/2006/main" id="368" idx="3"/>
            <a:endCxn xmlns:a="http://schemas.openxmlformats.org/drawingml/2006/main" id="369" idx="1"/>
          </p:cNvCxnSpPr>
          <p:nvPr/>
        </p:nvCxnSpPr>
        <p:spPr>
          <a:xfrm xmlns:a="http://schemas.openxmlformats.org/drawingml/2006/main">
            <a:off x="32924651" y="23374451"/>
            <a:ext cx="171889" cy="10496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EC295ABE-9FD8-411E-AEA7-E500E93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1660" y="202260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8A6B32BB-2C7F-4BCE-ADB0-E545F46F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0679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4" name=""/>
          <p:cNvCxnSpPr>
            <a:stCxn xmlns:a="http://schemas.openxmlformats.org/drawingml/2006/main" id="371" idx="1"/>
            <a:endCxn xmlns:a="http://schemas.openxmlformats.org/drawingml/2006/main" id="372" idx="3"/>
          </p:cNvCxnSpPr>
          <p:nvPr/>
        </p:nvCxnSpPr>
        <p:spPr>
          <a:xfrm xmlns:a="http://schemas.openxmlformats.org/drawingml/2006/main" flipH="1">
            <a:off x="32640774" y="20226083"/>
            <a:ext cx="420886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6949CDB1-B0AC-4DDE-91F0-1EAF59D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0679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F4E276FE-13D9-478C-82C0-781D9D07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7881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7" name=""/>
          <p:cNvCxnSpPr>
            <a:stCxn xmlns:a="http://schemas.openxmlformats.org/drawingml/2006/main" id="374" idx="1"/>
            <a:endCxn xmlns:a="http://schemas.openxmlformats.org/drawingml/2006/main" id="375" idx="3"/>
          </p:cNvCxnSpPr>
          <p:nvPr/>
        </p:nvCxnSpPr>
        <p:spPr>
          <a:xfrm xmlns:a="http://schemas.openxmlformats.org/drawingml/2006/main" flipH="1">
            <a:off x="32157976" y="20485801"/>
            <a:ext cx="482703" cy="2983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169BBA6E-CD8E-464A-968B-7F69BB9E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57881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37A8DF7-2BCF-4219-9FD1-CCAB34C3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3432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0" name=""/>
          <p:cNvCxnSpPr>
            <a:stCxn xmlns:a="http://schemas.openxmlformats.org/drawingml/2006/main" id="377" idx="1"/>
            <a:endCxn xmlns:a="http://schemas.openxmlformats.org/drawingml/2006/main" id="378" idx="3"/>
          </p:cNvCxnSpPr>
          <p:nvPr/>
        </p:nvCxnSpPr>
        <p:spPr>
          <a:xfrm xmlns:a="http://schemas.openxmlformats.org/drawingml/2006/main" flipH="1">
            <a:off x="31723527" y="20784192"/>
            <a:ext cx="434354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F97956A6-B165-4B97-86EC-2452E8C1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3432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3F663AB8-158E-47E0-92D7-0ABD7451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3175" y="21157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3" name=""/>
          <p:cNvCxnSpPr>
            <a:stCxn xmlns:a="http://schemas.openxmlformats.org/drawingml/2006/main" id="380" idx="1"/>
            <a:endCxn xmlns:a="http://schemas.openxmlformats.org/drawingml/2006/main" id="381" idx="3"/>
          </p:cNvCxnSpPr>
          <p:nvPr/>
        </p:nvCxnSpPr>
        <p:spPr>
          <a:xfrm xmlns:a="http://schemas.openxmlformats.org/drawingml/2006/main" flipH="1">
            <a:off x="31553270" y="21052459"/>
            <a:ext cx="170162" cy="1050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EBB43DA2-81DA-456B-88C9-71DF8A84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131" y="202260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CEF366D8-51CF-46B9-ABB3-0B75373A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911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6" name=""/>
          <p:cNvCxnSpPr>
            <a:stCxn xmlns:a="http://schemas.openxmlformats.org/drawingml/2006/main" id="383" idx="3"/>
            <a:endCxn xmlns:a="http://schemas.openxmlformats.org/drawingml/2006/main" id="384" idx="1"/>
          </p:cNvCxnSpPr>
          <p:nvPr/>
        </p:nvCxnSpPr>
        <p:spPr>
          <a:xfrm xmlns:a="http://schemas.openxmlformats.org/drawingml/2006/main">
            <a:off x="35269226" y="20226083"/>
            <a:ext cx="424685" cy="259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FCB2618-0D0E-47E1-A52C-B88AA938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3911" y="20485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ECF0D016-C08A-4B25-8CC7-EC9B629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543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9" name=""/>
          <p:cNvCxnSpPr>
            <a:stCxn xmlns:a="http://schemas.openxmlformats.org/drawingml/2006/main" id="386" idx="3"/>
            <a:endCxn xmlns:a="http://schemas.openxmlformats.org/drawingml/2006/main" id="387" idx="1"/>
          </p:cNvCxnSpPr>
          <p:nvPr/>
        </p:nvCxnSpPr>
        <p:spPr>
          <a:xfrm xmlns:a="http://schemas.openxmlformats.org/drawingml/2006/main">
            <a:off x="35694006" y="20485801"/>
            <a:ext cx="487537" cy="2983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36FAB90D-8785-411E-975F-CB5BE99A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543" y="207841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421BD59D-35DE-42DD-AEFC-AF07316A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9791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2" name=""/>
          <p:cNvCxnSpPr>
            <a:stCxn xmlns:a="http://schemas.openxmlformats.org/drawingml/2006/main" id="389" idx="3"/>
            <a:endCxn xmlns:a="http://schemas.openxmlformats.org/drawingml/2006/main" id="390" idx="1"/>
          </p:cNvCxnSpPr>
          <p:nvPr/>
        </p:nvCxnSpPr>
        <p:spPr>
          <a:xfrm xmlns:a="http://schemas.openxmlformats.org/drawingml/2006/main">
            <a:off x="36181638" y="20784192"/>
            <a:ext cx="438153" cy="26826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9B75620D-7C1B-43ED-9923-CCD76CD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9791" y="2105241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E10286C7-EAF4-4293-9175-5E598061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1775" y="2115743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5" name=""/>
          <p:cNvCxnSpPr>
            <a:stCxn xmlns:a="http://schemas.openxmlformats.org/drawingml/2006/main" id="392" idx="3"/>
            <a:endCxn xmlns:a="http://schemas.openxmlformats.org/drawingml/2006/main" id="393" idx="1"/>
          </p:cNvCxnSpPr>
          <p:nvPr/>
        </p:nvCxnSpPr>
        <p:spPr>
          <a:xfrm xmlns:a="http://schemas.openxmlformats.org/drawingml/2006/main">
            <a:off x="36619886" y="21052459"/>
            <a:ext cx="171889" cy="1050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482B567C-51E2-48C1-9BF6-6483F3D5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1412" y="1790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C09DB862-B992-440A-888A-70B96BF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8748" y="181694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8" name=""/>
          <p:cNvCxnSpPr>
            <a:stCxn xmlns:a="http://schemas.openxmlformats.org/drawingml/2006/main" id="395" idx="1"/>
            <a:endCxn xmlns:a="http://schemas.openxmlformats.org/drawingml/2006/main" id="396" idx="3"/>
          </p:cNvCxnSpPr>
          <p:nvPr/>
        </p:nvCxnSpPr>
        <p:spPr>
          <a:xfrm xmlns:a="http://schemas.openxmlformats.org/drawingml/2006/main" flipH="1">
            <a:off x="37298843" y="17904091"/>
            <a:ext cx="622569" cy="265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482848CC-6CBB-48B3-BC36-E520720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8748" y="1816946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478CA52E-301B-4658-8052-977CE7F3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458" y="18475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1" name=""/>
          <p:cNvCxnSpPr>
            <a:stCxn xmlns:a="http://schemas.openxmlformats.org/drawingml/2006/main" id="398" idx="1"/>
            <a:endCxn xmlns:a="http://schemas.openxmlformats.org/drawingml/2006/main" id="399" idx="3"/>
          </p:cNvCxnSpPr>
          <p:nvPr/>
        </p:nvCxnSpPr>
        <p:spPr>
          <a:xfrm xmlns:a="http://schemas.openxmlformats.org/drawingml/2006/main" flipH="1">
            <a:off x="36581553" y="18169508"/>
            <a:ext cx="717195" cy="305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AF4EF108-7FDE-495C-AC49-BE207DA6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81458" y="184751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DF4C1005-96C3-4599-AE77-B485F4BE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526" y="18747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4" name=""/>
          <p:cNvCxnSpPr>
            <a:stCxn xmlns:a="http://schemas.openxmlformats.org/drawingml/2006/main" id="401" idx="1"/>
            <a:endCxn xmlns:a="http://schemas.openxmlformats.org/drawingml/2006/main" id="402" idx="3"/>
          </p:cNvCxnSpPr>
          <p:nvPr/>
        </p:nvCxnSpPr>
        <p:spPr>
          <a:xfrm xmlns:a="http://schemas.openxmlformats.org/drawingml/2006/main" flipH="1">
            <a:off x="35941621" y="18475226"/>
            <a:ext cx="639837" cy="272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526702AB-EE66-4FB0-941D-8E2F4E4F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41526" y="1874792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AFE852F9-EC3D-4E87-B781-FA54DBB6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45713" y="188313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7" name=""/>
          <p:cNvCxnSpPr>
            <a:stCxn xmlns:a="http://schemas.openxmlformats.org/drawingml/2006/main" id="404" idx="1"/>
            <a:endCxn xmlns:a="http://schemas.openxmlformats.org/drawingml/2006/main" id="405" idx="3"/>
          </p:cNvCxnSpPr>
          <p:nvPr/>
        </p:nvCxnSpPr>
        <p:spPr>
          <a:xfrm xmlns:a="http://schemas.openxmlformats.org/drawingml/2006/main" flipH="1">
            <a:off x="35745808" y="18747971"/>
            <a:ext cx="195718" cy="834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E10B0E0-07C2-49D4-8287-0C7714E2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29229" y="179040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78FE0676-617E-4A14-8739-D744C34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6814" y="181546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0" name=""/>
          <p:cNvCxnSpPr>
            <a:stCxn xmlns:a="http://schemas.openxmlformats.org/drawingml/2006/main" id="407" idx="2"/>
            <a:endCxn xmlns:a="http://schemas.openxmlformats.org/drawingml/2006/main" id="408" idx="0"/>
          </p:cNvCxnSpPr>
          <p:nvPr/>
        </p:nvCxnSpPr>
        <p:spPr>
          <a:xfrm xmlns:a="http://schemas.openxmlformats.org/drawingml/2006/main">
            <a:off x="40129277" y="17904138"/>
            <a:ext cx="227585" cy="2504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08D1FEED-3A45-458D-A25E-2CED5D36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56814" y="1815460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F6FC6E42-D20E-4CD6-A248-3061B41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6862" y="18440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3" name=""/>
          <p:cNvCxnSpPr>
            <a:stCxn xmlns:a="http://schemas.openxmlformats.org/drawingml/2006/main" id="410" idx="2"/>
            <a:endCxn xmlns:a="http://schemas.openxmlformats.org/drawingml/2006/main" id="411" idx="0"/>
          </p:cNvCxnSpPr>
          <p:nvPr/>
        </p:nvCxnSpPr>
        <p:spPr>
          <a:xfrm xmlns:a="http://schemas.openxmlformats.org/drawingml/2006/main">
            <a:off x="40356861" y="18154697"/>
            <a:ext cx="260048" cy="2862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7BFC2411-297C-41EE-9B0A-665F9C88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6862" y="184409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908E628E-FDCD-4E79-B4E9-640C7FA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3772" y="187017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6" name=""/>
          <p:cNvCxnSpPr>
            <a:stCxn xmlns:a="http://schemas.openxmlformats.org/drawingml/2006/main" id="413" idx="2"/>
            <a:endCxn xmlns:a="http://schemas.openxmlformats.org/drawingml/2006/main" id="414" idx="0"/>
          </p:cNvCxnSpPr>
          <p:nvPr/>
        </p:nvCxnSpPr>
        <p:spPr>
          <a:xfrm xmlns:a="http://schemas.openxmlformats.org/drawingml/2006/main">
            <a:off x="40616909" y="18441078"/>
            <a:ext cx="236910" cy="2606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AEBA4BD0-A05D-48BE-AC4B-B3C9E3B6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3772" y="1870171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B8E7C6FE-4AB5-44DF-AA19-747B28D7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74989" y="188354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9" name=""/>
          <p:cNvCxnSpPr>
            <a:stCxn xmlns:a="http://schemas.openxmlformats.org/drawingml/2006/main" id="416" idx="2"/>
            <a:endCxn xmlns:a="http://schemas.openxmlformats.org/drawingml/2006/main" id="417" idx="0"/>
          </p:cNvCxnSpPr>
          <p:nvPr/>
        </p:nvCxnSpPr>
        <p:spPr>
          <a:xfrm xmlns:a="http://schemas.openxmlformats.org/drawingml/2006/main">
            <a:off x="40853820" y="18701814"/>
            <a:ext cx="121217" cy="133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C00C7264-DC33-494F-A968-F87F7B9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6104" y="1558205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A8E543FF-ABE2-4EAE-A17E-102978CD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4969" y="15847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2" name=""/>
          <p:cNvCxnSpPr>
            <a:stCxn xmlns:a="http://schemas.openxmlformats.org/drawingml/2006/main" id="419" idx="3"/>
            <a:endCxn xmlns:a="http://schemas.openxmlformats.org/drawingml/2006/main" id="420" idx="1"/>
          </p:cNvCxnSpPr>
          <p:nvPr/>
        </p:nvCxnSpPr>
        <p:spPr>
          <a:xfrm xmlns:a="http://schemas.openxmlformats.org/drawingml/2006/main">
            <a:off x="35776199" y="15582099"/>
            <a:ext cx="618770" cy="265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B09385D-3F67-45BA-B913-A838911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4969" y="158474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DB65FC0-C0D8-47B1-9B81-A5053FBC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424" y="161531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5" name=""/>
          <p:cNvCxnSpPr>
            <a:stCxn xmlns:a="http://schemas.openxmlformats.org/drawingml/2006/main" id="422" idx="3"/>
            <a:endCxn xmlns:a="http://schemas.openxmlformats.org/drawingml/2006/main" id="423" idx="1"/>
          </p:cNvCxnSpPr>
          <p:nvPr/>
        </p:nvCxnSpPr>
        <p:spPr>
          <a:xfrm xmlns:a="http://schemas.openxmlformats.org/drawingml/2006/main">
            <a:off x="36395064" y="15847516"/>
            <a:ext cx="712360" cy="305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1AD9596E-A7A5-46E0-B8F5-2D0AA02A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07424" y="1615318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192811B7-F871-431C-9200-58957E5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212" y="16425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8" name=""/>
          <p:cNvCxnSpPr>
            <a:stCxn xmlns:a="http://schemas.openxmlformats.org/drawingml/2006/main" id="425" idx="3"/>
            <a:endCxn xmlns:a="http://schemas.openxmlformats.org/drawingml/2006/main" id="426" idx="1"/>
          </p:cNvCxnSpPr>
          <p:nvPr/>
        </p:nvCxnSpPr>
        <p:spPr>
          <a:xfrm xmlns:a="http://schemas.openxmlformats.org/drawingml/2006/main">
            <a:off x="37107519" y="16153234"/>
            <a:ext cx="635693" cy="27274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5160FA7C-6F3A-4540-B3E7-2226E888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3212" y="1642593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5C4B6137-9638-41E4-8CE9-40F426F9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7989" y="165093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1" name=""/>
          <p:cNvCxnSpPr>
            <a:stCxn xmlns:a="http://schemas.openxmlformats.org/drawingml/2006/main" id="428" idx="3"/>
            <a:endCxn xmlns:a="http://schemas.openxmlformats.org/drawingml/2006/main" id="429" idx="1"/>
          </p:cNvCxnSpPr>
          <p:nvPr/>
        </p:nvCxnSpPr>
        <p:spPr>
          <a:xfrm xmlns:a="http://schemas.openxmlformats.org/drawingml/2006/main">
            <a:off x="37743307" y="16425978"/>
            <a:ext cx="194682" cy="8345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8AB7D0F6-1A92-4E16-8A8F-E055A8F8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2600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DB469181-8494-42B0-8088-E6535E9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506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4" name=""/>
          <p:cNvCxnSpPr>
            <a:stCxn xmlns:a="http://schemas.openxmlformats.org/drawingml/2006/main" id="431" idx="2"/>
            <a:endCxn xmlns:a="http://schemas.openxmlformats.org/drawingml/2006/main" id="432" idx="0"/>
          </p:cNvCxnSpPr>
          <p:nvPr/>
        </p:nvCxnSpPr>
        <p:spPr>
          <a:xfrm xmlns:a="http://schemas.openxmlformats.org/drawingml/2006/main">
            <a:off x="34194798" y="13260153"/>
            <a:ext cx="0" cy="24598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82CA37F-ECAC-4C66-927F-FB0DBBE5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506139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67EC249-3B0D-490F-9B21-DDE51423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7866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7" name=""/>
          <p:cNvCxnSpPr>
            <a:stCxn xmlns:a="http://schemas.openxmlformats.org/drawingml/2006/main" id="434" idx="2"/>
            <a:endCxn xmlns:a="http://schemas.openxmlformats.org/drawingml/2006/main" id="435" idx="0"/>
          </p:cNvCxnSpPr>
          <p:nvPr/>
        </p:nvCxnSpPr>
        <p:spPr>
          <a:xfrm xmlns:a="http://schemas.openxmlformats.org/drawingml/2006/main">
            <a:off x="34194798" y="13506234"/>
            <a:ext cx="0" cy="2803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F459200-2187-4A8A-967E-461D7263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378661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3BC8546-91E4-40D0-BA88-1D4A8938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40432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0" name=""/>
          <p:cNvCxnSpPr>
            <a:stCxn xmlns:a="http://schemas.openxmlformats.org/drawingml/2006/main" id="437" idx="2"/>
            <a:endCxn xmlns:a="http://schemas.openxmlformats.org/drawingml/2006/main" id="438" idx="0"/>
          </p:cNvCxnSpPr>
          <p:nvPr/>
        </p:nvCxnSpPr>
        <p:spPr>
          <a:xfrm xmlns:a="http://schemas.openxmlformats.org/drawingml/2006/main">
            <a:off x="34194798" y="13786713"/>
            <a:ext cx="0" cy="25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924D4512-3021-4DA0-A5DE-02DC73E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40432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B5BCA79B-25B1-40A5-BCB5-28ED398F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141914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3" name=""/>
          <p:cNvCxnSpPr>
            <a:stCxn xmlns:a="http://schemas.openxmlformats.org/drawingml/2006/main" id="440" idx="2"/>
            <a:endCxn xmlns:a="http://schemas.openxmlformats.org/drawingml/2006/main" id="441" idx="0"/>
          </p:cNvCxnSpPr>
          <p:nvPr/>
        </p:nvCxnSpPr>
        <p:spPr>
          <a:xfrm xmlns:a="http://schemas.openxmlformats.org/drawingml/2006/main">
            <a:off x="34194798" y="14043378"/>
            <a:ext cx="0" cy="14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5B4C2A6-4318-4B66-8FC5-9BE7DACC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2222" y="1326005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F298C0CF-8686-4D18-8519-265BDF50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13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6" name=""/>
          <p:cNvCxnSpPr>
            <a:stCxn xmlns:a="http://schemas.openxmlformats.org/drawingml/2006/main" id="443" idx="3"/>
            <a:endCxn xmlns:a="http://schemas.openxmlformats.org/drawingml/2006/main" id="444" idx="1"/>
          </p:cNvCxnSpPr>
          <p:nvPr/>
        </p:nvCxnSpPr>
        <p:spPr>
          <a:xfrm xmlns:a="http://schemas.openxmlformats.org/drawingml/2006/main">
            <a:off x="36402317" y="13260106"/>
            <a:ext cx="878818" cy="27009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3D99AB4E-6DA3-4128-A3DE-AB11F34E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1135" y="135301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9AA6510E-1CE5-42BE-94FF-E0BB270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542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9" name=""/>
          <p:cNvCxnSpPr>
            <a:stCxn xmlns:a="http://schemas.openxmlformats.org/drawingml/2006/main" id="446" idx="3"/>
            <a:endCxn xmlns:a="http://schemas.openxmlformats.org/drawingml/2006/main" id="447" idx="1"/>
          </p:cNvCxnSpPr>
          <p:nvPr/>
        </p:nvCxnSpPr>
        <p:spPr>
          <a:xfrm xmlns:a="http://schemas.openxmlformats.org/drawingml/2006/main">
            <a:off x="37281230" y="13530205"/>
            <a:ext cx="1014195" cy="3116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071D0079-3706-4652-B0B6-4EF12100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5425" y="1384177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8850CB06-80C9-4EC9-BE35-9FAC47C2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4714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2" name=""/>
          <p:cNvCxnSpPr>
            <a:stCxn xmlns:a="http://schemas.openxmlformats.org/drawingml/2006/main" id="449" idx="3"/>
            <a:endCxn xmlns:a="http://schemas.openxmlformats.org/drawingml/2006/main" id="450" idx="1"/>
          </p:cNvCxnSpPr>
          <p:nvPr/>
        </p:nvCxnSpPr>
        <p:spPr>
          <a:xfrm xmlns:a="http://schemas.openxmlformats.org/drawingml/2006/main">
            <a:off x="38295520" y="13841826"/>
            <a:ext cx="899194" cy="27620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EEB1DFFF-B367-451C-B5B8-763EB9A7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4714" y="1411798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010A72C-DF02-4A04-A5F4-3F7D9A7E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20573" y="1418739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5" name=""/>
          <p:cNvCxnSpPr>
            <a:stCxn xmlns:a="http://schemas.openxmlformats.org/drawingml/2006/main" id="452" idx="3"/>
            <a:endCxn xmlns:a="http://schemas.openxmlformats.org/drawingml/2006/main" id="453" idx="1"/>
          </p:cNvCxnSpPr>
          <p:nvPr/>
        </p:nvCxnSpPr>
        <p:spPr>
          <a:xfrm xmlns:a="http://schemas.openxmlformats.org/drawingml/2006/main">
            <a:off x="39194809" y="14118030"/>
            <a:ext cx="225764" cy="6940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7AE77F7C-264E-484B-97B1-5DB6C4E9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7904" y="109380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6CD2B14E-8BCB-488D-97D3-77128BE6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3061" y="11203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8" name=""/>
          <p:cNvCxnSpPr>
            <a:stCxn xmlns:a="http://schemas.openxmlformats.org/drawingml/2006/main" id="455" idx="3"/>
            <a:endCxn xmlns:a="http://schemas.openxmlformats.org/drawingml/2006/main" id="456" idx="1"/>
          </p:cNvCxnSpPr>
          <p:nvPr/>
        </p:nvCxnSpPr>
        <p:spPr>
          <a:xfrm xmlns:a="http://schemas.openxmlformats.org/drawingml/2006/main">
            <a:off x="30117999" y="10938114"/>
            <a:ext cx="675062" cy="26541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E14FC714-8DB0-4BE9-B1C5-5AE7D8C5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3061" y="11203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A5792035-6511-4E2F-BA92-A9A0C93E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442" y="115092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1" name=""/>
          <p:cNvCxnSpPr>
            <a:stCxn xmlns:a="http://schemas.openxmlformats.org/drawingml/2006/main" id="458" idx="3"/>
            <a:endCxn xmlns:a="http://schemas.openxmlformats.org/drawingml/2006/main" id="459" idx="1"/>
          </p:cNvCxnSpPr>
          <p:nvPr/>
        </p:nvCxnSpPr>
        <p:spPr>
          <a:xfrm xmlns:a="http://schemas.openxmlformats.org/drawingml/2006/main">
            <a:off x="30793156" y="11203531"/>
            <a:ext cx="777286" cy="30571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AE036CD1-FC8C-4198-BFB4-3B6F455E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0442" y="115092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5144C461-EE9B-4A61-8B60-1D821871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903" y="11781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4" name=""/>
          <p:cNvCxnSpPr>
            <a:stCxn xmlns:a="http://schemas.openxmlformats.org/drawingml/2006/main" id="461" idx="3"/>
            <a:endCxn xmlns:a="http://schemas.openxmlformats.org/drawingml/2006/main" id="462" idx="1"/>
          </p:cNvCxnSpPr>
          <p:nvPr/>
        </p:nvCxnSpPr>
        <p:spPr>
          <a:xfrm xmlns:a="http://schemas.openxmlformats.org/drawingml/2006/main">
            <a:off x="31570537" y="11509249"/>
            <a:ext cx="693366" cy="272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51A9DCFD-3F7F-46F7-8F26-48F95BB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3903" y="1178194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1893A359-5EB7-4AC4-9522-9FBB6079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76293" y="1186539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7" name=""/>
          <p:cNvCxnSpPr>
            <a:stCxn xmlns:a="http://schemas.openxmlformats.org/drawingml/2006/main" id="464" idx="3"/>
            <a:endCxn xmlns:a="http://schemas.openxmlformats.org/drawingml/2006/main" id="465" idx="1"/>
          </p:cNvCxnSpPr>
          <p:nvPr/>
        </p:nvCxnSpPr>
        <p:spPr>
          <a:xfrm xmlns:a="http://schemas.openxmlformats.org/drawingml/2006/main">
            <a:off x="32263998" y="11781994"/>
            <a:ext cx="212295" cy="834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F40DB4CE-15AB-4BF7-B0AC-97C56001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0419" y="86160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52FED7FE-D42E-4B84-A5B3-80DC9A4E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1506" y="8886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0" name=""/>
          <p:cNvCxnSpPr>
            <a:stCxn xmlns:a="http://schemas.openxmlformats.org/drawingml/2006/main" id="467" idx="1"/>
            <a:endCxn xmlns:a="http://schemas.openxmlformats.org/drawingml/2006/main" id="468" idx="3"/>
          </p:cNvCxnSpPr>
          <p:nvPr/>
        </p:nvCxnSpPr>
        <p:spPr>
          <a:xfrm xmlns:a="http://schemas.openxmlformats.org/drawingml/2006/main" flipH="1">
            <a:off x="32731601" y="8616122"/>
            <a:ext cx="878818" cy="2700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AC8C852D-A2FB-4AFE-B865-1ADD1586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1506" y="888617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2D90CC80-A33B-47D9-BEF4-F5789DD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215" y="9197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3" name=""/>
          <p:cNvCxnSpPr>
            <a:stCxn xmlns:a="http://schemas.openxmlformats.org/drawingml/2006/main" id="470" idx="1"/>
            <a:endCxn xmlns:a="http://schemas.openxmlformats.org/drawingml/2006/main" id="471" idx="3"/>
          </p:cNvCxnSpPr>
          <p:nvPr/>
        </p:nvCxnSpPr>
        <p:spPr>
          <a:xfrm xmlns:a="http://schemas.openxmlformats.org/drawingml/2006/main" flipH="1">
            <a:off x="31717310" y="8886220"/>
            <a:ext cx="1014196" cy="31162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43CD48C8-1CF3-4D46-8D6A-8F749487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7215" y="91977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69CBC7D1-F65E-4334-87DA-10CD024C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926" y="94739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6" name=""/>
          <p:cNvCxnSpPr>
            <a:stCxn xmlns:a="http://schemas.openxmlformats.org/drawingml/2006/main" id="473" idx="1"/>
            <a:endCxn xmlns:a="http://schemas.openxmlformats.org/drawingml/2006/main" id="474" idx="3"/>
          </p:cNvCxnSpPr>
          <p:nvPr/>
        </p:nvCxnSpPr>
        <p:spPr>
          <a:xfrm xmlns:a="http://schemas.openxmlformats.org/drawingml/2006/main" flipH="1">
            <a:off x="30818021" y="9197841"/>
            <a:ext cx="899194" cy="27620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B428EC57-2664-4166-825C-72C7B229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926" y="94739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443ED31A-D46A-4069-B8BF-A9B76F0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2068" y="95434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9" name=""/>
          <p:cNvCxnSpPr>
            <a:stCxn xmlns:a="http://schemas.openxmlformats.org/drawingml/2006/main" id="476" idx="1"/>
            <a:endCxn xmlns:a="http://schemas.openxmlformats.org/drawingml/2006/main" id="477" idx="3"/>
          </p:cNvCxnSpPr>
          <p:nvPr/>
        </p:nvCxnSpPr>
        <p:spPr>
          <a:xfrm xmlns:a="http://schemas.openxmlformats.org/drawingml/2006/main" flipH="1">
            <a:off x="30592163" y="9474046"/>
            <a:ext cx="225763" cy="6940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4AA2F68B-9684-43D5-BC0F-382C3B66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861607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C84548C8-3B6E-4501-9273-932C166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88621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2" name=""/>
          <p:cNvCxnSpPr>
            <a:stCxn xmlns:a="http://schemas.openxmlformats.org/drawingml/2006/main" id="479" idx="2"/>
            <a:endCxn xmlns:a="http://schemas.openxmlformats.org/drawingml/2006/main" id="480" idx="0"/>
          </p:cNvCxnSpPr>
          <p:nvPr/>
        </p:nvCxnSpPr>
        <p:spPr>
          <a:xfrm xmlns:a="http://schemas.openxmlformats.org/drawingml/2006/main">
            <a:off x="35817939" y="8616169"/>
            <a:ext cx="0" cy="24598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BC65A554-A4ED-4293-8911-BE08903C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88621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4D95A220-FBFC-4744-87DA-CC65D48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1426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5" name=""/>
          <p:cNvCxnSpPr>
            <a:stCxn xmlns:a="http://schemas.openxmlformats.org/drawingml/2006/main" id="482" idx="2"/>
            <a:endCxn xmlns:a="http://schemas.openxmlformats.org/drawingml/2006/main" id="483" idx="0"/>
          </p:cNvCxnSpPr>
          <p:nvPr/>
        </p:nvCxnSpPr>
        <p:spPr>
          <a:xfrm xmlns:a="http://schemas.openxmlformats.org/drawingml/2006/main">
            <a:off x="35817939" y="8862249"/>
            <a:ext cx="0" cy="2803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295AD081-29FA-4ED4-93C7-E2C86DF0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14263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DED662B8-D85A-442A-A655-7BB4C9A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399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88" name=""/>
          <p:cNvCxnSpPr>
            <a:stCxn xmlns:a="http://schemas.openxmlformats.org/drawingml/2006/main" id="485" idx="2"/>
            <a:endCxn xmlns:a="http://schemas.openxmlformats.org/drawingml/2006/main" id="486" idx="0"/>
          </p:cNvCxnSpPr>
          <p:nvPr/>
        </p:nvCxnSpPr>
        <p:spPr>
          <a:xfrm xmlns:a="http://schemas.openxmlformats.org/drawingml/2006/main">
            <a:off x="35817939" y="9142728"/>
            <a:ext cx="0" cy="25657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08C0139B-1C97-444E-A5ED-DD0BC71B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39929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60161950-C6B9-4FC6-B139-84FD658F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7891" y="954747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1" name=""/>
          <p:cNvCxnSpPr>
            <a:stCxn xmlns:a="http://schemas.openxmlformats.org/drawingml/2006/main" id="488" idx="2"/>
            <a:endCxn xmlns:a="http://schemas.openxmlformats.org/drawingml/2006/main" id="489" idx="0"/>
          </p:cNvCxnSpPr>
          <p:nvPr/>
        </p:nvCxnSpPr>
        <p:spPr>
          <a:xfrm xmlns:a="http://schemas.openxmlformats.org/drawingml/2006/main">
            <a:off x="35817939" y="9399393"/>
            <a:ext cx="0" cy="14808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596FF6B4-86D8-4FBC-9196-D9E85E79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3883" y="629408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1948E541-6DF4-487C-85C9-A1B2E7D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6298" y="6544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4" name=""/>
          <p:cNvCxnSpPr>
            <a:stCxn xmlns:a="http://schemas.openxmlformats.org/drawingml/2006/main" id="491" idx="2"/>
            <a:endCxn xmlns:a="http://schemas.openxmlformats.org/drawingml/2006/main" id="492" idx="0"/>
          </p:cNvCxnSpPr>
          <p:nvPr/>
        </p:nvCxnSpPr>
        <p:spPr>
          <a:xfrm xmlns:a="http://schemas.openxmlformats.org/drawingml/2006/main" flipH="1">
            <a:off x="37046346" y="6294176"/>
            <a:ext cx="227585" cy="25046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B256116-7683-4E4D-BC2F-FF028368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46298" y="6544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D6D6627B-D10F-4B3B-82BD-3826971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6250" y="6831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7" name=""/>
          <p:cNvCxnSpPr>
            <a:stCxn xmlns:a="http://schemas.openxmlformats.org/drawingml/2006/main" id="494" idx="2"/>
            <a:endCxn xmlns:a="http://schemas.openxmlformats.org/drawingml/2006/main" id="495" idx="0"/>
          </p:cNvCxnSpPr>
          <p:nvPr/>
        </p:nvCxnSpPr>
        <p:spPr>
          <a:xfrm xmlns:a="http://schemas.openxmlformats.org/drawingml/2006/main" flipH="1">
            <a:off x="36786298" y="6544735"/>
            <a:ext cx="260048" cy="2862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BA41014-6E65-482C-B54A-992C4EB7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6250" y="683102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72DD5267-BC62-4FC9-9533-48FDFA67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9340" y="70917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0" name=""/>
          <p:cNvCxnSpPr>
            <a:stCxn xmlns:a="http://schemas.openxmlformats.org/drawingml/2006/main" id="497" idx="2"/>
            <a:endCxn xmlns:a="http://schemas.openxmlformats.org/drawingml/2006/main" id="498" idx="0"/>
          </p:cNvCxnSpPr>
          <p:nvPr/>
        </p:nvCxnSpPr>
        <p:spPr>
          <a:xfrm xmlns:a="http://schemas.openxmlformats.org/drawingml/2006/main" flipH="1">
            <a:off x="36549388" y="6831117"/>
            <a:ext cx="236910" cy="26064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05481137-A731-43A8-B25C-84A3DDC0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9340" y="70917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459B309C-C124-48EA-A42B-698538C1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28123" y="722548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3" name=""/>
          <p:cNvCxnSpPr>
            <a:stCxn xmlns:a="http://schemas.openxmlformats.org/drawingml/2006/main" id="500" idx="2"/>
            <a:endCxn xmlns:a="http://schemas.openxmlformats.org/drawingml/2006/main" id="501" idx="0"/>
          </p:cNvCxnSpPr>
          <p:nvPr/>
        </p:nvCxnSpPr>
        <p:spPr>
          <a:xfrm xmlns:a="http://schemas.openxmlformats.org/drawingml/2006/main" flipH="1">
            <a:off x="36428171" y="7091852"/>
            <a:ext cx="121217" cy="1336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18AF1D66-1E03-4BF5-AF0C-E7A2E13C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8942" y="62906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E32E6437-8C2F-4EB3-9D99-037E79CC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3752" y="67325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6" name=""/>
          <p:cNvCxnSpPr>
            <a:stCxn xmlns:a="http://schemas.openxmlformats.org/drawingml/2006/main" id="503" idx="3"/>
            <a:endCxn xmlns:a="http://schemas.openxmlformats.org/drawingml/2006/main" id="504" idx="1"/>
          </p:cNvCxnSpPr>
          <p:nvPr/>
        </p:nvCxnSpPr>
        <p:spPr>
          <a:xfrm xmlns:a="http://schemas.openxmlformats.org/drawingml/2006/main">
            <a:off x="38569037" y="6290669"/>
            <a:ext cx="444715" cy="44188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E1C51E11-582F-4A3F-8539-3057E641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3752" y="673250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8600094F-17C0-411C-9AC8-6F1C749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7228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9" name=""/>
          <p:cNvCxnSpPr>
            <a:stCxn xmlns:a="http://schemas.openxmlformats.org/drawingml/2006/main" id="506" idx="3"/>
            <a:endCxn xmlns:a="http://schemas.openxmlformats.org/drawingml/2006/main" id="507" idx="1"/>
          </p:cNvCxnSpPr>
          <p:nvPr/>
        </p:nvCxnSpPr>
        <p:spPr>
          <a:xfrm xmlns:a="http://schemas.openxmlformats.org/drawingml/2006/main">
            <a:off x="39013847" y="6732556"/>
            <a:ext cx="499279" cy="49623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1E60EED2-69A2-4E10-A04D-69D6296F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72287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75247D70-1F16-473C-B003-3BE9F686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10928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2" name=""/>
          <p:cNvCxnSpPr>
            <a:stCxn xmlns:a="http://schemas.openxmlformats.org/drawingml/2006/main" id="509" idx="2"/>
            <a:endCxn xmlns:a="http://schemas.openxmlformats.org/drawingml/2006/main" id="510" idx="0"/>
          </p:cNvCxnSpPr>
          <p:nvPr/>
        </p:nvCxnSpPr>
        <p:spPr>
          <a:xfrm xmlns:a="http://schemas.openxmlformats.org/drawingml/2006/main">
            <a:off x="39513174" y="7228835"/>
            <a:ext cx="0" cy="36994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D69319D-6874-4F7B-A103-8C1415E0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3126" y="10928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1357203B-BAE9-486F-900A-4B240A3F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831" y="11375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5" name=""/>
          <p:cNvCxnSpPr>
            <a:stCxn xmlns:a="http://schemas.openxmlformats.org/drawingml/2006/main" id="512" idx="1"/>
            <a:endCxn xmlns:a="http://schemas.openxmlformats.org/drawingml/2006/main" id="513" idx="3"/>
          </p:cNvCxnSpPr>
          <p:nvPr/>
        </p:nvCxnSpPr>
        <p:spPr>
          <a:xfrm xmlns:a="http://schemas.openxmlformats.org/drawingml/2006/main" flipH="1">
            <a:off x="38038926" y="10928344"/>
            <a:ext cx="1474200" cy="447179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E66DA1C3-83DE-489F-80B7-DBD34032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8831" y="113754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E165E738-D4B3-40FC-A1B8-2A91830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585" y="117988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8" name=""/>
          <p:cNvCxnSpPr>
            <a:stCxn xmlns:a="http://schemas.openxmlformats.org/drawingml/2006/main" id="515" idx="1"/>
            <a:endCxn xmlns:a="http://schemas.openxmlformats.org/drawingml/2006/main" id="516" idx="3"/>
          </p:cNvCxnSpPr>
          <p:nvPr/>
        </p:nvCxnSpPr>
        <p:spPr>
          <a:xfrm xmlns:a="http://schemas.openxmlformats.org/drawingml/2006/main" flipH="1">
            <a:off x="36642680" y="11375523"/>
            <a:ext cx="1396151" cy="42336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80FC686A-C2D9-44E8-A46F-076EBA5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2585" y="117988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2FED40B5-1E07-4703-8D87-7BCA92A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19489" y="118664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1" name=""/>
          <p:cNvCxnSpPr>
            <a:stCxn xmlns:a="http://schemas.openxmlformats.org/drawingml/2006/main" id="518" idx="1"/>
            <a:endCxn xmlns:a="http://schemas.openxmlformats.org/drawingml/2006/main" id="519" idx="3"/>
          </p:cNvCxnSpPr>
          <p:nvPr/>
        </p:nvCxnSpPr>
        <p:spPr>
          <a:xfrm xmlns:a="http://schemas.openxmlformats.org/drawingml/2006/main" flipH="1">
            <a:off x="36419584" y="11798888"/>
            <a:ext cx="223001" cy="675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BBCD1BF7-1552-49C2-8DC8-69EC5EA1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24096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C4C0FDE0-9F94-40DD-B9AE-C38BE0F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4033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4" name=""/>
          <p:cNvCxnSpPr>
            <a:stCxn xmlns:a="http://schemas.openxmlformats.org/drawingml/2006/main" id="521" idx="2"/>
            <a:endCxn xmlns:a="http://schemas.openxmlformats.org/drawingml/2006/main" id="522" idx="0"/>
          </p:cNvCxnSpPr>
          <p:nvPr/>
        </p:nvCxnSpPr>
        <p:spPr>
          <a:xfrm xmlns:a="http://schemas.openxmlformats.org/drawingml/2006/main">
            <a:off x="37890034" y="4241061"/>
            <a:ext cx="0" cy="16233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8E2FF5A5-C066-4FDE-A0E5-A30BFA92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4033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B49A5362-C1E9-438C-9114-91D595CD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578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7" name=""/>
          <p:cNvCxnSpPr>
            <a:stCxn xmlns:a="http://schemas.openxmlformats.org/drawingml/2006/main" id="524" idx="2"/>
            <a:endCxn xmlns:a="http://schemas.openxmlformats.org/drawingml/2006/main" id="525" idx="0"/>
          </p:cNvCxnSpPr>
          <p:nvPr/>
        </p:nvCxnSpPr>
        <p:spPr>
          <a:xfrm xmlns:a="http://schemas.openxmlformats.org/drawingml/2006/main">
            <a:off x="37890034" y="4403487"/>
            <a:ext cx="0" cy="1751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FBE273FE-BE13-41B5-981F-4E2A2D11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57864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B23065EF-D2D7-497B-B813-4E61DCC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7469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0" name=""/>
          <p:cNvCxnSpPr>
            <a:stCxn xmlns:a="http://schemas.openxmlformats.org/drawingml/2006/main" id="527" idx="2"/>
            <a:endCxn xmlns:a="http://schemas.openxmlformats.org/drawingml/2006/main" id="528" idx="0"/>
          </p:cNvCxnSpPr>
          <p:nvPr/>
        </p:nvCxnSpPr>
        <p:spPr>
          <a:xfrm xmlns:a="http://schemas.openxmlformats.org/drawingml/2006/main">
            <a:off x="37890034" y="4578735"/>
            <a:ext cx="0" cy="16823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BA866CEF-D3E1-4040-804D-05B4829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746968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761FE249-9D40-4686-A293-89FEE230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9986" y="489921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3" name=""/>
          <p:cNvCxnSpPr>
            <a:stCxn xmlns:a="http://schemas.openxmlformats.org/drawingml/2006/main" id="530" idx="2"/>
            <a:endCxn xmlns:a="http://schemas.openxmlformats.org/drawingml/2006/main" id="531" idx="0"/>
          </p:cNvCxnSpPr>
          <p:nvPr/>
        </p:nvCxnSpPr>
        <p:spPr>
          <a:xfrm xmlns:a="http://schemas.openxmlformats.org/drawingml/2006/main">
            <a:off x="37890034" y="4747063"/>
            <a:ext cx="0" cy="1521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76C4CFA2-582B-421C-A996-84DED04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836" y="13498608"/>
            <a:ext cx="1640538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023C693-7921-4844-A28E-574D5615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57836" y="13498608"/>
            <a:ext cx="1640538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/ CLOS</a:t>
            </a:r>
          </a:p>
        </p:txBody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4C8C2758-1117-446B-B924-97714611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8469" y="15820600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DEE94E4-577C-4E2F-AB32-5178DD14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8469" y="15820600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326FD184-D520-46D0-AC7B-E057FD84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9712" y="22786577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D7423E3D-6CE1-44FB-A817-CDC9618C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9712" y="22786577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2EB7F435-64A8-4812-90A9-141A8B49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287" y="22786577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2B7BE78-BA2D-4DDB-9F4A-29961DA3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4287" y="22786577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5CF8DE15-DE15-4268-A5FD-2F6A4CA7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4947" y="20464585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4DC10F28-D459-49F6-814D-1614B20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4947" y="20464585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6B7BE3C-E6AB-4162-918A-F0740A8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9522" y="20464585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91192491-2A98-4142-A983-55794372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9522" y="20464585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45" name="">
            <a:extLst xmlns:a="http://schemas.openxmlformats.org/drawingml/2006/main">
              <a:ext uri="{FF2B5EF4-FFF2-40B4-BE49-F238E27FC236}">
                <a16:creationId xmlns:a16="http://schemas.microsoft.com/office/drawing/2014/main" id="{A38F3EA4-42D9-4A33-B781-6D538986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8136" y="1814259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6" name="">
            <a:extLst xmlns:a="http://schemas.openxmlformats.org/drawingml/2006/main">
              <a:ext uri="{FF2B5EF4-FFF2-40B4-BE49-F238E27FC236}">
                <a16:creationId xmlns:a16="http://schemas.microsoft.com/office/drawing/2014/main" id="{FFD7B530-4796-420A-8F83-A5FD5F9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8136" y="1814259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47" name="">
            <a:extLst xmlns:a="http://schemas.openxmlformats.org/drawingml/2006/main">
              <a:ext uri="{FF2B5EF4-FFF2-40B4-BE49-F238E27FC236}">
                <a16:creationId xmlns:a16="http://schemas.microsoft.com/office/drawing/2014/main" id="{7F7D447D-C085-43E9-83B9-41EE28F2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4135" y="1814259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48" name="">
            <a:extLst xmlns:a="http://schemas.openxmlformats.org/drawingml/2006/main">
              <a:ext uri="{FF2B5EF4-FFF2-40B4-BE49-F238E27FC236}">
                <a16:creationId xmlns:a16="http://schemas.microsoft.com/office/drawing/2014/main" id="{D069AC7D-6799-4DA0-A652-AF33EDBA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4135" y="1814259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49" name="">
            <a:extLst xmlns:a="http://schemas.openxmlformats.org/drawingml/2006/main">
              <a:ext uri="{FF2B5EF4-FFF2-40B4-BE49-F238E27FC236}">
                <a16:creationId xmlns:a16="http://schemas.microsoft.com/office/drawing/2014/main" id="{4A027853-62EE-4135-99D8-DAB77C3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3331" y="15820600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2ED530EC-A66D-489F-B681-481E7B95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3331" y="15820600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56BF614B-F0CC-47C4-BA9D-2A6A69D0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30" y="13498608"/>
            <a:ext cx="1640538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DB2501AE-1CE5-46FB-84F1-B75F341F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84930" y="13498608"/>
            <a:ext cx="1640538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+ CLOS</a:t>
            </a:r>
          </a:p>
        </p:txBody>
      </p:sp>
      <p:sp>
        <p:nvSpPr>
          <p:cNvPr id="553" name="">
            <a:extLst xmlns:a="http://schemas.openxmlformats.org/drawingml/2006/main">
              <a:ext uri="{FF2B5EF4-FFF2-40B4-BE49-F238E27FC236}">
                <a16:creationId xmlns:a16="http://schemas.microsoft.com/office/drawing/2014/main" id="{9227BCE2-05D4-498E-8E6E-34160CD2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6866" y="13498608"/>
            <a:ext cx="651330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4" name="">
            <a:extLst xmlns:a="http://schemas.openxmlformats.org/drawingml/2006/main">
              <a:ext uri="{FF2B5EF4-FFF2-40B4-BE49-F238E27FC236}">
                <a16:creationId xmlns:a16="http://schemas.microsoft.com/office/drawing/2014/main" id="{1D1E1C70-76EB-4E0B-A215-D62C948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6866" y="13498608"/>
            <a:ext cx="651330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其他</a:t>
            </a:r>
          </a:p>
        </p:txBody>
      </p:sp>
      <p:sp>
        <p:nvSpPr>
          <p:cNvPr id="555" name="">
            <a:extLst xmlns:a="http://schemas.openxmlformats.org/drawingml/2006/main">
              <a:ext uri="{FF2B5EF4-FFF2-40B4-BE49-F238E27FC236}">
                <a16:creationId xmlns:a16="http://schemas.microsoft.com/office/drawing/2014/main" id="{2FC663E2-F39A-428D-BFB4-4D3BD31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388" y="11176616"/>
            <a:ext cx="651330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6" name="">
            <a:extLst xmlns:a="http://schemas.openxmlformats.org/drawingml/2006/main">
              <a:ext uri="{FF2B5EF4-FFF2-40B4-BE49-F238E27FC236}">
                <a16:creationId xmlns:a16="http://schemas.microsoft.com/office/drawing/2014/main" id="{42D755EA-CE60-4143-9C42-041F744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6388" y="11176616"/>
            <a:ext cx="651330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继续</a:t>
            </a:r>
          </a:p>
        </p:txBody>
      </p:sp>
      <p:sp>
        <p:nvSpPr>
          <p:cNvPr id="557" name="">
            <a:extLst xmlns:a="http://schemas.openxmlformats.org/drawingml/2006/main">
              <a:ext uri="{FF2B5EF4-FFF2-40B4-BE49-F238E27FC236}">
                <a16:creationId xmlns:a16="http://schemas.microsoft.com/office/drawing/2014/main" id="{F425A46E-892F-49B9-82DC-3E3E12EC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833" y="885462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8" name="">
            <a:extLst xmlns:a="http://schemas.openxmlformats.org/drawingml/2006/main">
              <a:ext uri="{FF2B5EF4-FFF2-40B4-BE49-F238E27FC236}">
                <a16:creationId xmlns:a16="http://schemas.microsoft.com/office/drawing/2014/main" id="{EF196F11-1893-4A68-8C1C-E3E51721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0833" y="885462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59" name="">
            <a:extLst xmlns:a="http://schemas.openxmlformats.org/drawingml/2006/main">
              <a:ext uri="{FF2B5EF4-FFF2-40B4-BE49-F238E27FC236}">
                <a16:creationId xmlns:a16="http://schemas.microsoft.com/office/drawing/2014/main" id="{46D597CB-BD2A-4196-815F-923FF6DF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72" y="885462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8BCAA600-E89C-4339-AC9C-5AC33B45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872" y="885462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E015D6EB-78BF-4333-A4AA-ADAFFC13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8900" y="6532631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4EB7E1E-3A93-4AB2-8044-B730FE5F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8900" y="6532631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950BDDEC-0678-4E50-B925-C4EE433C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4108" y="8854623"/>
            <a:ext cx="508852" cy="447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F13625D0-008D-4096-B8A5-1CC5E82B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4108" y="8854623"/>
            <a:ext cx="508852" cy="44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23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AC985A6C-FE47-4444-AEF2-958E2613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8866" y="4906748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C1007382-C2BD-4302-8E10-FF613563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0991" y="4967810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逻辑拓扑层数 &gt; 1？</a:t>
            </a:r>
          </a:p>
        </p:txBody>
      </p:sp>
      <p:sp>
        <p:nvSpPr>
          <p:cNvPr id="567" name="">
            <a:extLst xmlns:a="http://schemas.openxmlformats.org/drawingml/2006/main">
              <a:ext uri="{FF2B5EF4-FFF2-40B4-BE49-F238E27FC236}">
                <a16:creationId xmlns:a16="http://schemas.microsoft.com/office/drawing/2014/main" id="{4235928D-17C8-4C05-B3B3-E52ED486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6772" y="7228740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68" name="">
            <a:extLst xmlns:a="http://schemas.openxmlformats.org/drawingml/2006/main">
              <a:ext uri="{FF2B5EF4-FFF2-40B4-BE49-F238E27FC236}">
                <a16:creationId xmlns:a16="http://schemas.microsoft.com/office/drawing/2014/main" id="{16215589-1EC4-4EEB-8F01-DA99F419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8896" y="7289802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第0层属于 Mesh / CLOS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/ Mesh+CLOS？</a:t>
            </a:r>
          </a:p>
        </p:txBody>
      </p:sp>
      <p:sp>
        <p:nvSpPr>
          <p:cNvPr id="569" name="">
            <a:extLst xmlns:a="http://schemas.openxmlformats.org/drawingml/2006/main">
              <a:ext uri="{FF2B5EF4-FFF2-40B4-BE49-F238E27FC236}">
                <a16:creationId xmlns:a16="http://schemas.microsoft.com/office/drawing/2014/main" id="{A33D77E7-247E-46EF-A13B-B89DE2E7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1766" y="955073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0" name="">
            <a:extLst xmlns:a="http://schemas.openxmlformats.org/drawingml/2006/main">
              <a:ext uri="{FF2B5EF4-FFF2-40B4-BE49-F238E27FC236}">
                <a16:creationId xmlns:a16="http://schemas.microsoft.com/office/drawing/2014/main" id="{23168B3D-EFE5-4464-A992-5F3A16C6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3890" y="9611795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先赋值 SoleMesh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此处没有 return</a:t>
            </a:r>
          </a:p>
        </p:txBody>
      </p:sp>
      <p:sp>
        <p:nvSpPr>
          <p:cNvPr id="571" name="">
            <a:extLst xmlns:a="http://schemas.openxmlformats.org/drawingml/2006/main">
              <a:ext uri="{FF2B5EF4-FFF2-40B4-BE49-F238E27FC236}">
                <a16:creationId xmlns:a16="http://schemas.microsoft.com/office/drawing/2014/main" id="{08F4D4FE-9E47-4824-A814-ECF60ED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631" y="11872725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2" name="">
            <a:extLst xmlns:a="http://schemas.openxmlformats.org/drawingml/2006/main">
              <a:ext uri="{FF2B5EF4-FFF2-40B4-BE49-F238E27FC236}">
                <a16:creationId xmlns:a16="http://schemas.microsoft.com/office/drawing/2014/main" id="{01D83230-8630-40A1-B11D-C1E8F8E0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755" y="11933787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 0 层是哪种拓扑？</a:t>
            </a:r>
          </a:p>
        </p:txBody>
      </p:sp>
      <p:sp>
        <p:nvSpPr>
          <p:cNvPr id="573" name="">
            <a:extLst xmlns:a="http://schemas.openxmlformats.org/drawingml/2006/main">
              <a:ext uri="{FF2B5EF4-FFF2-40B4-BE49-F238E27FC236}">
                <a16:creationId xmlns:a16="http://schemas.microsoft.com/office/drawing/2014/main" id="{B25233FA-06FD-43E7-8F46-122D1A1E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25" y="1419471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4" name="">
            <a:extLst xmlns:a="http://schemas.openxmlformats.org/drawingml/2006/main">
              <a:ext uri="{FF2B5EF4-FFF2-40B4-BE49-F238E27FC236}">
                <a16:creationId xmlns:a16="http://schemas.microsoft.com/office/drawing/2014/main" id="{A5D864EC-F521-49D6-A4CC-ABAE3E2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749" y="1425577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575" name="">
            <a:extLst xmlns:a="http://schemas.openxmlformats.org/drawingml/2006/main">
              <a:ext uri="{FF2B5EF4-FFF2-40B4-BE49-F238E27FC236}">
                <a16:creationId xmlns:a16="http://schemas.microsoft.com/office/drawing/2014/main" id="{A4BDFE7F-A1CD-44BE-AD6B-4A2A44C1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631" y="1419471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6" name="">
            <a:extLst xmlns:a="http://schemas.openxmlformats.org/drawingml/2006/main">
              <a:ext uri="{FF2B5EF4-FFF2-40B4-BE49-F238E27FC236}">
                <a16:creationId xmlns:a16="http://schemas.microsoft.com/office/drawing/2014/main" id="{6F651C0F-12D0-4ED3-8327-E12A80CE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755" y="1425577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包含 PCIe 混合互联？</a:t>
            </a:r>
          </a:p>
        </p:txBody>
      </p:sp>
      <p:sp>
        <p:nvSpPr>
          <p:cNvPr id="577" name="">
            <a:extLst xmlns:a="http://schemas.openxmlformats.org/drawingml/2006/main">
              <a:ext uri="{FF2B5EF4-FFF2-40B4-BE49-F238E27FC236}">
                <a16:creationId xmlns:a16="http://schemas.microsoft.com/office/drawing/2014/main" id="{9419DED5-CDED-4247-B035-777632D7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7001" y="16516710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78" name="">
            <a:extLst xmlns:a="http://schemas.openxmlformats.org/drawingml/2006/main">
              <a:ext uri="{FF2B5EF4-FFF2-40B4-BE49-F238E27FC236}">
                <a16:creationId xmlns:a16="http://schemas.microsoft.com/office/drawing/2014/main" id="{BC609C37-6776-423E-9FDF-FDFB3300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9126" y="16577772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579" name="">
            <a:extLst xmlns:a="http://schemas.openxmlformats.org/drawingml/2006/main">
              <a:ext uri="{FF2B5EF4-FFF2-40B4-BE49-F238E27FC236}">
                <a16:creationId xmlns:a16="http://schemas.microsoft.com/office/drawing/2014/main" id="{7D0AC776-48C2-47DF-A0E7-62F5C10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32007" y="16516710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0" name="">
            <a:extLst xmlns:a="http://schemas.openxmlformats.org/drawingml/2006/main">
              <a:ext uri="{FF2B5EF4-FFF2-40B4-BE49-F238E27FC236}">
                <a16:creationId xmlns:a16="http://schemas.microsoft.com/office/drawing/2014/main" id="{A1348F76-245D-438D-A3B3-A07B46E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4132" y="16577772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组规模信息查询成功？</a:t>
            </a:r>
          </a:p>
        </p:txBody>
      </p:sp>
      <p:sp>
        <p:nvSpPr>
          <p:cNvPr id="581" name="">
            <a:extLst xmlns:a="http://schemas.openxmlformats.org/drawingml/2006/main">
              <a:ext uri="{FF2B5EF4-FFF2-40B4-BE49-F238E27FC236}">
                <a16:creationId xmlns:a16="http://schemas.microsoft.com/office/drawing/2014/main" id="{BE6384FA-6665-49AF-9A50-B1DE0701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9096" y="1883870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2" name="">
            <a:extLst xmlns:a="http://schemas.openxmlformats.org/drawingml/2006/main">
              <a:ext uri="{FF2B5EF4-FFF2-40B4-BE49-F238E27FC236}">
                <a16:creationId xmlns:a16="http://schemas.microsoft.com/office/drawing/2014/main" id="{F8192090-3952-470E-AE4B-757CB9A1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1220" y="18899764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与 Mesh 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数相等？</a:t>
            </a:r>
          </a:p>
        </p:txBody>
      </p:sp>
      <p:sp>
        <p:nvSpPr>
          <p:cNvPr id="583" name="">
            <a:extLst xmlns:a="http://schemas.openxmlformats.org/drawingml/2006/main">
              <a:ext uri="{FF2B5EF4-FFF2-40B4-BE49-F238E27FC236}">
                <a16:creationId xmlns:a16="http://schemas.microsoft.com/office/drawing/2014/main" id="{230D7094-324A-49A4-996F-85AAD0B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3861" y="21160694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4" name="">
            <a:extLst xmlns:a="http://schemas.openxmlformats.org/drawingml/2006/main">
              <a:ext uri="{FF2B5EF4-FFF2-40B4-BE49-F238E27FC236}">
                <a16:creationId xmlns:a16="http://schemas.microsoft.com/office/drawing/2014/main" id="{FC137FD6-4B68-4868-A010-84864E28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5985" y="21221756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 ≤ 4？</a:t>
            </a:r>
          </a:p>
        </p:txBody>
      </p:sp>
      <p:sp>
        <p:nvSpPr>
          <p:cNvPr id="585" name="">
            <a:extLst xmlns:a="http://schemas.openxmlformats.org/drawingml/2006/main">
              <a:ext uri="{FF2B5EF4-FFF2-40B4-BE49-F238E27FC236}">
                <a16:creationId xmlns:a16="http://schemas.microsoft.com/office/drawing/2014/main" id="{183EACB1-08FF-4501-A78A-3D00E78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25" y="2348268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6" name="">
            <a:extLst xmlns:a="http://schemas.openxmlformats.org/drawingml/2006/main">
              <a:ext uri="{FF2B5EF4-FFF2-40B4-BE49-F238E27FC236}">
                <a16:creationId xmlns:a16="http://schemas.microsoft.com/office/drawing/2014/main" id="{28D84E28-3244-43AD-9B96-AF0DCDCE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0749" y="2354374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SoleMeshConcurrent</a:t>
            </a:r>
          </a:p>
        </p:txBody>
      </p:sp>
      <p:sp>
        <p:nvSp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558765BC-F6D3-4ADA-A8FF-F1E1B22F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3631" y="2348268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7B21B237-2519-4BF3-96F6-C38E3DC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5755" y="2354374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B6F55665-6948-4F81-B1B4-B189379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8866" y="21160694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0" name="">
            <a:extLst xmlns:a="http://schemas.openxmlformats.org/drawingml/2006/main">
              <a:ext uri="{FF2B5EF4-FFF2-40B4-BE49-F238E27FC236}">
                <a16:creationId xmlns:a16="http://schemas.microsoft.com/office/drawing/2014/main" id="{249CC8DA-569D-40E2-8C58-0DC694E4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0991" y="21221756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SoleMeshMultiJetty</a:t>
            </a:r>
          </a:p>
        </p:txBody>
      </p:sp>
      <p:sp>
        <p:nvSpPr>
          <p:cNvPr id="591" name="">
            <a:extLst xmlns:a="http://schemas.openxmlformats.org/drawingml/2006/main">
              <a:ext uri="{FF2B5EF4-FFF2-40B4-BE49-F238E27FC236}">
                <a16:creationId xmlns:a16="http://schemas.microsoft.com/office/drawing/2014/main" id="{5B13DB1B-07C8-4890-BBDB-0F20FBD9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4102" y="1883870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2" name="">
            <a:extLst xmlns:a="http://schemas.openxmlformats.org/drawingml/2006/main">
              <a:ext uri="{FF2B5EF4-FFF2-40B4-BE49-F238E27FC236}">
                <a16:creationId xmlns:a16="http://schemas.microsoft.com/office/drawing/2014/main" id="{5539BFC3-0F8E-4B3A-942B-4EFC2A00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6226" y="18899764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B63325A4-6200-4DE0-9548-F95B5436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8637" y="14194717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33586A8E-3A49-4287-9B61-B9BFB0B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0761" y="14255779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595" name="">
            <a:extLst xmlns:a="http://schemas.openxmlformats.org/drawingml/2006/main">
              <a:ext uri="{FF2B5EF4-FFF2-40B4-BE49-F238E27FC236}">
                <a16:creationId xmlns:a16="http://schemas.microsoft.com/office/drawing/2014/main" id="{7B686C0C-5159-4652-AF7B-28E499E9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6772" y="9550732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755DFC44-ABE0-4AC6-A740-B27D0DA3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8896" y="9611795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597" name="">
            <a:extLst xmlns:a="http://schemas.openxmlformats.org/drawingml/2006/main">
              <a:ext uri="{FF2B5EF4-FFF2-40B4-BE49-F238E27FC236}">
                <a16:creationId xmlns:a16="http://schemas.microsoft.com/office/drawing/2014/main" id="{ADD53395-76F9-470B-A8A2-AF8AA78D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8866" y="2856686"/>
            <a:ext cx="6962238" cy="1377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0AB8836F-2981-429C-856B-FEBF2341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0991" y="2917748"/>
            <a:ext cx="6717989" cy="12554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AllToAllV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多层赋值后继续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72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后续条件可覆盖结果</a:t>
            </a:r>
          </a:p>
        </p:txBody>
      </p:sp>
      <p:sp>
        <p:nvSpPr>
          <p:cNvPr id="599" name="">
            <a:extLst xmlns:a="http://schemas.openxmlformats.org/drawingml/2006/main">
              <a:ext uri="{FF2B5EF4-FFF2-40B4-BE49-F238E27FC236}">
                <a16:creationId xmlns:a16="http://schemas.microsoft.com/office/drawing/2014/main" id="{974ABEDC-33B6-45D0-8553-C3DA9A29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AllToAll：150MiB 是 c×元素字节数×P；512 是元素个数。</a:t>
            </a:r>
          </a:p>
        </p:txBody>
      </p:sp>
      <p:sp>
        <p:nvSp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0715C726-90BA-4437-8075-13CC50D0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25" y="2562225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AllToAllV：多层分支没有提前 return；不能在第一处赋值停下。</a:t>
            </a:r>
          </a:p>
        </p:txBody>
      </p:sp>
      <p:sp>
        <p:nvSpPr>
          <p:cNvPr id="601" name="">
            <a:extLst xmlns:a="http://schemas.openxmlformats.org/drawingml/2006/main">
              <a:ext uri="{FF2B5EF4-FFF2-40B4-BE49-F238E27FC236}">
                <a16:creationId xmlns:a16="http://schemas.microsoft.com/office/drawing/2014/main" id="{CD646701-F19B-4868-99E5-77B82B30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3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源码：src/ops/all_to_all_v/selector/alltoall_auto_selector.cc:131–182；alltoallv_auto_selector.cc:102–151。</a:t>
            </a:r>
          </a:p>
        </p:txBody>
      </p:sp>
    </p:spTree>
    <p:extLst>
      <p:ext uri="{BB962C8B-B14F-4D97-AF65-F5344CB8AC3E}">
        <p14:creationId xmlns:p14="http://schemas.microsoft.com/office/powerpoint/2010/main" val="701945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4FF20FD-064C-4E6D-9867-2B207450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其余 7 个 AICPU 算子 · 条件少，也有明确边界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54EF9-6337-48FA-BAE5-4C297678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这里都从 SelectAicpuAlgo 入口开始；“直接返回”只描述这个选择器，不表示后续资源准备和执行没有条件。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E2020-BBDF-4BE1-8E69-AA3DA4B0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699" y="109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B3D5E-8F18-4DC2-8BBE-1D83DE4A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9137053" y="10915698"/>
            <a:ext cx="611646" cy="5696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3B14D-A362-439D-BFA3-DAF62F87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695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FA27B-A048-41D4-8A14-3302DCF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66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439361" y="11485341"/>
            <a:ext cx="697597" cy="6494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CA1357-3F5D-4DE0-B4BC-DFE0D887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66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AAD64-DECC-474A-9B8F-27864C11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107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7809202" y="12134795"/>
            <a:ext cx="630064" cy="586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45E0B-E5FF-4CFB-9208-4E91BDA5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107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243DD-DE70-483E-A1C7-4264D803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197" y="129346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7580292" y="12721540"/>
            <a:ext cx="228815" cy="2131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38A1C-17BF-4C43-83C4-B827359E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043" y="109156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2A5C0-E54A-4133-8715-02132AD9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60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3081138" y="10915698"/>
            <a:ext cx="616470" cy="56964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BC116-477B-4C30-B8A9-17F8DCF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7608" y="114852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1D770-1A16-4090-9E96-4DCF7D9D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562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3697703" y="11485341"/>
            <a:ext cx="702859" cy="64945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8463CC-D202-4947-B97C-B493BD7F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0562" y="121347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D139E-9D05-41F9-A173-B1EF9769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545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4400657" y="12134795"/>
            <a:ext cx="634888" cy="58674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D198F5-E39A-4693-85CD-9FE6B4AE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545" y="1272149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2234E-1776-4F83-9D53-B0277E36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6208" y="1293461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5035640" y="12721540"/>
            <a:ext cx="230568" cy="21312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93100-8559-47A3-B932-B9D42B8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632035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0C69B9-351D-4A67-AE97-C5996A1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6672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1408122" y="6320452"/>
            <a:ext cx="0" cy="35160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8A7B69-A39E-408B-8705-0EAB5B6A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66720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ACD55-A9E6-44D6-AB12-8C88ECC2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0487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1408122" y="6672148"/>
            <a:ext cx="0" cy="37659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C222FA-9C7C-4FF0-8003-F5F974BE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04874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0240BD-5DBC-425B-8123-E647118A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411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33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11408122" y="7048840"/>
            <a:ext cx="0" cy="36300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6B61F8-C41B-4186-9066-BEBF36B2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41184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62402C-74A6-44D7-B9F8-6843E94C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8074" y="774073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6" name=""/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1408122" y="7411938"/>
            <a:ext cx="0" cy="32879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B32AAA-8FB6-4A2F-858E-05F02C6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495" y="11440125"/>
            <a:ext cx="1096310" cy="964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D3051D-6C38-419D-8B4F-2E8385FC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495" y="11440125"/>
            <a:ext cx="1096310" cy="964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6F9CEE-8656-490E-9BA4-D6CDE235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603" y="11440125"/>
            <a:ext cx="1096310" cy="9647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936CF4-82D0-42B5-91F7-DAEBF9DE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0603" y="11440125"/>
            <a:ext cx="1096310" cy="964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4144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C78247-9F82-41CB-9A11-F4BDC68D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408" y="7747752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EEE9B6-77EB-4BA0-89E8-4D442760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3" y="7879310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 ≤ 逻辑拓扑层数 ≤ 3？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2FE824-F50A-431A-9C4A-D35243A5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58" y="12939877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B549AF-B87D-4111-9D1B-6F9C117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72" y="13071434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AicpuAllGatherV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35CF57-86AB-4F7F-ACC6-46644F0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3811" y="12939877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AC4118-FA59-4371-881D-B6AB15D0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6926" y="13071434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2AC732-2C3F-4214-BD81-3F3777B0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408" y="3143250"/>
            <a:ext cx="10419331" cy="31573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FD1695-D264-468B-9166-819A4711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523" y="3274807"/>
            <a:ext cx="9893102" cy="2894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5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AllGatherV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129070-8F73-42B0-99AA-2B58DCEF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各 rank 的数据量可以不同；此选择器不再按数据量分档。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412728-2774-4922-8AA2-89B155B4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3037" y="869174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A75468-5912-402E-A293-F9FD3F7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0462" y="9073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 flipH="1">
            <a:off x="28550510" y="8691839"/>
            <a:ext cx="42575" cy="38151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7658E5-D37F-4C7E-BF05-04297620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0462" y="907335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182C6D-231F-4E0A-B52F-A16B843A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2253" y="9505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5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 flipH="1">
            <a:off x="28502301" y="9073447"/>
            <a:ext cx="48209" cy="4319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62F1D6-8DFD-401D-AD6C-B773D38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2253" y="950536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5B0E9B-9019-41F3-955C-1648353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7800" y="99032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28457848" y="9505456"/>
            <a:ext cx="44453" cy="39779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4D56B4-D8D8-4048-9C7A-4657529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7800" y="990324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2007B0-BE5F-4312-BBAE-1B9000CA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0" y="1013302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28432178" y="9903342"/>
            <a:ext cx="25670" cy="22968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2EDB49-11B2-4D64-8FDE-2E8EA592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2679" y="1239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91381B-1EB9-44C1-9EA0-2CC0A08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2531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64" idx="1"/>
            <a:endCxn xmlns:a="http://schemas.openxmlformats.org/drawingml/2006/main" id="65" idx="3"/>
          </p:cNvCxnSpPr>
          <p:nvPr/>
        </p:nvCxnSpPr>
        <p:spPr>
          <a:xfrm xmlns:a="http://schemas.openxmlformats.org/drawingml/2006/main" flipH="1">
            <a:off x="34532626" y="12398302"/>
            <a:ext cx="440053" cy="406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907213-B041-4F4F-BF44-5F8E3E38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2531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F92871-03EE-4B27-A5A7-584C7DE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0712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67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34030807" y="12804953"/>
            <a:ext cx="501724" cy="4636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F0FFC3-CE42-4D4E-ACBF-9C274470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0712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6ADAB9-477A-4772-84DC-330C15D0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7416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70" idx="1"/>
            <a:endCxn xmlns:a="http://schemas.openxmlformats.org/drawingml/2006/main" id="71" idx="3"/>
          </p:cNvCxnSpPr>
          <p:nvPr/>
        </p:nvCxnSpPr>
        <p:spPr>
          <a:xfrm xmlns:a="http://schemas.openxmlformats.org/drawingml/2006/main" flipH="1">
            <a:off x="33577511" y="13268580"/>
            <a:ext cx="453201" cy="4188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BA4F1D4-88EC-4E0B-BA02-FF3F051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7416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DF24A0-8C71-4AA5-A220-18B78CE3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2752" y="1383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73" idx="1"/>
            <a:endCxn xmlns:a="http://schemas.openxmlformats.org/drawingml/2006/main" id="74" idx="3"/>
          </p:cNvCxnSpPr>
          <p:nvPr/>
        </p:nvCxnSpPr>
        <p:spPr>
          <a:xfrm xmlns:a="http://schemas.openxmlformats.org/drawingml/2006/main" flipH="1">
            <a:off x="33412847" y="13687441"/>
            <a:ext cx="164569" cy="1521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2E70E01-F739-40FA-A556-4DBA526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1544" y="123982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EE24EFA-361C-4F49-9823-6A9694E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248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7351639" y="12398302"/>
            <a:ext cx="436609" cy="40665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76A4F5-73D0-4271-BDDA-43F18367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8248" y="1280490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2BBFF8-9011-4FB3-B8CB-A5BC8E0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6311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37788343" y="12804953"/>
            <a:ext cx="497968" cy="463627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67E730-DACD-40DB-BA0D-4965E49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86311" y="1326853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C53D32-EC3B-4302-B316-FAA1B65E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6163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38286406" y="13268580"/>
            <a:ext cx="449757" cy="41886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D8819B5-E517-40E3-B4B2-8137549B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6163" y="1368739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997DFB0-8D2C-41E3-A207-AB1EB6F2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99575" y="1383953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38736258" y="13687441"/>
            <a:ext cx="163317" cy="15214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0EA8A0-E030-4458-85F0-6C8C61D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2233" y="8696753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ABBF235-47CB-4B57-8A4E-8C4C1073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111" y="91153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30982328" y="8696801"/>
            <a:ext cx="855783" cy="418548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655780E-1971-4B39-B7DD-C92D1C46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8111" y="911530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5022C9D-7C31-4D13-B2F8-627604B7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6392" y="9593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31838206" y="9115349"/>
            <a:ext cx="978186" cy="47865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B147049-6477-4D6A-99C9-72BB9EBE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6392" y="959395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DEC405-10FE-47D4-A9B5-C1CB9166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1053" y="100215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4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32816487" y="9594002"/>
            <a:ext cx="874566" cy="427626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537391D-CCAB-4F84-81C4-85000E69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1053" y="1002158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58E30D-5766-4A53-B045-2CDF80A5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9231" y="1012332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33691148" y="10021628"/>
            <a:ext cx="208083" cy="10174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B59EFB-786D-4EC3-9301-40321B6D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411296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0C400B4-9CC0-4B5E-93D1-F313D6C1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662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28716427" y="5411391"/>
            <a:ext cx="0" cy="25097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D176C3-85C7-4772-B02B-1F2F2E96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662362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6E33A54-C4AE-4F26-96CE-3E673BF1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931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03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28716427" y="5662457"/>
            <a:ext cx="0" cy="268814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470E6BF-1170-4B9D-9689-455B6B0B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5931271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2CEB290-87AF-4698-9066-79D7BDF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61904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28716427" y="5931366"/>
            <a:ext cx="0" cy="259111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DF63824-70DC-4EDB-9A80-060A95BF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6190477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8EB447-DFB7-482B-B50B-100F462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6379" y="6425264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9" name=""/>
          <p:cNvCxnSpPr>
            <a:stCxn xmlns:a="http://schemas.openxmlformats.org/drawingml/2006/main" id="109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28716427" y="6190572"/>
            <a:ext cx="0" cy="234692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71717"/>
            </a:solidFill>
            <a:tailEnd type="triangle" w="med" len="me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C11FD45-7FB8-4D9D-B374-3E7E4683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6875" y="9066152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C54FE22-6050-45D9-A7B8-2D8A63F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6875" y="9066152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5EB3E5-0974-491C-89A3-F94E0DD6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0350" y="12772661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8215757-263B-4618-B8A4-0C7084B6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80350" y="12772661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6DB827E-1E8A-4019-84D4-0C190E7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7246" y="12772661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037F111-56FB-4C34-84A4-CD978F1C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7246" y="12772661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B09DD91-651F-4B11-AE34-19F6806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327" y="9066152"/>
            <a:ext cx="782624" cy="688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BD29CB9-4AA5-49F3-B4EB-64F0582E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7327" y="9066152"/>
            <a:ext cx="782624" cy="68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958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33DDC9E-2EA5-4DC9-8749-81779DBB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7347" y="6430273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F356E6F-F01B-4D10-9B56-053C314A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5177" y="6524188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数据类型为 UINT64 或 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FP64？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F3F3ED7-8E2D-4B7D-ADDA-9C43078A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0383" y="1013678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641A691-3350-49C7-939E-17ED4FDC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8213" y="1023069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A975B10-97B0-4827-BB21-98FF9FB7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7932" y="1013678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5AF3416-B5D5-4269-B963-6A088511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5762" y="1023069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 ≤ 逻辑拓扑层数 ≤ 3？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09D798E-FC04-481C-8BA8-333FFF7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3505" y="1384329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6CFF82E-1E23-4B15-BAEE-7270D4F3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1335" y="1393720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AicpuReduceScatterV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SoleMesh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9C9F0AE-9C58-4762-9109-1C4DE5B5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1054" y="13843292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3D9BA39-09F0-4E21-9E45-D62593C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8884" y="13937207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未匹配算法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AFBD6BE-9345-4EB4-B104-1CEF7D7B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7347" y="3143250"/>
            <a:ext cx="7438063" cy="22539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3E1FF4A-C239-487A-9699-30128947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5177" y="3237165"/>
            <a:ext cx="7062403" cy="2066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44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ReduceScatterV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7B9BDBB-BE91-42F1-87A8-DD73809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16764000"/>
            <a:ext cx="2171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先排除 UINT64 / FP64；INT64 不在这个排除条件中。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75500D5-3263-43C8-8583-868EBBFF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B5045AA-100F-4013-97AA-751D119C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240500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E004131-E3F6-46F3-BA56-1686B4F8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707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70F012-526E-4F6A-970F-12AE9038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7072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7858220" y="19707273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00242CF-1E05-4194-B4DB-36B2CF5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9547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0F9F1C6-C783-40CE-9AC7-2384ED77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9145250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EE387F5-9FD0-466D-95D8-DF64235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9240500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AicpuAllToAllVCSoleMesh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599943E-6695-4AE4-8355-48B5A328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19145250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使用全局发送计数矩阵描述不等量交换；此入口直接返回。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96F1C55-0ED8-425B-88FB-618CDB1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21625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92DDABE-936A-4CBB-AB22-478BBD18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16875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42DBACD-8BCB-463F-9DE6-7C8535D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836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6BA72F6-5563-44B5-9FB7-24005C36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1836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7858220" y="21183648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2214490-DD9B-489A-BAAB-0EBE664F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3112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07AA455-8A64-4C7F-A97D-1A7E34B5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621625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09FE420-BF11-4951-9DAA-C11ABB4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716875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AicpuSendSoleMesh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23F19C32-554B-46C4-B85A-78DE6B8C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0621625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点对点发送；此入口直接返回。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C4790AB-5EF2-4FCE-B6CB-4485767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980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C9897A-DCD8-4138-B3CC-003ADDE0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193250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C9C91D6-64E1-4E47-B419-1D682F00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59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493A874-FA93-4033-B9DD-38428AEB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59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7858220" y="22660023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9DDAF93-D4D6-46B8-9C2E-C806F5A3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3692D69-611B-4541-8777-88C4B45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098000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75E7495-C208-4792-8545-5808E5A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193250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AicpuRecvSoleMesh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4535D96-C5FA-4C0B-9952-04797FF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2098000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点对点接收；此入口直接返回。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4BA1547-B3DD-4934-933C-E2127B89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574375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5664072-CBD6-44F7-8472-7D27589F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669625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BatchSendRecv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690BACE-E074-4770-8E7C-9371F5F8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136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CEF8F5B-578C-423F-845F-A819A721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1363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7858220" y="24136398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937BA49-C160-4DF6-8FBE-7A394E99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83875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F3D6304-7823-442D-B3DF-16C75FB3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574375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20B625B-1A79-4D5D-B4B0-50485D4D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3669625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AicpuBatchSendRecvSoleMesh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51A1F57-ED1C-488E-A8FC-C7AF115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3574375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成批组织发送与接收；此入口直接返回。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51C7964-9804-46F4-B0D6-71FCB9DD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B43706A-0EEA-4464-B6D5-AA284ED3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146000"/>
            <a:ext cx="68961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Barrier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6E9A2AE-AF2A-4712-B234-D4750352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612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4397594-5C4D-434D-8DC1-1FF9BB2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6127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171" idx="3"/>
            <a:endCxn xmlns:a="http://schemas.openxmlformats.org/drawingml/2006/main" id="172" idx="1"/>
          </p:cNvCxnSpPr>
          <p:nvPr/>
        </p:nvCxnSpPr>
        <p:spPr>
          <a:xfrm xmlns:a="http://schemas.openxmlformats.org/drawingml/2006/main">
            <a:off x="7858220" y="25612773"/>
            <a:ext cx="2619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41EAA43-E343-4428-902B-07230D03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860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直接返回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FCCB988-138B-4B90-A0E7-1931D217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050750"/>
            <a:ext cx="1914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DC745F2-F6E5-48EA-9EE4-8B15F674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146000"/>
            <a:ext cx="18802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AicpuBarrierSoleNHR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134E4AB-5317-47A7-B939-5DACA4C9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0" y="25050750"/>
            <a:ext cx="1447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4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所有 rank 同步；此入口直接返回。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B3DE0DF-1C68-4464-BCBD-811276CB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0"/>
            <a:ext cx="44386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AllGatherV / ReduceScatterV：黄色框已写完整算法名。其余入口不按消息大小或拓扑继续分档。源码路径与行号见本页备注。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004438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17360C-4E38-4DE6-A626-717179A1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算法名拆解 · SoleNHR、ParallelMeshNHR 到底是什么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93848-CFC5-4559-AE3E-20B18D88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图中准确写法是 SoleNHR、ParallelMeshNHR 等。名字由执行引擎、算子、编排方式、拓扑/模板族和资源变体组成。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35AF4-DA83-4C99-9133-A47C93A6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7098F-7246-4EB7-B637-B21A332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6C90E-0AD5-47D8-A1EB-FDC62182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设备侧 CPU 引擎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89B95-D69D-43CF-8C64-4DD215CD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C7527-A289-4F89-8D7E-81924FF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9393E-7E20-47C4-AF0E-9E8C0376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所有 rank 获得归约结果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A8DF2-B8CB-4A3B-85B8-E3960A79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75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DFF1C-D050-4515-B8BB-F1959FF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825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E6018-3411-490F-882A-EA7604F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75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分层、分数据并行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ABCE1-7D79-4AA9-B144-7874FE89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0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85738-F9B3-4655-8641-E63ABC65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0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MeshNHR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2974A-6238-48EB-87EB-8137B1E2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0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与 NHR 模板组合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2E93F-48B5-4377-8E9E-9A9109C0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25" y="3190875"/>
            <a:ext cx="8382000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1187F-9D7F-4F74-8E9D-CEB0A471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5075" y="3286125"/>
            <a:ext cx="8039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MultiJetty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9D348-08A4-4A2A-A8DE-F05A258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25" y="4772025"/>
            <a:ext cx="838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多个通信端点的资源变体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7EC17-C08E-4CC2-91E4-81D997CF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44386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以 AllReduce 为例，三种名称对应三种数据组织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A5159-2665-42D0-8680-6108AADB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667625"/>
            <a:ext cx="9906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C8735-CB4F-4E1D-8A30-80D338A1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762875"/>
            <a:ext cx="95631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SoleNHR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单一算法域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CF119B-8E03-4BFC-B149-8D5A0F7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7858125"/>
            <a:ext cx="1628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A8D13-00F9-4C72-ACCE-BB7A4D0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953375"/>
            <a:ext cx="15944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ReduceScatter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每 rank 获得一部分归约结果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A54CC-5F52-4297-B0FD-1CDC9A8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8667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595C56-B29C-4E77-A162-E4F1698D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8667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8003595" y="8667798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070E5-3378-42FD-9FC0-38BC7A9D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7858125"/>
            <a:ext cx="1628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DA0797-25C9-49E4-B108-C0FC566E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7953375"/>
            <a:ext cx="159448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AllGather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各 rank 得到完整结果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3B0B4-6146-4BDD-BAAA-96D260F8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9715500"/>
            <a:ext cx="3324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同一份数据在一个逻辑算法域中按阶段完成。Sole 不表示单卡或单线程。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E1BD7-E795-440A-AB4C-39223AD2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811000"/>
            <a:ext cx="99060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D3225A-338F-4867-9457-A81AC362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906250"/>
            <a:ext cx="9563100" cy="451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ConcurMeshTwoShotNHR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按数据分给两套完整算法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C0777-C26A-4310-BC5B-DBC7BFB3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209675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683C67-2A76-4E82-8151-7AA2256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219200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数据部分 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9FE76-959D-4954-A30C-09700D0D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12858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BD8074-2AA6-4704-AAD0-64D7F6AF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2858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8003595" y="12858798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AEC9F4-A2BD-415E-9996-986D72FE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209675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E188EB-5557-4E15-8EB9-1CB7B7D8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1219200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TwoShot AllReduce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8D68F9-389D-44AF-84DD-0CF5ACFF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390650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7B59B-FB73-4C3A-97A6-69DA34B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400175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数据部分 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DB2D74-EC5E-4CEC-9E09-E67C3226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CCC2E5-2E40-487D-B1B7-B7C3690D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28003595" y="14668548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B8ECA5-0628-44CA-B4BC-151CE83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3906500"/>
            <a:ext cx="16287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CE24D9-BD9B-46D9-B20A-47B7C6D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14001750"/>
            <a:ext cx="159448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AllReduce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1BA3B4-CC43-4330-B2DC-E771942A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5621000"/>
            <a:ext cx="3324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两部分使用各自模板与资源，前后同步；每套模板完成分配部分的完整 AllReduce。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68361E-430C-423B-8C09-28BFB379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0"/>
            <a:ext cx="9906000" cy="625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3E5B8-E51F-4135-BD54-598AE4B3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430750"/>
            <a:ext cx="9563100" cy="606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ParallelMeshNHR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同一部分经过两个维度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0C2135-4D9A-4F1C-9F1D-FE0647A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7430750"/>
            <a:ext cx="3324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数据部分 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8F94B8-F8F4-48A4-BB71-6D3AEE3F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275D0B-757D-41F1-8736-53255A8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286B77-7169-45DF-AC35-DA46EC5B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77CA71-F819-4D01-8643-AC0A480C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9526345" y="18907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3179EB-9BF6-4A03-8768-90483E3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710D07-D961-4442-BD63-582A3E74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2F82AB-4D9B-4DDB-84E9-0E061BF7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067677-04EB-4561-8D10-EAA65012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8003595" y="18907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8E14FE-BC46-4408-9D87-63101BB2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DA264B-6D21-44A8-B9A5-5060F7D3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4971BE-DA4D-4D75-815D-55E5D73D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3FB4A1-D89E-4650-A6E6-F80FB0D1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18907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0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36480845" y="18907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E51FD5-5405-4008-84E7-858E7060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18192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D2BE0F-5EEF-456E-9923-0FFB806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8950" y="18288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AG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B64ECF-A1FE-4967-8D50-77220E02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097750"/>
            <a:ext cx="3324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数据部分 B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2245C1-1CBF-4BA4-ABED-FCD15897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39503C-E338-4ADF-A655-605A6A0C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6CB833-3C31-4F39-A91A-972B987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8039D5-F454-49D5-8EA4-0651FDA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19526345" y="21574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346C1A-270A-44D2-BFC0-B238387F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CEEB9C-7868-461D-9782-6EBA8A48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445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RS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611828-7E12-4CC6-B97E-D3409511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7F46ED-20D5-4416-AEA2-E393D9AA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28003595" y="21574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31E281F-31C0-40BF-9D6C-4B46C7B5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F704F5-F1D7-4FDF-8A4B-928A5B00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AG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CFC34CE-E14D-487A-9CE5-2B9B908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0CC749-DE60-4354-ABED-0E09852C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2157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36480845" y="21574173"/>
            <a:ext cx="66665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048F89-A487-4CCD-8104-4541D995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0" y="2085975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6B9CC9-E8C1-4AC7-B040-32CA43C1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8950" y="20955000"/>
            <a:ext cx="7467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AG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5D3AC8-084A-415D-8B65-8623BEC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2574250"/>
            <a:ext cx="33242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两部分采用相反的维度顺序，每阶段间有同步依赖；RS=ReduceScatter，AG=AllGather。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9C1AD8D-CAE5-4E83-B740-0AE35552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22125"/>
            <a:ext cx="4438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7E56B6F-44F8-4526-9C10-26BF8D7C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717375"/>
            <a:ext cx="44043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名字帮助定位实现；估算性能时还要看每份数据走了哪些阶段、每阶段的读写量、通信量与同步。Parallel、Concur、PipeLine 都不直接保证某个固定加速倍数。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140ED4-4B5B-41E5-B70A-F8D3232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源码：AllReduce 的 Sole / Concurrent / Parallel Executor 注册与 KernelRun。后续5页逐项覆盖地图里的全部32种叶子名称写法。</a:t>
            </a:r>
          </a:p>
        </p:txBody>
      </p:sp>
    </p:spTree>
    <p:extLst>
      <p:ext uri="{BB962C8B-B14F-4D97-AF65-F5344CB8AC3E}">
        <p14:creationId xmlns:p14="http://schemas.microsoft.com/office/powerpoint/2010/main" val="15307815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7774E-B6B8-40B4-9DD2-1B2314F0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① · 单一算法域与基础 Mesh / NHR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90526-E113-474D-80FA-9E07DB8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Sole 表示按一个逻辑算法域组织，不等于只有一张卡、一个线程或一条物理链路。以下名称是黄色叶子中的后缀。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 Mesh 收发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汇集各 rank 的块；ReduceScatter 汇聚并归约本 rank 负责的块；Reduce 把结果送到 root；Scatter 从 root 分发；AllToAll/V 按目标交换。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同一个后缀对应不同算子的模板；不会把 AllGather 变成 AllReduce。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SoleMeshOneShot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rank 直接形成完整归约结果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AllReduce：与其他 rank 交换本轮数据并在本地归约；对称内存可直接读归约。每个 rank 都形成完整结果。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OneShot 是通信组织方式；仍可能有多条收发、同步和分块任务。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SoleMeshTwoShot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分散处理，再收集结果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AllReduce：Mesh ReduceScatter 后 AllGather。Reduce：ReduceScatter 后 GatherToRoot。Broadcast：Scatter 后 AllGather。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TwoShot 的两个阶段随算子不同；不能一律翻译成“两个网络包”。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SoleMeshChunkTwoShot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更细切片的 Mesh 两阶段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仍按 ReduceScatter、AllGather 两阶段执行；模板进一步切分每个 rank 的数据块并组织分块收发。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Chunk 改变分块和调度粒度；数学上的归约结果不变。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SoleMeshChunk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分块版 Mesh ReduceScatter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的 Mesh 模板把负责归约的数据进一步切片，分批组织传输与归约。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只完成 ReduceScatter 语义，后面没有必然的 AllGather。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在一个算法域运行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组织分层交换。AllReduce 模板先 ReduceScatter 后 AllGather；其他算子只执行其所需的收集、归约或分发阶段。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可处理非 2 的幂次规模；Sole 不要求物理网络只有一层。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SoleNHRMultiLink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NHR 算法的多链路版本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NHR 交换关系上使用多链路/通道承载切片。AllReduce 此名称与 SoleNHR 注册到同一个 NHR 模板。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是否使用多路由资源和参数决定；不是一种新的归约运算。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461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SoleNHRAicpuReduce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 交换 + AICPU 本地归约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为特殊类型/运算采用可在 AICPU 处理的归约路径。AllReduce 的该模板明确先 RunGather，再 RunReduce。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不能直接套普通 SoleNHR 的 ReduceScatter + AllGather 流量模型。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E66CB-E5CB-4023-A7BF-1523641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20729958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FA9AD-E30D-4961-A6A1-2CAF5FB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② · Concur 与 Parallel 怎样并行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00F51-8EC6-48AD-A947-E36D051F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并行既可以指把数据分给不同通信路径，也可以指多个逻辑维度按不同顺序推进。下面按实际 Executor / Template 区分。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SoleMeshConcur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主路径利用额外 CLOS 路径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AG / RS 的注册使用带 ZAxisDetour 名字的 Mesh 模板；在 Mesh 通信中利用可用的额外方向/绕行路径组织并行。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它不等同于下方 ConcurMeshTwoShotNHR 那种独立 Mesh、NHR 两模板组合。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ConcurMeshTwoShotNHR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两部分数据分别走完整 Mesh 与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Executor 按比例切数据：一部分调用 Mesh TwoShot AllReduce，另一部分调用 NHR AllReduce；使用各自资源并在前后同步。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两套模板各完成自己那部分数据的完整 AllReduce。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ConcurMeshNHR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与 NHR 模板分担同一算子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 / RS / Reduce / Broadcast / Scatter 将工作划分给 Mesh 和 NHR 路径；具体模板遵守各自算子的输出语义。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例如 Broadcast 的 Mesh 路径用 TwoShot，NHR 路径用 BroadcastNHR。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ParallelMeshNHR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两层、两种推进顺序的分层并行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 AllReduce 为例：数据分成两部分，一部分先做 Mesh 的 RS，再做 NHR 的 RS；另一部分顺序相反，之后完成相应 AG 阶段。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每部分需经过多个逻辑维度；不能简化成“半份数据永远只走 Mesh”。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ParallelNHRNHR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两个逻辑维度都使用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Reduce / Broadcast 使用两层拓扑匹配和两组 NHR 类模板，组织不同维度上的并行阶段。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NHRNHR 指两组 NHR 维度/模板，不是简单把同一个 NHR 算法重复两遍。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ParallelMeshNHRMultiJetty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分层 Mesh + NHR，并利用多个 Jetty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ParallelMeshNHR 的分层组织上使用支持多通信端点的通道资源，覆盖 UBX 等混合互联分支。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Jetty 是通信端点/队列相关对象；实际数量和收益要看 CalcRes、通道和运行环境。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79263-912C-40DC-A57A-41B18B2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4519911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5B282-1FFF-43B8-BCE2-7073F0EA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③ · Sequence 与 PipeLine 怎样分层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15B04-7401-4EA5-B08F-B10D98F9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Sequence 强调阶段依赖顺序；PipeLine 把数据切成多个块，使不同块在不同层次的工作重叠。算法名不是完整调用序列。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SequenceMeshConcurNHR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按层推进，Mesh 阶段可利用绕行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的注册顺序：Mesh RS、NHR RS、NHR AG、Mesh AG；Mesh 采用 ZAxisDetour 模板。AG / RS 只执行其需要的相应阶段。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两层组合；Concur 修饰其中的 Mesh 组织，不代表所有阶段同时执行。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SequenceMeshConcurNHRNHR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三层串接，两个 NHR 层次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Broadcast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按 Mesh RS、NHR RS、NHR RS，再 NHR AG、NHR AG、Mesh AG 展开；其他算子按自身语义组合。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前后两次 NHR 对应不同分组/维度；同一块必须满足前置依赖。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SequenceMeshNHRAicpuReduce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分层 + 特殊归约 NHR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在 Mesh 阶段与支持 AICPU 归约的 NHR 阶段间顺序衔接；AR 后面还有收集完整结果的阶段。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关键差别是 NHR 归约实现，可处理相应特殊数据类型或 PROD。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 Mesh 与 NHR 层之间做分块流水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OmniPipe Executor 协调不同层的分块模板。块 k 进入下一层时，块 k+1 可继续在前一层处理，前提是资源与依赖允许。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不是“先完成全部 Mesh 数据，再启动全部 NHR 数据”。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三层分块流水组合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AG 的三层 OmniPipe 注册使用 Mesh / NHR 类模板。AR 的 RS 与 AG 侧模板组合并不完全镜像。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具体每层做哪种操作应看注册与编排；不能仅按名字机械展开 6 个相同阶段。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52825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PipeLineMeshNHRMesh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 的三层流水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 注册到三层 OmniPipe Executor，模板序列为 Mesh ReduceScatter、NHR ReduceScatter、Mesh ReduceScatter。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名字末尾是 Mesh；与 AllGather / AllReduce 的 NHRNHR 名称不同。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437AC-2173-4396-8F34-05197E48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21090775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3D041-E90F-4F46-BECC-0DD06476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④ · 保序、AllToAll 与变长算子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9E148-7922-4D20-A202-DADDEBBB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StrictOrdered 改变归约的执行顺序；SingleChannel、Concurrent、MultiJetty 改变交换数据的组织与资源使用。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StrictOrderedMesh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固定归约次序的 Mesh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采用非分组的保序 ReduceScatter 模板；AR 随后使用 Mesh AllGather，把结果发给全部 rank。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首先服务于确定性要求；性能分析要计入固定顺序带来的依赖。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StrictOrderedGroupMesh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分组交换的保序归约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 / RS 使用保序 Group 模板，内部组织分组 AllToAll 式交换；AR 注册的后续收集模板为 NHR AllGather。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Group 指分组组织；不是放宽严格归约顺序。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SoleMeshSingleChannel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每个 peer 使用单通道的交换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仍复用 AllToAllV 的 Mesh 模板；模板读取算法名，按 SingleChannel 配置通道资源和调度。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小数据对应较少通道开销；阈值和通道配置以本版本为准。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SoleMeshConcurrent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两组通信路径并发交换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AllToAllV 注册到 Concurrent Executor，两侧均使用 AllToAllV Mesh 模板，分别处理分配的数据与通信路径。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与归约类 ConcurMeshNHR 的模板组合不同；这里没有求和/求积。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SoleMeshMultiJetty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UBX 交换模板使用多个通信端点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</a:t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AllToAllV 注册到 InsTempUBXAllToAllVMesh1D，按 UBX 通道组织多端点的数据交换。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多个 Jetty 不意味着多个完整 AllToAll 结果；它们协作完成一次算子。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AicpuAllGatherVSoleMesh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按变长计数收集所有输入块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AllGatherV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各 rank 的输入长度可不同；模板按计数和偏移组织 Mesh 收发，将不同长度的块写入对应输出位置。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 表示变长；当前选择器只按 1～3 个逻辑层决定是否命中。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3045279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AicpuReduceScatterVSoleMesh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按变长输出块组织归约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ReduceScatterV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模板按各 rank 的计数划分目标块，收集对应输入片段并归约，每个 rank 获得自己的输出范围。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 不等于任意类型都支持；该选择器排除 UINT64 和 FP64。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368B9-1180-47F0-9B1B-05B4F95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6762561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AEAC-99FD-453E-BEC8-6ABE71AD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算法节点释义 ⑤ · VC、点对点、批量与同步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C78D9-35F8-4094-AC19-43366E79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这些名字同样是注册表中的算法名。这里写完整名称，可直接与日志中的 algName 对照。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19125" y="3476625"/>
          <a:ext xmlns:a="http://schemas.openxmlformats.org/drawingml/2006/main" cx="44386500" cy="2257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1811000"/>
                <a:gridCol w="6286500"/>
                <a:gridCol w="15240000"/>
                <a:gridCol w="11049000"/>
              </a:tblGrid>
              <a:tr h="125730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叶子名称 / 中文含义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出现在哪些算子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实际怎样组织数据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925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读图与估算时注意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AicpuAllToAllVCSoleMesh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计数矩阵驱动的不等量交换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VC 接口用全局 sendCountMatrix 描述每个源到每个目标的元素数；实现按这些计数组织 Mesh 数据交换。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 Reduce；不会把收到的不同来源数据相加。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AicpuSendSoleMesh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向指定 peer 发送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根据对端 rank、数据地址与长度编排发送及相应同步，只完成该点对点操作。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名字有 Mesh，不代表会向通信域内所有 rank 广播。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AicpuRecvSoleMesh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接收指定 peer 的数据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与发送端对应的通道、地址和同步条件配合，把数据接收到本端目标 Buffer。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Send 配对的语义、大小和顺序仍需满足要求。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AicpuBatchSendRecvSoleMesh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批量组织点对点发送和接收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BatchSendRecv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读取一批发送/接收任务，按各任务的 peer、Buffer、长度组织通信与依赖。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批处理的是任务列表，不是把它们变成 AllReduce。</a:t>
                      </a:r>
                    </a:p>
                  </a:txBody>
                  <a:tcPr marL="91440" marR="91440" marT="45720" marB="45720" anchor="ctr">
                    <a:solidFill>
                      <a:srgbClr val="F1F2EE"/>
                    </a:solidFill>
                  </a:tcPr>
                </a:tc>
              </a:tr>
              <a:tr h="4263390"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AicpuBarrierSoleNHR</a:t>
                      </a:r>
                    </a:p>
                    <a:p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NHR 伙伴关系完成同步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3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Barrier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每轮按 NHR 步数计算收、发伙伴；模板使用空数据切片进行通信同步，直到各 rank 完成所需握手。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209550" tIns="171450" rIns="209550" bIns="171450">
                      <a:noAutofit/>
                    </a:bodyPr>
                    <a:lstStyle/>
                    <a:p>
                      <a:pPr algn="l">
                        <a:lnSpc>
                          <a:spcPct val="112000"/>
                        </a:lnSpc>
                        <a:buNone/>
                      </a:pPr>
                      <a:r>
                        <a:rPr sz="262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没有需要归约的用户数组；不能用普通数据量 / 耗时定义其有效带宽。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1A4B2-9836-42E1-8153-87568539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前缀省略规则：未以 Aicpu 开头的名称，补上 Aicpu + 对应算子。每一项的真实 REGISTER_EXEC 绑定与源码路径见本页备注。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5046809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39AFEE-DBBB-4887-AB95-C2C0359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红色 NOT_MATCH · 返回哪里，最终会不会报错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F738B-0ABE-4C6C-8B01-7D71213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本图范围：已经进入普通 AutoSelector 的 AICPU 规则。它是“这次选型未命中”，上层才决定继续尝试还是返回不支持。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DD5C-20EC-4935-B800-09464D5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66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12B3B-5C6C-4AA1-AAED-359D56AB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10000"/>
            <a:ext cx="103251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① SelectAicpuAlgo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返回 SelectorStatus::NOT_MATCH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8F847-7C70-4E2C-9DF1-97B8F319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98735-1559-495F-B95C-92E1DFDD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1572970" y="4572048"/>
            <a:ext cx="1857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0D1FD-6947-4226-87DD-6A04D3F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714750"/>
            <a:ext cx="1314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7F42D-FAE9-4C94-9013-7C33A67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810000"/>
            <a:ext cx="12801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② AutoSelectorBase::Select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原样返回；没有再补选一个 AICPU 默认算法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17582-11C1-4A99-A4D5-27DA8D1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0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04979-60CB-471E-9739-565A41B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25" y="4572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574845" y="4572048"/>
            <a:ext cx="185728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FDB00-2378-4EB0-9C05-42198369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25" y="3714750"/>
            <a:ext cx="1619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C7B7F-3F24-420A-8CDF-9BB55F0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3575" y="3810000"/>
            <a:ext cx="15849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③ ExecuteSelector::Run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继续遍历同算子的已注册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4C447-C58D-43FB-BB6F-4E3C900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7143750"/>
            <a:ext cx="12382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5013C-7E2E-48DC-A985-17D1BA8D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0950" y="7239000"/>
            <a:ext cx="1203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后续还有 Selector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并且返回 MATCH？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D4499F-5B3D-4E68-959D-7CDB9B5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75" y="54292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EF1D3-F297-428F-A268-57B631C2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75" y="7143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528423" y="5429345"/>
            <a:ext cx="0" cy="171440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720FC-8FCF-49F7-87A5-8D23ACEE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0" y="11049000"/>
            <a:ext cx="10477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CD9898-9452-4DE1-B153-9A6A95CF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1700" y="11144250"/>
            <a:ext cx="101346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是：选中对应 algName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返回 HCCL_SUCCESS，继续准备与执行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A8B8B-FDD1-4711-9DFA-7514BEB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0" y="11049000"/>
            <a:ext cx="7953375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6A82E-0DE1-4D8A-9C17-9A22CE5C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8450" y="11144250"/>
            <a:ext cx="76104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否：所有 Selector 都未匹配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记录 No supported algorithm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返回 HCCL_E_NOT_SUPPORT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749F78-1D28-4D77-99F5-AAD5E763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0" y="9477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4752E-546D-4A72-A2C0-852BE47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1104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30099095" y="9477423"/>
            <a:ext cx="2571655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7A3282-7556-4CBB-965F-C9EB87A5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99060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6AE6EB-5ABE-43C8-A75C-AF3324CE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0" y="94773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19E26D-F612-4AE9-A0AF-949EAEB4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1049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40290798" y="9477470"/>
            <a:ext cx="666750" cy="157153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763AFA-255E-4EE5-84D6-B8661699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0" y="99060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39E0AC-7CAF-4046-8B3A-E6B62AC5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5525750"/>
            <a:ext cx="18954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3E1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E6A6AD-A963-46DA-B7A0-A8D3596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8950" y="15621000"/>
            <a:ext cx="18611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④ 错误向调用者传播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Selector 中 CHK_RET 返回该错误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AllReduceOutPlace 中 CHK_RET 继续向上传递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本次选择不进入后面的 HcclExecOp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B40F89-0E82-4DC0-83A1-6850F5C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3573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5DECC6-09EF-4433-BDEE-74F7426A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8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40957548" y="13573220"/>
            <a:ext cx="0" cy="109528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F2405E-5DE2-451C-9396-67DEA2F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0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D0DAA9-2B6B-40B1-A8F3-E40EDB75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75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1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35194970" y="14668548"/>
            <a:ext cx="576253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7831EC-FAB8-4128-A970-61589402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75" y="14668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356ADC-59AD-4216-8505-4508EC23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75" y="15525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35194923" y="14668595"/>
            <a:ext cx="0" cy="85715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1717"/>
            </a:solidFill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28CF57-BD0F-407D-BBC9-6DC5E406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39000"/>
            <a:ext cx="2133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808138-62C1-4EBD-8BB7-284F6094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334250"/>
            <a:ext cx="20993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当前源码的常见实际结果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E4912C-D076-4958-B934-0A31C049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0"/>
            <a:ext cx="20621625" cy="628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本图涉及的15个算子，在 src/ops 中各有一个按算子注册的普通 AutoSelector（priority=18）。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因此若没有额外注册项接住，AICPU 未匹配通常很快走到 HCCL_E_NOT_SUPPORT。不会因为叶子是红色，就自动运行 Ring、NHR 或旧版实现。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0CB169-959C-4B05-B6C1-42449D25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859250"/>
            <a:ext cx="2133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08BB99-6E48-41C2-9D26-B7CA9966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6954500"/>
            <a:ext cx="20993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两种失败要分开看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D12A7A-5F5D-4078-A212-DDCDB6F5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0"/>
            <a:ext cx="20621625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NOT_MATCH：算法尚未选中，失败发生在选择阶段。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执行失败：算法已选中，随后资源创建、KernelRun 或通信超时失败，沿对应的错误处理路径返回。红色节点不表示“传输已经失败”。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BB2298-8522-4624-BCE3-6014A643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0" y="20764500"/>
            <a:ext cx="19716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47E4A7-DA1F-4C41-BC05-654C99F2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0" y="20859750"/>
            <a:ext cx="19373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进入 AICPU 之前的回退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2995A3-620E-4245-88CA-7D22F494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0" y="22240875"/>
            <a:ext cx="1900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CCU_MS 未匹配可改试 CCU_SCHED；CCU_SCHED 未匹配进入 CCU_FAIL。普通 AIV 未匹配也可进入 CCU_FAIL，再尝试 AICPU。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77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AIV_ONLY 未匹配会返回，特殊 PCIe 场景还可能在调用 AICPU 之前改走 AIV。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120BEF-092B-42D0-9C77-46D7A28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边界：这里只解释本图普通规则链。插件、新 cost SelectorEngine、MC2 与执行阶段 ReSelector 的分支需分别分析。</a:t>
            </a:r>
          </a:p>
        </p:txBody>
      </p:sp>
    </p:spTree>
    <p:extLst>
      <p:ext uri="{BB962C8B-B14F-4D97-AF65-F5344CB8AC3E}">
        <p14:creationId xmlns:p14="http://schemas.microsoft.com/office/powerpoint/2010/main" val="18363806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D4FB67-109A-4736-909D-EFBEB75A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445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缩写、后缀与判断词 · 独立速查表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7F652-CC24-48F4-9DDF-E3A47115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4434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6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按图中实际用词解释。Sole、Mesh、CLOS、Jetty 是名称或术语，不必强行逐字母展开；UR 也不是本图独立的代码判据。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4174F-77FA-49E6-8B20-A2911437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5B7F0-5CCB-44B7-8B5A-1F07C05B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执行与算子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65A6D-E98E-4693-BC65-DC99538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9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 / HCOMM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CCEBF-D4DB-4ABC-BF2B-7996566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集合通信算子库 / 底层通信资源与原语库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74B2D-DCF7-4236-9C4F-01F290D6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72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/ Aicpu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D2CB9-0D1F-4795-99B2-4B189FF5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53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设备侧承担通信编排的 CPU 引擎 / 算法名前缀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3DAA9-171C-496F-B651-B71BB68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24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28007-0FA3-456E-8012-C1318C61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705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 Vector，向量核执行路径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CB734-103D-4EA3-8CA0-7B102BCC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877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D264E-28EB-48DF-879C-AD15A19D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58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Collective Communication Unit，集合通信单元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12F16-C76D-4DA7-8C13-AA534576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630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DPU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7E6F0-991F-453D-8546-6329D22A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211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 Processing Unit，数据处理单元路径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A0B70-8E40-47E0-8767-9C676A3E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82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TS / STARS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6D0C4-A6DF-4835-B7A5-AD3D8BE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963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TS=Task Scheduler，任务调度器；STARS 为硬件任务调度系统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01A35-D9E4-4D93-9D94-90ECB0FD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135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AR / AllReduce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C2AA3-3C26-4892-B298-1F7045F7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全体归约，全体拿到完整结果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DB88EE-A20C-44BB-AA65-ED97049F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887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AG / AllGather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6AC43-2C27-47CD-A0C4-1DB14F78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468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全体收集，各 rank 拿到所有块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1287E-7AC2-4447-B2BA-E7AA64D3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40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RS / ReduceScatter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DCE15-2E83-4FD7-B728-A13E2AE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21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归约后分散，每 rank 只保留对应块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DF250-DD2D-4BD8-9A65-5D9705CC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93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 / B / 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DF4B7-EDAB-4151-8AD6-5B00CC56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74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本文讨论中对应 Reduce / Broadcast / Scatter；公式 S 是字节量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88AB0D-7359-4667-AFCD-D50DDC82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45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V / VC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28AB57-940B-43AC-9B7B-6ED8D9B8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726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V：变长计数；VC：全局发送计数矩阵接口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7E0A8-2255-4B06-A1CD-C145EAA9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98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rank / peer / root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413B6-54A8-406A-99EC-A238E6EE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479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通信参与者编号 / 对端 / 指定根节点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FDFF61-1930-42CA-9EEF-82661CF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3143250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2DEA30-826E-4361-AD26-00D05BB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3238500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网络、资源与条件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BF1F45-5026-48DC-A585-A3697716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619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NHR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E1E48-E4B4-426B-90E9-40D66B9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5200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Nonuniform Hierarchical Ring，非均衡层次环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293088-A852-409A-8926-0E3D82AE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6372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Mesh / FullMesh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67B38C-BBE7-4D08-A169-60BF4518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6953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网状 / 全连接通信关系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8C3DF7-5F09-4E88-BA1E-0A0A9467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8124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CLOS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932DC6-32BD-4E3B-B02A-531623B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8705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Clos 多级交换网络名称，不是英文首字母缩写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A28683-A242-4441-AE39-66A78D3C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9877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UB / UboE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1C043F-7A5E-48A2-A6E0-93D42D6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0458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UnifiedBus / UnifiedBus over Ethernet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5B641A-4AF5-4BE9-9789-D400B2D4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1630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URMA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736DF3-B36B-48CE-9983-8B9EC43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2211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Unified Remote Memory Access，统一远端内存访问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9F04C4-D417-47F5-B62B-6B2ED06D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3382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UBX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F4ABBD-77B9-4AAC-BCD2-ADAD642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3963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本选择器注释中对非 PCIe 混合的 Mesh+CLOS 分支称呼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124D4E-0AD5-43EF-9881-34D7940F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5135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PCIe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1A4255-8069-4972-824C-5885DC0A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5716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Peripheral Component Interconnect Express，设备互联总线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15F91C-6FAB-4B70-801B-6291D57C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6887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Jetty / MultiJetty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4D6169-781D-48E7-8E87-3A639D7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7468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通信端点相关对象 / 多个端点协同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C75D0B-8E06-41ED-93E3-7DA20A18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8640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MultiLink / Channel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9321B4-10DE-45EF-A0DE-80EEC4D9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19221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多链路 / 通信通道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1639FD-C31E-4BC7-A19C-6499B4BF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0393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Buffer / CCL Buffer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68FAA7-C9C6-4194-A49A-DA415EEA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0974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数据缓冲区 / 集合通信临时缓冲区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57171B-48FC-44C5-A173-E3931F6D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2145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Symmetric 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C29DAE-1031-49D4-A31D-94EF980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2726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对称内存：可定位并访问对端对应的内存窗口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20A90B-D98F-44FE-8F2B-EF09C56F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3898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Level0 / Level1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500AAC-7D50-499B-B42C-88AA7C8B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4479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第0 / 第1逻辑拓扑层；不是物理机器数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9AF978-7D2B-406B-B5FD-6BDCBA27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5650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Level1Nhr / Level0Nhr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DCD907-C4C9-44C0-AE73-AF126E7F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26231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NHR 退化标记；Level1Nhr 与第0层组规模的最大公约数相关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F8F1B8-4715-4C95-B36C-8EB49BA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75" y="3143250"/>
            <a:ext cx="1438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17145">
            <a:solidFill>
              <a:srgbClr val="92968E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A8FEAC-F661-4E3A-9A94-CC960B45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4325" y="3238500"/>
            <a:ext cx="14039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数据、单位与返回值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C52EB3-CBB0-4D5E-83B0-271B49D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4619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 / P / T / 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EDA61B-1422-4053-9021-CF736AD1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5200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S=count×类型字节数；P=rank数；T=S×P；c=sendCounts[0]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489137-A25E-4B09-8DE6-1621ABC2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6372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 的算子口径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D64161-FEFB-420F-A1F2-03F45DB1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6953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AR/AG/Reduce 为每 rank 输入；RS 为每 rank 输出块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A54050-D5F5-4CF4-824E-DDFB9A5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8124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KiB / MiB / GiB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A753BB-3A28-4AC0-81B9-D564525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8705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分别为 2¹⁰ / 2²⁰ / 2³⁰ 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D8A7D8-385A-4387-B86D-BAE6EE5E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9877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INT64 / UINT64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CDEEBA-D6E8-4EA4-A523-8158C289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0458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64位有符号整数 / 无符号整数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EF4F4E-9CC2-43FF-92ED-F52DEA69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1630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FP16 / FP32 / FP64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5C3518-AB0B-4DA2-95F3-4EE9E968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2211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16 / 32 / 64位浮点类型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FADD34-5FD3-4864-8B0E-7C50CD12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3382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BFP16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A4FAB9-87E9-4B8B-90CC-831F3B0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3963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源码使用的 bfloat16 类型枚举名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67577F-64EC-4A4B-B2D4-C9FAA2E1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5135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SUM / PROD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13E9E4-9BC3-4110-AE32-C54D2C94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5716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逐元素求和 / 逐元素求积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E818EB-8250-4F61-9B92-B22B71E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68878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STRICT / StrictOrdered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017A05-1D8C-4068-A69C-9225ACEE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74688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严格确定性配置 / 按固定顺序归约的算法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A7B70E-AF90-49F0-8B77-BCD344F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86404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MATCH / NOT_MATCH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F554B5-6A5F-46E2-8136-76F26FC5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192214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当前 Selector 命中 / 当前 Selector 未命中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07997B-E4DA-4D9A-B3AE-DF688B28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03930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HCCL_E_NOT_SUPPORT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DB763C-B437-4B8E-A682-811F0B5D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09740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上层返回的“不支持”错误码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3168E5-9CC7-4F37-8CF8-6B9518F4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21456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EQ / DIV / D / U / UR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72AD42E-BE4E-4B6F-93A7-A970AF61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27266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旧图简记：组内rank数相等 / 整倍数 / 额外CLOS / UboE；UR 非独立判据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34BE1C-8CAE-4042-AE0C-6DFEF0B8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3898225"/>
            <a:ext cx="1419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S×8/P² 与 S×(8/P)²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09A379D-4987-45CE-9A3E-51C5ACEA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4479250"/>
            <a:ext cx="14097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分别是 AR、RS 的大小判据；是字节量，不是带宽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F96FF7-28ED-4CF4-8FFB-1F634740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527250"/>
            <a:ext cx="4448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2665F"/>
                </a:solidFill>
                <a:latin typeface="PingFang SC"/>
                <a:ea typeface="PingFang SC"/>
                <a:cs typeface="PingFang SC"/>
              </a:rPr>
              <a:t>编排后缀另查第11–16页：Sole 单一算法域；Concur/Concurrent 并发；Parallel 分层并行；Sequence 按阶段顺序；PipeLine 流水；Chunk 分块；OneShot/TwoShot 阶段组织。</a:t>
            </a:r>
          </a:p>
        </p:txBody>
      </p:sp>
    </p:spTree>
    <p:extLst>
      <p:ext uri="{BB962C8B-B14F-4D97-AF65-F5344CB8AC3E}">
        <p14:creationId xmlns:p14="http://schemas.microsoft.com/office/powerpoint/2010/main" val="148013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2026-09-28T17:29:01.7560000Z</dcterms:created>
  <dcterms:modified xsi:type="dcterms:W3CDTF">2026-09-28T17:29:01.7560000Z</dcterms:modified>
</coreProperties>
</file>