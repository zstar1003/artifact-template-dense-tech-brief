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ac49688864a71" /><Relationship Type="http://schemas.openxmlformats.org/officeDocument/2006/relationships/extended-properties" Target="/docProps/app.xml" Id="R441451cc80604868" /><Relationship Type="http://schemas.openxmlformats.org/officeDocument/2006/relationships/officeDocument" Target="/ppt/presentation.xml" Id="R63c75b1dce94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7d397d5c2f47c0"/>
  </p:sldMasterIdLst>
  <p:notesMasterIdLst>
    <p:notesMasterId xmlns:r="http://schemas.openxmlformats.org/officeDocument/2006/relationships" r:id="Rf722e3d3bf164900"/>
  </p:notesMasterIdLst>
  <p:sldIdLst>
    <p:sldId xmlns:r="http://schemas.openxmlformats.org/officeDocument/2006/relationships" id="256" r:id="R79f0e54780c14b4e"/>
    <p:sldId xmlns:r="http://schemas.openxmlformats.org/officeDocument/2006/relationships" id="257" r:id="Rb62f92c941bf4600"/>
    <p:sldId xmlns:r="http://schemas.openxmlformats.org/officeDocument/2006/relationships" id="258" r:id="R9cf19c3738474f36"/>
    <p:sldId xmlns:r="http://schemas.openxmlformats.org/officeDocument/2006/relationships" id="259" r:id="Rb9b04e83e7f044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06c3ba7df64af9" /><Relationship Type="http://schemas.openxmlformats.org/officeDocument/2006/relationships/slideMaster" Target="/ppt/slideMasters/slideMaster1.xml" Id="Ra17d397d5c2f47c0" /><Relationship Type="http://schemas.openxmlformats.org/officeDocument/2006/relationships/notesMaster" Target="/ppt/notesMasters/notesMaster1.xml" Id="Rf722e3d3bf164900" /><Relationship Type="http://schemas.openxmlformats.org/officeDocument/2006/relationships/presProps" Target="/ppt/presProps.xml" Id="Rab99184869414d62" /><Relationship Type="http://schemas.openxmlformats.org/officeDocument/2006/relationships/tableStyles" Target="/ppt/tableStyles.xml" Id="Re1336cd1cff1457d" /><Relationship Type="http://schemas.openxmlformats.org/officeDocument/2006/relationships/slide" Target="/ppt/slides/slide1.xml" Id="R79f0e54780c14b4e" /><Relationship Type="http://schemas.openxmlformats.org/officeDocument/2006/relationships/slide" Target="/ppt/slides/slide2.xml" Id="Rb62f92c941bf4600" /><Relationship Type="http://schemas.openxmlformats.org/officeDocument/2006/relationships/slide" Target="/ppt/slides/slide3.xml" Id="R9cf19c3738474f36" /><Relationship Type="http://schemas.openxmlformats.org/officeDocument/2006/relationships/slide" Target="/ppt/slides/slide4.xml" Id="Rb9b04e83e7f044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84088b8c6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be06403a8048fe" /><Relationship Type="http://schemas.openxmlformats.org/officeDocument/2006/relationships/notesMaster" Target="/ppt/notesMasters/notesMaster1.xml" Id="Re6cb64bc61e1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270faacc24800" /><Relationship Type="http://schemas.openxmlformats.org/officeDocument/2006/relationships/notesMaster" Target="/ppt/notesMasters/notesMaster1.xml" Id="Rd75364677197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bbc5889cd74b89" /><Relationship Type="http://schemas.openxmlformats.org/officeDocument/2006/relationships/notesMaster" Target="/ppt/notesMasters/notesMaster1.xml" Id="Rc1bbec65194b48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611b854443429d" /><Relationship Type="http://schemas.openxmlformats.org/officeDocument/2006/relationships/notesMaster" Target="/ppt/notesMasters/notesMaster1.xml" Id="R546be255a1f34b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本页采用参考图的三段软件栈与右侧编号解读结构。源码依据：hccl/src/ops/all_reduce/all_reduce.cc，hccl/src/ops/op_common/op_common.cc，hcomm RankGraph、Channel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SelectorEngine 与 ExecuteSelector 是不同选择入口，不应讲成顺序调用。旧流程或条件不满足时可能进入 legacy 分支。本页所有 API 均来自已克隆源码分析。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阅读顺序：每列自上而下，完成后进入右侧下一列。黄色步骤标出跨层边界、核心 HCOMM 创建点、一致性检查和资源回填点。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三列为互斥执行路径。AICPU 最终调用 Hcomm*OnThread；AIV 最终调用 aclrtLaunchKernelWithHostArgs；CCU 最终调用 HcommCcuKernelLaunch。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ada781d2848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4e4ac5e81841ce" /><Relationship Type="http://schemas.openxmlformats.org/officeDocument/2006/relationships/slideLayout" Target="/ppt/slideLayouts/slideLayout1.xml" Id="R496bae736dd046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6bae736dd046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3c6a02bdc4174" /><Relationship Type="http://schemas.openxmlformats.org/officeDocument/2006/relationships/notesSlide" Target="/ppt/notesSlides/notesSlide1.xml" Id="Rb4512a17ec0340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b14bbb2a143ec" /><Relationship Type="http://schemas.openxmlformats.org/officeDocument/2006/relationships/notesSlide" Target="/ppt/notesSlides/notesSlide2.xml" Id="R73ef3b0e52f846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1f04f13f24bf7" /><Relationship Type="http://schemas.openxmlformats.org/officeDocument/2006/relationships/notesSlide" Target="/ppt/notesSlides/notesSlide3.xml" Id="Rad691f82135246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4f20796734838" /><Relationship Type="http://schemas.openxmlformats.org/officeDocument/2006/relationships/notesSlide" Target="/ppt/notesSlides/notesSlide4.xml" Id="R55ada1b7c84243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35D366-B6A6-4A6D-A27E-DAE7D52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一次集合算子调用跨越算法选择、HCOMM 建链与三类执行引擎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5D98C-CF30-44F9-ACF0-4309A2E1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新流程完整调用框架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33B39-9389-40C9-B61B-AFB4A494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29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223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A588A-D3AA-4A08-8D78-68C543F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D292B-F346-40A3-9C5D-5D1611B7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算子与选择层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F69A2-A133-4494-8052-FA49713E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6D1F5-B650-4704-9B94-30B43735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251FD-0C9B-4390-B8AB-F4FEF45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57881-89E2-4C59-9316-9FEF141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A78BE-C0B3-404D-8F2E-6B54D432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 / ApplyOpExpansionMode()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C1F04-15CA-420F-90F6-2D7A5D57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62804-CFF2-41FD-9668-589D440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1133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415BC-E7B7-4A06-9F69-BF3627B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8AF80-E1A3-43A5-9125-2D09CF76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011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2096D-6D43-4369-803C-64C61B3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15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8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19263" y="16383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719263" y="2038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19263" y="24384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19263" y="2838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04900" y="3238500"/>
            <a:ext cx="61436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04900" y="37719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104900" y="4229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657350" y="4486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143EA-80F9-49B5-8990-58642A38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B3B7C-8FE3-4534-96BE-84266226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 通信资源层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968E9-03E4-4BD4-BE6F-F0911455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763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2BAD3-45F1-4907-BAA6-37395CFC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95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 / GetTopoInstsByLayer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77E84-191F-461A-851D-BC5DF7F3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193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 / GetRanksByTopoInst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0D6E5B-CD2C-4904-A52D-FF96FB2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GetEndpointDesc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61E1CF-5AD7-444F-834E-B0820AF3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670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4BC82-E009-4E09-A2A7-65A4551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95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C89AD-7C62-4D8C-A296-5F3B4C6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623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8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 / Endpoint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42BCC-3F28-4DDB-AE3D-5E3E0BD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1133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 / EndpointPair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1681D-9C97-4067-B5C2-465B745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005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CCB08F-7C4F-4ED0-ADFB-23FFA0E5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386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</p:txBody>
      </p:sp>
      <p:cxnSp>
        <p:nvCxnSpPr>
          <p:cNvPr id="109" name=""/>
          <p:cNvCxnSpPr>
            <a:stCxn xmlns:a="http://schemas.openxmlformats.org/drawingml/2006/main" id="26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433888" y="1619250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819525" y="3467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819525" y="390525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433888" y="43434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1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886075" y="3281363"/>
            <a:ext cx="381000" cy="1204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85ED15-E555-4D6C-A614-826B60F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237EB5-B31D-4382-81CB-8841E69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 执行层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A43A9C-897E-4001-B58D-DA79F29F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763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12D924-7593-475C-8202-9EF6941D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6E6E71-D20E-415C-B365-1BCA83C3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38300"/>
            <a:ext cx="1133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41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2A966A-5B78-4972-8AFA-29EF9D8B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9112A7-45FC-45AB-AB80-90167FE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78935C-5770-46AC-8162-40EC19C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828F2F-53F2-45F7-8C06-C4CD471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653E26-25E3-4D32-8BF9-700D3CC6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506446-3D25-4027-A0A2-5AFE0243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E406D4-1D1A-42F0-AF64-77768AAE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cxnSp>
        <p:nvCxnSpPr>
          <p:cNvPr id="126" name=""/>
          <p:cNvCxnSpPr>
            <a:stCxn xmlns:a="http://schemas.openxmlformats.org/drawingml/2006/main" id="35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5600700" y="4610100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D0F9B4-EA63-4EC2-9E5B-92AB8E9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795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1430">
            <a:solidFill>
              <a:srgbClr val="3D414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Transport：UB / RoCE / HCCS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93DA4B-83C1-48B6-9B71-FAAEB089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图例：灰色为共用基础能力　黄色为跨层关键 API　红框为 HCCL 作用域　蓝框为 HCOMM / Engine 作用域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7D1157-BB38-41AF-ADC8-9F8EEC5F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52525"/>
            <a:ext cx="29146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543316-04F6-4907-B7A5-4DA62815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6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05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9FDA15-F3A4-48E7-988D-DC200CB6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2872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公共主干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B89D2D-91F3-4789-BC83-6C98EBB3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57325"/>
            <a:ext cx="2552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不同集合算子会替换入口和 Fill*OpParam。展开模式、RankGraph、Selector、资源申请主干高度共用。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9224F3-E815-41B9-8DED-B71773AC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9146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6DBF17-39A3-40B1-B80F-9695F86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90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9F9B08-F395-4A8C-BB13-ED6FF679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HCCL 与 HCOMM 边界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E06823-C4AD-4AAF-9FF2-21C5EDD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5527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 根据 CommEngine 组织资源。需要通信连接时，HcclChannelAcquire 把 HCCL 描述符转换为 HCOMM 对象。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18478F-56E4-4865-8191-A6B2E14B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33825"/>
            <a:ext cx="2914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E5BD99-DDAA-4538-B386-40627ECD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C7A519-D838-49DD-B9A2-B8A3750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1002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执行差异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7D1DA6-179D-41DF-B4D2-E7624E7E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逐原语调用 HCOMM。AIV 发射 Vector Kernel。CCU 注册 Kernel 并提交 Mission。三条路径共享 Channel 和通信内存。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BD32F1-ADC6-4BBA-AE75-774DC532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汇报结论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6AA388-2C8E-487D-AB5F-6E9F8B47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340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3814A8-6F43-4942-9E0D-FE879553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00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算子决定通信语义，Selector 决定算法和 Engine，Engine 决定最终调用的 HCOMM API 族。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C857C43-1D85-4235-8EC0-0D70C257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79690E-CF99-4CFD-9325-62F8A84E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6B24B2-EBA3-4759-9193-015D65BA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822432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8C60A4-0916-4EE2-BBB8-C7E1AB96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先归一化算子参数，再结合配置与拓扑选择算法和执行引擎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B9FD5-3CA6-4CCF-9CC7-6DB07E9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详细调用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75F55-EFD1-468B-8F64-0E7C39AE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29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04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737C3-9844-4977-BB05-31CCD139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30E20-691E-48AD-9BB8-B4399BC1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算子公共入口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19B11-A28A-4FD3-9393-409892E6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B2716-7A15-4D33-A431-EA570CE8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3F342-42A7-4F07-A862-329B396D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E534D-F1B6-4124-B4D8-9DD74656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cxnSp>
        <p:nvCxnSpPr>
          <p:cNvPr id="7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43400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35317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E449D-7839-448B-8416-6AA90C1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743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1C564-13FE-4598-A777-FA663B43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8001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FFD4C-36C3-473A-BFB6-C66D2612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展开模式决策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AB8DD-D13C-47B5-8EBF-CFA160EA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984BD-BCD4-48FB-9362-6A2864A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24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1C1F6-8E72-4A97-AAC1-E26ACC0F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8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43525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E95FA-D9EC-4867-A950-1E61CCC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配置来源：HcclConfigGetInfo()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84047-F0F8-4A66-80FC-866E79D8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623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ACC67-4017-496E-B02B-5339EFDB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F3321-3A19-4562-948C-C7152215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67F3E-2D13-4B89-82FF-2CE023AF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800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2250A-A87D-41E0-AC4E-E29DBD2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通信域与 RankGraph 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0CFFB-60CC-4B50-83E4-24EB0C07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C56C5-32E3-42DC-802F-F4C3C569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8C730-7729-4E14-8ED3-E4757769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3116CE-427B-4AE8-A78C-706CD2C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D9710-3BD5-4FDD-A7A4-1A54350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D205B8-BCF6-4814-B3C9-2A47BD3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FE480-B4FC-4110-BEAE-092A1976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D0ACD8-6715-47E8-8DED-3022EF7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GetEndpointDesc()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CC773-D497-4865-9DA9-B6FB425C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85665-FFC0-4164-BED6-0DDCB6F5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GetEndpointInfo()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2AE9BC-594F-45A1-8297-687117A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4DC3F3-04F8-484E-8F7F-C2B9DB5F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与执行入口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0C0ACC-5DCF-440E-82A5-959FA3E1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BC419E-804E-4093-852A-9DA32A79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4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7FC2DE-6419-4D20-AA1F-52795287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524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7C1B2C-6C1E-4AE3-840C-B5411045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245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ED8BF9-C094-43ED-9F47-CA51495D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24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cxnSp>
        <p:nvCxnSpPr>
          <p:cNvPr id="111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1857375" y="56864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57375" y="5686425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40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543300" y="5686425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5229225" y="56864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677025" y="56864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49F9C1-8C10-4B99-8D65-59D86D6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7743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　随后进入 GetAlgResource()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2D14F1-4A3B-46F8-B329-09559BA4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8F3138-F1FF-40BA-808E-B1989AF4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95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05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9A3576-9FC2-478E-8340-43F4CE3F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573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1：参数统一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D13EF7-3B0B-4B1F-AAF2-C88D83BC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859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各算子把公开接口参数转成 OpParam。不同算子主要差在 Fill*OpParam 和语义字段。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EE6F6B-B5A2-4C10-AD90-628F448C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AAF743-1255-4112-8F31-C316044D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1882F-9DB6-48CA-8D3C-0D10C845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669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2：模式与拓扑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4F7B40-4AB5-4F49-AAEE-B9E6046A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955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配置先限定 AICPU、AIV 或 CCU。RankGraph 再提供层级、拓扑类型、Rank 分组、Endpoint 和 Link。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738A69-1198-4FA0-8730-E0175FFA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91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6D1605-DC8B-4B1F-B6E8-9C557ABD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9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61DA22-8C00-4598-8D15-2DCC06A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3：算法选择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467206-4B5B-4D40-96AD-35DA72C5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10050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根据设备类型、Rank 数、数据量、datatype、reduceType、内存布局和 CCU 资源输出算法。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E372DE-D52F-4BD0-BC98-9EC8B84B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公用与差异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F3555E-F390-4828-A477-C3EABE66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9117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D2A0CA-A19E-4B84-98A0-2FD71AC1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公用：展开模式、RankGraph、Selector、HcclExecOp、资源申请。差异：算子入口、OpParam 字段、候选算法及阈值。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FFE9FA-606C-44D0-985A-DC48C35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42290F-B631-45AD-BAE5-BD8804D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F0AD7A-2E28-49FB-BD19-43C21CE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66280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6B4E31-85B5-485D-A542-BA31BECE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内部包含 32 个顺序步骤，跨越 HCCL 与 HCOMM 资源生命周期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C9C13-E705-49AF-A25A-6A0C610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Socket、EndpointPair、Channel 创建、连接确认与资源回填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35D3B-107B-4462-BBD9-20487EF0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29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04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385D0-70E3-414F-8C2B-13342B8D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773FC-6A23-466F-899F-8F467D58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HcclGetChannelImpl()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AEE8C-6F9D-4CEB-B5E5-D3EE1B1F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AddExchangeInfo()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E1B11-5B19-41B7-A46B-44EA3E9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HcclChannelAcquire()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B132C-C198-4289-9474-0A3E463E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CheckChannelResParams()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E9DE7-B57E-4145-AFA6-24B15562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ProcessHcclResPackReq()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C3425-3C14-4642-A8E9-2F218EF4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PrepareV2ChannelAcquire()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929F2-6F4D-44C9-97AE-A6221F9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PrepareChannelSymMemHandles()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10C4C-967C-48B5-9684-16A9C609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MyRank::CreateChannels()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03D86-D695-447D-8A65-A8B855E1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098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057B5-FE93-46E2-87E4-E5F2563B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CheckChannelParam()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C0B9A-FE2E-4733-98BE-1C231FE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ChannelDescHccl2Hcomm()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48932-F367-427E-9E42-B552BDBB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ConfigSqDepthByExpansionMode()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94E05-8F11-4760-9A56-BAE5100D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12 BatchCreateSockets()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A986A-3838-473F-B720-61C46014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13 BatchServerInitForChannels()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89F93-8DAB-4A15-A1E9-EE9FBD0B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14 BatchGetSocketsForChannels()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423A3-A8A4-4484-8A81-E4B40CAF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15 BatchCreateChannels()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1D557-EACC-44FC-BF34-AD1BAAD3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16 EndpointMgr::Get()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B2255-7D12-44F0-B603-D9A8CA6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434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C8C72A-E11E-4C19-88D2-74336D6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17 HcommEndpointStartListen()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BBE3B-0B9C-4200-A947-6788714E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18 PrepareMemHandles()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1E5EC-B6CF-42B7-BDBA-7D39C19C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19 RankPairMgr::Get()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A8527-223B-42A3-A2E6-CEB508F5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20 RankPair::GetEndpointPair()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52D41-0261-4647-A033-B1AB6335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21 EndpointPair::CreateChannel()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29EBE-CF85-4FD8-AD34-CC0D568A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22 HcommCollectiveChannelCreate()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B6D83A-B8B8-40E1-9680-5118594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23 NormalizeHcommChannelDescs()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270EF-6E16-464C-AB85-5D7D830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24 ChannelProcess::CreateChannelsLoop()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496421-B3AC-4408-9078-6E242A9B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97" name="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6770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D9B65-5FEA-4566-B42A-78A223E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Channel::CreateChannel()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8A422-546C-43B8-A3E9-57E01B6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26 BatchConnectChannels()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BDA096-2A84-4628-B75C-F867406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27 ChannelProcess::ChannelGetStatus()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A9D96C-5D53-4636-AB17-057CF523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28 BatchExchangeAndCheckConsistency()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3045B-04EA-4766-BB91-4EF160B4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29 FinalizeChannelsByEngine()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5CDC7A-B087-45C8-B345-1D10D97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30 ConvertAivChannelHandlesToDevicePtrs()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61FF43-129D-46E0-9D4F-0A0C6300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31 HcclChannelGetHcclBuffer()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A99EC4-754F-400F-B27D-56087D02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32 return ChannelHandle + Remote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584D0-55B2-4AF1-981B-49ACF8E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667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3C31A1-1009-403B-A12F-759212B9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7515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/ AIV 交换对称内存　AIV 转换设备侧 Channel 句柄　950 做一致性校验　CCU 资源不足返回 HCCL_E_UNAVAIL 并协商回退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9E71F0-711C-40EE-ACDD-B4C61796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844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输出：ChannelHandle、Remote CCL Buffer、Engine 对应的设备侧资源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771403-D10D-4D31-BB4E-8E141E3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F7B940-97BB-4069-A5FE-A5F5D36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114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05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A76A77-26ED-465D-972C-F1002B4C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76350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准备与转换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925A78-5F86-403B-9F13-45F410A8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049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至 10 检查资源参数，组织交换信息，并把 HcclChannelDesc 转换为 HCOMM Channel 描述符。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49626F-3588-41E2-9485-A5ABBAAB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9825"/>
            <a:ext cx="2647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78AA59-4283-4BF9-AE36-AEB182E1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4CECBA-CF55-4A41-97A8-2A778858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8602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对象创建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F6DE0D-C12F-4013-94BF-ADE961A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14625"/>
            <a:ext cx="2286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至 24 创建 Socket，获取 EndpointMgr 和 RankPair，复用或创建 EndpointPair，再构造具体 Channel。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7B5170-E8E5-47F9-9162-33C3170F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36A1C9-5913-4C00-8989-525A6CE1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62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82EED9-AD69-4887-A4A7-E5A9460B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24300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连接与一致性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647A09-E1FF-44DF-A7F1-EDEC0AB6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529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至 32 发起连接并轮询状态。部分设备交换并校验一致性，再按 Engine 回填句柄和通信缓冲区。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1C2785-33BC-4419-9E23-0EE47654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建链结论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89F0BA-A6DB-4C54-B567-DB218641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34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1591C3-8014-4383-A4C4-FACF65AC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0070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 不是单一建连动作。它把 HCCL 的资源请求转换成 HCOMM 的 Socket、EndpointPair 和 Channel，并返回执行引擎可直接使用的资源。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CFDFBC-4D94-4618-BFCD-B5DAAE6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99344A-D532-4D2F-B6C3-E519C5D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C79D46-A155-4D03-8B7C-3AA3F5C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714689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A662CD6-FA0E-4B8C-9ED0-7E0CC1D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三种 Engine 共用 RankGraph、Channel 与通信内存，差异集中在展开位置和发射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DF6FB-4C72-4FB6-8DEC-852D58AD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执行链路对照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318C8-61E4-4A38-A777-F15C53AA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29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04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7A00F-68B2-43E8-AA8D-45194E20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共用准备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F2053-BE01-4422-8729-8417342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037C8-7952-45FA-922E-8529A55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2D9F2-49FD-4781-9559-1D2ADBBC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07E9D-3844-4DDB-A82E-E25668A4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cxnSp>
        <p:nvCxnSpPr>
          <p:cNvPr id="9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527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0062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484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3821F-CB9F-47BD-9673-BC78E6A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73ECF-F304-43B5-A533-EAB6502C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2B480-86A1-4867-B0A8-FE84989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AICPU Kernel 内逐原语展开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5C2D2-12DF-4D6B-AEE9-DD148604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94A55-1BB7-4808-8471-2D1E7A0C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DB9E5-5B8C-4238-BD39-8544775E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1788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B1EC1-1A67-4743-B292-C2EF755C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71825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DD096-B231-408E-8B3E-5E6E0D32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1863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2ACBB-4702-4046-9529-DD66541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0A21C-5EC7-4E2A-905F-868F3F1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ReduceOnThread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981C9-F5E5-4ABE-9975-0CEB699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58368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WriteOnThread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5B7AF-F02D-4102-8C41-1EC511E7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4786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HcommReadReduce / WriteReduceOnThread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1DBC8-8DAA-4E60-B54A-833B4D69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1204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HcommBatchTransferOnThread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8163A-EC5B-479A-8374-6120EC57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7621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HcommThreadNotifyRecord / WaitOnThread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8C5BC-1B72-4721-863F-629F0C2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4039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HcommChannelNotifyRecordOnThread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4FF89-6BE2-47A3-88D3-0A29D28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0457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7553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HcommFence / ChannelFence / DrainOnThread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EA5EBE-AE35-4281-9E94-84BE3ED9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最终：Hcomm*OnThread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1C9F8A-4090-4957-814F-585E4F9A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65C76-5D08-467B-BA98-483EF71D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1ADD30-12A5-4474-A2E1-B85E3EC0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ACC51-1CE1-4EF9-9158-6F3782C7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015AA4-B0D5-4C45-865F-E1748527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E2A1B-F9F7-4078-BF01-E2EDD371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0286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HcclEngineCtxGet / 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B23916-29D3-4347-B527-5AB482C8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8821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27E388-3B5D-4380-8A27-252C5DE3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7357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HcclCommRegCommStateCallback()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F2F183-588A-4002-8359-5E159E6C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5893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HcclCommMemReg() / GetHcclBuffer()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80583-723D-4904-ACC4-2317C67C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4429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HcclChannelAcquire(AIV)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238A20-7A2F-4ECD-B4A3-2EF75B1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22964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ConvertAivChannelHandlesToDevicePtrs()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730022-05A7-4539-A066-B6C9A689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37946D-791C-4CE2-9B61-FBEA9DAC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HcclAivKernelEntranceLaunch()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F26ECE-355B-4CA7-B3F4-637F5DB3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5381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GetAivParamStorageByComm()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30FB32-E6F6-4661-856B-AFCF00A4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9213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ExecuteKernelLaunch()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A4CF15-6F38-4C2E-BB73-0B6232F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3044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ExecuteKernelLaunchInner()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F59D76-5E61-4147-A483-35C4DF2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最终：aclrtLaunchKernelWithHostArgs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AF9755-36D8-4CC6-959E-97B23624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3FBAE3-8805-4A68-A468-EACD6E7D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32184D-46B8-4310-9E33-1C6A7491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F14A41-5EA6-44A0-A535-EE8DA7E0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F6C9F2-17CA-4E56-A0EE-FEB0557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510557-ADFF-4BAD-A854-17DD6C3A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7969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BA9773-C454-45F6-A069-625855CB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4188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HcclGetThread / GetChannelForCcu()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177D5B-02E7-409E-9AC4-8ADA38E1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0406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HcclChannelQuery / Acquire(CCU)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22FB56-C943-4B3C-98DD-5389CBF7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HcclGetCcuKernel / Dynamic()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1B369D-5064-4452-915D-69DCD2E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2844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HcclCommQueryAssignedCcuIns()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6F46D7-DC82-4140-9C23-BE84D58F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9063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HcommCcuInsResDescCreate / SetNum()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B21045-CEBC-4C5E-9BAB-F59B1D0F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5281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HcommCcuInsCreate / AssignCcuIns()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28C1BD-8273-4D8E-8E23-6B4B0FC7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83AA83-309A-4652-A5EE-6DBC12C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HcommCcuKernelRegisterStart()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4DE8D9-646E-4D4E-88D0-673A9293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3325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HcommCcuKernelRegister()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42CE4A-D60A-49C2-A8ED-866AABFC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510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HcommCcuKernelRegisterEnd()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190956-5190-4D2B-9C43-82D1A8BD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最终：HcommCcuKernelLaunch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8040CB-6126-4862-B127-D904DC28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8448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共同落点：Channel L3、UB、RoCE、HCCS 等 Transport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5DC956-98F1-42F0-AC75-10B6044C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35A9D6-51EF-4C6A-92FB-68B8FD8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114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05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37A272-D512-4652-A18A-198B8D0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76350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共用资源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B64C69-661E-4024-BD6E-83B397D9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04950"/>
            <a:ext cx="2286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三种 Engine 都依赖 RankGraph、EngineCtx、Thread、Channel、通信内存和 Notify。建链结果可以复用。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07D358-0CC9-4DF4-861E-0281AC0C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7E7B30-27B2-4C20-855F-17280103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71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073567-508B-42EC-992A-194AA3F7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33650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展开位置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581699-01FC-4122-BDF8-FDE53089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62250"/>
            <a:ext cx="228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在 AICPU Kernel 内逐步调用 HCOMM 原语。AIV 在 Vector Kernel 内展开。CCU 在 CCU 实例中执行已注册 Kernel。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6803F9-1170-4304-AC9C-73C511A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33825"/>
            <a:ext cx="2647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42CE97-F3E9-4F9E-A625-FF6D9EE3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481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FF5556-D5A1-4E08-9032-8256E13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002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资源与回退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632163-787D-440D-BBD1-8D3B0272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38625"/>
            <a:ext cx="228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需要把 Channel 句柄转换为设备指针。CCU 需要实例、Kernel 注册和 Mission 提交。CCU 资源不足时跨 Rank 协商回退。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24DFD5-46F8-411F-8EDA-50C8895E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算子间复用规律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04AE10-297F-483F-99E8-2298BA59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245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500D9CA-3656-4C80-8BF2-E9D7657F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2647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不同算子可复用 RankGraph、建链和基础 HCOMM 原语。算法展开方式不同，会改变资源准备步骤及最终发射 API。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880653-1011-4FC7-AFDD-7CC1FB46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61D2BA0-F6E7-4FFA-9024-DC8CDCE5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6DF18D0-3F45-4B3B-9AF5-A2F791A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72805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2026-09-14T14:00:53.9450000Z</dcterms:created>
  <dcterms:modified xsi:type="dcterms:W3CDTF">2026-09-14T14:00:53.9450000Z</dcterms:modified>
</coreProperties>
</file>