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b3084a1e864eeb" /><Relationship Type="http://schemas.openxmlformats.org/officeDocument/2006/relationships/extended-properties" Target="/docProps/app.xml" Id="R06da330238f649eb" /><Relationship Type="http://schemas.openxmlformats.org/officeDocument/2006/relationships/officeDocument" Target="/ppt/presentation.xml" Id="R79a479dfba8443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9c2ac174064a70"/>
  </p:sldMasterIdLst>
  <p:notesMasterIdLst>
    <p:notesMasterId xmlns:r="http://schemas.openxmlformats.org/officeDocument/2006/relationships" r:id="R029cfc676ffe44f1"/>
  </p:notesMasterIdLst>
  <p:sldIdLst>
    <p:sldId xmlns:r="http://schemas.openxmlformats.org/officeDocument/2006/relationships" id="256" r:id="R83dcd6d5968a47ad"/>
    <p:sldId xmlns:r="http://schemas.openxmlformats.org/officeDocument/2006/relationships" id="257" r:id="R962fc07cda2445ec"/>
    <p:sldId xmlns:r="http://schemas.openxmlformats.org/officeDocument/2006/relationships" id="258" r:id="R0c08c108a8444c6b"/>
    <p:sldId xmlns:r="http://schemas.openxmlformats.org/officeDocument/2006/relationships" id="259" r:id="R7ea7e07335204c09"/>
    <p:sldId xmlns:r="http://schemas.openxmlformats.org/officeDocument/2006/relationships" id="260" r:id="Ra429bc9092274119"/>
    <p:sldId xmlns:r="http://schemas.openxmlformats.org/officeDocument/2006/relationships" id="261" r:id="Rdb57f13d34ec4290"/>
    <p:sldId xmlns:r="http://schemas.openxmlformats.org/officeDocument/2006/relationships" id="262" r:id="R22ac4888c0884add"/>
    <p:sldId xmlns:r="http://schemas.openxmlformats.org/officeDocument/2006/relationships" id="263" r:id="Ra9e73c8f88094ae1"/>
    <p:sldId xmlns:r="http://schemas.openxmlformats.org/officeDocument/2006/relationships" id="264" r:id="R9b69ce6fde1440ec"/>
    <p:sldId xmlns:r="http://schemas.openxmlformats.org/officeDocument/2006/relationships" id="265" r:id="Raa2260d4bf4b4882"/>
    <p:sldId xmlns:r="http://schemas.openxmlformats.org/officeDocument/2006/relationships" id="266" r:id="R442d339d7efc447c"/>
    <p:sldId xmlns:r="http://schemas.openxmlformats.org/officeDocument/2006/relationships" id="267" r:id="Ra0eb365fa5a54036"/>
    <p:sldId xmlns:r="http://schemas.openxmlformats.org/officeDocument/2006/relationships" id="268" r:id="Rbc5796f57b7749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f11fbf91914612" /><Relationship Type="http://schemas.openxmlformats.org/officeDocument/2006/relationships/slideMaster" Target="/ppt/slideMasters/slideMaster1.xml" Id="Rc69c2ac174064a70" /><Relationship Type="http://schemas.openxmlformats.org/officeDocument/2006/relationships/notesMaster" Target="/ppt/notesMasters/notesMaster1.xml" Id="R029cfc676ffe44f1" /><Relationship Type="http://schemas.openxmlformats.org/officeDocument/2006/relationships/presProps" Target="/ppt/presProps.xml" Id="Rf69c329c571d4f93" /><Relationship Type="http://schemas.openxmlformats.org/officeDocument/2006/relationships/tableStyles" Target="/ppt/tableStyles.xml" Id="Rd44ba69dfd334372" /><Relationship Type="http://schemas.openxmlformats.org/officeDocument/2006/relationships/slide" Target="/ppt/slides/slide1.xml" Id="R83dcd6d5968a47ad" /><Relationship Type="http://schemas.openxmlformats.org/officeDocument/2006/relationships/slide" Target="/ppt/slides/slide2.xml" Id="R962fc07cda2445ec" /><Relationship Type="http://schemas.openxmlformats.org/officeDocument/2006/relationships/slide" Target="/ppt/slides/slide3.xml" Id="R0c08c108a8444c6b" /><Relationship Type="http://schemas.openxmlformats.org/officeDocument/2006/relationships/slide" Target="/ppt/slides/slide4.xml" Id="R7ea7e07335204c09" /><Relationship Type="http://schemas.openxmlformats.org/officeDocument/2006/relationships/slide" Target="/ppt/slides/slide5.xml" Id="Ra429bc9092274119" /><Relationship Type="http://schemas.openxmlformats.org/officeDocument/2006/relationships/slide" Target="/ppt/slides/slide6.xml" Id="Rdb57f13d34ec4290" /><Relationship Type="http://schemas.openxmlformats.org/officeDocument/2006/relationships/slide" Target="/ppt/slides/slide7.xml" Id="R22ac4888c0884add" /><Relationship Type="http://schemas.openxmlformats.org/officeDocument/2006/relationships/slide" Target="/ppt/slides/slide8.xml" Id="Ra9e73c8f88094ae1" /><Relationship Type="http://schemas.openxmlformats.org/officeDocument/2006/relationships/slide" Target="/ppt/slides/slide9.xml" Id="R9b69ce6fde1440ec" /><Relationship Type="http://schemas.openxmlformats.org/officeDocument/2006/relationships/slide" Target="/ppt/slides/slide10.xml" Id="Raa2260d4bf4b4882" /><Relationship Type="http://schemas.openxmlformats.org/officeDocument/2006/relationships/slide" Target="/ppt/slides/slide11.xml" Id="R442d339d7efc447c" /><Relationship Type="http://schemas.openxmlformats.org/officeDocument/2006/relationships/slide" Target="/ppt/slides/slide12.xml" Id="Ra0eb365fa5a54036" /><Relationship Type="http://schemas.openxmlformats.org/officeDocument/2006/relationships/slide" Target="/ppt/slides/slide13.xml" Id="Rbc5796f57b7749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d816c2d4b24b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5d7967a8e1479b" /><Relationship Type="http://schemas.openxmlformats.org/officeDocument/2006/relationships/notesMaster" Target="/ppt/notesMasters/notesMaster1.xml" Id="R30cf3bbad9eb4c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0c4a072ccf4cc7" /><Relationship Type="http://schemas.openxmlformats.org/officeDocument/2006/relationships/notesMaster" Target="/ppt/notesMasters/notesMaster1.xml" Id="R1dad300e64ff4f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30961b4b834934" /><Relationship Type="http://schemas.openxmlformats.org/officeDocument/2006/relationships/notesMaster" Target="/ppt/notesMasters/notesMaster1.xml" Id="R92bf306572ea42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3b89fb6971437e" /><Relationship Type="http://schemas.openxmlformats.org/officeDocument/2006/relationships/notesMaster" Target="/ppt/notesMasters/notesMaster1.xml" Id="R553e75fca04344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4cf1637c214540" /><Relationship Type="http://schemas.openxmlformats.org/officeDocument/2006/relationships/notesMaster" Target="/ppt/notesMasters/notesMaster1.xml" Id="Rc302f579ab574d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4be805baed4786" /><Relationship Type="http://schemas.openxmlformats.org/officeDocument/2006/relationships/notesMaster" Target="/ppt/notesMasters/notesMaster1.xml" Id="Rab8147b276ec4b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9db69143d34981" /><Relationship Type="http://schemas.openxmlformats.org/officeDocument/2006/relationships/notesMaster" Target="/ppt/notesMasters/notesMaster1.xml" Id="R0d6f4be0d40c43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c5aa4751df4a98" /><Relationship Type="http://schemas.openxmlformats.org/officeDocument/2006/relationships/notesMaster" Target="/ppt/notesMasters/notesMaster1.xml" Id="R36dd5601d0fe45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ed0fcad3ee4d59" /><Relationship Type="http://schemas.openxmlformats.org/officeDocument/2006/relationships/notesMaster" Target="/ppt/notesMasters/notesMaster1.xml" Id="R577ffc19584d43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b99e19cec34c98" /><Relationship Type="http://schemas.openxmlformats.org/officeDocument/2006/relationships/notesMaster" Target="/ppt/notesMasters/notesMaster1.xml" Id="Rd9b5c0ed4c954b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ab26c20893476e" /><Relationship Type="http://schemas.openxmlformats.org/officeDocument/2006/relationships/notesMaster" Target="/ppt/notesMasters/notesMaster1.xml" Id="R667efae1f90d46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7c4c882db54fa6" /><Relationship Type="http://schemas.openxmlformats.org/officeDocument/2006/relationships/notesMaster" Target="/ppt/notesMasters/notesMaster1.xml" Id="Rd3dcc0143b154c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4b38f1638c4918" /><Relationship Type="http://schemas.openxmlformats.org/officeDocument/2006/relationships/notesMaster" Target="/ppt/notesMasters/notesMaster1.xml" Id="Rc52406a254d544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总览不表示相邻名称都直接调用。HcclGetAlgRes内含规划/缓存/申请包装。Thread和Channel资源是类别概览，并非三接口同时执行。Host输入Record和完成Wait在P8展开。最终完成通知在全部块编排与主从汇合依赖之后。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HcclEngineCtxGet：先查已有的拓扑上下文。命中则直接恢复已有说明。未命中才查询拓扑并保存，具体查询逐项解释在对应详解页。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HcclOrderLaunchToKernelStream：完成发射后的按序同步安排。随后还要把“等待本次通信完成”的任务排入用户流，具体完成关系见对应详解页。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hccl/src/ops/all_to_all_v/selector/alltoall_auto_selector.cc:131–188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 / 算子 API] HcclAlltoAll：接收等长全互换请求。本例 sendCount=recvCount=2，表示“给每个 Rank 发送 2 个数”，不是总共只发 2 个数。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CheckAlltoAllInputPara：检查请求是否合法。检查通信域、指针、stream、数据类型与数量等。本例输入输出分开，参数有效才继续。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HcclGetRankSize：读取通信域的成员数。本例得到 4。HCCL 据此准备 4 个发送数量和 4 个接收数量。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HcclGetCommName：读取通信域名称。用于组成算子标识和后续上下文查找键，避免不同通信域的资源混用。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HcclGetRankId：读取本 Rank 的编号。以 Rank 0 为讲解视角，这里得到 0，后续据此区分本地分片和远端分片。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ConvertAlltoAllParam：计算每份数据在数组中的起点。本例数量数组为 [2,2,2,2]，发送和接收位移数组为 [0,2,4,6]，位移单位是元素。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AlltoAllVOutPlace：进入共用的非原地执行入口。等长 AllToAll 使用可变长框架的实现，算子类型仍然保持 ALLTOALL。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AlltoAllVOutPlaceCommon：进入共用的参数处理与调度流程。它继续构造算子参数、读取展开模式，再进入下一页的选择与执行分发。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AlltoAllVConstructOpParam：把零散参数封成一个执行请求。保存输入输出地址、数量和位移、数据类型及 stream，形成后面要传给 AICPU 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入口还包含环境配置、tag/rank/count/type检查、日志与对称内存探测。普通内存假设下不会进入对称窗口直访分支。这里只展开决定正常通信链的函数，非所有日志或校验辅助函数清单。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HcclEngineCtxGet：先查已有的拓扑上下文。命中则直接恢复已有说明。未命中才查询拓扑并保存，具体查询逐项解释在对应详解页。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HcclRankGraphGetLayers：有哪些网络层。返回网络层标识，用于了解通信域是怎样分层组织的。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HcclRankGraphGetInstSizeListByLayer：这一层各拓扑实例有多大。返回实例规模信息，帮助 HCCL 判断这一层的组织形态。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HcclRankGraphGetRanksByLayer：这一层包含哪些 Rank。给出层级成员，用于构造算法通信分组。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HcclRankGraphGetTopoInstsByLayer：这一层有哪些拓扑实例。列举该层的具体实例，下一步可逐实例查询类型和成员。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HcclRankGraphGetTopoType：指定实例是什么拓扑类型。给出拓扑类型信息，帮助选择能用于该拓扑的算法。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HcclRankGraphGetRanksByTopoInst：指定实例有哪些成员。将拓扑实例与实际 Rank 编号对应起来。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HcclRankGraphGetEndpointNum：一个 Rank 有多少可查询端点。先得到端点数量，准备后续端点描述查询。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HcclRankGraphGetEndpointDesc：这些端点怎样标识。返回端点描述，供链路选择和 Channel 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HcclRankGraphGetEndpointInfo：端点还有哪些属性。查询带宽系数、Die 等属性，后面按端口切分数据也会用到。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HcclRankGraphGetLinks：两个 Rank 之间有哪些链路。得到可用链路信息，帮助选定通信端点、协议及建链请求。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此页是拓扑查询接口的含义清单，不宣称十项一定按表中顺序或各调用一次。不同内部构建方法按实际层级和端点需要调用。构造结束后使用 HcclEngineCtxCreate（创建具名拓扑上下文）保存可复用说明。HcclGetRankSize/HcclGetRankId 则分别回答总成员数和本 Rank 编号，已在主流程解释。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hccl/src/ops/all_to_all_v/selector/alltoall_auto_selector.cc:131–188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hcomm/include/hccl/hccl_rank_graph.h; hccl/src/ops/op_common/topo_info/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GetAlgExec：按算法名称取出执行器对象。执行器负责计算资源需求，并在设备侧组织该算法的执行。此处只取得 Host 侧对象。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HcclThreadAcquireWithStream：把用户 stream 包装成通信 Thread。得到 CPU_TS Thread，后面用它提交“输入就绪”和“等待完成”通知。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HcclThreadExportToCommEngine：把用户 Thread 转成 AICPU 可使用的句柄。这是第一个导出方向：CPU_TS 到 AICPU_TS。设备完成后要通过它通知用户流。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HcclGetAlgRes：统一取得本次算法的资源。先尝试复用，资源没有准备过才继续计算与申请。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GetAlgoMeta：读取算法登记的属性。取出算法引擎、算子类型和算法层次等描述，供资源规划使用。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TryReuseResource：判断算法资源是否已经存在。使用算法标识查询资源上下文。命中时跳过下面的重新计算和创建。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HcclEngineCtxGet：查找算法资源上下文。这次查的是算法资源，不是上一页的拓扑缓存。本例按未命中继续。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CalcAlgHierarchyInfoV2：把拓扑整理成算法使用的通信分组。得到各层成员和本 Rank 在组中的位置，为资源数量计算提供依据。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CalcRes：列出算法需要的资源清单。计算主从 Thread、通知槽位以及到哪些 Peer 的 Channel 请求，此时只是算需求。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内部 GetAlgResWithEngine（按执行引擎分派资源取得流程）会进入 GetAlgResAICPU（负责 AICPU 资源申请、序列化与设备上下文交付）。正常 AICPU Thread 分配不能笼统写成必经公开 HcommThreadAlloc，普通资源管理器可能走内部创建。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两种Thread接口按动态能力选择，不是获取失败后无条件重试。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MyRank::CreateChannels：统筹这一批通道的建立。安排控制连接、端点、内存、基础通道、连接状态和一致性检查。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BatchCreateSockets：准备与对端交换控制信息的连接。控制信息包括建链所需地址和参数，不能把它当成本次用户数据已开始发送。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BatchCreateChannels：逐项准备底层通信通道。调用端点管理器取得或创建端点，再准备可用内存并建立基础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HcommEndpointCreate：创建底层通信端点。端点缓存未命中才创建，已有匹配端点可以复用。类别：底层通信资源管理。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HcommEndpointStartListen：使本地端点具备接入能力。为后续对端建链做好准备，属于端点资源准备。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HcommMemReg：把通信内存登记为端点可访问的内存。准备内存句柄时按缺失情况注册 CCL 等通信内存。类别：内存管理。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HcommCollectiveChannelCreate：建立集合通信使用的基础通道。已有匹配 Channel 时复用，不能写成每次都重新创建。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BatchConnectChannels：检查并等待这一批通道连接到位。内部调用 ChannelProcess::ChannelGetStatus 轮询连接状态，不是另一个公开 GetStatus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BatchExchangeAndCheckConsistency：交换并检查双方建链参数。950 路径检查两端信息一致，降低参数不匹配导致的通信错误。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FinalizeChannelsByEngine：整理执行引擎能使用的通道句柄。为 AICPU 准备最终 Channel 表示，返回到 Host 的资源构造流程。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BatchCreateChannels 内部顺序：EndpointMgr::Get（查找或准备端点）按需调用 HcommEndpointCreate（创建端点），然后调用 HcommEndpointStartListen（监听）。PrepareMemHandles（准备内存句柄）调用 RegisterCommMemsToEndpoint（把通信内存登记到端点）并按需调用 HcommMemReg（注册内存）。RankPair/EndpointPair::CreateChannel（按 Rank/端点对获取通道）最终按缓存状态调用 HcommCollectiveChannelCreate（创建集合通信基础通道）。ChannelProcess::ChannelGetStatus 是内部状态方法。当前路径不要替换成名字相近的 HcommChannelCreate 或 HcommChannelGetStatus。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BuildChannelInfo：把 Channel 句柄补成算法需要的通道说明。保存远端 Rank、协议、通知数量、端口分片属性，以及远端 CCL 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HcclRankGraphGetEndpointInfo：查询所选端点的属性。取得带宽系数等，用于按端口分片。能力允许时也读取 Die 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HcclChannelGetHcclBuffer：查询该通道对应的远端 CCL 缓冲区。得到对端缓冲区可访问地址和大小，后面才知道 Write 的目的地址。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内存管理 API] HcommChannelGetRemoteMems：查询基础通道上的远端内存映射。供上一项解析远端 CCL。查询返回地址信息，这一步不搬用户数据。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Serialize：把资源上下文打包成连续字节。打包 Thread、Channel、缓冲区地址、拓扑和分组信息，便于交给设备。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HcclMemcpyCtxHostToDevice：组织资源上下文向设备侧的交付。它依次调用下面两个 HCOMM API，传的是资源描述，不是 AllToAll 输入张量。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HcclEngineCtxCreate：为 AICPU 创建具名上下文空间。按算法标识和所需大小取得空间，供后续查询或跨算子复用。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HcclEngineCtxCopy：把打包好的资源描述复制进上下文。设备随后从这里恢复 Thread、Channel 和地址等信息。类别仍是通信域资源管理。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HcclThreadExportToCommEngine：把设备主 Thread 转成 Host 可使用的句柄。第二个导出方向是 AICPU_TS 到 CPU_TS。Host 用它向设备发“输入已经就绪”的通知。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Serialize 的实际对象是 AlgResourceCtxSerializable。第一次导出用户 Thread 是为了设备完成通知，第二次导出设备主 Thread 是为了 Host 输入就绪通知。GetMainThreadInfo（读取保存的主 Thread 和通知数）发生在第二次导出之前。两种导出是句柄视图转换，不是复制用户输入。算法资源缓存命中时可以跳过本页的重新序列化、创建与复制。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Wait由兼容包装选择默认或显式超时接口。图写基础名概括Host完成等待，具体定义见备注。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HcclOrderLaunchToKernelStream：完成发射后的按序同步安排。随后还要把“等待本次通信完成”的任务排入用户流，具体完成关系见对应详解页。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同步接口集合是PreSync内部展开，不表示等待RankSet处理后才下发。首轮LocalCopy在组织远端Peer交换前发生。轮次/Peer/Channel/slice各层均可能重复。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对端只画了本端Wait所需的ACK和DATA_SIGNAL，未展开完整对端算法副本。HcommChannelNotify的换行仅用于版面，拼接后为完整API。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顶图选择R0发往R1的方向，因此R1最终输出位置是recvBuf[0]。P11选择R0接收R1的方向，目的为R0 recvBuf[2]。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HcommWriteOnThread：接收一次远端写任务的描述。输入是执行 Thread、Channel、本地源地址、远端目的地址和字节数。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内部函数] UnwrapChannelHandle：把通道句柄解包为实际通道对象。后续才能访问该 Channel 对应的传输实现。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内部函数] AddThread：把本次使用的 Thread 加入执行管理。为后面的批模式与任务管理记录参与者，不是另外新建一条通信线程。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内部方法] Thread::GetStreamLitePtr：取得 950 的轻量任务流对象。把本次搬运放到这个 Thread 对应的任务流上，保持与握手任务的顺序。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传输层 / 内部方法] BaseTransportLiteImpl::BuildLocRmaBufferLite：构造本地访问描述。将 src 和 len 整理成传输层需要的本地缓冲描述，供后续远端写使用。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传输层 / 内部方法] BaseTransportLiteImpl::Write：向所选传输实现提交远端写。使用本地描述、远端地址和任务流生成后续传输任务。具体进一步下钻取决于 Channel 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本地拷贝 API] HcommLocalCopyOnThread：处理自分片或接收后的本地拷贝。它最终通过 Thread 的本地拷贝能力搬字节，不走同一个跨 Rank 远端写过程。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内部方法] Thread::LocalCopy：在指定任务流安排本地复制。在后拷贝场景，将本地 CCL 中的数据放入本地用户输出的正确位置。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 传输分支会继续构造网络工作请求并提交任务/门铃，其他协议使用各自传输实现。这里不把 UB 下钻虚构为所有 950 模式的必经路径。Byte copy 没有归约计算，因此 AllToAll 主线不需要 Reduce 类原语。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hcomm/src/base_comm/primitives/api_c_adpt/aicpu_ts_primitives_c_adpt.cc:495–535,1118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36186f0c8546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233fd1e835457d" /><Relationship Type="http://schemas.openxmlformats.org/officeDocument/2006/relationships/slideLayout" Target="/ppt/slideLayouts/slideLayout1.xml" Id="Rebfe75fa960843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fe75fa960843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303109d974f7b" /><Relationship Type="http://schemas.openxmlformats.org/officeDocument/2006/relationships/notesSlide" Target="/ppt/notesSlides/notesSlide1.xml" Id="R15730f5218804b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ba6b9c4234b36" /><Relationship Type="http://schemas.openxmlformats.org/officeDocument/2006/relationships/notesSlide" Target="/ppt/notesSlides/notesSlide2.xml" Id="R170bb8332e1a4b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a2b0c1baa43ad" /><Relationship Type="http://schemas.openxmlformats.org/officeDocument/2006/relationships/notesSlide" Target="/ppt/notesSlides/notesSlide3.xml" Id="Rdc555d021cea46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15fd02b00429a" /><Relationship Type="http://schemas.openxmlformats.org/officeDocument/2006/relationships/notesSlide" Target="/ppt/notesSlides/notesSlide4.xml" Id="Rb8213f21dc904e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f691492f64cd8" /><Relationship Type="http://schemas.openxmlformats.org/officeDocument/2006/relationships/notesSlide" Target="/ppt/notesSlides/notesSlide5.xml" Id="R1f4e5e1fa39642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572f547cf4b2b" /><Relationship Type="http://schemas.openxmlformats.org/officeDocument/2006/relationships/notesSlide" Target="/ppt/notesSlides/notesSlide6.xml" Id="R58887b4f704c4e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dcf5e46304da2" /><Relationship Type="http://schemas.openxmlformats.org/officeDocument/2006/relationships/notesSlide" Target="/ppt/notesSlides/notesSlide7.xml" Id="R22c38e84a6a944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ad991d3074196" /><Relationship Type="http://schemas.openxmlformats.org/officeDocument/2006/relationships/notesSlide" Target="/ppt/notesSlides/notesSlide8.xml" Id="R0544a67d0af440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149a60a964aad" /><Relationship Type="http://schemas.openxmlformats.org/officeDocument/2006/relationships/notesSlide" Target="/ppt/notesSlides/notesSlide9.xml" Id="Rc3187b05e91d46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6893a992a4065" /><Relationship Type="http://schemas.openxmlformats.org/officeDocument/2006/relationships/notesSlide" Target="/ppt/notesSlides/notesSlide10.xml" Id="Rbeec022a9d9243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056b10a09428e" /><Relationship Type="http://schemas.openxmlformats.org/officeDocument/2006/relationships/notesSlide" Target="/ppt/notesSlides/notesSlide11.xml" Id="R8122183826c04a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79c5dba7340d4" /><Relationship Type="http://schemas.openxmlformats.org/officeDocument/2006/relationships/notesSlide" Target="/ppt/notesSlides/notesSlide12.xml" Id="Rf977cf2d987947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e0c0683fd44dc" /><Relationship Type="http://schemas.openxmlformats.org/officeDocument/2006/relationships/notesSlide" Target="/ppt/notesSlides/notesSlide13.xml" Id="Rd560b930e6fc4d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" name="AllToAll 跨层执行总览">
            <a:extLst xmlns:a="http://schemas.openxmlformats.org/drawingml/2006/main">
              <a:ext uri="{FF2B5EF4-FFF2-40B4-BE49-F238E27FC236}">
                <a16:creationId xmlns:a16="http://schemas.microsoft.com/office/drawing/2014/main" id="{25D89716-FECD-4D8E-A70A-A2CD43B7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跨层执行总览</a:t>
            </a:r>
          </a:p>
        </p:txBody>
      </p:sp>
      <p:sp>
        <p:nvSpPr>
          <p:cNvPr id="2" name="横向看执行阶段，纵向看接口归属。详解页沿相同阶段展开。">
            <a:extLst xmlns:a="http://schemas.openxmlformats.org/drawingml/2006/main">
              <a:ext uri="{FF2B5EF4-FFF2-40B4-BE49-F238E27FC236}">
                <a16:creationId xmlns:a16="http://schemas.microsoft.com/office/drawing/2014/main" id="{5C1CE891-630D-4DB0-8D45-744E42AB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横向看执行阶段，纵向看接口归属。详解页沿相同阶段展开。</a:t>
            </a:r>
          </a:p>
        </p:txBody>
      </p:sp>
      <p:sp>
        <p:nvSpPr>
          <p:cNvPr id="3" name="1 / 13">
            <a:extLst xmlns:a="http://schemas.openxmlformats.org/drawingml/2006/main">
              <a:ext uri="{FF2B5EF4-FFF2-40B4-BE49-F238E27FC236}">
                <a16:creationId xmlns:a16="http://schemas.microsoft.com/office/drawing/2014/main" id="{C84560C9-4425-4875-8FC1-FD3D9154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C92E9-0222-4520-B2C0-13298D6E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请求与选算法">
            <a:extLst xmlns:a="http://schemas.openxmlformats.org/drawingml/2006/main">
              <a:ext uri="{FF2B5EF4-FFF2-40B4-BE49-F238E27FC236}">
                <a16:creationId xmlns:a16="http://schemas.microsoft.com/office/drawing/2014/main" id="{9B9885E0-ECC4-4FFB-9B3D-F79DEC8F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请求与选算法</a:t>
            </a:r>
          </a:p>
        </p:txBody>
      </p:sp>
      <p:sp>
        <p:nvSpPr>
          <p:cNvPr id="6" name="HcclAlltoAll 接收请求&#10;参数、配置、拓扑：P2–3">
            <a:extLst xmlns:a="http://schemas.openxmlformats.org/drawingml/2006/main">
              <a:ext uri="{FF2B5EF4-FFF2-40B4-BE49-F238E27FC236}">
                <a16:creationId xmlns:a16="http://schemas.microsoft.com/office/drawing/2014/main" id="{A3660989-D6CA-4553-8658-E3F47831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HcclAlltoAll 接收请求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参数、配置、拓扑：P2–3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B99B2-BBC3-4562-861F-2D1B2612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准备通信资源">
            <a:extLst xmlns:a="http://schemas.openxmlformats.org/drawingml/2006/main">
              <a:ext uri="{FF2B5EF4-FFF2-40B4-BE49-F238E27FC236}">
                <a16:creationId xmlns:a16="http://schemas.microsoft.com/office/drawing/2014/main" id="{D372978A-933F-465B-9955-EF512E19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准备通信资源</a:t>
            </a:r>
          </a:p>
        </p:txBody>
      </p:sp>
      <p:sp>
        <p:nvSpPr>
          <p:cNvPr id="9" name="绑定用户流，准备句柄和地址&#10;缓存、资源与建链：P4–7">
            <a:extLst xmlns:a="http://schemas.openxmlformats.org/drawingml/2006/main">
              <a:ext uri="{FF2B5EF4-FFF2-40B4-BE49-F238E27FC236}">
                <a16:creationId xmlns:a16="http://schemas.microsoft.com/office/drawing/2014/main" id="{01A276C7-BC2E-45A7-9E65-C9267124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绑定用户流，准备句柄和地址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缓存、资源与建链：P4–7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20E0F-D5C5-45C7-BA22-4AC170CC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2D792-91B6-45ED-BC54-1EB37964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5723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B4FC4-3CE9-4B7E-968D-93040AE7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Host 发射">
            <a:extLst xmlns:a="http://schemas.openxmlformats.org/drawingml/2006/main">
              <a:ext uri="{FF2B5EF4-FFF2-40B4-BE49-F238E27FC236}">
                <a16:creationId xmlns:a16="http://schemas.microsoft.com/office/drawing/2014/main" id="{0D2EF7C3-ACC0-4B93-AF86-2E9E9DE3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Host 发射</a:t>
            </a:r>
          </a:p>
        </p:txBody>
      </p:sp>
      <p:sp>
        <p:nvSpPr>
          <p:cNvPr id="15" name="输入就绪通知与 Kernel 提交&#10;发射流程：P8">
            <a:extLst xmlns:a="http://schemas.openxmlformats.org/drawingml/2006/main">
              <a:ext uri="{FF2B5EF4-FFF2-40B4-BE49-F238E27FC236}">
                <a16:creationId xmlns:a16="http://schemas.microsoft.com/office/drawing/2014/main" id="{C40AC626-0535-4EA1-9137-20ED5ECF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输入就绪通知与 Kernel 提交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发射流程：P8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3E9ABE-99D7-4B39-A1C5-D0BBE1A3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817CC8-A8EB-4B7F-AB7F-6A6B2F23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6488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E772E7-CA32-495A-A8A8-996C06B6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设备执行与搬运">
            <a:extLst xmlns:a="http://schemas.openxmlformats.org/drawingml/2006/main">
              <a:ext uri="{FF2B5EF4-FFF2-40B4-BE49-F238E27FC236}">
                <a16:creationId xmlns:a16="http://schemas.microsoft.com/office/drawing/2014/main" id="{F730B064-EE8A-4A7E-BD1C-2DAFDA38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设备执行与搬运</a:t>
            </a:r>
          </a:p>
        </p:txBody>
      </p:sp>
      <p:sp>
        <p:nvSpPr>
          <p:cNvPr id="21" name="设备恢复资源，展开 Peer 通信&#10;入口、算法、字节路径：P9–12">
            <a:extLst xmlns:a="http://schemas.openxmlformats.org/drawingml/2006/main">
              <a:ext uri="{FF2B5EF4-FFF2-40B4-BE49-F238E27FC236}">
                <a16:creationId xmlns:a16="http://schemas.microsoft.com/office/drawing/2014/main" id="{1D289336-A374-4F1C-B349-5D787657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设备恢复资源，展开 Peer 通信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入口、算法、字节路径：P9–12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5E64CA-EF02-45DC-9406-A93EC1BB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C0922D-053A-4167-A89E-03D36048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7252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2FC451-79EB-49BA-950B-7A52052C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收尾与用户流">
            <a:extLst xmlns:a="http://schemas.openxmlformats.org/drawingml/2006/main">
              <a:ext uri="{FF2B5EF4-FFF2-40B4-BE49-F238E27FC236}">
                <a16:creationId xmlns:a16="http://schemas.microsoft.com/office/drawing/2014/main" id="{23BEABC1-09B2-4B4A-B527-7DC4C55F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收尾与用户流</a:t>
            </a:r>
          </a:p>
        </p:txBody>
      </p:sp>
      <p:sp>
        <p:nvSpPr>
          <p:cNvPr id="27" name="主从汇合，发送完成通知&#10;完成依赖：P13">
            <a:extLst xmlns:a="http://schemas.openxmlformats.org/drawingml/2006/main">
              <a:ext uri="{FF2B5EF4-FFF2-40B4-BE49-F238E27FC236}">
                <a16:creationId xmlns:a16="http://schemas.microsoft.com/office/drawing/2014/main" id="{871DFF75-7F00-4E13-8A52-46C65649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主从汇合，发送完成通知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完成依赖：P13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338FA9-D9FD-449D-88F5-1A6B66BD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1FD788-0508-4437-BBAE-6DA71A6B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98017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D9CA6E-6536-4B21-988B-1B588B96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4ECF14-CD8D-432D-A809-F7BA058D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3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417DAC-75EA-4100-ABA4-2938148A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478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5" name="HCCL Host&#10;上层用户流">
            <a:extLst xmlns:a="http://schemas.openxmlformats.org/drawingml/2006/main">
              <a:ext uri="{FF2B5EF4-FFF2-40B4-BE49-F238E27FC236}">
                <a16:creationId xmlns:a16="http://schemas.microsoft.com/office/drawing/2014/main" id="{C0546718-4502-48B6-B7F2-2FFFBB78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9859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上层用户流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EACCF1-8251-4134-9577-13F0C92C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D58E54-DEDC-45BC-AB4D-C4F8A8A7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448753" y="26389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AD66E7-3D65-490E-AD22-FBFDD09E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432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0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7A799AEC-7390-4DE0-9CBD-66B77589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8813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1F4257-ACF6-4283-990F-8D801302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1FA3B7-76DF-4E37-BC45-2C90C098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581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448753" y="35818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B85665-EE36-4F03-91DC-95A1FE04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052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5" name="ACL&#10;Runtime">
            <a:extLst xmlns:a="http://schemas.openxmlformats.org/drawingml/2006/main">
              <a:ext uri="{FF2B5EF4-FFF2-40B4-BE49-F238E27FC236}">
                <a16:creationId xmlns:a16="http://schemas.microsoft.com/office/drawing/2014/main" id="{A57F549B-68C1-411C-B09A-982C447F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433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C33EF1-3DDA-4B9B-951B-AB007372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62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F1DA3E4-FF32-4BEA-9571-C4C5F1B8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362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448753" y="43629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C94468-E38B-463C-95AC-C6E3A15F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053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0" name="HCCL&#10;AICPU 算法">
            <a:extLst xmlns:a="http://schemas.openxmlformats.org/drawingml/2006/main">
              <a:ext uri="{FF2B5EF4-FFF2-40B4-BE49-F238E27FC236}">
                <a16:creationId xmlns:a16="http://schemas.microsoft.com/office/drawing/2014/main" id="{B3A62F65-6281-4819-BC5C-050EDD6D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5434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算法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21EC2A-814F-4EC0-B0C8-767FC4CD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81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99A50F0-CB17-4AED-985C-93B4656A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81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1448753" y="51820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4E1812-68CC-4E20-80A5-B248A41A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482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5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25B369C7-4D15-4C90-A9FF-8EC224BE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863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4694DE6-66C6-48A5-9241-A2CDF277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1FF612F-F303-4630-8E47-BBCCFB59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C7CCD0-33A2-4D20-8C4D-ABA5C81B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718C78A-9482-4A63-BD68-58B7C696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62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B4397F32-2E4A-4CB9-BE43-4D993252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63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56ED82C9-EA2D-48A0-93DD-2F2FED72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917EE9E-D08F-4571-BCC8-2579C664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5" name="HcclAlltoAll">
            <a:extLst xmlns:a="http://schemas.openxmlformats.org/drawingml/2006/main">
              <a:ext uri="{FF2B5EF4-FFF2-40B4-BE49-F238E27FC236}">
                <a16:creationId xmlns:a16="http://schemas.microsoft.com/office/drawing/2014/main" id="{A3C848B6-15D3-44DD-BD7E-CAE32A10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66" name="接收请求，进入 Selector">
            <a:extLst xmlns:a="http://schemas.openxmlformats.org/drawingml/2006/main">
              <a:ext uri="{FF2B5EF4-FFF2-40B4-BE49-F238E27FC236}">
                <a16:creationId xmlns:a16="http://schemas.microsoft.com/office/drawing/2014/main" id="{4398E3BF-C9E2-44FC-BF42-7388B9A5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0268"/>
            <a:ext cx="1714500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接收请求，进入 Selector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44D0DFD-C4E7-46AC-8B07-F261F16C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050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8" name="HcclGetAlgRes">
            <a:extLst xmlns:a="http://schemas.openxmlformats.org/drawingml/2006/main">
              <a:ext uri="{FF2B5EF4-FFF2-40B4-BE49-F238E27FC236}">
                <a16:creationId xmlns:a16="http://schemas.microsoft.com/office/drawing/2014/main" id="{615B170C-F6D4-42D4-8721-EBE147C4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5262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HcclGetAlgRes</a:t>
            </a:r>
          </a:p>
        </p:txBody>
      </p:sp>
      <p:sp>
        <p:nvSpPr>
          <p:cNvPr id="69" name="规划并取得算法资源">
            <a:extLst xmlns:a="http://schemas.openxmlformats.org/drawingml/2006/main">
              <a:ext uri="{FF2B5EF4-FFF2-40B4-BE49-F238E27FC236}">
                <a16:creationId xmlns:a16="http://schemas.microsoft.com/office/drawing/2014/main" id="{CA2AEA7A-A549-438F-ACD9-84F4DDEB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40268"/>
            <a:ext cx="1714500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规划并取得算法资源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01A479A-8B69-468D-BF8B-2BA5D3C1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050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1" name="HcclAicpuKernelEntrance&#10;Launch">
            <a:extLst xmlns:a="http://schemas.openxmlformats.org/drawingml/2006/main">
              <a:ext uri="{FF2B5EF4-FFF2-40B4-BE49-F238E27FC236}">
                <a16:creationId xmlns:a16="http://schemas.microsoft.com/office/drawing/2014/main" id="{8A737222-A78B-4DAC-9837-27A7C9E0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52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HcclAicpuKernelEntrance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Launch</a:t>
            </a:r>
          </a:p>
        </p:txBody>
      </p:sp>
      <p:sp>
        <p:nvSpPr>
          <p:cNvPr id="72" name="组织设备发射">
            <a:extLst xmlns:a="http://schemas.openxmlformats.org/drawingml/2006/main">
              <a:ext uri="{FF2B5EF4-FFF2-40B4-BE49-F238E27FC236}">
                <a16:creationId xmlns:a16="http://schemas.microsoft.com/office/drawing/2014/main" id="{45C6D9DE-6D8E-4BDE-B2CB-382E973C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669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组织设备发射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F7A9E36-7861-4F36-A106-9782C9A2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914525"/>
            <a:ext cx="1866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4" name="用户流后续任务">
            <a:extLst xmlns:a="http://schemas.openxmlformats.org/drawingml/2006/main">
              <a:ext uri="{FF2B5EF4-FFF2-40B4-BE49-F238E27FC236}">
                <a16:creationId xmlns:a16="http://schemas.microsoft.com/office/drawing/2014/main" id="{1F56009A-4D0C-4A5A-84A5-18207540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6215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用户流后续任务</a:t>
            </a:r>
          </a:p>
        </p:txBody>
      </p:sp>
      <p:sp>
        <p:nvSpPr>
          <p:cNvPr id="75" name="Wait 满足后使用 recvBuf">
            <a:extLst xmlns:a="http://schemas.openxmlformats.org/drawingml/2006/main">
              <a:ext uri="{FF2B5EF4-FFF2-40B4-BE49-F238E27FC236}">
                <a16:creationId xmlns:a16="http://schemas.microsoft.com/office/drawing/2014/main" id="{719076AB-D7D2-46EA-9DB4-08760A23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49793"/>
            <a:ext cx="1714500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Wait 满足后使用 recvBuf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84556C7-1499-43D6-B737-AFACCF8A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D2CD444-914D-48D6-88A6-6C2E4DBE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3487103" y="2219802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04FB613-9DC6-45A9-B7F2-398B0047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3D60C7E-D7AB-406B-ABC7-EB2A4C6F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5563553" y="2219802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A613648-9C22-4C91-816C-0D29BBDD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33675"/>
            <a:ext cx="1866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3" name="HcclConfigGetInfo&#10;HcclRankGraphGetLinks">
            <a:extLst xmlns:a="http://schemas.openxmlformats.org/drawingml/2006/main">
              <a:ext uri="{FF2B5EF4-FFF2-40B4-BE49-F238E27FC236}">
                <a16:creationId xmlns:a16="http://schemas.microsoft.com/office/drawing/2014/main" id="{0791D271-A9DB-4619-8040-D80A6470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1300"/>
            <a:ext cx="1714500" cy="264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HcclConfigGetInfo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</p:txBody>
      </p:sp>
      <p:sp>
        <p:nvSpPr>
          <p:cNvPr id="84" name="返回模式配置与可用链路">
            <a:extLst xmlns:a="http://schemas.openxmlformats.org/drawingml/2006/main">
              <a:ext uri="{FF2B5EF4-FFF2-40B4-BE49-F238E27FC236}">
                <a16:creationId xmlns:a16="http://schemas.microsoft.com/office/drawing/2014/main" id="{3D552338-2635-48CE-84A8-91FE3B96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93720"/>
            <a:ext cx="171450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返回模式配置与可用链路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34B0DBF-FF37-4D0F-9F42-F11B1202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7DEC732-CC88-4F73-9C2D-B564830D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" name=""/>
          <p:cNvCxnSpPr>
            <a:stCxn xmlns:a="http://schemas.openxmlformats.org/drawingml/2006/main" id="8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2553177" y="2534603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0CCCCB1-F7E3-4235-983C-6006E3E9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14625"/>
            <a:ext cx="1866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9" name="HcclGetHcclBuffer&#10;HcclThreadAcquireWith&#10;Config&#10;HcclChannelAcquire">
            <a:extLst xmlns:a="http://schemas.openxmlformats.org/drawingml/2006/main">
              <a:ext uri="{FF2B5EF4-FFF2-40B4-BE49-F238E27FC236}">
                <a16:creationId xmlns:a16="http://schemas.microsoft.com/office/drawing/2014/main" id="{DCB2C061-E147-47FC-9AF8-A9B297B2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62250"/>
            <a:ext cx="171450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Config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90" name="CCL 地址、设备队列、Peer 通道">
            <a:extLst xmlns:a="http://schemas.openxmlformats.org/drawingml/2006/main">
              <a:ext uri="{FF2B5EF4-FFF2-40B4-BE49-F238E27FC236}">
                <a16:creationId xmlns:a16="http://schemas.microsoft.com/office/drawing/2014/main" id="{7AA1EB98-382F-494D-A290-CF52690F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97555"/>
            <a:ext cx="1714500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CCL 地址、设备队列、Peer 通道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E757CE5-A884-4BA7-8E25-8E85434B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B1EE3D9-31A7-4AE4-8DF0-0AFBAD25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3" name=""/>
          <p:cNvCxnSpPr>
            <a:stCxn xmlns:a="http://schemas.openxmlformats.org/drawingml/2006/main" id="91" idx="2"/>
            <a:endCxn xmlns:a="http://schemas.openxmlformats.org/drawingml/2006/main" id="92" idx="0"/>
          </p:cNvCxnSpPr>
          <p:nvPr/>
        </p:nvCxnSpPr>
        <p:spPr>
          <a:xfrm xmlns:a="http://schemas.openxmlformats.org/drawingml/2006/main">
            <a:off x="4629627" y="2534603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E152064-6C0E-4A7A-9A20-C4BA7E03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76650"/>
            <a:ext cx="1866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5" name="aclrtLaunchKernelWith&#10;Config">
            <a:extLst xmlns:a="http://schemas.openxmlformats.org/drawingml/2006/main">
              <a:ext uri="{FF2B5EF4-FFF2-40B4-BE49-F238E27FC236}">
                <a16:creationId xmlns:a16="http://schemas.microsoft.com/office/drawing/2014/main" id="{25569EFC-2581-40FE-9BBB-FAAC6B8A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24275"/>
            <a:ext cx="171450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aclrtLaunchKernelWith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Config</a:t>
            </a:r>
          </a:p>
        </p:txBody>
      </p:sp>
      <p:sp>
        <p:nvSpPr>
          <p:cNvPr id="96" name="提交设备入口">
            <a:extLst xmlns:a="http://schemas.openxmlformats.org/drawingml/2006/main">
              <a:ext uri="{FF2B5EF4-FFF2-40B4-BE49-F238E27FC236}">
                <a16:creationId xmlns:a16="http://schemas.microsoft.com/office/drawing/2014/main" id="{8447BC89-6BBD-4D73-9416-A595C61F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34790"/>
            <a:ext cx="1714500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提交设备入口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DEFC152-735D-44BE-BCBF-78F63F82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EC5B89E-6F2E-41DF-8FA4-DC5BD5F7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76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" name=""/>
          <p:cNvCxnSpPr>
            <a:stCxn xmlns:a="http://schemas.openxmlformats.org/drawingml/2006/main" id="97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>
            <a:off x="6706077" y="2534603"/>
            <a:ext cx="0" cy="11420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A9D3A20-EF40-4114-8B0A-977C3DD9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57700"/>
            <a:ext cx="1866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1" name="HcclLaunchAicpuKernel&#10;OpOrchestrate">
            <a:extLst xmlns:a="http://schemas.openxmlformats.org/drawingml/2006/main">
              <a:ext uri="{FF2B5EF4-FFF2-40B4-BE49-F238E27FC236}">
                <a16:creationId xmlns:a16="http://schemas.microsoft.com/office/drawing/2014/main" id="{40AB187D-6A2E-46D9-8E02-7842334C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05325"/>
            <a:ext cx="17145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</p:txBody>
      </p:sp>
      <p:sp>
        <p:nvSpPr>
          <p:cNvPr id="102" name="恢复资源，按块 / Peer 编排">
            <a:extLst xmlns:a="http://schemas.openxmlformats.org/drawingml/2006/main">
              <a:ext uri="{FF2B5EF4-FFF2-40B4-BE49-F238E27FC236}">
                <a16:creationId xmlns:a16="http://schemas.microsoft.com/office/drawing/2014/main" id="{2CF8D780-C7AE-4E6D-8A7A-A5D81E66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06315"/>
            <a:ext cx="1714500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恢复资源，按块 / Peer 编排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D56B895-8DCE-4331-A4AF-42131354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76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5EEB9BC-B7BA-4268-9843-E66D862D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976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5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7640003" y="39771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3EF8B1F-7B6E-4EEA-B5DE-5367C7C4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976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F8BABE3-72F1-41C8-9653-63BC7BF3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" name=""/>
          <p:cNvCxnSpPr>
            <a:stCxn xmlns:a="http://schemas.openxmlformats.org/drawingml/2006/main" id="106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7744302" y="3977641"/>
            <a:ext cx="0" cy="789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55A0873-86CA-4100-9519-C782CB76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CE713A6-9327-4F15-8EB8-1B4556EF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7744778" y="47677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5671240-1886-4B39-A8BC-F7A04FCA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57700"/>
            <a:ext cx="1866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3" name="PostSyncInterThreads">
            <a:extLst xmlns:a="http://schemas.openxmlformats.org/drawingml/2006/main">
              <a:ext uri="{FF2B5EF4-FFF2-40B4-BE49-F238E27FC236}">
                <a16:creationId xmlns:a16="http://schemas.microsoft.com/office/drawing/2014/main" id="{7A2DA214-EB9D-4ABB-985F-7821782C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0532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PostSyncInterThreads</a:t>
            </a:r>
          </a:p>
        </p:txBody>
      </p:sp>
      <p:sp>
        <p:nvSpPr>
          <p:cNvPr id="114" name="当前块内主从 Thread 汇合">
            <a:extLst xmlns:a="http://schemas.openxmlformats.org/drawingml/2006/main">
              <a:ext uri="{FF2B5EF4-FFF2-40B4-BE49-F238E27FC236}">
                <a16:creationId xmlns:a16="http://schemas.microsoft.com/office/drawing/2014/main" id="{27B51C26-90F8-422A-8223-32846303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92968"/>
            <a:ext cx="17145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当前块内主从 Thread 汇合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37CE195-36A6-415D-BDD5-00765E40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FFF7925-993B-4C9A-8E3B-19987C98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7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9716453" y="476774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E27B49D-2078-4ED2-9DCE-8FD2AE4C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76850"/>
            <a:ext cx="18669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9" name="HcommWriteOnThread&#10;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23439FDD-7DC9-47C8-9F2E-BF53177E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24475"/>
            <a:ext cx="1714500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20" name="远端写 CCL，接收端拷至输出">
            <a:extLst xmlns:a="http://schemas.openxmlformats.org/drawingml/2006/main">
              <a:ext uri="{FF2B5EF4-FFF2-40B4-BE49-F238E27FC236}">
                <a16:creationId xmlns:a16="http://schemas.microsoft.com/office/drawing/2014/main" id="{B9F7DBB1-3CE4-4487-A01A-4D09A18E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27370"/>
            <a:ext cx="17145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远端写 CCL，接收端拷至输出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A9E7F6E-2C16-40A5-836E-14A8C484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7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0B32F57-69B6-4C14-96C2-2BC08829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7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3" name=""/>
          <p:cNvCxnSpPr>
            <a:stCxn xmlns:a="http://schemas.openxmlformats.org/drawingml/2006/main" id="121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>
            <a:off x="8782527" y="50777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15BF7FC-6E41-45D6-BAB0-E18E4AD8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276850"/>
            <a:ext cx="18669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5" name="HcommThreadNotifyRecord&#10;OnThread">
            <a:extLst xmlns:a="http://schemas.openxmlformats.org/drawingml/2006/main">
              <a:ext uri="{FF2B5EF4-FFF2-40B4-BE49-F238E27FC236}">
                <a16:creationId xmlns:a16="http://schemas.microsoft.com/office/drawing/2014/main" id="{20B719AE-1C1C-4396-BFDB-18C87339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24475"/>
            <a:ext cx="17145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OnThread</a:t>
            </a:r>
          </a:p>
        </p:txBody>
      </p:sp>
      <p:sp>
        <p:nvSpPr>
          <p:cNvPr id="126" name="全部块编排后通知用户流">
            <a:extLst xmlns:a="http://schemas.openxmlformats.org/drawingml/2006/main">
              <a:ext uri="{FF2B5EF4-FFF2-40B4-BE49-F238E27FC236}">
                <a16:creationId xmlns:a16="http://schemas.microsoft.com/office/drawing/2014/main" id="{55253077-83D9-4AEC-AFFD-C0B96173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631180"/>
            <a:ext cx="17145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全部块编排后通知用户流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BD8945B-8566-4307-9AE3-88EF970B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07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569BDA3-EF5A-42FF-AFF6-E6BF46BA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7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9" name=""/>
          <p:cNvCxnSpPr>
            <a:stCxn xmlns:a="http://schemas.openxmlformats.org/drawingml/2006/main" id="127" idx="2"/>
            <a:endCxn xmlns:a="http://schemas.openxmlformats.org/drawingml/2006/main" id="128" idx="0"/>
          </p:cNvCxnSpPr>
          <p:nvPr/>
        </p:nvCxnSpPr>
        <p:spPr>
          <a:xfrm xmlns:a="http://schemas.openxmlformats.org/drawingml/2006/main">
            <a:off x="10858977" y="50777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4A4FD33-502C-4F19-BB11-0EA6A1C3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13C5646-3D16-4D5E-B697-07A3C48D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130" idx="3"/>
            <a:endCxn xmlns:a="http://schemas.openxmlformats.org/drawingml/2006/main" id="131" idx="1"/>
          </p:cNvCxnSpPr>
          <p:nvPr/>
        </p:nvCxnSpPr>
        <p:spPr>
          <a:xfrm xmlns:a="http://schemas.openxmlformats.org/drawingml/2006/main">
            <a:off x="11792903" y="5624990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569253E-76AD-4D9A-93A0-95C0B4F0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C354499-AABC-4FA6-A229-CC5308C3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214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" name=""/>
          <p:cNvCxnSpPr>
            <a:stCxn xmlns:a="http://schemas.openxmlformats.org/drawingml/2006/main" id="133" idx="0"/>
            <a:endCxn xmlns:a="http://schemas.openxmlformats.org/drawingml/2006/main" id="134" idx="2"/>
          </p:cNvCxnSpPr>
          <p:nvPr/>
        </p:nvCxnSpPr>
        <p:spPr>
          <a:xfrm xmlns:a="http://schemas.openxmlformats.org/drawingml/2006/main" flipV="1">
            <a:off x="11916252" y="2215516"/>
            <a:ext cx="0" cy="34089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4AEDE80-734F-4FDD-B012-BDA8C01E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214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489536A-FEB1-48CA-98EF-A09FDBE8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214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8" name=""/>
          <p:cNvCxnSpPr>
            <a:stCxn xmlns:a="http://schemas.openxmlformats.org/drawingml/2006/main" id="136" idx="1"/>
            <a:endCxn xmlns:a="http://schemas.openxmlformats.org/drawingml/2006/main" id="137" idx="3"/>
          </p:cNvCxnSpPr>
          <p:nvPr/>
        </p:nvCxnSpPr>
        <p:spPr>
          <a:xfrm xmlns:a="http://schemas.openxmlformats.org/drawingml/2006/main" flipH="1">
            <a:off x="11792903" y="2215040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B15698F-13D5-4FB9-A916-201AE0BA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40" name="控制面先备好句柄与地址，数据面再执行拷贝和通知。总览保留主关系，完整 API 与条件见对应页。">
            <a:extLst xmlns:a="http://schemas.openxmlformats.org/drawingml/2006/main">
              <a:ext uri="{FF2B5EF4-FFF2-40B4-BE49-F238E27FC236}">
                <a16:creationId xmlns:a16="http://schemas.microsoft.com/office/drawing/2014/main" id="{56D20E89-4E40-46C9-83E8-87B6487D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控制面先备好句柄与地址，数据面再执行拷贝和通知。总览保留主关系，完整 API 与条件见对应页。</a:t>
            </a:r>
          </a:p>
        </p:txBody>
      </p:sp>
    </p:spTree>
    <p:extLst>
      <p:ext uri="{BB962C8B-B14F-4D97-AF65-F5344CB8AC3E}">
        <p14:creationId xmlns:p14="http://schemas.microsoft.com/office/powerpoint/2010/main" val="5187905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请求接入与 AllToAll 参数整理">
            <a:extLst xmlns:a="http://schemas.openxmlformats.org/drawingml/2006/main">
              <a:ext uri="{FF2B5EF4-FFF2-40B4-BE49-F238E27FC236}">
                <a16:creationId xmlns:a16="http://schemas.microsoft.com/office/drawing/2014/main" id="{CDBC2731-B288-49DD-B585-13EC8344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请求接入与 AllToAll 参数整理</a:t>
            </a:r>
          </a:p>
        </p:txBody>
      </p:sp>
      <p:sp>
        <p:nvSpPr>
          <p:cNvPr id="2" name="HCCL 把等长请求转换成每个 Peer 的数量与位移，再进入共用调度。">
            <a:extLst xmlns:a="http://schemas.openxmlformats.org/drawingml/2006/main">
              <a:ext uri="{FF2B5EF4-FFF2-40B4-BE49-F238E27FC236}">
                <a16:creationId xmlns:a16="http://schemas.microsoft.com/office/drawing/2014/main" id="{8EB69147-8969-404C-8F1D-23A915F6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把等长请求转换成每个 Peer 的数量与位移，再进入共用调度。</a:t>
            </a:r>
          </a:p>
        </p:txBody>
      </p:sp>
      <p:sp>
        <p:nvSpPr>
          <p:cNvPr id="3" name="2 / 13">
            <a:extLst xmlns:a="http://schemas.openxmlformats.org/drawingml/2006/main">
              <a:ext uri="{FF2B5EF4-FFF2-40B4-BE49-F238E27FC236}">
                <a16:creationId xmlns:a16="http://schemas.microsoft.com/office/drawing/2014/main" id="{E2E24648-DD8E-4999-B49E-951C7EB9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2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62E51-AA42-4378-824A-40895916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接收与校验">
            <a:extLst xmlns:a="http://schemas.openxmlformats.org/drawingml/2006/main">
              <a:ext uri="{FF2B5EF4-FFF2-40B4-BE49-F238E27FC236}">
                <a16:creationId xmlns:a16="http://schemas.microsoft.com/office/drawing/2014/main" id="{0400FA5B-84D4-4B06-AAF0-528A7EA0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接收与校验</a:t>
            </a:r>
          </a:p>
        </p:txBody>
      </p:sp>
      <p:sp>
        <p:nvSpPr>
          <p:cNvPr id="6" name="输入：地址、count、type、comm、stream">
            <a:extLst xmlns:a="http://schemas.openxmlformats.org/drawingml/2006/main">
              <a:ext uri="{FF2B5EF4-FFF2-40B4-BE49-F238E27FC236}">
                <a16:creationId xmlns:a16="http://schemas.microsoft.com/office/drawing/2014/main" id="{8B13810C-44BD-4B65-B858-B6D0B8FE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输入：地址、count、type、comm、stream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62199-0887-4011-BB26-316EC12C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查询通信域">
            <a:extLst xmlns:a="http://schemas.openxmlformats.org/drawingml/2006/main">
              <a:ext uri="{FF2B5EF4-FFF2-40B4-BE49-F238E27FC236}">
                <a16:creationId xmlns:a16="http://schemas.microsoft.com/office/drawing/2014/main" id="{3090D6BE-AA7C-41A3-80B0-4BB3B2C0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查询通信域</a:t>
            </a:r>
          </a:p>
        </p:txBody>
      </p:sp>
      <p:sp>
        <p:nvSpPr>
          <p:cNvPr id="9" name="取得成员数、域名与本 Rank">
            <a:extLst xmlns:a="http://schemas.openxmlformats.org/drawingml/2006/main">
              <a:ext uri="{FF2B5EF4-FFF2-40B4-BE49-F238E27FC236}">
                <a16:creationId xmlns:a16="http://schemas.microsoft.com/office/drawing/2014/main" id="{9CB140EB-7055-4D75-B753-D732ABCF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取得成员数、域名与本 Rank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991F5-FDF4-4C5E-9B2F-1276E142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7959E-BB71-4141-9A0C-5A7CAA86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8DBBC-9307-4F4C-BB11-35FBDBAF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转换收发数组">
            <a:extLst xmlns:a="http://schemas.openxmlformats.org/drawingml/2006/main">
              <a:ext uri="{FF2B5EF4-FFF2-40B4-BE49-F238E27FC236}">
                <a16:creationId xmlns:a16="http://schemas.microsoft.com/office/drawing/2014/main" id="{A2EBBB87-DAAF-4564-B179-973AD87D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转换收发数组</a:t>
            </a:r>
          </a:p>
        </p:txBody>
      </p:sp>
      <p:sp>
        <p:nvSpPr>
          <p:cNvPr id="15" name="生成 counts 与 displacements">
            <a:extLst xmlns:a="http://schemas.openxmlformats.org/drawingml/2006/main">
              <a:ext uri="{FF2B5EF4-FFF2-40B4-BE49-F238E27FC236}">
                <a16:creationId xmlns:a16="http://schemas.microsoft.com/office/drawing/2014/main" id="{836515F8-9D5A-47F7-AA38-7FE569A5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生成 counts 与 displacements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99FEAE-C4FB-4F37-96B6-EBFB107B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CEF401-9BC0-429C-82A3-40A37567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6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32502F-FF7B-4637-B0FC-DD522A81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进入共用调度">
            <a:extLst xmlns:a="http://schemas.openxmlformats.org/drawingml/2006/main">
              <a:ext uri="{FF2B5EF4-FFF2-40B4-BE49-F238E27FC236}">
                <a16:creationId xmlns:a16="http://schemas.microsoft.com/office/drawing/2014/main" id="{56CAE365-5CEF-4788-98E8-F11E85D8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进入共用调度</a:t>
            </a:r>
          </a:p>
        </p:txBody>
      </p:sp>
      <p:sp>
        <p:nvSpPr>
          <p:cNvPr id="21" name="ALLTOALL 类型保持不变，继续 P3">
            <a:extLst xmlns:a="http://schemas.openxmlformats.org/drawingml/2006/main">
              <a:ext uri="{FF2B5EF4-FFF2-40B4-BE49-F238E27FC236}">
                <a16:creationId xmlns:a16="http://schemas.microsoft.com/office/drawing/2014/main" id="{A664C120-B3D4-4DB5-ADDC-602191F4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ALLTOALL 类型保持不变，继续 P3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5CAD58-8798-4A09-ABE7-B1C56AEB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93AF5D-40DD-4396-8A72-CD3AB398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4F33CB-8F10-4531-A57F-AEB5F0B7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12B987-7BFE-47B5-91A6-5D32C025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ACD26F-4472-4B1D-BF2A-A88F8F8D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050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上层&#10;调用方">
            <a:extLst xmlns:a="http://schemas.openxmlformats.org/drawingml/2006/main">
              <a:ext uri="{FF2B5EF4-FFF2-40B4-BE49-F238E27FC236}">
                <a16:creationId xmlns:a16="http://schemas.microsoft.com/office/drawing/2014/main" id="{CF9BE580-3B34-4DB9-8EDD-4588C2F4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9431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上层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调用方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F81B4C-4387-4D4A-9903-A4C41FD6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52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466C8F-8035-41E2-94E0-5E617935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552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5531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510128-2CDB-4855-9A51-F8282557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3432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E3A84AED-0FEA-4DC2-A07F-FA002731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3813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1164D8-5E55-4A72-833A-502642C1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9DE8D6-E884-4EC5-8A32-0B642442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46677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5F3E52-8AA1-4647-9BDE-F443D2CA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0911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2DA76B50-9B77-4C68-997D-9146896C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1292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A6D8AA-9FC2-4C4E-A280-548C97B9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258AC6-25EE-4230-A38C-D74B807F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6233D2-D805-433F-9EC1-4306F8FD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B52B91-7BF8-441E-98AA-F7CA4C2F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123AB105-0B8E-4197-8DC7-7736EC3C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FD905CA4-5F2D-4C8A-8360-65AF7CB3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53692B-29E1-4229-9B9C-9D7AE1A3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14525"/>
            <a:ext cx="2386013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AllToAll 请求">
            <a:extLst xmlns:a="http://schemas.openxmlformats.org/drawingml/2006/main">
              <a:ext uri="{FF2B5EF4-FFF2-40B4-BE49-F238E27FC236}">
                <a16:creationId xmlns:a16="http://schemas.microsoft.com/office/drawing/2014/main" id="{B54D5082-9383-4198-BD0F-9F9267CC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621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 请求</a:t>
            </a:r>
          </a:p>
        </p:txBody>
      </p:sp>
      <p:sp>
        <p:nvSpPr>
          <p:cNvPr id="50" name="本例每个目标 2 个 FP32">
            <a:extLst xmlns:a="http://schemas.openxmlformats.org/drawingml/2006/main">
              <a:ext uri="{FF2B5EF4-FFF2-40B4-BE49-F238E27FC236}">
                <a16:creationId xmlns:a16="http://schemas.microsoft.com/office/drawing/2014/main" id="{3AFAA114-8F72-427E-9886-79C371D8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9793"/>
            <a:ext cx="2233613" cy="240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本例每个目标 2 个 FP32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60EDD8-506B-47DE-8800-E7A37987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62250"/>
            <a:ext cx="2386013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AlltoAll">
            <a:extLst xmlns:a="http://schemas.openxmlformats.org/drawingml/2006/main">
              <a:ext uri="{FF2B5EF4-FFF2-40B4-BE49-F238E27FC236}">
                <a16:creationId xmlns:a16="http://schemas.microsoft.com/office/drawing/2014/main" id="{BD568FCB-F90C-4916-BEAC-38230964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098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53" name="接收全互换请求">
            <a:extLst xmlns:a="http://schemas.openxmlformats.org/drawingml/2006/main">
              <a:ext uri="{FF2B5EF4-FFF2-40B4-BE49-F238E27FC236}">
                <a16:creationId xmlns:a16="http://schemas.microsoft.com/office/drawing/2014/main" id="{5D43870C-67A0-4080-9021-2327E6F6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97518"/>
            <a:ext cx="2233613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接收全互换请求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A9FD33-2062-4C9C-8557-5B2DFB95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43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F8D9BF0-6D9B-42B1-B7E2-3953EDD5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439353"/>
            <a:ext cx="0" cy="322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DB50823-6347-4886-B60A-5C09506E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433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CheckAlltoAllInputPara">
            <a:extLst xmlns:a="http://schemas.openxmlformats.org/drawingml/2006/main">
              <a:ext uri="{FF2B5EF4-FFF2-40B4-BE49-F238E27FC236}">
                <a16:creationId xmlns:a16="http://schemas.microsoft.com/office/drawing/2014/main" id="{5AB5B934-0805-470C-9FE3-BD323E0E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90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CheckAlltoAllInputPara</a:t>
            </a:r>
          </a:p>
        </p:txBody>
      </p:sp>
      <p:sp>
        <p:nvSpPr>
          <p:cNvPr id="59" name="检查地址、类型、数量与通信域">
            <a:extLst xmlns:a="http://schemas.openxmlformats.org/drawingml/2006/main">
              <a:ext uri="{FF2B5EF4-FFF2-40B4-BE49-F238E27FC236}">
                <a16:creationId xmlns:a16="http://schemas.microsoft.com/office/drawing/2014/main" id="{619BC2E1-35F5-4904-91EF-B153D2CE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8593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检查地址、类型、数量与通信域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8F4B03B-E199-4C1C-834F-FE5AA29F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95851BC-823F-45F7-BFA6-694784A9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812733" y="3420428"/>
            <a:ext cx="0" cy="322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3F0F4A0-0189-42CB-9A0F-F486101A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743450"/>
            <a:ext cx="238601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HcclGetRankSize">
            <a:extLst xmlns:a="http://schemas.openxmlformats.org/drawingml/2006/main">
              <a:ext uri="{FF2B5EF4-FFF2-40B4-BE49-F238E27FC236}">
                <a16:creationId xmlns:a16="http://schemas.microsoft.com/office/drawing/2014/main" id="{D5B310B9-3F2C-4A8D-A2C3-FAD1E533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7910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HcclGetRankSize</a:t>
            </a:r>
          </a:p>
        </p:txBody>
      </p:sp>
      <p:sp>
        <p:nvSpPr>
          <p:cNvPr id="65" name="成员数 = 4（拓扑）">
            <a:extLst xmlns:a="http://schemas.openxmlformats.org/drawingml/2006/main">
              <a:ext uri="{FF2B5EF4-FFF2-40B4-BE49-F238E27FC236}">
                <a16:creationId xmlns:a16="http://schemas.microsoft.com/office/drawing/2014/main" id="{D644A32A-4F68-473A-8CC7-B788047C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940618"/>
            <a:ext cx="2233613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成员数 = 4（拓扑）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A15AE24-9B13-4C71-A1DF-4F4EEF5F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172075"/>
            <a:ext cx="238601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7" name="HcclGetCommName">
            <a:extLst xmlns:a="http://schemas.openxmlformats.org/drawingml/2006/main">
              <a:ext uri="{FF2B5EF4-FFF2-40B4-BE49-F238E27FC236}">
                <a16:creationId xmlns:a16="http://schemas.microsoft.com/office/drawing/2014/main" id="{C4E26B02-37E9-45CA-BD90-382A0BF2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219700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HcclGetCommName</a:t>
            </a:r>
          </a:p>
        </p:txBody>
      </p:sp>
      <p:sp>
        <p:nvSpPr>
          <p:cNvPr id="68" name="通信域名称（域资源）">
            <a:extLst xmlns:a="http://schemas.openxmlformats.org/drawingml/2006/main">
              <a:ext uri="{FF2B5EF4-FFF2-40B4-BE49-F238E27FC236}">
                <a16:creationId xmlns:a16="http://schemas.microsoft.com/office/drawing/2014/main" id="{6B5DCB1F-FD19-43B9-B47E-8DD61BFC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69243"/>
            <a:ext cx="2233613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通信域名称（域资源）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6EF22F7-DDE0-4E68-B654-D3513D6A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600700"/>
            <a:ext cx="238601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GetRankId">
            <a:extLst xmlns:a="http://schemas.openxmlformats.org/drawingml/2006/main">
              <a:ext uri="{FF2B5EF4-FFF2-40B4-BE49-F238E27FC236}">
                <a16:creationId xmlns:a16="http://schemas.microsoft.com/office/drawing/2014/main" id="{F7FBAC9B-A92C-485C-8CEE-9614E683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64832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HcclGetRankId</a:t>
            </a:r>
          </a:p>
        </p:txBody>
      </p:sp>
      <p:sp>
        <p:nvSpPr>
          <p:cNvPr id="71" name="本端编号 = 0（拓扑）">
            <a:extLst xmlns:a="http://schemas.openxmlformats.org/drawingml/2006/main">
              <a:ext uri="{FF2B5EF4-FFF2-40B4-BE49-F238E27FC236}">
                <a16:creationId xmlns:a16="http://schemas.microsoft.com/office/drawing/2014/main" id="{2EC4AAD3-64E9-407F-8069-5CA58ECF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797868"/>
            <a:ext cx="2233613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本端编号 = 0（拓扑）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E0E25A4-DB13-4937-A1BF-79E50E49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279EAA0-2FD6-49A7-A3B1-B9654F00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4006216" y="40581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A132357-35D7-4048-9BAA-CE0FF244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B6DEE9E-EBD8-4B9F-B916-1D9209EB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" name=""/>
          <p:cNvCxnSpPr>
            <a:stCxn xmlns:a="http://schemas.openxmlformats.org/drawingml/2006/main" id="75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>
            <a:off x="4110515" y="4058603"/>
            <a:ext cx="0" cy="12992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BC5E81F-90AE-4790-8D73-06DF357C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76665D9-6FA3-455F-B696-06A0C47C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" name=""/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4110991" y="53582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8A77B97-D1E1-42B2-87F0-9C76E7A0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71825"/>
            <a:ext cx="2386013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2" name="ConvertAlltoAllParam">
            <a:extLst xmlns:a="http://schemas.openxmlformats.org/drawingml/2006/main">
              <a:ext uri="{FF2B5EF4-FFF2-40B4-BE49-F238E27FC236}">
                <a16:creationId xmlns:a16="http://schemas.microsoft.com/office/drawing/2014/main" id="{452A14FE-E8CB-496B-9976-6DD2EEDF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219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ConvertAlltoAllParam</a:t>
            </a:r>
          </a:p>
        </p:txBody>
      </p:sp>
      <p:sp>
        <p:nvSpPr>
          <p:cNvPr id="83" name="counts=[2,2,2,2]&#10;位移=[0,2,4,6]，单位为元素">
            <a:extLst xmlns:a="http://schemas.openxmlformats.org/drawingml/2006/main">
              <a:ext uri="{FF2B5EF4-FFF2-40B4-BE49-F238E27FC236}">
                <a16:creationId xmlns:a16="http://schemas.microsoft.com/office/drawing/2014/main" id="{032180F2-AF5A-43C5-93DD-A704F097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07093"/>
            <a:ext cx="2233613" cy="517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counts=[2,2,2,2]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位移=[0,2,4,6]，单位为元素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60CBFC4-5BA8-4782-A808-7CFF5B4D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9B0008F-2630-49A5-9AD5-C95A05F2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6601778" y="53582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1375DBA-46DD-4373-AA10-2DE2B61C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FB96CD7-1CFA-4649-A430-C58F71CF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" name=""/>
          <p:cNvCxnSpPr>
            <a:stCxn xmlns:a="http://schemas.openxmlformats.org/drawingml/2006/main" id="87" idx="0"/>
            <a:endCxn xmlns:a="http://schemas.openxmlformats.org/drawingml/2006/main" id="88" idx="2"/>
          </p:cNvCxnSpPr>
          <p:nvPr/>
        </p:nvCxnSpPr>
        <p:spPr>
          <a:xfrm xmlns:a="http://schemas.openxmlformats.org/drawingml/2006/main" flipV="1">
            <a:off x="6706077" y="3572828"/>
            <a:ext cx="0" cy="178498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2199C7F-5296-4A9D-8D3E-33E6BCB9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8C91E5C-3433-403B-8174-91762A4A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6706553" y="35723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73C81C3-0971-4637-B128-B49B4658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714625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AlltoAllVOutPlace">
            <a:extLst xmlns:a="http://schemas.openxmlformats.org/drawingml/2006/main">
              <a:ext uri="{FF2B5EF4-FFF2-40B4-BE49-F238E27FC236}">
                <a16:creationId xmlns:a16="http://schemas.microsoft.com/office/drawing/2014/main" id="{C4D366FC-FD24-418E-B87E-688E3216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762250"/>
            <a:ext cx="2233613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AlltoAllVOutPlace</a:t>
            </a:r>
          </a:p>
        </p:txBody>
      </p:sp>
      <p:sp>
        <p:nvSpPr>
          <p:cNvPr id="95" name="进入共用非原地实现">
            <a:extLst xmlns:a="http://schemas.openxmlformats.org/drawingml/2006/main">
              <a:ext uri="{FF2B5EF4-FFF2-40B4-BE49-F238E27FC236}">
                <a16:creationId xmlns:a16="http://schemas.microsoft.com/office/drawing/2014/main" id="{0849DFD0-D9C9-4262-83E5-AE32BECF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944178"/>
            <a:ext cx="223361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进入共用非原地实现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7EBA18F-C421-4C5F-B96F-C75B95AB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381375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7" name="AlltoAllVOutPlaceCommon">
            <a:extLst xmlns:a="http://schemas.openxmlformats.org/drawingml/2006/main">
              <a:ext uri="{FF2B5EF4-FFF2-40B4-BE49-F238E27FC236}">
                <a16:creationId xmlns:a16="http://schemas.microsoft.com/office/drawing/2014/main" id="{524E28FF-1043-4605-9D22-CF85A565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429000"/>
            <a:ext cx="2233613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AlltoAllVOutPlaceCommon</a:t>
            </a:r>
          </a:p>
        </p:txBody>
      </p:sp>
      <p:sp>
        <p:nvSpPr>
          <p:cNvPr id="98" name="组织参数处理与调度">
            <a:extLst xmlns:a="http://schemas.openxmlformats.org/drawingml/2006/main">
              <a:ext uri="{FF2B5EF4-FFF2-40B4-BE49-F238E27FC236}">
                <a16:creationId xmlns:a16="http://schemas.microsoft.com/office/drawing/2014/main" id="{44DE0DD7-AD90-4205-8288-7C834957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610928"/>
            <a:ext cx="223361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组织参数处理与调度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32BD956-2711-48C1-8B78-0C4AE4E4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048125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0" name="AlltoAllVConstructOpParam">
            <a:extLst xmlns:a="http://schemas.openxmlformats.org/drawingml/2006/main">
              <a:ext uri="{FF2B5EF4-FFF2-40B4-BE49-F238E27FC236}">
                <a16:creationId xmlns:a16="http://schemas.microsoft.com/office/drawing/2014/main" id="{72A63187-3982-478C-A453-7C4A830E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095750"/>
            <a:ext cx="2233613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</a:p>
        </p:txBody>
      </p:sp>
      <p:sp>
        <p:nvSpPr>
          <p:cNvPr id="101" name="封装地址、stream、数量与位移">
            <a:extLst xmlns:a="http://schemas.openxmlformats.org/drawingml/2006/main">
              <a:ext uri="{FF2B5EF4-FFF2-40B4-BE49-F238E27FC236}">
                <a16:creationId xmlns:a16="http://schemas.microsoft.com/office/drawing/2014/main" id="{041473EA-B8D2-47BB-800C-C38DF84F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277678"/>
            <a:ext cx="223361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封装地址、stream、数量与位移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2EDD70B-4CB0-43F1-AB26-53D188A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4C526E5-08F0-4A9B-AC4A-B422E13F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" name=""/>
          <p:cNvCxnSpPr>
            <a:stCxn xmlns:a="http://schemas.openxmlformats.org/drawingml/2006/main" id="102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>
            <a:off x="9197341" y="35723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26F43D0-3A7E-498C-BB47-56E3CA32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949E90F-A483-45E0-9B97-0A6F0EB4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995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5" name=""/>
          <p:cNvCxnSpPr>
            <a:stCxn xmlns:a="http://schemas.openxmlformats.org/drawingml/2006/main" id="105" idx="0"/>
            <a:endCxn xmlns:a="http://schemas.openxmlformats.org/drawingml/2006/main" id="106" idx="2"/>
          </p:cNvCxnSpPr>
          <p:nvPr/>
        </p:nvCxnSpPr>
        <p:spPr>
          <a:xfrm xmlns:a="http://schemas.openxmlformats.org/drawingml/2006/main" flipV="1">
            <a:off x="9301640" y="2996566"/>
            <a:ext cx="0" cy="57530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D400582-D3F1-45A1-ABE7-40D1FC0D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995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9695443-B670-447A-AA5F-6F9A0B1E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995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8" name=""/>
          <p:cNvCxnSpPr>
            <a:stCxn xmlns:a="http://schemas.openxmlformats.org/drawingml/2006/main" id="108" idx="3"/>
            <a:endCxn xmlns:a="http://schemas.openxmlformats.org/drawingml/2006/main" id="109" idx="1"/>
          </p:cNvCxnSpPr>
          <p:nvPr/>
        </p:nvCxnSpPr>
        <p:spPr>
          <a:xfrm xmlns:a="http://schemas.openxmlformats.org/drawingml/2006/main">
            <a:off x="9302116" y="2996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B0FF6AC-FEFD-453C-ADA0-E924913F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AC8D9DC-58A6-4976-BC04-8F1B36A8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1" name=""/>
          <p:cNvCxnSpPr>
            <a:stCxn xmlns:a="http://schemas.openxmlformats.org/drawingml/2006/main" id="111" idx="2"/>
            <a:endCxn xmlns:a="http://schemas.openxmlformats.org/drawingml/2006/main" id="112" idx="0"/>
          </p:cNvCxnSpPr>
          <p:nvPr/>
        </p:nvCxnSpPr>
        <p:spPr>
          <a:xfrm xmlns:a="http://schemas.openxmlformats.org/drawingml/2006/main">
            <a:off x="10599421" y="3277553"/>
            <a:ext cx="0" cy="1038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6EAA931-A9BD-489F-B988-4902DF9C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943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8178DCC-5094-4DD7-9D7D-CAC143FD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4" name=""/>
          <p:cNvCxnSpPr>
            <a:stCxn xmlns:a="http://schemas.openxmlformats.org/drawingml/2006/main" id="114" idx="2"/>
            <a:endCxn xmlns:a="http://schemas.openxmlformats.org/drawingml/2006/main" id="115" idx="0"/>
          </p:cNvCxnSpPr>
          <p:nvPr/>
        </p:nvCxnSpPr>
        <p:spPr>
          <a:xfrm xmlns:a="http://schemas.openxmlformats.org/drawingml/2006/main">
            <a:off x="10599421" y="3944303"/>
            <a:ext cx="0" cy="1038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BF9D3A1-A93D-48E3-B080-43F7CB26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8" name="4 个 Rank × 每目标 2 个 FP32：每个 Rank 总输入 8 个 FP32。AllToAll 复用 AllToAllV 框架，不改算子类型。">
            <a:extLst xmlns:a="http://schemas.openxmlformats.org/drawingml/2006/main">
              <a:ext uri="{FF2B5EF4-FFF2-40B4-BE49-F238E27FC236}">
                <a16:creationId xmlns:a16="http://schemas.microsoft.com/office/drawing/2014/main" id="{82FE2CFC-1A2A-4BB6-82D0-3D580D1C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4 个 Rank × 每目标 2 个 FP32：每个 Rank 总输入 8 个 FP32。AllToAll 复用 AllToAllV 框架，不改算子类型。</a:t>
            </a:r>
          </a:p>
        </p:txBody>
      </p:sp>
    </p:spTree>
    <p:extLst>
      <p:ext uri="{BB962C8B-B14F-4D97-AF65-F5344CB8AC3E}">
        <p14:creationId xmlns:p14="http://schemas.microsoft.com/office/powerpoint/2010/main" val="7809686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8" name="展开模式、拓扑与算法选择">
            <a:extLst xmlns:a="http://schemas.openxmlformats.org/drawingml/2006/main">
              <a:ext uri="{FF2B5EF4-FFF2-40B4-BE49-F238E27FC236}">
                <a16:creationId xmlns:a16="http://schemas.microsoft.com/office/drawing/2014/main" id="{574C5E6C-1BF2-4D7E-9E42-BB315E6F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展开模式、拓扑与算法选择</a:t>
            </a:r>
          </a:p>
        </p:txBody>
      </p:sp>
      <p:sp>
        <p:nvSpPr>
          <p:cNvPr id="2" name="本分析固定 AICPU_TS。拓扑缓存未命中时才发起下方的 RankGraph 查询。">
            <a:extLst xmlns:a="http://schemas.openxmlformats.org/drawingml/2006/main">
              <a:ext uri="{FF2B5EF4-FFF2-40B4-BE49-F238E27FC236}">
                <a16:creationId xmlns:a16="http://schemas.microsoft.com/office/drawing/2014/main" id="{58F2AA2A-9380-4397-9864-3BCB5F43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本分析固定 AICPU_TS。拓扑缓存未命中时才发起下方的 RankGraph 查询。</a:t>
            </a:r>
          </a:p>
        </p:txBody>
      </p:sp>
      <p:sp>
        <p:nvSpPr>
          <p:cNvPr id="3" name="3 / 13">
            <a:extLst xmlns:a="http://schemas.openxmlformats.org/drawingml/2006/main">
              <a:ext uri="{FF2B5EF4-FFF2-40B4-BE49-F238E27FC236}">
                <a16:creationId xmlns:a16="http://schemas.microsoft.com/office/drawing/2014/main" id="{D0EAA20F-9051-47C2-A55A-9D03C7B0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3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E0FF9-82F8-4432-B9B0-C9E66940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读取展开配置">
            <a:extLst xmlns:a="http://schemas.openxmlformats.org/drawingml/2006/main">
              <a:ext uri="{FF2B5EF4-FFF2-40B4-BE49-F238E27FC236}">
                <a16:creationId xmlns:a16="http://schemas.microsoft.com/office/drawing/2014/main" id="{0D8E2D8A-D9D3-4B89-A542-E2E01D73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读取展开配置</a:t>
            </a:r>
          </a:p>
        </p:txBody>
      </p:sp>
      <p:sp>
        <p:nvSpPr>
          <p:cNvPr id="6" name="决定算法编排位于 Host 还是 AICPU">
            <a:extLst xmlns:a="http://schemas.openxmlformats.org/drawingml/2006/main">
              <a:ext uri="{FF2B5EF4-FFF2-40B4-BE49-F238E27FC236}">
                <a16:creationId xmlns:a16="http://schemas.microsoft.com/office/drawing/2014/main" id="{950243DC-8A99-483E-B039-5554138C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决定算法编排位于 Host 还是 AICPU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07AB1-4638-422C-9215-0DD2EE92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检查域与缓存">
            <a:extLst xmlns:a="http://schemas.openxmlformats.org/drawingml/2006/main">
              <a:ext uri="{FF2B5EF4-FFF2-40B4-BE49-F238E27FC236}">
                <a16:creationId xmlns:a16="http://schemas.microsoft.com/office/drawing/2014/main" id="{92CC12FF-A1F8-42D1-9E54-E093C013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检查域与缓存</a:t>
            </a:r>
          </a:p>
        </p:txBody>
      </p:sp>
      <p:sp>
        <p:nvSpPr>
          <p:cNvPr id="9" name="能力支持时查域状态，再取拓扑上下文">
            <a:extLst xmlns:a="http://schemas.openxmlformats.org/drawingml/2006/main">
              <a:ext uri="{FF2B5EF4-FFF2-40B4-BE49-F238E27FC236}">
                <a16:creationId xmlns:a16="http://schemas.microsoft.com/office/drawing/2014/main" id="{2A36DE34-774D-4F60-84E0-743FFA59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能力支持时查域状态，再取拓扑上下文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C5E87-9B01-46E4-B33E-041181F4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DC70F-8F9E-428F-A5FC-1FA3A5F2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88E752-8799-40D1-898A-99F04268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补齐拓扑说明">
            <a:extLst xmlns:a="http://schemas.openxmlformats.org/drawingml/2006/main">
              <a:ext uri="{FF2B5EF4-FFF2-40B4-BE49-F238E27FC236}">
                <a16:creationId xmlns:a16="http://schemas.microsoft.com/office/drawing/2014/main" id="{B056B2F5-1CB4-42AE-A09D-CA8497A3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补齐拓扑说明</a:t>
            </a:r>
          </a:p>
        </p:txBody>
      </p:sp>
      <p:sp>
        <p:nvSpPr>
          <p:cNvPr id="15" name="仅未命中时，按构造需要查询">
            <a:extLst xmlns:a="http://schemas.openxmlformats.org/drawingml/2006/main">
              <a:ext uri="{FF2B5EF4-FFF2-40B4-BE49-F238E27FC236}">
                <a16:creationId xmlns:a16="http://schemas.microsoft.com/office/drawing/2014/main" id="{1A0CB99A-D7DF-462A-989A-91A8AD34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仅未命中时，按构造需要查询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8F097-0B06-4939-BDC9-79F8C186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8CEB50-9D93-483E-B669-8300AC26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A0396E-B290-4EC1-8058-F7A25F55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确定执行器">
            <a:extLst xmlns:a="http://schemas.openxmlformats.org/drawingml/2006/main">
              <a:ext uri="{FF2B5EF4-FFF2-40B4-BE49-F238E27FC236}">
                <a16:creationId xmlns:a16="http://schemas.microsoft.com/office/drawing/2014/main" id="{C91ACCE6-FF77-436A-BC84-9B22B14D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确定执行器</a:t>
            </a:r>
          </a:p>
        </p:txBody>
      </p:sp>
      <p:sp>
        <p:nvSpPr>
          <p:cNvPr id="21" name="选择普通 Mesh，进入资源准备">
            <a:extLst xmlns:a="http://schemas.openxmlformats.org/drawingml/2006/main">
              <a:ext uri="{FF2B5EF4-FFF2-40B4-BE49-F238E27FC236}">
                <a16:creationId xmlns:a16="http://schemas.microsoft.com/office/drawing/2014/main" id="{92E552A3-DD77-4FFB-B0FE-27BBE978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选择普通 Mesh，进入资源准备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DA1E9E-F4CE-44E6-9006-00F0666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DA312E-1B2E-4ED8-A622-D3B5EE6E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D299DC-90E7-471D-90AD-EF700E28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72CDE6-F86C-4A53-BD55-C4329DB1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AF4CC8-8A8D-47CF-978A-FC2EC6AB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288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9A56F81E-145E-405D-BA62-E4BA6C76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4669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1C40AC-D208-45AD-AA78-6F4722EE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E69CD5-4E65-4F43-917D-D379EE42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6009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C2FCC2-E721-4B25-98FE-93A54A5A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766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域资源管理">
            <a:extLst xmlns:a="http://schemas.openxmlformats.org/drawingml/2006/main">
              <a:ext uri="{FF2B5EF4-FFF2-40B4-BE49-F238E27FC236}">
                <a16:creationId xmlns:a16="http://schemas.microsoft.com/office/drawing/2014/main" id="{2897F95F-1C24-47F7-96F6-8395829E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9147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域资源管理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4EF53E-CB09-4D8E-9186-9A97B854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86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CA29F1-3C28-4D12-A61B-A0A6FCB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86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46867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AC8869-8AE4-4E8A-B347-5EDDAC84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1006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HCOMM&#10;拓扑管理">
            <a:extLst xmlns:a="http://schemas.openxmlformats.org/drawingml/2006/main">
              <a:ext uri="{FF2B5EF4-FFF2-40B4-BE49-F238E27FC236}">
                <a16:creationId xmlns:a16="http://schemas.microsoft.com/office/drawing/2014/main" id="{25E12DA9-9176-487C-9D8D-0C66AE84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1387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拓扑管理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70C5DD-3950-48D7-BDAD-1CDBA54A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CB3CF8-6003-4703-8D66-5DBCD3FA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71FDA5-2A77-4332-91AD-A8381561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B659A3-454C-4356-88BD-3ABFFBD3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187D065C-2F70-43C2-B13E-65DFF4E6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393CC924-1E0C-419E-B97E-2CF8D334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453F60-B97C-43D1-B3EC-4AC4FD1E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62150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clGetOpExpansionMode">
            <a:extLst xmlns:a="http://schemas.openxmlformats.org/drawingml/2006/main">
              <a:ext uri="{FF2B5EF4-FFF2-40B4-BE49-F238E27FC236}">
                <a16:creationId xmlns:a16="http://schemas.microsoft.com/office/drawing/2014/main" id="{1689F8E6-0688-41D7-8C28-9910266B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097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HcclGetOpExpansionMode</a:t>
            </a:r>
          </a:p>
        </p:txBody>
      </p:sp>
      <p:sp>
        <p:nvSpPr>
          <p:cNvPr id="50" name="解释通信域展开配置">
            <a:extLst xmlns:a="http://schemas.openxmlformats.org/drawingml/2006/main">
              <a:ext uri="{FF2B5EF4-FFF2-40B4-BE49-F238E27FC236}">
                <a16:creationId xmlns:a16="http://schemas.microsoft.com/office/drawing/2014/main" id="{659724C3-CF15-4E40-8285-D2C14349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97418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解释通信域展开配置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86C2D2B-A2BD-4525-BCB8-B85C666F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909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ConfigGetInfo">
            <a:extLst xmlns:a="http://schemas.openxmlformats.org/drawingml/2006/main">
              <a:ext uri="{FF2B5EF4-FFF2-40B4-BE49-F238E27FC236}">
                <a16:creationId xmlns:a16="http://schemas.microsoft.com/office/drawing/2014/main" id="{6E16C7F9-0E8F-4AA1-8382-592624C0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385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HcclConfigGetInfo</a:t>
            </a:r>
          </a:p>
        </p:txBody>
      </p:sp>
      <p:sp>
        <p:nvSpPr>
          <p:cNvPr id="53" name="返回 AICPU_TS 配置">
            <a:extLst xmlns:a="http://schemas.openxmlformats.org/drawingml/2006/main">
              <a:ext uri="{FF2B5EF4-FFF2-40B4-BE49-F238E27FC236}">
                <a16:creationId xmlns:a16="http://schemas.microsoft.com/office/drawing/2014/main" id="{DDCD6556-8548-4033-8533-F19C32B2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262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返回 AICPU_TS 配置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5D26582-6D27-4F28-8F3C-476F3D37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623F412-33B6-454F-9C0E-32A53494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790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591753"/>
            <a:ext cx="0" cy="1199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61D23F2-E942-42C5-9B77-2D13ABD7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145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AlltoAllVExecDispatch / Selector">
            <a:extLst xmlns:a="http://schemas.openxmlformats.org/drawingml/2006/main">
              <a:ext uri="{FF2B5EF4-FFF2-40B4-BE49-F238E27FC236}">
                <a16:creationId xmlns:a16="http://schemas.microsoft.com/office/drawing/2014/main" id="{C8A83B53-5338-438E-96D6-F07C21F0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62150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AlltoAllVExecDispatch / Selector</a:t>
            </a:r>
          </a:p>
        </p:txBody>
      </p:sp>
      <p:sp>
        <p:nvSpPr>
          <p:cNvPr id="59" name="统筹算法选择">
            <a:extLst xmlns:a="http://schemas.openxmlformats.org/drawingml/2006/main">
              <a:ext uri="{FF2B5EF4-FFF2-40B4-BE49-F238E27FC236}">
                <a16:creationId xmlns:a16="http://schemas.microsoft.com/office/drawing/2014/main" id="{A0813D00-8CE0-4394-A946-4D40CEE8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40268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统筹算法选择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E7F8633-E08E-4D99-B2DF-0823E370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206BB17-A9A3-42DF-96ED-76F51066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4139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88F9CE1-D273-40E2-9C59-7A922DB8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298DEF0-09A6-4638-85C8-B0D5A14C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2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225041"/>
            <a:ext cx="0" cy="19135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98BA2B8-6AB4-4173-BEEC-709FF6A1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CCB53C7-310F-4B4B-A575-9A5B02E4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2245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3D76A5C-EB5F-4DEE-8661-BB25E6AB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8289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CalcTopoInfo">
            <a:extLst xmlns:a="http://schemas.openxmlformats.org/drawingml/2006/main">
              <a:ext uri="{FF2B5EF4-FFF2-40B4-BE49-F238E27FC236}">
                <a16:creationId xmlns:a16="http://schemas.microsoft.com/office/drawing/2014/main" id="{EE7F3FCE-7BF4-4B92-9794-04EB3F85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8765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HcclCalcTopoInfo</a:t>
            </a:r>
          </a:p>
        </p:txBody>
      </p:sp>
      <p:sp>
        <p:nvSpPr>
          <p:cNvPr id="71" name="恢复或构造算法拓扑">
            <a:extLst xmlns:a="http://schemas.openxmlformats.org/drawingml/2006/main">
              <a:ext uri="{FF2B5EF4-FFF2-40B4-BE49-F238E27FC236}">
                <a16:creationId xmlns:a16="http://schemas.microsoft.com/office/drawing/2014/main" id="{EE56FA49-2FDC-4D93-997C-3DC6384D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0641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恢复或构造算法拓扑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ABD6DCA-8C58-44EB-9FE5-24246E2F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98791B6-CA5D-4E5D-BBC2-D2DA231D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828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1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5408296" y="2534603"/>
            <a:ext cx="0" cy="2943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9026793-6266-4FA7-B1AA-E350C94B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676650"/>
            <a:ext cx="238601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HcclCommGetStatus">
            <a:extLst xmlns:a="http://schemas.openxmlformats.org/drawingml/2006/main">
              <a:ext uri="{FF2B5EF4-FFF2-40B4-BE49-F238E27FC236}">
                <a16:creationId xmlns:a16="http://schemas.microsoft.com/office/drawing/2014/main" id="{2E16F6A5-93B6-445C-B973-A73789C9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7242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HcclCommGetStatus</a:t>
            </a:r>
          </a:p>
        </p:txBody>
      </p:sp>
      <p:sp>
        <p:nvSpPr>
          <p:cNvPr id="77" name="能力支持时检查 READY 状态">
            <a:extLst xmlns:a="http://schemas.openxmlformats.org/drawingml/2006/main">
              <a:ext uri="{FF2B5EF4-FFF2-40B4-BE49-F238E27FC236}">
                <a16:creationId xmlns:a16="http://schemas.microsoft.com/office/drawing/2014/main" id="{6F09C92E-4911-41E0-A68F-1A0427D5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875723"/>
            <a:ext cx="2233613" cy="191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能力支持时检查 READY 状态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703A7E9-3C59-4B8B-AD23-706E1BFD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181475"/>
            <a:ext cx="238601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9" name="HcclEngineCtxGet">
            <a:extLst xmlns:a="http://schemas.openxmlformats.org/drawingml/2006/main">
              <a:ext uri="{FF2B5EF4-FFF2-40B4-BE49-F238E27FC236}">
                <a16:creationId xmlns:a16="http://schemas.microsoft.com/office/drawing/2014/main" id="{F345DE0B-34CC-4116-9344-B9826CF5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229100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</p:txBody>
      </p:sp>
      <p:sp>
        <p:nvSpPr>
          <p:cNvPr id="80" name="查已有拓扑上下文">
            <a:extLst xmlns:a="http://schemas.openxmlformats.org/drawingml/2006/main">
              <a:ext uri="{FF2B5EF4-FFF2-40B4-BE49-F238E27FC236}">
                <a16:creationId xmlns:a16="http://schemas.microsoft.com/office/drawing/2014/main" id="{FCE01C0F-BC57-49B0-AF9A-1810B5B3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380548"/>
            <a:ext cx="2233613" cy="191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查已有拓扑上下文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764BDD1-D9FA-4337-8004-0A8A8F07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448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A7AE43A-80C4-4B47-8D9B-5DF0804E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676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0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5408296" y="3449003"/>
            <a:ext cx="0" cy="2276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7C5D11E-AE33-4124-A777-43875D53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6250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5" name="HcclRankGraphGetLayers&#10;HcclRankGraphGetRanksByLayer">
            <a:extLst xmlns:a="http://schemas.openxmlformats.org/drawingml/2006/main">
              <a:ext uri="{FF2B5EF4-FFF2-40B4-BE49-F238E27FC236}">
                <a16:creationId xmlns:a16="http://schemas.microsoft.com/office/drawing/2014/main" id="{A2369C56-4FB2-4257-8E55-99C44059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10125"/>
            <a:ext cx="2233613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HcclRankGraphGetLayers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HcclRankGraphGetRanksByLayer</a:t>
            </a:r>
          </a:p>
        </p:txBody>
      </p:sp>
      <p:sp>
        <p:nvSpPr>
          <p:cNvPr id="86" name="网络层与层内 Rank">
            <a:extLst xmlns:a="http://schemas.openxmlformats.org/drawingml/2006/main">
              <a:ext uri="{FF2B5EF4-FFF2-40B4-BE49-F238E27FC236}">
                <a16:creationId xmlns:a16="http://schemas.microsoft.com/office/drawing/2014/main" id="{C1CCCD40-63CD-48A5-829A-422F3441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11115"/>
            <a:ext cx="2233613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网络层与层内 Rank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6A12B17-E28D-4600-9138-B7F3C190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419725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8" name="HcclRankGraphGetTopoType&#10;HcclRankGraphGetLinks">
            <a:extLst xmlns:a="http://schemas.openxmlformats.org/drawingml/2006/main">
              <a:ext uri="{FF2B5EF4-FFF2-40B4-BE49-F238E27FC236}">
                <a16:creationId xmlns:a16="http://schemas.microsoft.com/office/drawing/2014/main" id="{48E6ACBD-B4E8-48F9-A7A2-DC411551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467350"/>
            <a:ext cx="2233613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HcclRankGraphGetTopoType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</p:txBody>
      </p:sp>
      <p:sp>
        <p:nvSpPr>
          <p:cNvPr id="89" name="实例类型与 Rank 间链路">
            <a:extLst xmlns:a="http://schemas.openxmlformats.org/drawingml/2006/main">
              <a:ext uri="{FF2B5EF4-FFF2-40B4-BE49-F238E27FC236}">
                <a16:creationId xmlns:a16="http://schemas.microsoft.com/office/drawing/2014/main" id="{9F911532-DCF5-4E33-BEB9-6F7D5474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768340"/>
            <a:ext cx="2233613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实例类型与 Rank 间链路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C91E723-EC25-4312-B887-F569F28C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481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AD77773-AA9D-4E74-8866-E5CE83AB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481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9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6601778" y="41486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A2FCC6B-E8FA-4AB2-9709-09DC13B6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481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C126672-DCCF-4A89-849C-027302EC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" name=""/>
          <p:cNvCxnSpPr>
            <a:stCxn xmlns:a="http://schemas.openxmlformats.org/drawingml/2006/main" id="93" idx="2"/>
            <a:endCxn xmlns:a="http://schemas.openxmlformats.org/drawingml/2006/main" id="94" idx="0"/>
          </p:cNvCxnSpPr>
          <p:nvPr/>
        </p:nvCxnSpPr>
        <p:spPr>
          <a:xfrm xmlns:a="http://schemas.openxmlformats.org/drawingml/2006/main">
            <a:off x="6706077" y="4149091"/>
            <a:ext cx="0" cy="1232534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0E922F3-4C2E-4F3D-AAF8-D6A591B9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0E2CB86-8D44-4886-978B-88BE8427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" name=""/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6706553" y="53821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21AEA9F-82D2-4735-B69E-ED4677FB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62475"/>
            <a:ext cx="7143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0" name="未命中">
            <a:extLst xmlns:a="http://schemas.openxmlformats.org/drawingml/2006/main">
              <a:ext uri="{FF2B5EF4-FFF2-40B4-BE49-F238E27FC236}">
                <a16:creationId xmlns:a16="http://schemas.microsoft.com/office/drawing/2014/main" id="{2C8F6A08-E864-4679-9635-F342C825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562475"/>
            <a:ext cx="6762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B77EB3B-F915-44AD-95D5-78155A81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038350"/>
            <a:ext cx="2386013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2" name="AlltoAllAutoSelector::&#10;SelectAicpuAlgo">
            <a:extLst xmlns:a="http://schemas.openxmlformats.org/drawingml/2006/main">
              <a:ext uri="{FF2B5EF4-FFF2-40B4-BE49-F238E27FC236}">
                <a16:creationId xmlns:a16="http://schemas.microsoft.com/office/drawing/2014/main" id="{5E1F319C-E765-4EFA-A4AF-85C8894C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85975"/>
            <a:ext cx="22336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AlltoAllAutoSelector::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SelectAicpuAlgo</a:t>
            </a:r>
          </a:p>
        </p:txBody>
      </p:sp>
      <p:sp>
        <p:nvSpPr>
          <p:cNvPr id="103" name="结合拓扑与数据量选择 Mesh">
            <a:extLst xmlns:a="http://schemas.openxmlformats.org/drawingml/2006/main">
              <a:ext uri="{FF2B5EF4-FFF2-40B4-BE49-F238E27FC236}">
                <a16:creationId xmlns:a16="http://schemas.microsoft.com/office/drawing/2014/main" id="{279E31DE-7674-4111-A979-7AAD39A1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400300"/>
            <a:ext cx="2233613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结合拓扑与数据量选择 Mesh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0709298-AB72-49F1-B95B-CADBAC01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E140D22-BC65-443D-9514-7BEBBB44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3" name=""/>
          <p:cNvCxnSpPr>
            <a:stCxn xmlns:a="http://schemas.openxmlformats.org/drawingml/2006/main" id="104" idx="3"/>
            <a:endCxn xmlns:a="http://schemas.openxmlformats.org/drawingml/2006/main" id="105" idx="1"/>
          </p:cNvCxnSpPr>
          <p:nvPr/>
        </p:nvCxnSpPr>
        <p:spPr>
          <a:xfrm xmlns:a="http://schemas.openxmlformats.org/drawingml/2006/main">
            <a:off x="9197341" y="53821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30F859A-3F95-4F51-868F-0FAA1A13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D64F269-7235-463B-A851-513BC75C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6" name=""/>
          <p:cNvCxnSpPr>
            <a:stCxn xmlns:a="http://schemas.openxmlformats.org/drawingml/2006/main" id="107" idx="0"/>
            <a:endCxn xmlns:a="http://schemas.openxmlformats.org/drawingml/2006/main" id="108" idx="2"/>
          </p:cNvCxnSpPr>
          <p:nvPr/>
        </p:nvCxnSpPr>
        <p:spPr>
          <a:xfrm xmlns:a="http://schemas.openxmlformats.org/drawingml/2006/main" flipV="1">
            <a:off x="9301640" y="2448878"/>
            <a:ext cx="0" cy="29327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72B3C22-0ACC-4570-A5E0-F6E7E210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9F97396-206B-4C3A-A827-4F3F0180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9" name=""/>
          <p:cNvCxnSpPr>
            <a:stCxn xmlns:a="http://schemas.openxmlformats.org/drawingml/2006/main" id="110" idx="3"/>
            <a:endCxn xmlns:a="http://schemas.openxmlformats.org/drawingml/2006/main" id="111" idx="1"/>
          </p:cNvCxnSpPr>
          <p:nvPr/>
        </p:nvCxnSpPr>
        <p:spPr>
          <a:xfrm xmlns:a="http://schemas.openxmlformats.org/drawingml/2006/main">
            <a:off x="9302116" y="24484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CEDA150-C05D-45E3-83F1-D061A534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028950"/>
            <a:ext cx="2386013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4" name="HcclExecOp">
            <a:extLst xmlns:a="http://schemas.openxmlformats.org/drawingml/2006/main">
              <a:ext uri="{FF2B5EF4-FFF2-40B4-BE49-F238E27FC236}">
                <a16:creationId xmlns:a16="http://schemas.microsoft.com/office/drawing/2014/main" id="{B8048458-7AB2-46C4-B6F2-6E89F975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0765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HcclExecOp</a:t>
            </a:r>
          </a:p>
        </p:txBody>
      </p:sp>
      <p:sp>
        <p:nvSpPr>
          <p:cNvPr id="115" name="进入资源准备（P4）">
            <a:extLst xmlns:a="http://schemas.openxmlformats.org/drawingml/2006/main">
              <a:ext uri="{FF2B5EF4-FFF2-40B4-BE49-F238E27FC236}">
                <a16:creationId xmlns:a16="http://schemas.microsoft.com/office/drawing/2014/main" id="{3E65736F-D840-4C54-B39D-0F51D70E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235643"/>
            <a:ext cx="2233613" cy="231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进入资源准备（P4）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0CDF0D0-CFAE-480E-A7B1-C2FDE16D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85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025006D-3E01-4EE3-8813-D5A9E2DF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5" name=""/>
          <p:cNvCxnSpPr>
            <a:stCxn xmlns:a="http://schemas.openxmlformats.org/drawingml/2006/main" id="116" idx="2"/>
            <a:endCxn xmlns:a="http://schemas.openxmlformats.org/drawingml/2006/main" id="117" idx="0"/>
          </p:cNvCxnSpPr>
          <p:nvPr/>
        </p:nvCxnSpPr>
        <p:spPr>
          <a:xfrm xmlns:a="http://schemas.openxmlformats.org/drawingml/2006/main">
            <a:off x="10599421" y="2858453"/>
            <a:ext cx="0" cy="1704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536CFBE-72D4-4CAD-813F-C7C3F644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481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BE9AC26-C898-401D-B834-F66FC5B2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481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8" name=""/>
          <p:cNvCxnSpPr>
            <a:stCxn xmlns:a="http://schemas.openxmlformats.org/drawingml/2006/main" id="119" idx="3"/>
            <a:endCxn xmlns:a="http://schemas.openxmlformats.org/drawingml/2006/main" id="120" idx="1"/>
          </p:cNvCxnSpPr>
          <p:nvPr/>
        </p:nvCxnSpPr>
        <p:spPr>
          <a:xfrm xmlns:a="http://schemas.openxmlformats.org/drawingml/2006/main">
            <a:off x="6601778" y="4148615"/>
            <a:ext cx="942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A98E87A-91C3-43C6-AB10-AABF2BC0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481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DADBAAC-CA5C-4A38-B2DD-E1F2FE7C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124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1" name=""/>
          <p:cNvCxnSpPr>
            <a:stCxn xmlns:a="http://schemas.openxmlformats.org/drawingml/2006/main" id="122" idx="0"/>
            <a:endCxn xmlns:a="http://schemas.openxmlformats.org/drawingml/2006/main" id="123" idx="2"/>
          </p:cNvCxnSpPr>
          <p:nvPr/>
        </p:nvCxnSpPr>
        <p:spPr>
          <a:xfrm xmlns:a="http://schemas.openxmlformats.org/drawingml/2006/main" flipV="1">
            <a:off x="6696552" y="3125153"/>
            <a:ext cx="0" cy="102298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F2B5A5D-4885-4CD0-9B4D-40922AC8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124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5E71332-F423-46BB-B5EE-7541FEDE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24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4" name=""/>
          <p:cNvCxnSpPr>
            <a:stCxn xmlns:a="http://schemas.openxmlformats.org/drawingml/2006/main" id="125" idx="3"/>
            <a:endCxn xmlns:a="http://schemas.openxmlformats.org/drawingml/2006/main" id="126" idx="1"/>
          </p:cNvCxnSpPr>
          <p:nvPr/>
        </p:nvCxnSpPr>
        <p:spPr>
          <a:xfrm xmlns:a="http://schemas.openxmlformats.org/drawingml/2006/main">
            <a:off x="6697028" y="3124677"/>
            <a:ext cx="27136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3476DCD-E2C9-48DF-AA70-FF6E26D8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24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F7A5536-0530-44F6-8190-F1FB8DAB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7" name=""/>
          <p:cNvCxnSpPr>
            <a:stCxn xmlns:a="http://schemas.openxmlformats.org/drawingml/2006/main" id="128" idx="0"/>
            <a:endCxn xmlns:a="http://schemas.openxmlformats.org/drawingml/2006/main" id="129" idx="2"/>
          </p:cNvCxnSpPr>
          <p:nvPr/>
        </p:nvCxnSpPr>
        <p:spPr>
          <a:xfrm xmlns:a="http://schemas.openxmlformats.org/drawingml/2006/main" flipV="1">
            <a:off x="9411177" y="2448878"/>
            <a:ext cx="0" cy="6753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B4C2C6D-2D32-41EE-8990-15391D2A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66204A0-0D9B-4C17-A346-0068342B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0" name=""/>
          <p:cNvCxnSpPr>
            <a:stCxn xmlns:a="http://schemas.openxmlformats.org/drawingml/2006/main" id="131" idx="1"/>
            <a:endCxn xmlns:a="http://schemas.openxmlformats.org/drawingml/2006/main" id="132" idx="3"/>
          </p:cNvCxnSpPr>
          <p:nvPr/>
        </p:nvCxnSpPr>
        <p:spPr>
          <a:xfrm xmlns:a="http://schemas.openxmlformats.org/drawingml/2006/main" flipH="1">
            <a:off x="9406891" y="2448402"/>
            <a:ext cx="38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07B57BA-7DE0-42A5-BC99-F524D1F3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81325"/>
            <a:ext cx="2085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35" name="命中：直接复用拓扑">
            <a:extLst xmlns:a="http://schemas.openxmlformats.org/drawingml/2006/main">
              <a:ext uri="{FF2B5EF4-FFF2-40B4-BE49-F238E27FC236}">
                <a16:creationId xmlns:a16="http://schemas.microsoft.com/office/drawing/2014/main" id="{551EE3A9-77D8-43DA-AC6E-A8AA9104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81325"/>
            <a:ext cx="2047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命中：直接复用拓扑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713B55F-82E0-4111-A776-53FE230A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7" name="RankGraph 区域是按需查询集合，未画成每项必调的流水线。实例、端点等完整查询与解释见本页备注。">
            <a:extLst xmlns:a="http://schemas.openxmlformats.org/drawingml/2006/main">
              <a:ext uri="{FF2B5EF4-FFF2-40B4-BE49-F238E27FC236}">
                <a16:creationId xmlns:a16="http://schemas.microsoft.com/office/drawing/2014/main" id="{6C8014D8-EB68-46F3-8E85-38C90962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RankGraph 区域是按需查询集合，未画成每项必调的流水线。实例、端点等完整查询与解释见本页备注。</a:t>
            </a:r>
          </a:p>
        </p:txBody>
      </p:sp>
    </p:spTree>
    <p:extLst>
      <p:ext uri="{BB962C8B-B14F-4D97-AF65-F5344CB8AC3E}">
        <p14:creationId xmlns:p14="http://schemas.microsoft.com/office/powerpoint/2010/main" val="17687999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用户流绑定与算法资源复用">
            <a:extLst xmlns:a="http://schemas.openxmlformats.org/drawingml/2006/main">
              <a:ext uri="{FF2B5EF4-FFF2-40B4-BE49-F238E27FC236}">
                <a16:creationId xmlns:a16="http://schemas.microsoft.com/office/drawing/2014/main" id="{7EE684B3-6D0E-4CE4-87C3-E1C5C8B4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用户流绑定与算法资源复用</a:t>
            </a:r>
          </a:p>
        </p:txBody>
      </p:sp>
      <p:sp>
        <p:nvSpPr>
          <p:cNvPr id="2" name="先导出用户 Thread 供设备完成通知使用，再检查是否需要重新准备算法资源。">
            <a:extLst xmlns:a="http://schemas.openxmlformats.org/drawingml/2006/main">
              <a:ext uri="{FF2B5EF4-FFF2-40B4-BE49-F238E27FC236}">
                <a16:creationId xmlns:a16="http://schemas.microsoft.com/office/drawing/2014/main" id="{F988D106-94DD-4E77-9D82-E9A3349A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先导出用户 Thread 供设备完成通知使用，再检查是否需要重新准备算法资源。</a:t>
            </a:r>
          </a:p>
        </p:txBody>
      </p:sp>
      <p:sp>
        <p:nvSpPr>
          <p:cNvPr id="3" name="4 / 13">
            <a:extLst xmlns:a="http://schemas.openxmlformats.org/drawingml/2006/main">
              <a:ext uri="{FF2B5EF4-FFF2-40B4-BE49-F238E27FC236}">
                <a16:creationId xmlns:a16="http://schemas.microsoft.com/office/drawing/2014/main" id="{99C3FE18-7FC0-4117-AE08-F0109381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4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B62B6-96DE-441A-9445-4CC34A94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342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绑定用户流">
            <a:extLst xmlns:a="http://schemas.openxmlformats.org/drawingml/2006/main">
              <a:ext uri="{FF2B5EF4-FFF2-40B4-BE49-F238E27FC236}">
                <a16:creationId xmlns:a16="http://schemas.microsoft.com/office/drawing/2014/main" id="{D396A45E-6D54-4584-AC3E-996FC064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327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绑定用户流</a:t>
            </a:r>
          </a:p>
        </p:txBody>
      </p:sp>
      <p:sp>
        <p:nvSpPr>
          <p:cNvPr id="6" name="GetAlgExec 取得 Host 执行器">
            <a:extLst xmlns:a="http://schemas.openxmlformats.org/drawingml/2006/main">
              <a:ext uri="{FF2B5EF4-FFF2-40B4-BE49-F238E27FC236}">
                <a16:creationId xmlns:a16="http://schemas.microsoft.com/office/drawing/2014/main" id="{2FCCB994-5F48-4C6E-A7B2-E2502B0E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327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GetAlgExec 取得 Host 执行器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21B3C-665B-4BC8-B1CC-B5E4E6B6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981075"/>
            <a:ext cx="342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查找已准备资源">
            <a:extLst xmlns:a="http://schemas.openxmlformats.org/drawingml/2006/main">
              <a:ext uri="{FF2B5EF4-FFF2-40B4-BE49-F238E27FC236}">
                <a16:creationId xmlns:a16="http://schemas.microsoft.com/office/drawing/2014/main" id="{30FE82CA-3DA7-4D87-BEEB-638D4188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990600"/>
            <a:ext cx="327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查找已准备资源</a:t>
            </a:r>
          </a:p>
        </p:txBody>
      </p:sp>
      <p:sp>
        <p:nvSpPr>
          <p:cNvPr id="9" name="HcclGetAlgRes 组织资源复用判断">
            <a:extLst xmlns:a="http://schemas.openxmlformats.org/drawingml/2006/main">
              <a:ext uri="{FF2B5EF4-FFF2-40B4-BE49-F238E27FC236}">
                <a16:creationId xmlns:a16="http://schemas.microsoft.com/office/drawing/2014/main" id="{F0206C27-AD34-45F9-8BBD-FFDE024E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1295400"/>
            <a:ext cx="327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HcclGetAlgRes 组织资源复用判断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710F0-72B3-4060-B55E-4F6E4218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E1D89-6C8F-45DF-A762-6260B511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9566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8CEC23-82FC-4388-BE33-ABC424A9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981075"/>
            <a:ext cx="342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缺失才规划与申请">
            <a:extLst xmlns:a="http://schemas.openxmlformats.org/drawingml/2006/main">
              <a:ext uri="{FF2B5EF4-FFF2-40B4-BE49-F238E27FC236}">
                <a16:creationId xmlns:a16="http://schemas.microsoft.com/office/drawing/2014/main" id="{10E84526-F075-4771-B527-FAEECE97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990600"/>
            <a:ext cx="327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缺失才规划与申请</a:t>
            </a:r>
          </a:p>
        </p:txBody>
      </p:sp>
      <p:sp>
        <p:nvSpPr>
          <p:cNvPr id="15" name="命中直接复用，未命中展开 P5–7">
            <a:extLst xmlns:a="http://schemas.openxmlformats.org/drawingml/2006/main">
              <a:ext uri="{FF2B5EF4-FFF2-40B4-BE49-F238E27FC236}">
                <a16:creationId xmlns:a16="http://schemas.microsoft.com/office/drawing/2014/main" id="{3A67D6C3-3A07-43E0-9679-12E17CC3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1295400"/>
            <a:ext cx="327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命中直接复用，未命中展开 P5–7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DDECC4-A10D-4E85-88E3-E530D911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BDE6CC-0F0E-4E1F-AC88-8F9C6DE5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84174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F508EF-E9BE-4866-AEF5-D8B06AA9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428EA2-0023-44EA-84CF-E682E708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199E80-0BB7-4EA3-83B8-B66E6621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6695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3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CAD21138-46D5-4F66-A684-0CB39F4B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0505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574F2E-342A-470A-9BE6-32D0D464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3F7667-009E-44D6-961A-08214721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448753" y="32770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B39AC2-3194-4246-B6F6-9423506A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766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8" name="HCOMM&#10;域资源管理">
            <a:extLst xmlns:a="http://schemas.openxmlformats.org/drawingml/2006/main">
              <a:ext uri="{FF2B5EF4-FFF2-40B4-BE49-F238E27FC236}">
                <a16:creationId xmlns:a16="http://schemas.microsoft.com/office/drawing/2014/main" id="{796BEA41-FBF2-400D-A2CF-D1D5AC9F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9147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域资源管理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6CB23A-C281-42F7-9C04-37866DE1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821879-C01A-40F3-A205-C34F5704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01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1448753" y="50106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A89746-889E-40F7-AFF5-DC0928DB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625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3" name="资源&#10;产物">
            <a:extLst xmlns:a="http://schemas.openxmlformats.org/drawingml/2006/main">
              <a:ext uri="{FF2B5EF4-FFF2-40B4-BE49-F238E27FC236}">
                <a16:creationId xmlns:a16="http://schemas.microsoft.com/office/drawing/2014/main" id="{22EE1567-1AC5-4B38-B44C-5DF01BC1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006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产物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79956F-FA16-4F54-A334-A5F653A4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A5B080-9B58-489F-B3FC-1753662E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EF394D-B658-4A2C-BF50-CF6E9053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D3FE27-A19D-4816-85BB-115EFB40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0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39D57A08-CB0D-49D1-9482-1C101ABA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1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1CFF09BB-CBD7-489B-A795-5C1B74DE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C46419-5491-476F-B219-A3143479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71675"/>
            <a:ext cx="325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3" name="GetAlgExec">
            <a:extLst xmlns:a="http://schemas.openxmlformats.org/drawingml/2006/main">
              <a:ext uri="{FF2B5EF4-FFF2-40B4-BE49-F238E27FC236}">
                <a16:creationId xmlns:a16="http://schemas.microsoft.com/office/drawing/2014/main" id="{598EC72E-745E-45C6-8E9E-DAE4ABDC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193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GetAlgExec</a:t>
            </a:r>
          </a:p>
        </p:txBody>
      </p:sp>
      <p:sp>
        <p:nvSpPr>
          <p:cNvPr id="44" name="按算法名称取得执行器">
            <a:extLst xmlns:a="http://schemas.openxmlformats.org/drawingml/2006/main">
              <a:ext uri="{FF2B5EF4-FFF2-40B4-BE49-F238E27FC236}">
                <a16:creationId xmlns:a16="http://schemas.microsoft.com/office/drawing/2014/main" id="{8A9F8E08-9153-4897-84E5-EDB0E4E1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06943"/>
            <a:ext cx="30988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按算法名称取得执行器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AC8A9F-A5DC-4C1E-9896-C8618618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325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6" name="HcclThreadAcquireWithStream">
            <a:extLst xmlns:a="http://schemas.openxmlformats.org/drawingml/2006/main">
              <a:ext uri="{FF2B5EF4-FFF2-40B4-BE49-F238E27FC236}">
                <a16:creationId xmlns:a16="http://schemas.microsoft.com/office/drawing/2014/main" id="{11C6924C-74D3-4DC7-B820-13B48554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76625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</a:p>
        </p:txBody>
      </p:sp>
      <p:sp>
        <p:nvSpPr>
          <p:cNvPr id="47" name="把用户 stream 包装成 CPU_TS Thread">
            <a:extLst xmlns:a="http://schemas.openxmlformats.org/drawingml/2006/main">
              <a:ext uri="{FF2B5EF4-FFF2-40B4-BE49-F238E27FC236}">
                <a16:creationId xmlns:a16="http://schemas.microsoft.com/office/drawing/2014/main" id="{028F9F5A-FCD3-47AC-826B-A2F7FB5A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64268"/>
            <a:ext cx="30988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把用户 stream 包装成 CPU_TS Thread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3A9818-1CBC-450D-AEA1-7205BF69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788329-4B17-4F7F-9C50-18DB9A3C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" name=""/>
          <p:cNvCxnSpPr>
            <a:stCxn xmlns:a="http://schemas.openxmlformats.org/drawingml/2006/main" id="48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3245327" y="2591753"/>
            <a:ext cx="0" cy="837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0068A5D-7DDD-4C8C-BC9C-766F521E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76725"/>
            <a:ext cx="32512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ThreadExportToCommEngine">
            <a:extLst xmlns:a="http://schemas.openxmlformats.org/drawingml/2006/main">
              <a:ext uri="{FF2B5EF4-FFF2-40B4-BE49-F238E27FC236}">
                <a16:creationId xmlns:a16="http://schemas.microsoft.com/office/drawing/2014/main" id="{C70B85BC-BD0A-4C57-87ED-3B799CBB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2435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53" name="用户 Thread：CPU_TS 导出给 AICPU_TS">
            <a:extLst xmlns:a="http://schemas.openxmlformats.org/drawingml/2006/main">
              <a:ext uri="{FF2B5EF4-FFF2-40B4-BE49-F238E27FC236}">
                <a16:creationId xmlns:a16="http://schemas.microsoft.com/office/drawing/2014/main" id="{D48225F7-9635-490A-A602-B5B21D09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11993"/>
            <a:ext cx="3098800" cy="355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 Thread：CPU_TS 导出给 AICPU_TS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9DA6018-1970-4C10-A64F-1337778F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4095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0EF2DAC-4A54-4F07-B3AE-69A987B2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3245327" y="4096703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928172-5AC0-4AA3-AD0E-31DED2DE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971675"/>
            <a:ext cx="325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HcclGetAlgRes / GetAlgoMeta">
            <a:extLst xmlns:a="http://schemas.openxmlformats.org/drawingml/2006/main">
              <a:ext uri="{FF2B5EF4-FFF2-40B4-BE49-F238E27FC236}">
                <a16:creationId xmlns:a16="http://schemas.microsoft.com/office/drawing/2014/main" id="{395CDE10-5655-4743-9F47-B8FB13F6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20193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HcclGetAlgRes / GetAlgoMeta</a:t>
            </a:r>
          </a:p>
        </p:txBody>
      </p:sp>
      <p:sp>
        <p:nvSpPr>
          <p:cNvPr id="59" name="读取算法属性，TryReuseResource 检查复用">
            <a:extLst xmlns:a="http://schemas.openxmlformats.org/drawingml/2006/main">
              <a:ext uri="{FF2B5EF4-FFF2-40B4-BE49-F238E27FC236}">
                <a16:creationId xmlns:a16="http://schemas.microsoft.com/office/drawing/2014/main" id="{19DCB6E0-19CE-4594-B1F7-5DCFFEF9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2206943"/>
            <a:ext cx="30988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读取算法属性，TryReuseResource 检查复用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F1AFDC2-8E9C-4C47-8AFC-189CFEAC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450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44178F0-FD15-43E9-A998-DACCDDB8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871403" y="45962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3ACE11C-4BDD-4711-A6A8-7CB5B06D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1AE0A57-3655-4929-88C4-E6F55649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2281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975702" y="2282191"/>
            <a:ext cx="0" cy="2313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22CA169-893D-4411-A48A-50D9DECF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2281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5CBD68D-4E32-4CF9-A095-2B018B22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2281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976178" y="22817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DB5BA1F-13AA-4F43-85CA-97BC15CF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762375"/>
            <a:ext cx="3251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EngineCtxGet">
            <a:extLst xmlns:a="http://schemas.openxmlformats.org/drawingml/2006/main">
              <a:ext uri="{FF2B5EF4-FFF2-40B4-BE49-F238E27FC236}">
                <a16:creationId xmlns:a16="http://schemas.microsoft.com/office/drawing/2014/main" id="{56EC0A01-E538-49FE-ACC5-19E1B915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8100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</p:txBody>
      </p:sp>
      <p:sp>
        <p:nvSpPr>
          <p:cNvPr id="71" name="查询此算法已有资源上下文">
            <a:extLst xmlns:a="http://schemas.openxmlformats.org/drawingml/2006/main">
              <a:ext uri="{FF2B5EF4-FFF2-40B4-BE49-F238E27FC236}">
                <a16:creationId xmlns:a16="http://schemas.microsoft.com/office/drawing/2014/main" id="{8003079D-E7A4-4D39-B9D3-D16EDB16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997643"/>
            <a:ext cx="3098800" cy="460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查询此算法已有资源上下文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3D45CB1-8548-41AD-810F-0EC410E4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9DDEB1D-9DE4-4904-9608-8FB99264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62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6706077" y="2591753"/>
            <a:ext cx="0" cy="1170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C9FE0E9-EFB9-404A-84E5-B6F91D72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1914525"/>
            <a:ext cx="325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CalcAlgHierarchyInfoV2 / CalcRes">
            <a:extLst xmlns:a="http://schemas.openxmlformats.org/drawingml/2006/main">
              <a:ext uri="{FF2B5EF4-FFF2-40B4-BE49-F238E27FC236}">
                <a16:creationId xmlns:a16="http://schemas.microsoft.com/office/drawing/2014/main" id="{358527D3-E2CD-47DB-8F3D-F1BA5BCD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196215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CalcAlgHierarchyInfoV2 / CalcRes</a:t>
            </a:r>
          </a:p>
        </p:txBody>
      </p:sp>
      <p:sp>
        <p:nvSpPr>
          <p:cNvPr id="77" name="按拓扑分组，计算 Thread / Channel 需求">
            <a:extLst xmlns:a="http://schemas.openxmlformats.org/drawingml/2006/main">
              <a:ext uri="{FF2B5EF4-FFF2-40B4-BE49-F238E27FC236}">
                <a16:creationId xmlns:a16="http://schemas.microsoft.com/office/drawing/2014/main" id="{A8BCE008-4A36-4693-BABE-8E01637B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2149793"/>
            <a:ext cx="30988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按拓扑分组，计算 Thread / Channel 需求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D77991D-35B1-45EE-8FA7-44ADD547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FF7C985-F524-4D2C-9AF0-D3C0BD01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" name=""/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8332153" y="4134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83F952F-EA1E-4B05-B12D-984DDBB8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EA01148-1E0A-4D62-8686-59A80BE2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6" name=""/>
          <p:cNvCxnSpPr>
            <a:stCxn xmlns:a="http://schemas.openxmlformats.org/drawingml/2006/main" id="81" idx="0"/>
            <a:endCxn xmlns:a="http://schemas.openxmlformats.org/drawingml/2006/main" id="82" idx="2"/>
          </p:cNvCxnSpPr>
          <p:nvPr/>
        </p:nvCxnSpPr>
        <p:spPr>
          <a:xfrm xmlns:a="http://schemas.openxmlformats.org/drawingml/2006/main" flipV="1">
            <a:off x="8436452" y="2225041"/>
            <a:ext cx="0" cy="190880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A684EA9-3972-46BC-846B-E048C50B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DBCA8F1-F889-446F-9960-3B9B5C0D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8436928" y="22245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91C7D07-E793-4BA2-8C39-79148E51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8667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8" name="未命中">
            <a:extLst xmlns:a="http://schemas.openxmlformats.org/drawingml/2006/main">
              <a:ext uri="{FF2B5EF4-FFF2-40B4-BE49-F238E27FC236}">
                <a16:creationId xmlns:a16="http://schemas.microsoft.com/office/drawing/2014/main" id="{9BC24C48-C827-4A7F-B51B-C4994429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24175"/>
            <a:ext cx="828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B28E8FD-CB10-4F6D-ADCA-786CEB29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2695575"/>
            <a:ext cx="32512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0" name="GetAlgResAICPU">
            <a:extLst xmlns:a="http://schemas.openxmlformats.org/drawingml/2006/main">
              <a:ext uri="{FF2B5EF4-FFF2-40B4-BE49-F238E27FC236}">
                <a16:creationId xmlns:a16="http://schemas.microsoft.com/office/drawing/2014/main" id="{99116AC6-D4DC-4486-BBDC-4D8803AA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27432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GetAlgResAICPU</a:t>
            </a:r>
          </a:p>
        </p:txBody>
      </p:sp>
      <p:sp>
        <p:nvSpPr>
          <p:cNvPr id="91" name="申请所缺资源，展开 P5–7">
            <a:extLst xmlns:a="http://schemas.openxmlformats.org/drawingml/2006/main">
              <a:ext uri="{FF2B5EF4-FFF2-40B4-BE49-F238E27FC236}">
                <a16:creationId xmlns:a16="http://schemas.microsoft.com/office/drawing/2014/main" id="{98D4C1F3-4B2F-4532-A1BF-309E5C87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2902268"/>
            <a:ext cx="3098800" cy="250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申请所缺资源，展开 P5–7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376EE7E-7512-4453-A6A8-6FCC01D8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96FAE50-A6BC-4878-B94C-EE931F32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695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" name=""/>
          <p:cNvCxnSpPr>
            <a:stCxn xmlns:a="http://schemas.openxmlformats.org/drawingml/2006/main" id="92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>
            <a:off x="10166827" y="2534603"/>
            <a:ext cx="0" cy="1609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73F2737-71E9-4896-995F-281F98F3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5200650"/>
            <a:ext cx="325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6" name="可用算法资源">
            <a:extLst xmlns:a="http://schemas.openxmlformats.org/drawingml/2006/main">
              <a:ext uri="{FF2B5EF4-FFF2-40B4-BE49-F238E27FC236}">
                <a16:creationId xmlns:a16="http://schemas.microsoft.com/office/drawing/2014/main" id="{BB43FFB4-B204-4870-B127-95868854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5248275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可用算法资源</a:t>
            </a:r>
          </a:p>
        </p:txBody>
      </p:sp>
      <p:sp>
        <p:nvSpPr>
          <p:cNvPr id="97" name="设备 Thread、CCL、Channel 与地址描述">
            <a:extLst xmlns:a="http://schemas.openxmlformats.org/drawingml/2006/main">
              <a:ext uri="{FF2B5EF4-FFF2-40B4-BE49-F238E27FC236}">
                <a16:creationId xmlns:a16="http://schemas.microsoft.com/office/drawing/2014/main" id="{9BB13FED-FB34-4380-A73A-0CCD6917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5435918"/>
            <a:ext cx="30988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设备 Thread、CCL、Channel 与地址描述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4AF8CAB-46B8-4144-A8A3-8924E4E4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3200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8805D9E-C3BD-4413-8BC3-98C41411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5200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" name=""/>
          <p:cNvCxnSpPr>
            <a:stCxn xmlns:a="http://schemas.openxmlformats.org/drawingml/2006/main" id="98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>
            <a:off x="10166827" y="3201353"/>
            <a:ext cx="0" cy="1999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AEA49AD-448D-46BC-B4C1-39CCD1F1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43AE08A-730D-4D52-8218-4AFC9D58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6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8332153" y="4134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1D6C3FD-E0A6-4EF6-9720-DA37ABB8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3E6B7C1-567B-4B75-8B9E-733E51D4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9" name=""/>
          <p:cNvCxnSpPr>
            <a:stCxn xmlns:a="http://schemas.openxmlformats.org/drawingml/2006/main" id="104" idx="2"/>
            <a:endCxn xmlns:a="http://schemas.openxmlformats.org/drawingml/2006/main" id="105" idx="0"/>
          </p:cNvCxnSpPr>
          <p:nvPr/>
        </p:nvCxnSpPr>
        <p:spPr>
          <a:xfrm xmlns:a="http://schemas.openxmlformats.org/drawingml/2006/main">
            <a:off x="8436452" y="4134803"/>
            <a:ext cx="0" cy="13992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09C5A9C-D2CB-4639-AC00-26A6456F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6F9B6A9-3529-45A4-A44A-8EC84255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" name=""/>
          <p:cNvCxnSpPr>
            <a:stCxn xmlns:a="http://schemas.openxmlformats.org/drawingml/2006/main" id="107" idx="3"/>
            <a:endCxn xmlns:a="http://schemas.openxmlformats.org/drawingml/2006/main" id="108" idx="1"/>
          </p:cNvCxnSpPr>
          <p:nvPr/>
        </p:nvCxnSpPr>
        <p:spPr>
          <a:xfrm xmlns:a="http://schemas.openxmlformats.org/drawingml/2006/main">
            <a:off x="8436928" y="55345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243B3F6-3167-492D-8F50-9F74143B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67275"/>
            <a:ext cx="1343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1" name="命中：复用">
            <a:extLst xmlns:a="http://schemas.openxmlformats.org/drawingml/2006/main">
              <a:ext uri="{FF2B5EF4-FFF2-40B4-BE49-F238E27FC236}">
                <a16:creationId xmlns:a16="http://schemas.microsoft.com/office/drawing/2014/main" id="{0BB51F31-6BAF-4853-89DA-6EA2C693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67275"/>
            <a:ext cx="13049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命中：复用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F5D5261-ADBC-4819-B9DC-E3633A02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3" name="资源复用跳过相应创建，不跳过后续数据通信。Thread 是通信任务队列句柄，不等同于 OS 线程。">
            <a:extLst xmlns:a="http://schemas.openxmlformats.org/drawingml/2006/main">
              <a:ext uri="{FF2B5EF4-FFF2-40B4-BE49-F238E27FC236}">
                <a16:creationId xmlns:a16="http://schemas.microsoft.com/office/drawing/2014/main" id="{E19E80BD-7A5B-4E51-8DD6-AD57C57D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资源复用跳过相应创建，不跳过后续数据通信。Thread 是通信任务队列句柄，不等同于 OS 线程。</a:t>
            </a:r>
          </a:p>
        </p:txBody>
      </p:sp>
    </p:spTree>
    <p:extLst>
      <p:ext uri="{BB962C8B-B14F-4D97-AF65-F5344CB8AC3E}">
        <p14:creationId xmlns:p14="http://schemas.microsoft.com/office/powerpoint/2010/main" val="15416082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CCL、设备 Thread 与 Peer 通道申请">
            <a:extLst xmlns:a="http://schemas.openxmlformats.org/drawingml/2006/main">
              <a:ext uri="{FF2B5EF4-FFF2-40B4-BE49-F238E27FC236}">
                <a16:creationId xmlns:a16="http://schemas.microsoft.com/office/drawing/2014/main" id="{E0B2DD4F-2C66-4E07-BE67-2F979023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CCL、设备 Thread 与 Peer 通道申请</a:t>
            </a:r>
          </a:p>
        </p:txBody>
      </p:sp>
      <p:sp>
        <p:nvSpPr>
          <p:cNvPr id="2" name="HCCL 组织资源请求，HCOMM 返回句柄和地址。Thread 获取接口按能力二选一。">
            <a:extLst xmlns:a="http://schemas.openxmlformats.org/drawingml/2006/main">
              <a:ext uri="{FF2B5EF4-FFF2-40B4-BE49-F238E27FC236}">
                <a16:creationId xmlns:a16="http://schemas.microsoft.com/office/drawing/2014/main" id="{70FAC8BC-7EC6-4D7F-8AF5-81770E71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组织资源请求，HCOMM 返回句柄和地址。Thread 获取接口按能力二选一。</a:t>
            </a:r>
          </a:p>
        </p:txBody>
      </p:sp>
      <p:sp>
        <p:nvSpPr>
          <p:cNvPr id="3" name="5 / 13">
            <a:extLst xmlns:a="http://schemas.openxmlformats.org/drawingml/2006/main">
              <a:ext uri="{FF2B5EF4-FFF2-40B4-BE49-F238E27FC236}">
                <a16:creationId xmlns:a16="http://schemas.microsoft.com/office/drawing/2014/main" id="{3AB2DB27-4814-43CD-A50B-D204F255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5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3C2F2-DAAE-4097-B3CA-F0553BCD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取得本地缓冲">
            <a:extLst xmlns:a="http://schemas.openxmlformats.org/drawingml/2006/main">
              <a:ext uri="{FF2B5EF4-FFF2-40B4-BE49-F238E27FC236}">
                <a16:creationId xmlns:a16="http://schemas.microsoft.com/office/drawing/2014/main" id="{7DEDF0BB-4696-41DB-A595-438236CD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取得本地缓冲</a:t>
            </a:r>
          </a:p>
        </p:txBody>
      </p:sp>
      <p:sp>
        <p:nvSpPr>
          <p:cNvPr id="6" name="HcclAllocAlgResourceAICPU">
            <a:extLst xmlns:a="http://schemas.openxmlformats.org/drawingml/2006/main">
              <a:ext uri="{FF2B5EF4-FFF2-40B4-BE49-F238E27FC236}">
                <a16:creationId xmlns:a16="http://schemas.microsoft.com/office/drawing/2014/main" id="{09AB1C22-4F3C-41F3-A057-BD8E5E70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2D0E8-DF41-4FE4-AD9D-222F1273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取得设备 Thread">
            <a:extLst xmlns:a="http://schemas.openxmlformats.org/drawingml/2006/main">
              <a:ext uri="{FF2B5EF4-FFF2-40B4-BE49-F238E27FC236}">
                <a16:creationId xmlns:a16="http://schemas.microsoft.com/office/drawing/2014/main" id="{0F6C81A2-A5EF-491D-8805-CDE8B8FB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取得设备 Thread</a:t>
            </a:r>
          </a:p>
        </p:txBody>
      </p:sp>
      <p:sp>
        <p:nvSpPr>
          <p:cNvPr id="9" name="主从 Thread 与通知槽配置">
            <a:extLst xmlns:a="http://schemas.openxmlformats.org/drawingml/2006/main">
              <a:ext uri="{FF2B5EF4-FFF2-40B4-BE49-F238E27FC236}">
                <a16:creationId xmlns:a16="http://schemas.microsoft.com/office/drawing/2014/main" id="{69C2F6A5-80E8-47F8-AEEB-98FDF452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主从 Thread 与通知槽配置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CBACA-0675-4958-BE73-F7790169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5B01E-6495-4322-A567-B057AF10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0F22A-11E4-480C-81B1-33731E4F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取得 Peer 通道">
            <a:extLst xmlns:a="http://schemas.openxmlformats.org/drawingml/2006/main">
              <a:ext uri="{FF2B5EF4-FFF2-40B4-BE49-F238E27FC236}">
                <a16:creationId xmlns:a16="http://schemas.microsoft.com/office/drawing/2014/main" id="{02B4890A-FB6D-4F38-945D-61F467EA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 Peer 通道</a:t>
            </a:r>
          </a:p>
        </p:txBody>
      </p:sp>
      <p:sp>
        <p:nvSpPr>
          <p:cNvPr id="15" name="按 Peer、协议、端点描述申请">
            <a:extLst xmlns:a="http://schemas.openxmlformats.org/drawingml/2006/main">
              <a:ext uri="{FF2B5EF4-FFF2-40B4-BE49-F238E27FC236}">
                <a16:creationId xmlns:a16="http://schemas.microsoft.com/office/drawing/2014/main" id="{54C93462-B817-41ED-8B75-95BC5228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 Peer、协议、端点描述申请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F19D0-6345-4FAE-8E63-3CA77EFE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8975F-DA3F-4C34-8631-6926A386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3C009B-3450-4F84-AFA4-4FA6CD62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准备设备描述">
            <a:extLst xmlns:a="http://schemas.openxmlformats.org/drawingml/2006/main">
              <a:ext uri="{FF2B5EF4-FFF2-40B4-BE49-F238E27FC236}">
                <a16:creationId xmlns:a16="http://schemas.microsoft.com/office/drawing/2014/main" id="{31ACFE08-110E-401A-AF3C-9EFC1AD9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准备设备描述</a:t>
            </a:r>
          </a:p>
        </p:txBody>
      </p:sp>
      <p:sp>
        <p:nvSpPr>
          <p:cNvPr id="21" name="拿到资源后进入上下文交付">
            <a:extLst xmlns:a="http://schemas.openxmlformats.org/drawingml/2006/main">
              <a:ext uri="{FF2B5EF4-FFF2-40B4-BE49-F238E27FC236}">
                <a16:creationId xmlns:a16="http://schemas.microsoft.com/office/drawing/2014/main" id="{4513E78B-FDE1-4083-A8A7-D9FB0969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拿到资源后进入上下文交付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9B73D2-7400-49DD-8237-FAAB3485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A5F425-527B-4BF0-89EC-2785E0D0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6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8B3651-8D18-420E-937A-9A5A7270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B16881-813D-417E-B85E-6E3B4F43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AC9D79-6CD4-4C43-966A-00D1583B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574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0A13B2FE-6DD7-40FE-A3F0-D9221828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955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D06402-A0A8-400B-818E-D3EBEAC9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5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544128-F75C-4079-BD9C-4CF2CB76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85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8579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126E3D-3C8A-40C6-8E8B-3748460D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290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0EC70670-5BA0-4B34-A947-23A69EE5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671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1F00D6-785E-4F8C-A0BB-15429B9A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1FE14B-79D9-43BE-A4B5-E37B2CF2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51344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23504F-3686-4CF8-B9E4-7CC356A7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44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资源&#10;产物">
            <a:extLst xmlns:a="http://schemas.openxmlformats.org/drawingml/2006/main">
              <a:ext uri="{FF2B5EF4-FFF2-40B4-BE49-F238E27FC236}">
                <a16:creationId xmlns:a16="http://schemas.microsoft.com/office/drawing/2014/main" id="{47C640F9-12EC-407A-969C-B4A0B1DF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625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产物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3AB0F6-736A-4942-8D4E-95DD178B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52BF04-0B7B-469B-BEEF-8DFECA32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8DAFDA-D861-4D01-ADC7-A5D8FA3A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68AD8A-648E-45CB-B46D-428737E9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189141A4-DA8F-4BA6-89FF-EE14D0EC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3AE5A27E-BAF3-4027-8C62-7B470454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F2FCC8-EAA1-4891-A940-8382DDAA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clAllocAlgResourceAICPU">
            <a:extLst xmlns:a="http://schemas.openxmlformats.org/drawingml/2006/main">
              <a:ext uri="{FF2B5EF4-FFF2-40B4-BE49-F238E27FC236}">
                <a16:creationId xmlns:a16="http://schemas.microsoft.com/office/drawing/2014/main" id="{EE402B5D-6561-4B6F-B8FB-D66A96C3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</p:txBody>
      </p:sp>
      <p:sp>
        <p:nvSpPr>
          <p:cNvPr id="50" name="执行 AICPU 资源申请">
            <a:extLst xmlns:a="http://schemas.openxmlformats.org/drawingml/2006/main">
              <a:ext uri="{FF2B5EF4-FFF2-40B4-BE49-F238E27FC236}">
                <a16:creationId xmlns:a16="http://schemas.microsoft.com/office/drawing/2014/main" id="{FECD80AB-836F-4C41-86C8-C1ACC3EC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5931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 AICPU 资源申请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BAD6F7-A4EE-429C-B5C7-279638FE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2386013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GetHcclBuffer">
            <a:extLst xmlns:a="http://schemas.openxmlformats.org/drawingml/2006/main">
              <a:ext uri="{FF2B5EF4-FFF2-40B4-BE49-F238E27FC236}">
                <a16:creationId xmlns:a16="http://schemas.microsoft.com/office/drawing/2014/main" id="{7300DE70-9F13-41BD-9DE4-458A4666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19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</p:txBody>
      </p:sp>
      <p:sp>
        <p:nvSpPr>
          <p:cNvPr id="53" name="内存管理：本地 CCL 地址、容量">
            <a:extLst xmlns:a="http://schemas.openxmlformats.org/drawingml/2006/main">
              <a:ext uri="{FF2B5EF4-FFF2-40B4-BE49-F238E27FC236}">
                <a16:creationId xmlns:a16="http://schemas.microsoft.com/office/drawing/2014/main" id="{B64B6790-A3C9-40FA-B275-96300DDE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07118"/>
            <a:ext cx="2233613" cy="488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内存管理：本地 CCL 地址、容量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BFA4CFA-61B8-42CB-8EAA-D3EBD3F5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2409BBC-E408-4412-92E0-5CA62141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687003"/>
            <a:ext cx="0" cy="6848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8E36287-E54D-461C-ADA1-A5185AF4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HcclGetThread /&#10;HcclGetAicpuThread">
            <a:extLst xmlns:a="http://schemas.openxmlformats.org/drawingml/2006/main">
              <a:ext uri="{FF2B5EF4-FFF2-40B4-BE49-F238E27FC236}">
                <a16:creationId xmlns:a16="http://schemas.microsoft.com/office/drawing/2014/main" id="{F4884BD4-2B0B-485F-BEFD-3AC87FBA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71675"/>
            <a:ext cx="2233613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HcclGetThread /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HcclGetAicpuThread</a:t>
            </a:r>
          </a:p>
        </p:txBody>
      </p:sp>
      <p:sp>
        <p:nvSpPr>
          <p:cNvPr id="59" name="组织设备主从队列获取">
            <a:extLst xmlns:a="http://schemas.openxmlformats.org/drawingml/2006/main">
              <a:ext uri="{FF2B5EF4-FFF2-40B4-BE49-F238E27FC236}">
                <a16:creationId xmlns:a16="http://schemas.microsoft.com/office/drawing/2014/main" id="{D038C530-6605-4A9F-8AEB-3E5722FC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299335"/>
            <a:ext cx="2233613" cy="339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组织设备主从队列获取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B83C16C-08A9-4274-83ED-6E3ACB6A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3B3EAC3-A254-4786-841E-3442BF0D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3758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BD4BB38-8AC2-4FA1-A3DC-EAFC101D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322D314-9A37-44B2-873B-55C6454D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306003"/>
            <a:ext cx="0" cy="14516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9FFA9D7-2CA5-4D5E-A807-9E128A28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7AA3CCE-4805-4CFA-BF9D-CE0C124B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04B1088-5F64-4F70-87E3-73F07266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095625"/>
            <a:ext cx="2386013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ThreadAcquireWithConfig">
            <a:extLst xmlns:a="http://schemas.openxmlformats.org/drawingml/2006/main">
              <a:ext uri="{FF2B5EF4-FFF2-40B4-BE49-F238E27FC236}">
                <a16:creationId xmlns:a16="http://schemas.microsoft.com/office/drawing/2014/main" id="{5A4F497F-AEF8-4A3C-8562-772628A3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1432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</a:p>
        </p:txBody>
      </p:sp>
      <p:sp>
        <p:nvSpPr>
          <p:cNvPr id="71" name="支持时：按各 Thread 的配置获取">
            <a:extLst xmlns:a="http://schemas.openxmlformats.org/drawingml/2006/main">
              <a:ext uri="{FF2B5EF4-FFF2-40B4-BE49-F238E27FC236}">
                <a16:creationId xmlns:a16="http://schemas.microsoft.com/office/drawing/2014/main" id="{263641B2-5262-4F14-88A9-63AA972B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330893"/>
            <a:ext cx="2233613" cy="507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支持时：按各 Thread 的配置获取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9AE55F9-4855-40C1-BCA0-D2A56525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257675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3" name="HcclThreadAcquire">
            <a:extLst xmlns:a="http://schemas.openxmlformats.org/drawingml/2006/main">
              <a:ext uri="{FF2B5EF4-FFF2-40B4-BE49-F238E27FC236}">
                <a16:creationId xmlns:a16="http://schemas.microsoft.com/office/drawing/2014/main" id="{2C1C5EA1-BB5B-4E3B-A67A-9FB2EF00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3053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</a:t>
            </a:r>
          </a:p>
        </p:txBody>
      </p:sp>
      <p:sp>
        <p:nvSpPr>
          <p:cNvPr id="74" name="兼容能力：按统一通知数量获取">
            <a:extLst xmlns:a="http://schemas.openxmlformats.org/drawingml/2006/main">
              <a:ext uri="{FF2B5EF4-FFF2-40B4-BE49-F238E27FC236}">
                <a16:creationId xmlns:a16="http://schemas.microsoft.com/office/drawing/2014/main" id="{CA05E3BC-1582-4119-95D8-308A70B4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492943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兼容能力：按统一通知数量获取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0F5FF90-345F-4C7E-84B5-6B714226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41A8676-1DE2-4573-ADB9-AAD0E61B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" name=""/>
          <p:cNvCxnSpPr>
            <a:stCxn xmlns:a="http://schemas.openxmlformats.org/drawingml/2006/main" id="75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>
            <a:off x="5408296" y="2687003"/>
            <a:ext cx="0" cy="408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8" name="二选一，非重复申请">
            <a:extLst xmlns:a="http://schemas.openxmlformats.org/drawingml/2006/main">
              <a:ext uri="{FF2B5EF4-FFF2-40B4-BE49-F238E27FC236}">
                <a16:creationId xmlns:a16="http://schemas.microsoft.com/office/drawing/2014/main" id="{8E59F60A-B837-4A7F-8A1A-1AB3CDAA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962400"/>
            <a:ext cx="2386013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二选一，非重复申请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DCAB90F-DAF3-461A-9054-97A2B149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0" name="HcclGetChannel">
            <a:extLst xmlns:a="http://schemas.openxmlformats.org/drawingml/2006/main">
              <a:ext uri="{FF2B5EF4-FFF2-40B4-BE49-F238E27FC236}">
                <a16:creationId xmlns:a16="http://schemas.microsoft.com/office/drawing/2014/main" id="{8AF2B2FC-A48B-4ACA-B64E-53DBE22C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9716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HcclGetChannel</a:t>
            </a:r>
          </a:p>
        </p:txBody>
      </p:sp>
      <p:sp>
        <p:nvSpPr>
          <p:cNvPr id="81" name="组织 Peer 通道请求">
            <a:extLst xmlns:a="http://schemas.openxmlformats.org/drawingml/2006/main">
              <a:ext uri="{FF2B5EF4-FFF2-40B4-BE49-F238E27FC236}">
                <a16:creationId xmlns:a16="http://schemas.microsoft.com/office/drawing/2014/main" id="{FBE6F520-8969-40AE-96C9-FD3F1EC3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15931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 Peer 通道请求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7D98AA2-D4FA-42B9-B6B7-A6AF18BD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29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B353A07-0F8B-4E83-956E-289810EA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29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" name="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6601778" y="40295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7EFAC34-725D-4458-9576-D500D158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29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4CF184C-4147-4F37-B9EC-5DA5D6FD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" name=""/>
          <p:cNvCxnSpPr>
            <a:stCxn xmlns:a="http://schemas.openxmlformats.org/drawingml/2006/main" id="85" idx="0"/>
            <a:endCxn xmlns:a="http://schemas.openxmlformats.org/drawingml/2006/main" id="86" idx="2"/>
          </p:cNvCxnSpPr>
          <p:nvPr/>
        </p:nvCxnSpPr>
        <p:spPr>
          <a:xfrm xmlns:a="http://schemas.openxmlformats.org/drawingml/2006/main" flipV="1">
            <a:off x="6706077" y="2306003"/>
            <a:ext cx="0" cy="1723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3CD6667-13F6-4250-AB78-398E83F1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91A04BB-ADAB-49DE-A9E7-46F9E5D0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" name=""/>
          <p:cNvCxnSpPr>
            <a:stCxn xmlns:a="http://schemas.openxmlformats.org/drawingml/2006/main" id="88" idx="3"/>
            <a:endCxn xmlns:a="http://schemas.openxmlformats.org/drawingml/2006/main" id="89" idx="1"/>
          </p:cNvCxnSpPr>
          <p:nvPr/>
        </p:nvCxnSpPr>
        <p:spPr>
          <a:xfrm xmlns:a="http://schemas.openxmlformats.org/drawingml/2006/main">
            <a:off x="6706553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1D10959-9CC6-4E4D-9BBA-D6B0C1C3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71850"/>
            <a:ext cx="2386013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2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B65D696A-0DFA-440B-9C4C-3624B010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19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93" name="域资源管理：未命中则建链（P6）">
            <a:extLst xmlns:a="http://schemas.openxmlformats.org/drawingml/2006/main">
              <a:ext uri="{FF2B5EF4-FFF2-40B4-BE49-F238E27FC236}">
                <a16:creationId xmlns:a16="http://schemas.microsoft.com/office/drawing/2014/main" id="{C7279414-2404-4706-86AD-2237AE7B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07118"/>
            <a:ext cx="2233613" cy="488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域资源管理：未命中则建链（P6）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F7F533B-918D-44D9-ABAE-68BA4687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A79F055-F1BD-40DB-AE0B-187A950F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" name=""/>
          <p:cNvCxnSpPr>
            <a:stCxn xmlns:a="http://schemas.openxmlformats.org/drawingml/2006/main" id="94" idx="2"/>
            <a:endCxn xmlns:a="http://schemas.openxmlformats.org/drawingml/2006/main" id="95" idx="0"/>
          </p:cNvCxnSpPr>
          <p:nvPr/>
        </p:nvCxnSpPr>
        <p:spPr>
          <a:xfrm xmlns:a="http://schemas.openxmlformats.org/drawingml/2006/main">
            <a:off x="8003858" y="2687003"/>
            <a:ext cx="0" cy="6848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6891260-1D2B-4664-884B-D916CA12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8" name="BuildChannelInfo">
            <a:extLst xmlns:a="http://schemas.openxmlformats.org/drawingml/2006/main">
              <a:ext uri="{FF2B5EF4-FFF2-40B4-BE49-F238E27FC236}">
                <a16:creationId xmlns:a16="http://schemas.microsoft.com/office/drawing/2014/main" id="{617E1475-FE2A-4610-9BD7-61B0678B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19716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99" name="补齐通道、端点、远端内存说明">
            <a:extLst xmlns:a="http://schemas.openxmlformats.org/drawingml/2006/main">
              <a:ext uri="{FF2B5EF4-FFF2-40B4-BE49-F238E27FC236}">
                <a16:creationId xmlns:a16="http://schemas.microsoft.com/office/drawing/2014/main" id="{56939B05-A9B9-49C7-A026-7DF9F221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5931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补齐通道、端点、远端内存说明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54C8D5B-3216-4FA3-B465-80DD114D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3741DD4-FEC1-47B4-812F-A985B32B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" name=""/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9197341" y="3758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673CC17-36BF-4A17-815C-AB5F666C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2F6C032-EB52-4217-B7B3-19B64FBF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" name=""/>
          <p:cNvCxnSpPr>
            <a:stCxn xmlns:a="http://schemas.openxmlformats.org/drawingml/2006/main" id="103" idx="0"/>
            <a:endCxn xmlns:a="http://schemas.openxmlformats.org/drawingml/2006/main" id="104" idx="2"/>
          </p:cNvCxnSpPr>
          <p:nvPr/>
        </p:nvCxnSpPr>
        <p:spPr>
          <a:xfrm xmlns:a="http://schemas.openxmlformats.org/drawingml/2006/main" flipV="1">
            <a:off x="9301640" y="2306003"/>
            <a:ext cx="0" cy="14516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ECC7700-375F-4EDF-B55D-2180E36D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1262AD5-1A05-4FE2-A04E-D85AC794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0" name=""/>
          <p:cNvCxnSpPr>
            <a:stCxn xmlns:a="http://schemas.openxmlformats.org/drawingml/2006/main" id="106" idx="3"/>
            <a:endCxn xmlns:a="http://schemas.openxmlformats.org/drawingml/2006/main" id="107" idx="1"/>
          </p:cNvCxnSpPr>
          <p:nvPr/>
        </p:nvCxnSpPr>
        <p:spPr>
          <a:xfrm xmlns:a="http://schemas.openxmlformats.org/drawingml/2006/main">
            <a:off x="9302116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7CE7D44-25FF-47D8-B25A-4C3CD86F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0" name="本地 CCL">
            <a:extLst xmlns:a="http://schemas.openxmlformats.org/drawingml/2006/main">
              <a:ext uri="{FF2B5EF4-FFF2-40B4-BE49-F238E27FC236}">
                <a16:creationId xmlns:a16="http://schemas.microsoft.com/office/drawing/2014/main" id="{A9FEC1C6-7780-4E98-A121-435F2BF2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本地 CCL</a:t>
            </a:r>
          </a:p>
        </p:txBody>
      </p:sp>
      <p:sp>
        <p:nvSpPr>
          <p:cNvPr id="111" name="通信中转空间">
            <a:extLst xmlns:a="http://schemas.openxmlformats.org/drawingml/2006/main">
              <a:ext uri="{FF2B5EF4-FFF2-40B4-BE49-F238E27FC236}">
                <a16:creationId xmlns:a16="http://schemas.microsoft.com/office/drawing/2014/main" id="{6A5CA97A-3B70-4426-9B16-C91049DA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通信中转空间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B4455A5-8B7B-47C4-B146-DD67B7A0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3" name="设备主从 Thread">
            <a:extLst xmlns:a="http://schemas.openxmlformats.org/drawingml/2006/main">
              <a:ext uri="{FF2B5EF4-FFF2-40B4-BE49-F238E27FC236}">
                <a16:creationId xmlns:a16="http://schemas.microsoft.com/office/drawing/2014/main" id="{9B92B127-A6B1-4F98-A995-C30B87F1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设备主从 Thread</a:t>
            </a:r>
          </a:p>
        </p:txBody>
      </p:sp>
      <p:sp>
        <p:nvSpPr>
          <p:cNvPr id="114" name="承载本次通信任务">
            <a:extLst xmlns:a="http://schemas.openxmlformats.org/drawingml/2006/main">
              <a:ext uri="{FF2B5EF4-FFF2-40B4-BE49-F238E27FC236}">
                <a16:creationId xmlns:a16="http://schemas.microsoft.com/office/drawing/2014/main" id="{4B988F53-FC5A-43B1-8BDA-B5C86070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承载本次通信任务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11191CA-62C6-4029-90A6-67A4A6CD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6" name="Channel 句柄">
            <a:extLst xmlns:a="http://schemas.openxmlformats.org/drawingml/2006/main">
              <a:ext uri="{FF2B5EF4-FFF2-40B4-BE49-F238E27FC236}">
                <a16:creationId xmlns:a16="http://schemas.microsoft.com/office/drawing/2014/main" id="{8EABCA64-0AD3-4429-8AD0-3AF6CB93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Channel 句柄</a:t>
            </a:r>
          </a:p>
        </p:txBody>
      </p:sp>
      <p:sp>
        <p:nvSpPr>
          <p:cNvPr id="117" name="指向每个 Peer 的通信通道">
            <a:extLst xmlns:a="http://schemas.openxmlformats.org/drawingml/2006/main">
              <a:ext uri="{FF2B5EF4-FFF2-40B4-BE49-F238E27FC236}">
                <a16:creationId xmlns:a16="http://schemas.microsoft.com/office/drawing/2014/main" id="{13586F56-85E5-459C-A7C2-974B8ECC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指向每个 Peer 的通信通道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66F9DED-EF18-446D-8BD9-D170D912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9" name="序列化输入（P7）">
            <a:extLst xmlns:a="http://schemas.openxmlformats.org/drawingml/2006/main">
              <a:ext uri="{FF2B5EF4-FFF2-40B4-BE49-F238E27FC236}">
                <a16:creationId xmlns:a16="http://schemas.microsoft.com/office/drawing/2014/main" id="{152E9A69-E70D-4B4A-B390-0C7E6BAE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序列化输入（P7）</a:t>
            </a:r>
          </a:p>
        </p:txBody>
      </p:sp>
      <p:sp>
        <p:nvSpPr>
          <p:cNvPr id="120" name="整理设备执行需要的资源描述">
            <a:extLst xmlns:a="http://schemas.openxmlformats.org/drawingml/2006/main">
              <a:ext uri="{FF2B5EF4-FFF2-40B4-BE49-F238E27FC236}">
                <a16:creationId xmlns:a16="http://schemas.microsoft.com/office/drawing/2014/main" id="{99AAB446-FB2C-4350-865B-B206B78A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整理设备执行需要的资源描述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C49E6AD-F59B-40AF-A744-5D62C8EF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2" name="此阶段只准备资源。本次用户张量的跨 Rank 搬运发生在设备算法编排之后。">
            <a:extLst xmlns:a="http://schemas.openxmlformats.org/drawingml/2006/main">
              <a:ext uri="{FF2B5EF4-FFF2-40B4-BE49-F238E27FC236}">
                <a16:creationId xmlns:a16="http://schemas.microsoft.com/office/drawing/2014/main" id="{4E9BF44F-B229-4107-975E-DFC6EE16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此阶段只准备资源。本次用户张量的跨 Rank 搬运发生在设备算法编排之后。</a:t>
            </a:r>
          </a:p>
        </p:txBody>
      </p:sp>
    </p:spTree>
    <p:extLst>
      <p:ext uri="{BB962C8B-B14F-4D97-AF65-F5344CB8AC3E}">
        <p14:creationId xmlns:p14="http://schemas.microsoft.com/office/powerpoint/2010/main" val="15342033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HcclChannelAcquire 建链内部展开">
            <a:extLst xmlns:a="http://schemas.openxmlformats.org/drawingml/2006/main">
              <a:ext uri="{FF2B5EF4-FFF2-40B4-BE49-F238E27FC236}">
                <a16:creationId xmlns:a16="http://schemas.microsoft.com/office/drawing/2014/main" id="{1374A4D7-9B12-4D44-8CCB-0107AB48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HcclChannelAcquire 建链内部展开</a:t>
            </a:r>
          </a:p>
        </p:txBody>
      </p:sp>
      <p:sp>
        <p:nvSpPr>
          <p:cNvPr id="2" name="上方是域级资源统筹，下方是底层通信资源接口。端点和内存已有时可以复用。">
            <a:extLst xmlns:a="http://schemas.openxmlformats.org/drawingml/2006/main">
              <a:ext uri="{FF2B5EF4-FFF2-40B4-BE49-F238E27FC236}">
                <a16:creationId xmlns:a16="http://schemas.microsoft.com/office/drawing/2014/main" id="{30B8C1DB-5E30-40B2-8C6B-28BE32DC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上方是域级资源统筹，下方是底层通信资源接口。端点和内存已有时可以复用。</a:t>
            </a:r>
          </a:p>
        </p:txBody>
      </p:sp>
      <p:sp>
        <p:nvSpPr>
          <p:cNvPr id="3" name="6 / 13">
            <a:extLst xmlns:a="http://schemas.openxmlformats.org/drawingml/2006/main">
              <a:ext uri="{FF2B5EF4-FFF2-40B4-BE49-F238E27FC236}">
                <a16:creationId xmlns:a16="http://schemas.microsoft.com/office/drawing/2014/main" id="{D1A25E8B-A713-4DA9-9E1A-650DF4F4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6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73854-040C-4EED-8B40-F5869BB0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统筹建链请求">
            <a:extLst xmlns:a="http://schemas.openxmlformats.org/drawingml/2006/main">
              <a:ext uri="{FF2B5EF4-FFF2-40B4-BE49-F238E27FC236}">
                <a16:creationId xmlns:a16="http://schemas.microsoft.com/office/drawing/2014/main" id="{9F6FC0C1-456F-42DA-A376-3C893FE2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统筹建链请求</a:t>
            </a:r>
          </a:p>
        </p:txBody>
      </p:sp>
      <p:sp>
        <p:nvSpPr>
          <p:cNvPr id="6" name="组织控制信息交换连接">
            <a:extLst xmlns:a="http://schemas.openxmlformats.org/drawingml/2006/main">
              <a:ext uri="{FF2B5EF4-FFF2-40B4-BE49-F238E27FC236}">
                <a16:creationId xmlns:a16="http://schemas.microsoft.com/office/drawing/2014/main" id="{25F8CA14-65DD-4356-8895-868E3822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组织控制信息交换连接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21FCC-3A82-4C9F-A095-930FC77F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准备端点与内存">
            <a:extLst xmlns:a="http://schemas.openxmlformats.org/drawingml/2006/main">
              <a:ext uri="{FF2B5EF4-FFF2-40B4-BE49-F238E27FC236}">
                <a16:creationId xmlns:a16="http://schemas.microsoft.com/office/drawing/2014/main" id="{EA8F36DD-3DA0-4066-80A4-FBEEF98B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准备端点与内存</a:t>
            </a:r>
          </a:p>
        </p:txBody>
      </p:sp>
      <p:sp>
        <p:nvSpPr>
          <p:cNvPr id="9" name="BatchCreateChannels 内部展开">
            <a:extLst xmlns:a="http://schemas.openxmlformats.org/drawingml/2006/main">
              <a:ext uri="{FF2B5EF4-FFF2-40B4-BE49-F238E27FC236}">
                <a16:creationId xmlns:a16="http://schemas.microsoft.com/office/drawing/2014/main" id="{97323B33-A180-424D-8226-D64A7654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BatchCreateChannels 内部展开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44B62-A708-4E36-8125-14E96DA0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AD2C6-164E-45BD-BD60-416B9535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6FB65-93B0-4F88-805E-2D3122DF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创建基础通道">
            <a:extLst xmlns:a="http://schemas.openxmlformats.org/drawingml/2006/main">
              <a:ext uri="{FF2B5EF4-FFF2-40B4-BE49-F238E27FC236}">
                <a16:creationId xmlns:a16="http://schemas.microsoft.com/office/drawing/2014/main" id="{819D67B2-ECBF-42D9-B663-38702805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创建基础通道</a:t>
            </a:r>
          </a:p>
        </p:txBody>
      </p:sp>
      <p:sp>
        <p:nvSpPr>
          <p:cNvPr id="15" name="供集合通信访问 Peer">
            <a:extLst xmlns:a="http://schemas.openxmlformats.org/drawingml/2006/main">
              <a:ext uri="{FF2B5EF4-FFF2-40B4-BE49-F238E27FC236}">
                <a16:creationId xmlns:a16="http://schemas.microsoft.com/office/drawing/2014/main" id="{059024AA-C093-4D16-9D40-1FCC5216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供集合通信访问 Peer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E45F24-EFCA-4031-A3CC-E4DE7D1E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F3F419-9821-4EDE-9B28-2D349097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4F702D-33DF-432D-BBC3-78E4CBE1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连接、校验与返回">
            <a:extLst xmlns:a="http://schemas.openxmlformats.org/drawingml/2006/main">
              <a:ext uri="{FF2B5EF4-FFF2-40B4-BE49-F238E27FC236}">
                <a16:creationId xmlns:a16="http://schemas.microsoft.com/office/drawing/2014/main" id="{B90E9386-CE94-440E-A5A4-53434F86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连接、校验与返回</a:t>
            </a:r>
          </a:p>
        </p:txBody>
      </p:sp>
      <p:sp>
        <p:nvSpPr>
          <p:cNvPr id="21" name="返回引擎可以使用的通道句柄">
            <a:extLst xmlns:a="http://schemas.openxmlformats.org/drawingml/2006/main">
              <a:ext uri="{FF2B5EF4-FFF2-40B4-BE49-F238E27FC236}">
                <a16:creationId xmlns:a16="http://schemas.microsoft.com/office/drawing/2014/main" id="{BE8AFCA9-2A32-43AF-9312-5A9F46B5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返回引擎可以使用的通道句柄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28D6C7-32CF-4CB5-AB40-B704FA96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B1FF05-F65F-4464-8AFE-E002DD5E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E05116-884C-4F3F-A5F5-EDB11F75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DE3920-52A8-4D25-9083-6F71901C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342C94-2ACC-48AA-B96C-F772418E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5908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OMM 内部&#10;域级资源管理">
            <a:extLst xmlns:a="http://schemas.openxmlformats.org/drawingml/2006/main">
              <a:ext uri="{FF2B5EF4-FFF2-40B4-BE49-F238E27FC236}">
                <a16:creationId xmlns:a16="http://schemas.microsoft.com/office/drawing/2014/main" id="{EEDB9045-853E-49A0-9E40-EA6AAD57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6289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内部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域级资源管理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703F38-B610-4064-A371-DFE6CB0C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24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25EB11-5B86-43CE-A9F0-46A04BA3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24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9247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D3CF8D-774A-4567-9FF7-1B5B15AF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7196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底层资源 / 内存">
            <a:extLst xmlns:a="http://schemas.openxmlformats.org/drawingml/2006/main">
              <a:ext uri="{FF2B5EF4-FFF2-40B4-BE49-F238E27FC236}">
                <a16:creationId xmlns:a16="http://schemas.microsoft.com/office/drawing/2014/main" id="{AD5DAC24-3317-497E-AEA9-37049C89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7577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底层资源 / 内存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866033-9679-40F0-86BE-009BA93F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86C187-A374-43A3-958A-0066CBA1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00EB7B-6A9E-4E8F-AC26-7FC811DB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3464F4-45CB-43E6-8EEB-E9E8FE20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84430F44-A971-4CA7-A284-1D258D33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2794E5DE-0AA8-4ED3-B975-2287FFCF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FBD753-E398-445C-B468-61DBD15F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0"/>
            <a:ext cx="238601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4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72927ED2-4F23-4B1C-953F-EB385884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45" name="接收 Peer 通道请求">
            <a:extLst xmlns:a="http://schemas.openxmlformats.org/drawingml/2006/main">
              <a:ext uri="{FF2B5EF4-FFF2-40B4-BE49-F238E27FC236}">
                <a16:creationId xmlns:a16="http://schemas.microsoft.com/office/drawing/2014/main" id="{6B3A9A97-B715-4DD9-8AB8-7B89394D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0268"/>
            <a:ext cx="2233613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 Peer 通道请求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EDE469-3BD2-4815-B1AB-D50CDAA9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238601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7" name="MyRank::CreateChannels">
            <a:extLst xmlns:a="http://schemas.openxmlformats.org/drawingml/2006/main">
              <a:ext uri="{FF2B5EF4-FFF2-40B4-BE49-F238E27FC236}">
                <a16:creationId xmlns:a16="http://schemas.microsoft.com/office/drawing/2014/main" id="{E286DA00-BE62-4557-A964-C51E5CA7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765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MyRank::CreateChannels</a:t>
            </a:r>
          </a:p>
        </p:txBody>
      </p:sp>
      <p:sp>
        <p:nvSpPr>
          <p:cNvPr id="48" name="统筹一批通道建立">
            <a:extLst xmlns:a="http://schemas.openxmlformats.org/drawingml/2006/main">
              <a:ext uri="{FF2B5EF4-FFF2-40B4-BE49-F238E27FC236}">
                <a16:creationId xmlns:a16="http://schemas.microsoft.com/office/drawing/2014/main" id="{2C1D7FBF-43C4-42E0-8F09-84A3E7A4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64168"/>
            <a:ext cx="2233613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统筹一批通道建立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7BADFE-3A5A-4DE2-9910-009E6040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52800"/>
            <a:ext cx="238601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0" name="BatchCreateSockets">
            <a:extLst xmlns:a="http://schemas.openxmlformats.org/drawingml/2006/main">
              <a:ext uri="{FF2B5EF4-FFF2-40B4-BE49-F238E27FC236}">
                <a16:creationId xmlns:a16="http://schemas.microsoft.com/office/drawing/2014/main" id="{C898AD84-9B5A-4FD6-B684-A7D99885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</p:txBody>
      </p:sp>
      <p:sp>
        <p:nvSpPr>
          <p:cNvPr id="51" name="准备控制信息交换连接">
            <a:extLst xmlns:a="http://schemas.openxmlformats.org/drawingml/2006/main">
              <a:ext uri="{FF2B5EF4-FFF2-40B4-BE49-F238E27FC236}">
                <a16:creationId xmlns:a16="http://schemas.microsoft.com/office/drawing/2014/main" id="{996FF54D-031C-4065-AA44-82CBB0CF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59493"/>
            <a:ext cx="2233613" cy="240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准备控制信息交换连接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27F083-84DB-44CC-8A72-3880FE49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86CF26-74ED-47AE-8CF1-0753CEEF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628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" name=""/>
          <p:cNvCxnSpPr>
            <a:stCxn xmlns:a="http://schemas.openxmlformats.org/drawingml/2006/main" id="52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2812733" y="2448878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A2CE26A-9840-43BB-9E80-4E39183D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171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470EDBA-0508-4CDB-8A5F-3C601687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" name=""/>
          <p:cNvCxnSpPr>
            <a:stCxn xmlns:a="http://schemas.openxmlformats.org/drawingml/2006/main" id="55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2812733" y="3172778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D639D3F-054B-4F55-B33C-D9A532E7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19325"/>
            <a:ext cx="238601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9" name="BatchCreateChannels">
            <a:extLst xmlns:a="http://schemas.openxmlformats.org/drawingml/2006/main">
              <a:ext uri="{FF2B5EF4-FFF2-40B4-BE49-F238E27FC236}">
                <a16:creationId xmlns:a16="http://schemas.microsoft.com/office/drawing/2014/main" id="{B258E074-F636-4886-B02E-85058A62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266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BatchCreateChannels</a:t>
            </a:r>
          </a:p>
        </p:txBody>
      </p:sp>
      <p:sp>
        <p:nvSpPr>
          <p:cNvPr id="60" name="逐项准备端点、内存、基础通道">
            <a:extLst xmlns:a="http://schemas.openxmlformats.org/drawingml/2006/main">
              <a:ext uri="{FF2B5EF4-FFF2-40B4-BE49-F238E27FC236}">
                <a16:creationId xmlns:a16="http://schemas.microsoft.com/office/drawing/2014/main" id="{9CA000C3-7C5B-47EA-87A7-D9F166CF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454593"/>
            <a:ext cx="2233613" cy="402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逐项准备端点、内存、基础通道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5CBC0E6-78AF-4419-A4B5-2E374CEA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48E9FE2-6ACE-4B94-9D27-F597DA6E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4006216" y="36009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899C97B-A694-4EFA-BB28-D743BF72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04DC563-288F-4228-9DCC-4F217F22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" name=""/>
          <p:cNvCxnSpPr>
            <a:stCxn xmlns:a="http://schemas.openxmlformats.org/drawingml/2006/main" id="64" idx="0"/>
            <a:endCxn xmlns:a="http://schemas.openxmlformats.org/drawingml/2006/main" id="65" idx="2"/>
          </p:cNvCxnSpPr>
          <p:nvPr/>
        </p:nvCxnSpPr>
        <p:spPr>
          <a:xfrm xmlns:a="http://schemas.openxmlformats.org/drawingml/2006/main" flipV="1">
            <a:off x="4110515" y="2563178"/>
            <a:ext cx="0" cy="10372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4F8ED46-26ED-429D-BD57-687057F9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DB4C649-A31C-4498-B739-165BB1D3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4110991" y="25627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6ECF446-F9A4-42CA-81F7-AC17A825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01955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1" name="HcommEndpointCreate">
            <a:extLst xmlns:a="http://schemas.openxmlformats.org/drawingml/2006/main">
              <a:ext uri="{FF2B5EF4-FFF2-40B4-BE49-F238E27FC236}">
                <a16:creationId xmlns:a16="http://schemas.microsoft.com/office/drawing/2014/main" id="{1B75BCDC-0CF4-48E9-ADAA-EB6345F5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0671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HcommEndpointCreate</a:t>
            </a:r>
          </a:p>
        </p:txBody>
      </p:sp>
      <p:sp>
        <p:nvSpPr>
          <p:cNvPr id="72" name="缺少端点时创建">
            <a:extLst xmlns:a="http://schemas.openxmlformats.org/drawingml/2006/main">
              <a:ext uri="{FF2B5EF4-FFF2-40B4-BE49-F238E27FC236}">
                <a16:creationId xmlns:a16="http://schemas.microsoft.com/office/drawing/2014/main" id="{25B2D8D8-DBA8-40AF-9494-4091523B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245293"/>
            <a:ext cx="2233613" cy="3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缺少端点时创建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6F460E8-26B9-46B6-BB76-F4A02307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66725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4" name="HcommEndpointStartListen">
            <a:extLst xmlns:a="http://schemas.openxmlformats.org/drawingml/2006/main">
              <a:ext uri="{FF2B5EF4-FFF2-40B4-BE49-F238E27FC236}">
                <a16:creationId xmlns:a16="http://schemas.microsoft.com/office/drawing/2014/main" id="{71F48186-C570-496C-9B70-E805880D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7148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</a:p>
        </p:txBody>
      </p:sp>
      <p:sp>
        <p:nvSpPr>
          <p:cNvPr id="75" name="使端点可接受对端连接">
            <a:extLst xmlns:a="http://schemas.openxmlformats.org/drawingml/2006/main">
              <a:ext uri="{FF2B5EF4-FFF2-40B4-BE49-F238E27FC236}">
                <a16:creationId xmlns:a16="http://schemas.microsoft.com/office/drawing/2014/main" id="{17CCBCA9-E69D-4AF2-8D2E-F716D4EC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892993"/>
            <a:ext cx="2233613" cy="3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使端点可接受对端连接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A739644-B6DE-452F-B038-9DFA816F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31495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7" name="HcommMemReg">
            <a:extLst xmlns:a="http://schemas.openxmlformats.org/drawingml/2006/main">
              <a:ext uri="{FF2B5EF4-FFF2-40B4-BE49-F238E27FC236}">
                <a16:creationId xmlns:a16="http://schemas.microsoft.com/office/drawing/2014/main" id="{58334308-0762-4AD9-82D9-4C470721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625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HcommMemReg</a:t>
            </a:r>
          </a:p>
        </p:txBody>
      </p:sp>
      <p:sp>
        <p:nvSpPr>
          <p:cNvPr id="78" name="按需注册可访问的通信内存">
            <a:extLst xmlns:a="http://schemas.openxmlformats.org/drawingml/2006/main">
              <a:ext uri="{FF2B5EF4-FFF2-40B4-BE49-F238E27FC236}">
                <a16:creationId xmlns:a16="http://schemas.microsoft.com/office/drawing/2014/main" id="{BD1F90AB-E428-4CBA-BBCC-88BFA3CA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540693"/>
            <a:ext cx="2233613" cy="3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按需注册可访问的通信内存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0F5FAAF-9D8A-4EE6-8C90-BB98D7C6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905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454C71C-591F-4F92-8798-5101B851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019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" name=""/>
          <p:cNvCxnSpPr>
            <a:stCxn xmlns:a="http://schemas.openxmlformats.org/drawingml/2006/main" id="79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>
            <a:off x="5408296" y="2906078"/>
            <a:ext cx="0" cy="1113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673D184-2B49-411F-9019-7BC84360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600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B8262FC-5550-4624-BABA-448B8692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" name="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>
            <a:off x="5408296" y="4601528"/>
            <a:ext cx="0" cy="657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F5323BA-C4AC-4038-A07A-56950575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248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AF6C352-F448-405D-9335-F292FE58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314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" name=""/>
          <p:cNvCxnSpPr>
            <a:stCxn xmlns:a="http://schemas.openxmlformats.org/drawingml/2006/main" id="8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5408296" y="5249228"/>
            <a:ext cx="0" cy="657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FC79E2D-FAB2-4DC5-8421-A966EBE2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14850"/>
            <a:ext cx="2386013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9" name="HcommCollectiveChannelCreate">
            <a:extLst xmlns:a="http://schemas.openxmlformats.org/drawingml/2006/main">
              <a:ext uri="{FF2B5EF4-FFF2-40B4-BE49-F238E27FC236}">
                <a16:creationId xmlns:a16="http://schemas.microsoft.com/office/drawing/2014/main" id="{CBD1721A-2FF0-4970-8558-31E4A434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62475"/>
            <a:ext cx="2233613" cy="131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</p:txBody>
      </p:sp>
      <p:sp>
        <p:nvSpPr>
          <p:cNvPr id="90" name="创建集合通信所用基础 Channel">
            <a:extLst xmlns:a="http://schemas.openxmlformats.org/drawingml/2006/main">
              <a:ext uri="{FF2B5EF4-FFF2-40B4-BE49-F238E27FC236}">
                <a16:creationId xmlns:a16="http://schemas.microsoft.com/office/drawing/2014/main" id="{892FC665-69F4-4600-9F15-36045E04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741545"/>
            <a:ext cx="2233613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创建集合通信所用基础 Channel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18813EF-CF90-4ED4-8433-84136E68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AB13BBE-B871-4B92-9778-26DEE51C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6601778" y="56059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2FADE5A-72AC-4CF2-8CD3-C51B0DB6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714FA3D-35D6-4497-96DF-A681CD62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" name=""/>
          <p:cNvCxnSpPr>
            <a:stCxn xmlns:a="http://schemas.openxmlformats.org/drawingml/2006/main" id="94" idx="0"/>
            <a:endCxn xmlns:a="http://schemas.openxmlformats.org/drawingml/2006/main" id="95" idx="2"/>
          </p:cNvCxnSpPr>
          <p:nvPr/>
        </p:nvCxnSpPr>
        <p:spPr>
          <a:xfrm xmlns:a="http://schemas.openxmlformats.org/drawingml/2006/main" flipV="1">
            <a:off x="6706077" y="4953953"/>
            <a:ext cx="0" cy="6515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8609FEB-D91B-41E9-A296-80E7DDE4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F0E20CC-7053-4187-8B33-3E7EE3B2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6706553" y="49534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0F2A104-216E-4DBD-8A3E-3A086B4C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14525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1" name="BatchConnectChannels">
            <a:extLst xmlns:a="http://schemas.openxmlformats.org/drawingml/2006/main">
              <a:ext uri="{FF2B5EF4-FFF2-40B4-BE49-F238E27FC236}">
                <a16:creationId xmlns:a16="http://schemas.microsoft.com/office/drawing/2014/main" id="{93D91B3C-532E-4C14-A96A-DD0CCA3F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1962150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BatchConnectChannels</a:t>
            </a:r>
          </a:p>
        </p:txBody>
      </p:sp>
      <p:sp>
        <p:nvSpPr>
          <p:cNvPr id="102" name="等待这一批连接到位">
            <a:extLst xmlns:a="http://schemas.openxmlformats.org/drawingml/2006/main">
              <a:ext uri="{FF2B5EF4-FFF2-40B4-BE49-F238E27FC236}">
                <a16:creationId xmlns:a16="http://schemas.microsoft.com/office/drawing/2014/main" id="{590A83EB-AEFD-4B0F-B50D-95AC4A95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39315"/>
            <a:ext cx="22336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等待这一批连接到位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A79F899-C54D-456C-BBCD-9FD5533D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59080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4" name="BatchExchangeAndCheckConsistency">
            <a:extLst xmlns:a="http://schemas.openxmlformats.org/drawingml/2006/main">
              <a:ext uri="{FF2B5EF4-FFF2-40B4-BE49-F238E27FC236}">
                <a16:creationId xmlns:a16="http://schemas.microsoft.com/office/drawing/2014/main" id="{DBBD99E5-18B9-4D06-9595-BC20078B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638425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</a:p>
        </p:txBody>
      </p:sp>
      <p:sp>
        <p:nvSpPr>
          <p:cNvPr id="105" name="交换并校验建链参数">
            <a:extLst xmlns:a="http://schemas.openxmlformats.org/drawingml/2006/main">
              <a:ext uri="{FF2B5EF4-FFF2-40B4-BE49-F238E27FC236}">
                <a16:creationId xmlns:a16="http://schemas.microsoft.com/office/drawing/2014/main" id="{36CFE19F-DAEC-4627-A091-A1305F47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815590"/>
            <a:ext cx="22336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交换并校验建链参数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795DFA1-566A-42EC-A973-5E0AB54E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267075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7" name="FinalizeChannelsByEngine">
            <a:extLst xmlns:a="http://schemas.openxmlformats.org/drawingml/2006/main">
              <a:ext uri="{FF2B5EF4-FFF2-40B4-BE49-F238E27FC236}">
                <a16:creationId xmlns:a16="http://schemas.microsoft.com/office/drawing/2014/main" id="{22E8484A-9C27-42F1-BA65-4D0515C7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314700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</p:txBody>
      </p:sp>
      <p:sp>
        <p:nvSpPr>
          <p:cNvPr id="108" name="整理引擎可用句柄，返回 HCCL">
            <a:extLst xmlns:a="http://schemas.openxmlformats.org/drawingml/2006/main">
              <a:ext uri="{FF2B5EF4-FFF2-40B4-BE49-F238E27FC236}">
                <a16:creationId xmlns:a16="http://schemas.microsoft.com/office/drawing/2014/main" id="{DBCD7DC7-8982-4DFB-842C-E30D18D4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491865"/>
            <a:ext cx="22336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整理引擎可用句柄，返回 HCCL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C45FF7D-56B2-43EC-AA90-95080441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E8D310E-66F4-4945-B09D-3A3A8CCB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9197341" y="49534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F74C80B-C797-4EAA-9011-FB4B02BB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2525E7D-5C0F-481A-B7F2-CF6BA431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" name=""/>
          <p:cNvCxnSpPr>
            <a:stCxn xmlns:a="http://schemas.openxmlformats.org/drawingml/2006/main" id="112" idx="0"/>
            <a:endCxn xmlns:a="http://schemas.openxmlformats.org/drawingml/2006/main" id="113" idx="2"/>
          </p:cNvCxnSpPr>
          <p:nvPr/>
        </p:nvCxnSpPr>
        <p:spPr>
          <a:xfrm xmlns:a="http://schemas.openxmlformats.org/drawingml/2006/main" flipV="1">
            <a:off x="9301640" y="2205991"/>
            <a:ext cx="0" cy="274700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33D59DE-C73A-43E0-8F75-1F6597CA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68074AB-90D8-4319-88AC-FBC14C0B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2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9302116" y="22055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CE21779-6A50-4C7C-8DA0-F61877C4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79734AB-97C0-40E3-B7B8-E29ADD3D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5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10599421" y="2496503"/>
            <a:ext cx="0" cy="94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310F00E-3E31-406E-B3B6-45121176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171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E31C53D-52DF-4B1A-A1B9-A8B269DE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267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" name=""/>
          <p:cNvCxnSpPr>
            <a:stCxn xmlns:a="http://schemas.openxmlformats.org/drawingml/2006/main" id="121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>
            <a:off x="10599421" y="3172778"/>
            <a:ext cx="0" cy="94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4A05D1A-A9F0-4ED2-8686-8390481F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5" name="连接状态检查使用内部 ChannelProcess::ChannelGetStatus。底层对象也各自有复用条件，不保证每个对象都新建。">
            <a:extLst xmlns:a="http://schemas.openxmlformats.org/drawingml/2006/main">
              <a:ext uri="{FF2B5EF4-FFF2-40B4-BE49-F238E27FC236}">
                <a16:creationId xmlns:a16="http://schemas.microsoft.com/office/drawing/2014/main" id="{A10550E2-DBEE-4B47-BF9F-ACFF68D6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连接状态检查使用内部 ChannelProcess::ChannelGetStatus。底层对象也各自有复用条件，不保证每个对象都新建。</a:t>
            </a:r>
          </a:p>
        </p:txBody>
      </p:sp>
    </p:spTree>
    <p:extLst>
      <p:ext uri="{BB962C8B-B14F-4D97-AF65-F5344CB8AC3E}">
        <p14:creationId xmlns:p14="http://schemas.microsoft.com/office/powerpoint/2010/main" val="17262522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通道信息、上下文复制与主 Thread 导出">
            <a:extLst xmlns:a="http://schemas.openxmlformats.org/drawingml/2006/main">
              <a:ext uri="{FF2B5EF4-FFF2-40B4-BE49-F238E27FC236}">
                <a16:creationId xmlns:a16="http://schemas.microsoft.com/office/drawing/2014/main" id="{2A6D1710-E1D6-455B-BC3F-66FA9176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通道信息、上下文复制与主 Thread 导出</a:t>
            </a:r>
          </a:p>
        </p:txBody>
      </p:sp>
      <p:sp>
        <p:nvSpPr>
          <p:cNvPr id="2" name="Host 将资源描述交给设备，同时取得可从 Host 通知设备主 Thread 的句柄。">
            <a:extLst xmlns:a="http://schemas.openxmlformats.org/drawingml/2006/main">
              <a:ext uri="{FF2B5EF4-FFF2-40B4-BE49-F238E27FC236}">
                <a16:creationId xmlns:a16="http://schemas.microsoft.com/office/drawing/2014/main" id="{71CCAD08-2212-43B0-B35D-3CF850CB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Host 将资源描述交给设备，同时取得可从 Host 通知设备主 Thread 的句柄。</a:t>
            </a:r>
          </a:p>
        </p:txBody>
      </p:sp>
      <p:sp>
        <p:nvSpPr>
          <p:cNvPr id="3" name="7 / 13">
            <a:extLst xmlns:a="http://schemas.openxmlformats.org/drawingml/2006/main">
              <a:ext uri="{FF2B5EF4-FFF2-40B4-BE49-F238E27FC236}">
                <a16:creationId xmlns:a16="http://schemas.microsoft.com/office/drawing/2014/main" id="{C3C6BF18-A669-4F01-9815-B5067D2C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7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9F405-043A-4FBD-981A-7995CFA7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补齐 Channel 描述">
            <a:extLst xmlns:a="http://schemas.openxmlformats.org/drawingml/2006/main">
              <a:ext uri="{FF2B5EF4-FFF2-40B4-BE49-F238E27FC236}">
                <a16:creationId xmlns:a16="http://schemas.microsoft.com/office/drawing/2014/main" id="{1D288EA6-67D2-469E-A219-34C3EE85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补齐 Channel 描述</a:t>
            </a:r>
          </a:p>
        </p:txBody>
      </p:sp>
      <p:sp>
        <p:nvSpPr>
          <p:cNvPr id="6" name="查询端点属性和远端 CCL">
            <a:extLst xmlns:a="http://schemas.openxmlformats.org/drawingml/2006/main">
              <a:ext uri="{FF2B5EF4-FFF2-40B4-BE49-F238E27FC236}">
                <a16:creationId xmlns:a16="http://schemas.microsoft.com/office/drawing/2014/main" id="{3A429746-823A-45D5-A5EB-59060D93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查询端点属性和远端 CCL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D234D-41B4-48D9-996F-27FF9B13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序列化资源">
            <a:extLst xmlns:a="http://schemas.openxmlformats.org/drawingml/2006/main">
              <a:ext uri="{FF2B5EF4-FFF2-40B4-BE49-F238E27FC236}">
                <a16:creationId xmlns:a16="http://schemas.microsoft.com/office/drawing/2014/main" id="{CD31DC9F-F749-4290-A654-0A46521C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序列化资源</a:t>
            </a:r>
          </a:p>
        </p:txBody>
      </p:sp>
      <p:sp>
        <p:nvSpPr>
          <p:cNvPr id="9" name="把句柄和地址打包成字节">
            <a:extLst xmlns:a="http://schemas.openxmlformats.org/drawingml/2006/main">
              <a:ext uri="{FF2B5EF4-FFF2-40B4-BE49-F238E27FC236}">
                <a16:creationId xmlns:a16="http://schemas.microsoft.com/office/drawing/2014/main" id="{A763BF48-A4E3-4EDF-8B2A-1264A958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把句柄和地址打包成字节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684F8-C2C4-4BD1-AA8C-3A2FE5D2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BD97C-EEB0-4526-89CC-F5DE43F5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256F30-754E-41AA-9F36-2EDE12A5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交付设备上下文">
            <a:extLst xmlns:a="http://schemas.openxmlformats.org/drawingml/2006/main">
              <a:ext uri="{FF2B5EF4-FFF2-40B4-BE49-F238E27FC236}">
                <a16:creationId xmlns:a16="http://schemas.microsoft.com/office/drawing/2014/main" id="{D9BE887F-0A7E-477E-B3C5-5E89C861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交付设备上下文</a:t>
            </a:r>
          </a:p>
        </p:txBody>
      </p:sp>
      <p:sp>
        <p:nvSpPr>
          <p:cNvPr id="15" name="创建保存空间并复制元数据">
            <a:extLst xmlns:a="http://schemas.openxmlformats.org/drawingml/2006/main">
              <a:ext uri="{FF2B5EF4-FFF2-40B4-BE49-F238E27FC236}">
                <a16:creationId xmlns:a16="http://schemas.microsoft.com/office/drawing/2014/main" id="{A3C13CD9-17AD-4E70-BE4E-4305234C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创建保存空间并复制元数据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14918-464F-400A-A206-79E89D20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4132FA-495B-4354-9044-7EE86DF0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8C71A2-E846-4D75-AAD8-EBE31CD7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导出主 Thread">
            <a:extLst xmlns:a="http://schemas.openxmlformats.org/drawingml/2006/main">
              <a:ext uri="{FF2B5EF4-FFF2-40B4-BE49-F238E27FC236}">
                <a16:creationId xmlns:a16="http://schemas.microsoft.com/office/drawing/2014/main" id="{03D7426F-92F6-4387-AA4A-61E08BBA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导出主 Thread</a:t>
            </a:r>
          </a:p>
        </p:txBody>
      </p:sp>
      <p:sp>
        <p:nvSpPr>
          <p:cNvPr id="21" name="使 Host 能发送输入就绪通知">
            <a:extLst xmlns:a="http://schemas.openxmlformats.org/drawingml/2006/main">
              <a:ext uri="{FF2B5EF4-FFF2-40B4-BE49-F238E27FC236}">
                <a16:creationId xmlns:a16="http://schemas.microsoft.com/office/drawing/2014/main" id="{48C76F0E-5A02-430D-AA9E-16FD662C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使 Host 能发送输入就绪通知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E0E0D5-0739-439F-AB1F-2EBBFB19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4D29AA-CFA5-4BAA-BF98-5DB70D3B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73F6DA-71E9-4DAF-96B2-0A9E8969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2BAF89-823C-4299-8B0C-EA18347C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281876-DCFE-4F4B-A281-23A78CAA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57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DFD23636-F584-4A07-A813-E4763CAF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2955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00C066-3DB3-4D2F-B487-3A5C3943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57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239412-CFB7-43E5-9BD0-22C080FE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57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2580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96CEA0-DFE2-494D-850A-B18F1072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3862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337A8802-AB8D-46B2-A954-CE903AD9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4243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52D789-31E2-468F-A76B-16BCAB61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0C4D1F-964E-4E4C-A704-BD2EC5BB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99B83C-DD50-4A69-8F7D-70829159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D940B1-684E-4625-9769-3DD2EE9B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BEB22425-52FF-428A-8EC1-356BC0A2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87316A31-E380-4CE4-BA46-AB9D71D2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3A58AC-1B92-4369-B77C-F13E953C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4" name="BuildChannelInfo">
            <a:extLst xmlns:a="http://schemas.openxmlformats.org/drawingml/2006/main">
              <a:ext uri="{FF2B5EF4-FFF2-40B4-BE49-F238E27FC236}">
                <a16:creationId xmlns:a16="http://schemas.microsoft.com/office/drawing/2014/main" id="{6B3A3785-3DA7-409C-9E59-FE2316D8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45" name="整理算法使用的通道信息">
            <a:extLst xmlns:a="http://schemas.openxmlformats.org/drawingml/2006/main">
              <a:ext uri="{FF2B5EF4-FFF2-40B4-BE49-F238E27FC236}">
                <a16:creationId xmlns:a16="http://schemas.microsoft.com/office/drawing/2014/main" id="{1E3F3B67-82E0-4559-9E84-692CDE9D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整理算法使用的通道信息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FC793B-5652-4721-94DD-BA45F6DA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238601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7" name="HcclRankGraphGetEndpointInfo">
            <a:extLst xmlns:a="http://schemas.openxmlformats.org/drawingml/2006/main">
              <a:ext uri="{FF2B5EF4-FFF2-40B4-BE49-F238E27FC236}">
                <a16:creationId xmlns:a16="http://schemas.microsoft.com/office/drawing/2014/main" id="{F9694021-89EC-4234-9BF4-9022BD2F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194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HcclRankGraphGetEndpointInfo</a:t>
            </a:r>
          </a:p>
        </p:txBody>
      </p:sp>
      <p:sp>
        <p:nvSpPr>
          <p:cNvPr id="48" name="拓扑：查询所选端点属性">
            <a:extLst xmlns:a="http://schemas.openxmlformats.org/drawingml/2006/main">
              <a:ext uri="{FF2B5EF4-FFF2-40B4-BE49-F238E27FC236}">
                <a16:creationId xmlns:a16="http://schemas.microsoft.com/office/drawing/2014/main" id="{5B4419BD-834D-42BE-B3DD-820FC072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9759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拓扑：查询所选端点属性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D34F32-520D-43D0-A6B0-BC447F53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29100"/>
            <a:ext cx="238601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0" name="HcclChannelGetHcclBuffer">
            <a:extLst xmlns:a="http://schemas.openxmlformats.org/drawingml/2006/main">
              <a:ext uri="{FF2B5EF4-FFF2-40B4-BE49-F238E27FC236}">
                <a16:creationId xmlns:a16="http://schemas.microsoft.com/office/drawing/2014/main" id="{F0C90FE5-E7E4-4C16-8176-7C33BFB6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7672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</p:txBody>
      </p:sp>
      <p:sp>
        <p:nvSpPr>
          <p:cNvPr id="51" name="内存：查询远端 CCL 地址与大小">
            <a:extLst xmlns:a="http://schemas.openxmlformats.org/drawingml/2006/main">
              <a:ext uri="{FF2B5EF4-FFF2-40B4-BE49-F238E27FC236}">
                <a16:creationId xmlns:a16="http://schemas.microsoft.com/office/drawing/2014/main" id="{2E804AD7-DAD1-4106-B49B-4741FB8A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548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内存：查询远端 CCL 地址与大小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95E663-B51C-4A62-8740-ED8B0C7E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86350"/>
            <a:ext cx="238601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3" name="HcommChannelGetRemoteMems">
            <a:extLst xmlns:a="http://schemas.openxmlformats.org/drawingml/2006/main">
              <a:ext uri="{FF2B5EF4-FFF2-40B4-BE49-F238E27FC236}">
                <a16:creationId xmlns:a16="http://schemas.microsoft.com/office/drawing/2014/main" id="{78C14E71-DEA1-4B24-9F9E-F67471DA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339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HcommChannelGetRemoteMems</a:t>
            </a:r>
          </a:p>
        </p:txBody>
      </p:sp>
      <p:sp>
        <p:nvSpPr>
          <p:cNvPr id="54" name="内存：取得底层远端内存映射">
            <a:extLst xmlns:a="http://schemas.openxmlformats.org/drawingml/2006/main">
              <a:ext uri="{FF2B5EF4-FFF2-40B4-BE49-F238E27FC236}">
                <a16:creationId xmlns:a16="http://schemas.microsoft.com/office/drawing/2014/main" id="{3DC1F11F-C796-4517-9625-58E299BF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1209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内存：取得底层远端内存映射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1C8B82-A760-4689-B61B-0532D405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B6CE3B4-CBED-40CA-90E3-66C13863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55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2812733" y="2782253"/>
            <a:ext cx="0" cy="5895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70D3788-4DC6-4418-AD99-B2ED7077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4943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C3A214-256C-404C-8216-17F210CA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508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" name=""/>
          <p:cNvCxnSpPr>
            <a:stCxn xmlns:a="http://schemas.openxmlformats.org/drawingml/2006/main" id="58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>
            <a:off x="2812733" y="4944428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FAB7B79-8984-41B6-B88C-08AF67E5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2" name="Serialize">
            <a:extLst xmlns:a="http://schemas.openxmlformats.org/drawingml/2006/main">
              <a:ext uri="{FF2B5EF4-FFF2-40B4-BE49-F238E27FC236}">
                <a16:creationId xmlns:a16="http://schemas.microsoft.com/office/drawing/2014/main" id="{490A4D79-3B8E-4148-B364-1A7FA7E7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Serialize</a:t>
            </a:r>
          </a:p>
        </p:txBody>
      </p:sp>
      <p:sp>
        <p:nvSpPr>
          <p:cNvPr id="63" name="把 Thread、Channel、地址编码为字节">
            <a:extLst xmlns:a="http://schemas.openxmlformats.org/drawingml/2006/main">
              <a:ext uri="{FF2B5EF4-FFF2-40B4-BE49-F238E27FC236}">
                <a16:creationId xmlns:a16="http://schemas.microsoft.com/office/drawing/2014/main" id="{3ED230DF-09FB-45D9-8264-0BFA5124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 Thread、Channel、地址编码为字节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E934484-121C-43A2-9BD8-036590CE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5862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95A368C-325A-4C9D-AE54-CADE0D35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5862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" name=""/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4006216" y="45867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E64D515-2691-473E-B7C5-06E70863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5862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A104371-340B-4D50-AAE1-A3C20585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" name=""/>
          <p:cNvCxnSpPr>
            <a:stCxn xmlns:a="http://schemas.openxmlformats.org/drawingml/2006/main" id="67" idx="0"/>
            <a:endCxn xmlns:a="http://schemas.openxmlformats.org/drawingml/2006/main" id="68" idx="2"/>
          </p:cNvCxnSpPr>
          <p:nvPr/>
        </p:nvCxnSpPr>
        <p:spPr>
          <a:xfrm xmlns:a="http://schemas.openxmlformats.org/drawingml/2006/main" flipV="1">
            <a:off x="4110515" y="2406016"/>
            <a:ext cx="0" cy="21802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7AD1851-E2E7-42CB-931E-105D7787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37C8A5E-D565-433A-9BEB-9E7623DA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" name="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4110991" y="24055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7B78AA4-F640-4D1A-BAF0-0EA189EF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4" name="HcclMemcpyCtxHostToDevice">
            <a:extLst xmlns:a="http://schemas.openxmlformats.org/drawingml/2006/main">
              <a:ext uri="{FF2B5EF4-FFF2-40B4-BE49-F238E27FC236}">
                <a16:creationId xmlns:a16="http://schemas.microsoft.com/office/drawing/2014/main" id="{FD3EA9D5-4DC9-496F-9A0E-0FF25FB0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</a:p>
        </p:txBody>
      </p:sp>
      <p:sp>
        <p:nvSpPr>
          <p:cNvPr id="75" name="组织资源上下文的设备交付">
            <a:extLst xmlns:a="http://schemas.openxmlformats.org/drawingml/2006/main">
              <a:ext uri="{FF2B5EF4-FFF2-40B4-BE49-F238E27FC236}">
                <a16:creationId xmlns:a16="http://schemas.microsoft.com/office/drawing/2014/main" id="{D36DB1CE-E957-4D57-80D4-9C0DEF8F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组织资源上下文的设备交付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3F0F8E0-41E4-4923-BBA3-B65A7322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02C6B40-897C-4611-8FDB-86568426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6601778" y="240554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6CBABFA-0BE9-46D5-AF90-1DE28321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004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0" name="HcclEngineCtxCreate">
            <a:extLst xmlns:a="http://schemas.openxmlformats.org/drawingml/2006/main">
              <a:ext uri="{FF2B5EF4-FFF2-40B4-BE49-F238E27FC236}">
                <a16:creationId xmlns:a16="http://schemas.microsoft.com/office/drawing/2014/main" id="{68CE6F5A-3F95-4701-BD8E-04BE23EA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480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HcclEngineCtxCreate</a:t>
            </a:r>
          </a:p>
        </p:txBody>
      </p:sp>
      <p:sp>
        <p:nvSpPr>
          <p:cNvPr id="81" name="域资源：取得设备上下文保存空间">
            <a:extLst xmlns:a="http://schemas.openxmlformats.org/drawingml/2006/main">
              <a:ext uri="{FF2B5EF4-FFF2-40B4-BE49-F238E27FC236}">
                <a16:creationId xmlns:a16="http://schemas.microsoft.com/office/drawing/2014/main" id="{F9DF9147-6E93-4A11-9028-8BB8C4E6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8357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域资源：取得设备上下文保存空间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19E1C13-2786-46C5-91AF-0C0438A2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895850"/>
            <a:ext cx="2386013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3" name="HcclEngineCtxCopy">
            <a:extLst xmlns:a="http://schemas.openxmlformats.org/drawingml/2006/main">
              <a:ext uri="{FF2B5EF4-FFF2-40B4-BE49-F238E27FC236}">
                <a16:creationId xmlns:a16="http://schemas.microsoft.com/office/drawing/2014/main" id="{0AB7D781-53FA-4AA4-A54B-89DB21EB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943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HcclEngineCtxCopy</a:t>
            </a:r>
          </a:p>
        </p:txBody>
      </p:sp>
      <p:sp>
        <p:nvSpPr>
          <p:cNvPr id="84" name="域资源：复制打包的资源描述">
            <a:extLst xmlns:a="http://schemas.openxmlformats.org/drawingml/2006/main">
              <a:ext uri="{FF2B5EF4-FFF2-40B4-BE49-F238E27FC236}">
                <a16:creationId xmlns:a16="http://schemas.microsoft.com/office/drawing/2014/main" id="{447D2AB5-12A8-41BD-95D5-F636A11E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31118"/>
            <a:ext cx="2233613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域资源：复制打包的资源描述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5237B1F-7A7B-4760-9BA5-801FAE4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50D2040-5156-4B54-AD23-F221F021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" name=""/>
          <p:cNvCxnSpPr>
            <a:stCxn xmlns:a="http://schemas.openxmlformats.org/drawingml/2006/main" id="8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8003858" y="2782253"/>
            <a:ext cx="0" cy="818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228CE4C-AA76-4282-9883-BDDF3EF8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18086AB-7815-4286-A4AD-2F1CE1D0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895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" name=""/>
          <p:cNvCxnSpPr>
            <a:stCxn xmlns:a="http://schemas.openxmlformats.org/drawingml/2006/main" id="88" idx="2"/>
            <a:endCxn xmlns:a="http://schemas.openxmlformats.org/drawingml/2006/main" id="89" idx="0"/>
          </p:cNvCxnSpPr>
          <p:nvPr/>
        </p:nvCxnSpPr>
        <p:spPr>
          <a:xfrm xmlns:a="http://schemas.openxmlformats.org/drawingml/2006/main">
            <a:off x="8003858" y="4325303"/>
            <a:ext cx="0" cy="5705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C72DD16-1936-4467-948F-FE1AF28B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2" name="GetMainThreadInfo">
            <a:extLst xmlns:a="http://schemas.openxmlformats.org/drawingml/2006/main">
              <a:ext uri="{FF2B5EF4-FFF2-40B4-BE49-F238E27FC236}">
                <a16:creationId xmlns:a16="http://schemas.microsoft.com/office/drawing/2014/main" id="{180664B3-295A-49A1-B5F3-41893453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GetMainThreadInfo</a:t>
            </a:r>
          </a:p>
        </p:txBody>
      </p:sp>
      <p:sp>
        <p:nvSpPr>
          <p:cNvPr id="93" name="读取设备主 Thread 信息">
            <a:extLst xmlns:a="http://schemas.openxmlformats.org/drawingml/2006/main">
              <a:ext uri="{FF2B5EF4-FFF2-40B4-BE49-F238E27FC236}">
                <a16:creationId xmlns:a16="http://schemas.microsoft.com/office/drawing/2014/main" id="{DEFCCA9C-9C8D-4C58-920D-5D960A34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读取设备主 Thread 信息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88D8DD9-8CB9-42F1-9CD8-AEA69E95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262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6C3F5B4-D0AB-427C-89CC-FBA98C06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262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9197341" y="52630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BD0B7C7-71CF-443A-8B73-3D2CDDF0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262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6237544-B51E-429A-8456-CA37044D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" name=""/>
          <p:cNvCxnSpPr>
            <a:stCxn xmlns:a="http://schemas.openxmlformats.org/drawingml/2006/main" id="97" idx="0"/>
            <a:endCxn xmlns:a="http://schemas.openxmlformats.org/drawingml/2006/main" id="98" idx="2"/>
          </p:cNvCxnSpPr>
          <p:nvPr/>
        </p:nvCxnSpPr>
        <p:spPr>
          <a:xfrm xmlns:a="http://schemas.openxmlformats.org/drawingml/2006/main" flipV="1">
            <a:off x="9301640" y="2406016"/>
            <a:ext cx="0" cy="28565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83581E3-FDC2-4051-8F8B-D40F42E6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C6E7F94-D64F-479D-A13A-CC056068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" name=""/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9302116" y="24055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7BCF4DB-79F4-4AFA-9075-26321BC3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133850"/>
            <a:ext cx="2386013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4" name="HcclThreadExportToCommEngine">
            <a:extLst xmlns:a="http://schemas.openxmlformats.org/drawingml/2006/main">
              <a:ext uri="{FF2B5EF4-FFF2-40B4-BE49-F238E27FC236}">
                <a16:creationId xmlns:a16="http://schemas.microsoft.com/office/drawing/2014/main" id="{6BDA9ED4-0521-42D7-87C7-48AD8A2D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181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105" name="主 Thread：AICPU_TS 导出给 CPU_TS">
            <a:extLst xmlns:a="http://schemas.openxmlformats.org/drawingml/2006/main">
              <a:ext uri="{FF2B5EF4-FFF2-40B4-BE49-F238E27FC236}">
                <a16:creationId xmlns:a16="http://schemas.microsoft.com/office/drawing/2014/main" id="{A66BDF90-2D63-4247-ACBA-1A530A88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369118"/>
            <a:ext cx="2233613" cy="555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Thread：AICPU_TS 导出给 CPU_TS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40631BF-1344-4A28-9A42-1A2FF6D0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053DB6A-7CAE-4B91-B4CF-7885CAB5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" name=""/>
          <p:cNvCxnSpPr>
            <a:stCxn xmlns:a="http://schemas.openxmlformats.org/drawingml/2006/main" id="106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10599421" y="2782253"/>
            <a:ext cx="0" cy="13515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0AF2FAC-D3F2-4149-B388-FFC63386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0" name="这里复制的是资源元数据，用户张量仍在原 Buffer。P4 导出用户 Thread 供设备通知完成，本页导出方向相反。">
            <a:extLst xmlns:a="http://schemas.openxmlformats.org/drawingml/2006/main">
              <a:ext uri="{FF2B5EF4-FFF2-40B4-BE49-F238E27FC236}">
                <a16:creationId xmlns:a16="http://schemas.microsoft.com/office/drawing/2014/main" id="{B746AF28-BD2A-4EEB-854D-3922F0D7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这里复制的是资源元数据，用户张量仍在原 Buffer。P4 导出用户 Thread 供设备通知完成，本页导出方向相反。</a:t>
            </a:r>
          </a:p>
        </p:txBody>
      </p:sp>
    </p:spTree>
    <p:extLst>
      <p:ext uri="{BB962C8B-B14F-4D97-AF65-F5344CB8AC3E}">
        <p14:creationId xmlns:p14="http://schemas.microsoft.com/office/powerpoint/2010/main" val="3140770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Host 输入通知、Kernel 发射与完成等待">
            <a:extLst xmlns:a="http://schemas.openxmlformats.org/drawingml/2006/main">
              <a:ext uri="{FF2B5EF4-FFF2-40B4-BE49-F238E27FC236}">
                <a16:creationId xmlns:a16="http://schemas.microsoft.com/office/drawing/2014/main" id="{FFA7BCD3-DD6B-4E8D-B3D2-94142633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Host 输入通知、Kernel 发射与完成等待</a:t>
            </a:r>
          </a:p>
        </p:txBody>
      </p:sp>
      <p:sp>
        <p:nvSpPr>
          <p:cNvPr id="2" name="黑线表示 Host 下发流程。Kernel 启动后可与 Host 后续提交并发，用户流仍受完成依赖约束。">
            <a:extLst xmlns:a="http://schemas.openxmlformats.org/drawingml/2006/main">
              <a:ext uri="{FF2B5EF4-FFF2-40B4-BE49-F238E27FC236}">
                <a16:creationId xmlns:a16="http://schemas.microsoft.com/office/drawing/2014/main" id="{35BC4FFB-F7CA-488F-9365-41587305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黑线表示 Host 下发流程。Kernel 启动后可与 Host 后续提交并发，用户流仍受完成依赖约束。</a:t>
            </a:r>
          </a:p>
        </p:txBody>
      </p:sp>
      <p:sp>
        <p:nvSpPr>
          <p:cNvPr id="3" name="8 / 13">
            <a:extLst xmlns:a="http://schemas.openxmlformats.org/drawingml/2006/main">
              <a:ext uri="{FF2B5EF4-FFF2-40B4-BE49-F238E27FC236}">
                <a16:creationId xmlns:a16="http://schemas.microsoft.com/office/drawing/2014/main" id="{8724909C-2A6D-4CF1-A08F-EB46D49B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8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64CF3-18B1-48EC-AA62-FF3FB947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输入就绪">
            <a:extLst xmlns:a="http://schemas.openxmlformats.org/drawingml/2006/main">
              <a:ext uri="{FF2B5EF4-FFF2-40B4-BE49-F238E27FC236}">
                <a16:creationId xmlns:a16="http://schemas.microsoft.com/office/drawing/2014/main" id="{4D269B3F-D4A8-4817-A780-77DB4FBE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输入就绪</a:t>
            </a:r>
          </a:p>
        </p:txBody>
      </p:sp>
      <p:sp>
        <p:nvSpPr>
          <p:cNvPr id="6" name="用户流先发通知，放行设备主 Thread">
            <a:extLst xmlns:a="http://schemas.openxmlformats.org/drawingml/2006/main">
              <a:ext uri="{FF2B5EF4-FFF2-40B4-BE49-F238E27FC236}">
                <a16:creationId xmlns:a16="http://schemas.microsoft.com/office/drawing/2014/main" id="{ACB7FE2F-032A-4F9F-8780-5FFD22B0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用户流先发通知，放行设备主 Thread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493CC-4602-43EE-A20D-F1952754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准备入口和参数">
            <a:extLst xmlns:a="http://schemas.openxmlformats.org/drawingml/2006/main">
              <a:ext uri="{FF2B5EF4-FFF2-40B4-BE49-F238E27FC236}">
                <a16:creationId xmlns:a16="http://schemas.microsoft.com/office/drawing/2014/main" id="{682E9222-D643-431F-8591-8890E98A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准备入口和参数</a:t>
            </a:r>
          </a:p>
        </p:txBody>
      </p:sp>
      <p:sp>
        <p:nvSpPr>
          <p:cNvPr id="9" name="配置按序关系，构造 ACL Kernel 参数">
            <a:extLst xmlns:a="http://schemas.openxmlformats.org/drawingml/2006/main">
              <a:ext uri="{FF2B5EF4-FFF2-40B4-BE49-F238E27FC236}">
                <a16:creationId xmlns:a16="http://schemas.microsoft.com/office/drawing/2014/main" id="{D2DA5E17-2F28-4623-A56E-24D5170E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配置按序关系，构造 ACL Kernel 参数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1BCCF-BC31-47EF-80E6-5A8DD436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A93415-4E1F-40A6-8BF0-AE635F48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CE8EC-C807-4C0F-90FA-B6145CBD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提交设备任务">
            <a:extLst xmlns:a="http://schemas.openxmlformats.org/drawingml/2006/main">
              <a:ext uri="{FF2B5EF4-FFF2-40B4-BE49-F238E27FC236}">
                <a16:creationId xmlns:a16="http://schemas.microsoft.com/office/drawing/2014/main" id="{6FAF8346-59A7-4400-B058-5AB2919B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提交设备任务</a:t>
            </a:r>
          </a:p>
        </p:txBody>
      </p:sp>
      <p:sp>
        <p:nvSpPr>
          <p:cNvPr id="15" name="封装参数并发射 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601DA862-013E-4633-B50D-F42BADB5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封装参数并发射 HcclLaunchAicpuKernel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29667C-3763-4591-B733-6DE5855C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6BE227-970B-47EC-B076-DA949C18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A3FBE-95B9-464E-878D-44112070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排入完成等待">
            <a:extLst xmlns:a="http://schemas.openxmlformats.org/drawingml/2006/main">
              <a:ext uri="{FF2B5EF4-FFF2-40B4-BE49-F238E27FC236}">
                <a16:creationId xmlns:a16="http://schemas.microsoft.com/office/drawing/2014/main" id="{D65ADA8D-FD31-4124-AA44-9A6B5E51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排入完成等待</a:t>
            </a:r>
          </a:p>
        </p:txBody>
      </p:sp>
      <p:sp>
        <p:nvSpPr>
          <p:cNvPr id="21" name="用户流后续工作等待设备最终通知">
            <a:extLst xmlns:a="http://schemas.openxmlformats.org/drawingml/2006/main">
              <a:ext uri="{FF2B5EF4-FFF2-40B4-BE49-F238E27FC236}">
                <a16:creationId xmlns:a16="http://schemas.microsoft.com/office/drawing/2014/main" id="{3753C59C-7E52-4022-AD45-216DEAB2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用户流后续工作等待设备最终通知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5ED643-63C3-4317-8A19-A80DDF0F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15633F-D32C-4851-B9D1-BA1F0A62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F1426C-32E3-426B-A98E-6AE4463C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A43714-99E7-43CF-9117-B2FD2538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D7B342-3583-4B93-A6F2-5063D21E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73E04942-EF58-43DB-BCFF-6CEC5D01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241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E10F37-45FA-4073-8961-18B8247B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14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21F327-51C3-441F-8407-99F3E6CD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314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3151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DE6D9B-4A2B-4B76-BDCC-4A7D8FA7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385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 数据面&#10;Host 调用">
            <a:extLst xmlns:a="http://schemas.openxmlformats.org/drawingml/2006/main">
              <a:ext uri="{FF2B5EF4-FFF2-40B4-BE49-F238E27FC236}">
                <a16:creationId xmlns:a16="http://schemas.microsoft.com/office/drawing/2014/main" id="{AD47F67B-148C-4180-9363-4588080A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5766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 调用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D642CC-5424-4B15-BC4E-0F063487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95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02A6C1-05E3-41AC-833C-917A7DBF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295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42962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AA8BCB-DD66-457B-BCF5-2805A23A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ACL&#10;Runtime">
            <a:extLst xmlns:a="http://schemas.openxmlformats.org/drawingml/2006/main">
              <a:ext uri="{FF2B5EF4-FFF2-40B4-BE49-F238E27FC236}">
                <a16:creationId xmlns:a16="http://schemas.microsoft.com/office/drawing/2014/main" id="{A21DA2B1-1D60-4F85-A09D-2C92D4E0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434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D0DBD8-A11D-45E4-B20C-CDCFAF2F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3B60E8-4A73-4028-9701-BDBC7ED6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3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28F1C8-74A5-4D4F-AAC9-9B76676D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034F58-AB97-4272-925D-816FC766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D0266AC3-4913-4052-9146-13163A5A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8F8C053A-17EF-496F-B2B4-940384F9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7C4199-1878-4540-B8DE-04E77FDC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526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clAicpuKernelEntranceLaunch">
            <a:extLst xmlns:a="http://schemas.openxmlformats.org/drawingml/2006/main">
              <a:ext uri="{FF2B5EF4-FFF2-40B4-BE49-F238E27FC236}">
                <a16:creationId xmlns:a16="http://schemas.microsoft.com/office/drawing/2014/main" id="{F8BF11C4-8396-4EA2-A137-870905DD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002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</a:p>
        </p:txBody>
      </p:sp>
      <p:sp>
        <p:nvSpPr>
          <p:cNvPr id="50" name="组织本次设备发射">
            <a:extLst xmlns:a="http://schemas.openxmlformats.org/drawingml/2006/main">
              <a:ext uri="{FF2B5EF4-FFF2-40B4-BE49-F238E27FC236}">
                <a16:creationId xmlns:a16="http://schemas.microsoft.com/office/drawing/2014/main" id="{825B00F6-5F87-49B7-B55B-105DEDB4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878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组织本次设备发射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8B875B-E1FF-4C45-98E7-5276CB05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1947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F4836FFD-D24C-4362-9CD9-765311CD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67100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53" name="用户流通知主 Thread：输入就绪">
            <a:extLst xmlns:a="http://schemas.openxmlformats.org/drawingml/2006/main">
              <a:ext uri="{FF2B5EF4-FFF2-40B4-BE49-F238E27FC236}">
                <a16:creationId xmlns:a16="http://schemas.microsoft.com/office/drawing/2014/main" id="{6E6C0089-F7CE-469A-97D9-0AAC6132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47123"/>
            <a:ext cx="2233613" cy="477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用户流通知主 Thread：输入就绪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BBA14F8-0DCD-48CB-87E8-8DC893F6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05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06D5F00-E865-4EB2-BB20-9B062488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706053"/>
            <a:ext cx="0" cy="7134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6B4881D-D052-4354-843E-0F9CCF39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895475"/>
            <a:ext cx="2386013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HcclOrderLaunchToOrderStream">
            <a:extLst xmlns:a="http://schemas.openxmlformats.org/drawingml/2006/main">
              <a:ext uri="{FF2B5EF4-FFF2-40B4-BE49-F238E27FC236}">
                <a16:creationId xmlns:a16="http://schemas.microsoft.com/office/drawing/2014/main" id="{D6498C5D-D035-4899-B400-3EC2C568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43100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HcclOrderLaunchToOrderStream</a:t>
            </a:r>
          </a:p>
        </p:txBody>
      </p:sp>
      <p:sp>
        <p:nvSpPr>
          <p:cNvPr id="59" name="按配置准备按序启动关系">
            <a:extLst xmlns:a="http://schemas.openxmlformats.org/drawingml/2006/main">
              <a:ext uri="{FF2B5EF4-FFF2-40B4-BE49-F238E27FC236}">
                <a16:creationId xmlns:a16="http://schemas.microsoft.com/office/drawing/2014/main" id="{A284314D-2947-446A-9007-30882AB1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20265"/>
            <a:ext cx="2233613" cy="327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按配置准备按序启动关系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AA8AE0-7865-44D5-9147-338516E6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3795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04F1555-B9AA-434F-B3BA-8FAE533E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95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37961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C7AF15D-6F22-4595-ADEB-9FBC9BAD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95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5E9A31A-8C8A-42ED-9BE1-6F7F20A9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195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6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196466"/>
            <a:ext cx="0" cy="1599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CBD2076-A393-419A-9F8F-759868C1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195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E992482-DBE3-4C38-AB4D-24498209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195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1959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8EEEE5F-FEC1-493D-882F-4208F73F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667000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AicpuKernelLaunch">
            <a:extLst xmlns:a="http://schemas.openxmlformats.org/drawingml/2006/main">
              <a:ext uri="{FF2B5EF4-FFF2-40B4-BE49-F238E27FC236}">
                <a16:creationId xmlns:a16="http://schemas.microsoft.com/office/drawing/2014/main" id="{C408771B-FD6E-4E83-9145-4818921F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7146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</p:txBody>
      </p:sp>
      <p:sp>
        <p:nvSpPr>
          <p:cNvPr id="71" name="构造设备入口与参数">
            <a:extLst xmlns:a="http://schemas.openxmlformats.org/drawingml/2006/main">
              <a:ext uri="{FF2B5EF4-FFF2-40B4-BE49-F238E27FC236}">
                <a16:creationId xmlns:a16="http://schemas.microsoft.com/office/drawing/2014/main" id="{C4FFED53-6004-4720-A1AD-EA3B62FB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902268"/>
            <a:ext cx="2233613" cy="27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构造设备入口与参数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852DC13-1E11-40F4-A07F-1C28E37C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9BC3128-E6BE-4663-8F9F-F69D184C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67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5408296" y="2496503"/>
            <a:ext cx="0" cy="1704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8D78716-374A-4210-8124-2EB8D997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419600"/>
            <a:ext cx="2386013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aclrtBinaryGetFunction">
            <a:extLst xmlns:a="http://schemas.openxmlformats.org/drawingml/2006/main">
              <a:ext uri="{FF2B5EF4-FFF2-40B4-BE49-F238E27FC236}">
                <a16:creationId xmlns:a16="http://schemas.microsoft.com/office/drawing/2014/main" id="{FCC5F709-0399-4A07-91D5-03F12165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4672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aclrtBinaryGetFunction</a:t>
            </a:r>
          </a:p>
        </p:txBody>
      </p:sp>
      <p:sp>
        <p:nvSpPr>
          <p:cNvPr id="77" name="找到 HcclLaunchAicpuKernel 入口">
            <a:extLst xmlns:a="http://schemas.openxmlformats.org/drawingml/2006/main">
              <a:ext uri="{FF2B5EF4-FFF2-40B4-BE49-F238E27FC236}">
                <a16:creationId xmlns:a16="http://schemas.microsoft.com/office/drawing/2014/main" id="{14696303-5DFE-4CBD-9D1B-2383CCC7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654868"/>
            <a:ext cx="2233613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找到 HcclLaunchAicpuKernel 入口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67CCFB3-ED67-4A69-B1F4-6DCB3308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276850"/>
            <a:ext cx="2386013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9" name="aclrtKernelArgsInit">
            <a:extLst xmlns:a="http://schemas.openxmlformats.org/drawingml/2006/main">
              <a:ext uri="{FF2B5EF4-FFF2-40B4-BE49-F238E27FC236}">
                <a16:creationId xmlns:a16="http://schemas.microsoft.com/office/drawing/2014/main" id="{B6C3704A-E56C-4D12-93ED-23F2DB77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24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aclrtKernelArgsInit</a:t>
            </a:r>
          </a:p>
        </p:txBody>
      </p:sp>
      <p:sp>
        <p:nvSpPr>
          <p:cNvPr id="80" name="创建 Kernel 参数包">
            <a:extLst xmlns:a="http://schemas.openxmlformats.org/drawingml/2006/main">
              <a:ext uri="{FF2B5EF4-FFF2-40B4-BE49-F238E27FC236}">
                <a16:creationId xmlns:a16="http://schemas.microsoft.com/office/drawing/2014/main" id="{01B88A6E-18BA-442D-B35B-5B63737F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512118"/>
            <a:ext cx="2233613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 Kernel 参数包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3EFF56D-AC53-46F7-A732-98B7ABF2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228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5F3AEAB-4A4D-48DB-9759-21B8D3BD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4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5408296" y="3229928"/>
            <a:ext cx="0" cy="1189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DF9E310-89F8-4FE0-AFC4-63DE0971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07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C1D0DB5-BDAC-47C1-BC91-BD7CA013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27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7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5408296" y="50777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988B3C3-59E7-48A7-98FD-7C5BA3EA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62450"/>
            <a:ext cx="238601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8" name="aclrtKernelArgsAppend">
            <a:extLst xmlns:a="http://schemas.openxmlformats.org/drawingml/2006/main">
              <a:ext uri="{FF2B5EF4-FFF2-40B4-BE49-F238E27FC236}">
                <a16:creationId xmlns:a16="http://schemas.microsoft.com/office/drawing/2014/main" id="{4565428D-2463-4DC0-8EA5-2C1821C6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410075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aclrtKernelArgsAppend</a:t>
            </a:r>
          </a:p>
        </p:txBody>
      </p:sp>
      <p:sp>
        <p:nvSpPr>
          <p:cNvPr id="89" name="加入算子参数与变长数据">
            <a:extLst xmlns:a="http://schemas.openxmlformats.org/drawingml/2006/main">
              <a:ext uri="{FF2B5EF4-FFF2-40B4-BE49-F238E27FC236}">
                <a16:creationId xmlns:a16="http://schemas.microsoft.com/office/drawing/2014/main" id="{2C8768FB-27C0-48CE-91B0-5243074F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62475"/>
            <a:ext cx="223361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加入算子参数与变长数据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6AD069A-4683-48D1-9CA5-54932B75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24425"/>
            <a:ext cx="238601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1" name="aclrtKernelArgsFinalize">
            <a:extLst xmlns:a="http://schemas.openxmlformats.org/drawingml/2006/main">
              <a:ext uri="{FF2B5EF4-FFF2-40B4-BE49-F238E27FC236}">
                <a16:creationId xmlns:a16="http://schemas.microsoft.com/office/drawing/2014/main" id="{CF33A486-C5B9-42E5-ABE0-7152E62D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9720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aclrtKernelArgsFinalize</a:t>
            </a:r>
          </a:p>
        </p:txBody>
      </p:sp>
      <p:sp>
        <p:nvSpPr>
          <p:cNvPr id="92" name="完成参数封装">
            <a:extLst xmlns:a="http://schemas.openxmlformats.org/drawingml/2006/main">
              <a:ext uri="{FF2B5EF4-FFF2-40B4-BE49-F238E27FC236}">
                <a16:creationId xmlns:a16="http://schemas.microsoft.com/office/drawing/2014/main" id="{519616D2-9479-4E84-85B3-7FD01978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24450"/>
            <a:ext cx="223361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完成参数封装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BB727BF-AA0B-4392-ACEE-FC3F2BC1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486400"/>
            <a:ext cx="238601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aclrtLaunchKernelWithConfig">
            <a:extLst xmlns:a="http://schemas.openxmlformats.org/drawingml/2006/main">
              <a:ext uri="{FF2B5EF4-FFF2-40B4-BE49-F238E27FC236}">
                <a16:creationId xmlns:a16="http://schemas.microsoft.com/office/drawing/2014/main" id="{47ECCDCB-FAAD-45D1-BD6F-EE69BC8A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534025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</p:txBody>
      </p:sp>
      <p:sp>
        <p:nvSpPr>
          <p:cNvPr id="95" name="提交 AICPU Kernel，入口见 P9">
            <a:extLst xmlns:a="http://schemas.openxmlformats.org/drawingml/2006/main">
              <a:ext uri="{FF2B5EF4-FFF2-40B4-BE49-F238E27FC236}">
                <a16:creationId xmlns:a16="http://schemas.microsoft.com/office/drawing/2014/main" id="{7B1FD7F0-B440-4BCC-975F-B0790EA5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686425"/>
            <a:ext cx="223361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提交 AICPU Kernel，入口见 P9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654FCA2-069D-431A-BA1B-428A3A10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5768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629B678-6FD2-4E1F-8F10-600C3FA0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768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9" name=""/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6601778" y="55773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9D15952-6B30-44BB-A680-5ED4FD17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768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BA8C44C-AE22-4846-B918-4D0710A5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4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" name=""/>
          <p:cNvCxnSpPr>
            <a:stCxn xmlns:a="http://schemas.openxmlformats.org/drawingml/2006/main" id="99" idx="0"/>
            <a:endCxn xmlns:a="http://schemas.openxmlformats.org/drawingml/2006/main" id="100" idx="2"/>
          </p:cNvCxnSpPr>
          <p:nvPr/>
        </p:nvCxnSpPr>
        <p:spPr>
          <a:xfrm xmlns:a="http://schemas.openxmlformats.org/drawingml/2006/main" flipV="1">
            <a:off x="6706077" y="4615816"/>
            <a:ext cx="0" cy="961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103F9AA-6DC5-4C46-B8FE-86DF3F3D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4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0DE555F-AED0-4753-91CA-7FB2414E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14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" name=""/>
          <p:cNvCxnSpPr>
            <a:stCxn xmlns:a="http://schemas.openxmlformats.org/drawingml/2006/main" id="102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>
            <a:off x="6706553" y="46153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BE07ECA-81F2-4497-B6BC-F92B97E6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867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0CD841F-0532-469A-A742-11CBBD2F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8" name=""/>
          <p:cNvCxnSpPr>
            <a:stCxn xmlns:a="http://schemas.openxmlformats.org/drawingml/2006/main" id="105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8003858" y="4868228"/>
            <a:ext cx="0" cy="56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AB8DF8F-4D83-42F3-BEAB-D842918A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5429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37A06CA-6760-4142-98D4-15E5A752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5486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1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8003858" y="5430203"/>
            <a:ext cx="0" cy="56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494BBD8-8E5B-42AA-AC9F-F71DB0CB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526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HcclOrderLaunchToKernelStream">
            <a:extLst xmlns:a="http://schemas.openxmlformats.org/drawingml/2006/main">
              <a:ext uri="{FF2B5EF4-FFF2-40B4-BE49-F238E27FC236}">
                <a16:creationId xmlns:a16="http://schemas.microsoft.com/office/drawing/2014/main" id="{11037447-D802-4946-90C0-E94E03DE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00250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HcclOrderLaunchToKernelStream</a:t>
            </a:r>
          </a:p>
        </p:txBody>
      </p:sp>
      <p:sp>
        <p:nvSpPr>
          <p:cNvPr id="113" name="按配置安排发射后的执行关系">
            <a:extLst xmlns:a="http://schemas.openxmlformats.org/drawingml/2006/main">
              <a:ext uri="{FF2B5EF4-FFF2-40B4-BE49-F238E27FC236}">
                <a16:creationId xmlns:a16="http://schemas.microsoft.com/office/drawing/2014/main" id="{A39AF0C1-BBCB-428F-BDCF-7C996A74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7836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按配置安排发射后的执行关系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B917B50-6088-4727-941B-91DA21AB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738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EC8697C-2637-4942-8857-382A9537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738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7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9197341" y="57392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98AD738-7E6A-44E0-8A3D-7B12C32D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738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1365A27-D2D7-4116-A26F-9B8C086F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28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0" name=""/>
          <p:cNvCxnSpPr>
            <a:stCxn xmlns:a="http://schemas.openxmlformats.org/drawingml/2006/main" id="117" idx="0"/>
            <a:endCxn xmlns:a="http://schemas.openxmlformats.org/drawingml/2006/main" id="118" idx="2"/>
          </p:cNvCxnSpPr>
          <p:nvPr/>
        </p:nvCxnSpPr>
        <p:spPr>
          <a:xfrm xmlns:a="http://schemas.openxmlformats.org/drawingml/2006/main" flipV="1">
            <a:off x="9301640" y="2329816"/>
            <a:ext cx="0" cy="34089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BFAA987-DA78-4149-B5EA-80078A68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28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CDED983-1002-422B-8B0F-EFDF4FFE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328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3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9302116" y="23293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017E022-9373-4172-B19E-63A731F5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41947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4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47AF4D90-2081-46BC-BCD3-CEEDF840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467100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125" name="用户流等待设备最终完成通知">
            <a:extLst xmlns:a="http://schemas.openxmlformats.org/drawingml/2006/main">
              <a:ext uri="{FF2B5EF4-FFF2-40B4-BE49-F238E27FC236}">
                <a16:creationId xmlns:a16="http://schemas.microsoft.com/office/drawing/2014/main" id="{98613B7E-E827-42D9-8984-8AF43E0D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647123"/>
            <a:ext cx="2233613" cy="477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用户流等待设备最终完成通知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DDC4534-762D-4451-9C99-000E748E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705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ABF5E5F-48A2-483E-9439-1BAD99CB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9" name=""/>
          <p:cNvCxnSpPr>
            <a:stCxn xmlns:a="http://schemas.openxmlformats.org/drawingml/2006/main" id="126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>
            <a:off x="10599421" y="2706053"/>
            <a:ext cx="0" cy="7134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9" name="设备入口：P9&#10;最终完成通知：P13">
            <a:extLst xmlns:a="http://schemas.openxmlformats.org/drawingml/2006/main">
              <a:ext uri="{FF2B5EF4-FFF2-40B4-BE49-F238E27FC236}">
                <a16:creationId xmlns:a16="http://schemas.microsoft.com/office/drawing/2014/main" id="{04E98FDA-AF6A-42B9-A4FE-DF9CA57F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714875"/>
            <a:ext cx="2233613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设备入口：P9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最终完成通知：P13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0DEFEC3-A068-4708-804B-EEF05ED5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1" name="AllToAll 此路径使用内部 AicpuKernelLaunch 调 ACL。不能与另一条导出接口 HcclAicpuKernelLaunch 混为一谈。">
            <a:extLst xmlns:a="http://schemas.openxmlformats.org/drawingml/2006/main">
              <a:ext uri="{FF2B5EF4-FFF2-40B4-BE49-F238E27FC236}">
                <a16:creationId xmlns:a16="http://schemas.microsoft.com/office/drawing/2014/main" id="{2E8D2B15-8AFE-4AF6-AD3E-EA38204B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 此路径使用内部 AicpuKernelLaunch 调 ACL。不能与另一条导出接口 HcclAicpuKernelLaunch 混为一谈。</a:t>
            </a:r>
          </a:p>
        </p:txBody>
      </p:sp>
    </p:spTree>
    <p:extLst>
      <p:ext uri="{BB962C8B-B14F-4D97-AF65-F5344CB8AC3E}">
        <p14:creationId xmlns:p14="http://schemas.microsoft.com/office/powerpoint/2010/main" val="6541190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AICPU 入口、资源恢复与算法启动">
            <a:extLst xmlns:a="http://schemas.openxmlformats.org/drawingml/2006/main">
              <a:ext uri="{FF2B5EF4-FFF2-40B4-BE49-F238E27FC236}">
                <a16:creationId xmlns:a16="http://schemas.microsoft.com/office/drawing/2014/main" id="{9625715C-B042-4231-B896-83C0ED50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 入口、资源恢复与算法启动</a:t>
            </a:r>
          </a:p>
        </p:txBody>
      </p:sp>
      <p:sp>
        <p:nvSpPr>
          <p:cNvPr id="2" name="HCCL 恢复执行参数，HCOMM 提供域使用保护、批模式与输入依赖。">
            <a:extLst xmlns:a="http://schemas.openxmlformats.org/drawingml/2006/main">
              <a:ext uri="{FF2B5EF4-FFF2-40B4-BE49-F238E27FC236}">
                <a16:creationId xmlns:a16="http://schemas.microsoft.com/office/drawing/2014/main" id="{8C691911-855A-4DBC-AD8E-3DA23286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恢复执行参数，HCOMM 提供域使用保护、批模式与输入依赖。</a:t>
            </a:r>
          </a:p>
        </p:txBody>
      </p:sp>
      <p:sp>
        <p:nvSpPr>
          <p:cNvPr id="3" name="9 / 13">
            <a:extLst xmlns:a="http://schemas.openxmlformats.org/drawingml/2006/main">
              <a:ext uri="{FF2B5EF4-FFF2-40B4-BE49-F238E27FC236}">
                <a16:creationId xmlns:a16="http://schemas.microsoft.com/office/drawing/2014/main" id="{4F1E74D2-EEAA-45EE-B851-90E8CC6E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9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DE2C8-9872-4EC1-A16E-3ED4FA1F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进入设备 Kernel">
            <a:extLst xmlns:a="http://schemas.openxmlformats.org/drawingml/2006/main">
              <a:ext uri="{FF2B5EF4-FFF2-40B4-BE49-F238E27FC236}">
                <a16:creationId xmlns:a16="http://schemas.microsoft.com/office/drawing/2014/main" id="{78D820F3-101E-4D07-AFC9-AAEA31D9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进入设备 Kernel</a:t>
            </a:r>
          </a:p>
        </p:txBody>
      </p:sp>
      <p:sp>
        <p:nvSpPr>
          <p:cNvPr id="6" name="接收 ACL 参数，保护本次通信域使用">
            <a:extLst xmlns:a="http://schemas.openxmlformats.org/drawingml/2006/main">
              <a:ext uri="{FF2B5EF4-FFF2-40B4-BE49-F238E27FC236}">
                <a16:creationId xmlns:a16="http://schemas.microsoft.com/office/drawing/2014/main" id="{821628FF-1CD7-490E-8C4A-34B6B3E5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 ACL 参数，保护本次通信域使用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44248-9171-4CEC-BF11-BF45AE63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恢复执行上下文">
            <a:extLst xmlns:a="http://schemas.openxmlformats.org/drawingml/2006/main">
              <a:ext uri="{FF2B5EF4-FFF2-40B4-BE49-F238E27FC236}">
                <a16:creationId xmlns:a16="http://schemas.microsoft.com/office/drawing/2014/main" id="{F52EE8EC-4AEA-4490-991F-6C26D930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恢复执行上下文</a:t>
            </a:r>
          </a:p>
        </p:txBody>
      </p:sp>
      <p:sp>
        <p:nvSpPr>
          <p:cNvPr id="9" name="恢复资源句柄与数量、位移数组">
            <a:extLst xmlns:a="http://schemas.openxmlformats.org/drawingml/2006/main">
              <a:ext uri="{FF2B5EF4-FFF2-40B4-BE49-F238E27FC236}">
                <a16:creationId xmlns:a16="http://schemas.microsoft.com/office/drawing/2014/main" id="{28EFA136-9164-4018-A89F-A0C313BD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恢复资源句柄与数量、位移数组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5F0B7-2FF2-4CDE-A6AB-D58A29C1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E5CCC-18E4-45D0-A41C-CFA71B4F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1BA7C-879C-4661-8DF4-019A6C9C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开始算法编排">
            <a:extLst xmlns:a="http://schemas.openxmlformats.org/drawingml/2006/main">
              <a:ext uri="{FF2B5EF4-FFF2-40B4-BE49-F238E27FC236}">
                <a16:creationId xmlns:a16="http://schemas.microsoft.com/office/drawing/2014/main" id="{8A49CB5B-F3F0-47A0-82D0-4583E390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开始算法编排</a:t>
            </a:r>
          </a:p>
        </p:txBody>
      </p:sp>
      <p:sp>
        <p:nvSpPr>
          <p:cNvPr id="15" name="进入批模式，再交给执行器">
            <a:extLst xmlns:a="http://schemas.openxmlformats.org/drawingml/2006/main">
              <a:ext uri="{FF2B5EF4-FFF2-40B4-BE49-F238E27FC236}">
                <a16:creationId xmlns:a16="http://schemas.microsoft.com/office/drawing/2014/main" id="{72310A2C-0D52-4BA5-B7EE-34E3EFC6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进入批模式，再交给执行器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2A67AE-F0A2-44DD-9409-4139B6E4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97A681-13B5-467A-BC3A-AF9C21F3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249EEF-8C0A-4F7B-A1D7-03257F88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等待输入并展开">
            <a:extLst xmlns:a="http://schemas.openxmlformats.org/drawingml/2006/main">
              <a:ext uri="{FF2B5EF4-FFF2-40B4-BE49-F238E27FC236}">
                <a16:creationId xmlns:a16="http://schemas.microsoft.com/office/drawing/2014/main" id="{D8FF98C7-03E1-4B8D-ABBE-AAEC96BD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等待输入并展开</a:t>
            </a:r>
          </a:p>
        </p:txBody>
      </p:sp>
      <p:sp>
        <p:nvSpPr>
          <p:cNvPr id="21" name="输入依赖满足后执行本次算法">
            <a:extLst xmlns:a="http://schemas.openxmlformats.org/drawingml/2006/main">
              <a:ext uri="{FF2B5EF4-FFF2-40B4-BE49-F238E27FC236}">
                <a16:creationId xmlns:a16="http://schemas.microsoft.com/office/drawing/2014/main" id="{E5E3FF9E-A792-4346-B9B1-AC9B5317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输入依赖满足后执行本次算法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A08315-CD28-4966-B4ED-3F62AA2C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3C40A9-17E3-45F9-BBBA-B4BF4414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515D12-6E31-4414-82AC-CD756D81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30A5B5-7A2D-46F3-A661-5F60EF9A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F46935-A704-4D96-9AFF-53108D26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AICPU">
            <a:extLst xmlns:a="http://schemas.openxmlformats.org/drawingml/2006/main">
              <a:ext uri="{FF2B5EF4-FFF2-40B4-BE49-F238E27FC236}">
                <a16:creationId xmlns:a16="http://schemas.microsoft.com/office/drawing/2014/main" id="{B2CED57C-01EC-4A7C-9DD4-FE2D54C8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7527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0FBFFB-A814-43AA-B3AB-0EB48501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71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B455E1-6ECF-4151-AFFD-DA1CCB4C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71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41724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FC8579-A719-44AA-BD85-8F87FD5E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434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AC7065B0-DE57-46E5-B24A-B7D2C945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8815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69FFE6-6558-49E1-9E5E-E2C429FB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4FAA2D-6D34-4AE6-85EF-C5495408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6D4F1F-C462-4D37-9F27-F98527F0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ABEE5B-D519-4137-A18F-5B6E6EA3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C54D18E3-36D9-421F-B7AD-3020A862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26BDDE8C-FCBE-4E8E-8039-EB6D87A5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071DE1-2232-49ED-ABF6-B48A1793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383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4" name="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A0DF2A2E-DB98-424E-AFD2-E138B173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859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</p:txBody>
      </p:sp>
      <p:sp>
        <p:nvSpPr>
          <p:cNvPr id="45" name="接收 ACL 交付的算子参数">
            <a:extLst xmlns:a="http://schemas.openxmlformats.org/drawingml/2006/main">
              <a:ext uri="{FF2B5EF4-FFF2-40B4-BE49-F238E27FC236}">
                <a16:creationId xmlns:a16="http://schemas.microsoft.com/office/drawing/2014/main" id="{70EC7267-9140-4CBE-894E-FC9D0274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736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 ACL 交付的算子参数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4BA951-6867-41DA-B718-1D062B18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81525"/>
            <a:ext cx="23860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7" name="HcommAcquireComm">
            <a:extLst xmlns:a="http://schemas.openxmlformats.org/drawingml/2006/main">
              <a:ext uri="{FF2B5EF4-FFF2-40B4-BE49-F238E27FC236}">
                <a16:creationId xmlns:a16="http://schemas.microsoft.com/office/drawing/2014/main" id="{C4F106C2-66D5-4D59-B591-DB5F3FE7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291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HcommAcquireComm</a:t>
            </a:r>
          </a:p>
        </p:txBody>
      </p:sp>
      <p:sp>
        <p:nvSpPr>
          <p:cNvPr id="48" name="执行控制：取得通信域使用保护">
            <a:extLst xmlns:a="http://schemas.openxmlformats.org/drawingml/2006/main">
              <a:ext uri="{FF2B5EF4-FFF2-40B4-BE49-F238E27FC236}">
                <a16:creationId xmlns:a16="http://schemas.microsoft.com/office/drawing/2014/main" id="{3DEBFC4D-825F-4DEA-A484-DD0CF9E2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16793"/>
            <a:ext cx="2233613" cy="498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执行控制：取得通信域使用保护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0F0E51-6ECC-4371-AB0A-4B9D8BC2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5DE8475-28A2-4556-9A79-4D772DDC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4581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" name="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2812733" y="2734628"/>
            <a:ext cx="0" cy="1846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581DAE-ED9D-44F8-A5A8-3721C2F2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145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3" name="HcclOrderLaunchNotifyRecord">
            <a:extLst xmlns:a="http://schemas.openxmlformats.org/drawingml/2006/main">
              <a:ext uri="{FF2B5EF4-FFF2-40B4-BE49-F238E27FC236}">
                <a16:creationId xmlns:a16="http://schemas.microsoft.com/office/drawing/2014/main" id="{B181A3C8-1274-4635-88BA-9022ABD5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621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HcclOrderLaunchNotifyRecord</a:t>
            </a:r>
          </a:p>
        </p:txBody>
      </p:sp>
      <p:sp>
        <p:nvSpPr>
          <p:cNvPr id="54" name="按序能力开启时发送入口通知">
            <a:extLst xmlns:a="http://schemas.openxmlformats.org/drawingml/2006/main">
              <a:ext uri="{FF2B5EF4-FFF2-40B4-BE49-F238E27FC236}">
                <a16:creationId xmlns:a16="http://schemas.microsoft.com/office/drawing/2014/main" id="{BD6C658A-F5B2-4785-9BF6-1E8A69FE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43125"/>
            <a:ext cx="2233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按序能力开启时发送入口通知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FA67366-6273-4E85-8E07-9E6DD490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6765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6" name="DeserializeResCtx">
            <a:extLst xmlns:a="http://schemas.openxmlformats.org/drawingml/2006/main">
              <a:ext uri="{FF2B5EF4-FFF2-40B4-BE49-F238E27FC236}">
                <a16:creationId xmlns:a16="http://schemas.microsoft.com/office/drawing/2014/main" id="{8FCA6F27-3F8F-46B6-92F4-96B23576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7241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DeserializeResCtx</a:t>
            </a:r>
          </a:p>
        </p:txBody>
      </p:sp>
      <p:sp>
        <p:nvSpPr>
          <p:cNvPr id="57" name="恢复 Thread、Channel、缓冲区描述">
            <a:extLst xmlns:a="http://schemas.openxmlformats.org/drawingml/2006/main">
              <a:ext uri="{FF2B5EF4-FFF2-40B4-BE49-F238E27FC236}">
                <a16:creationId xmlns:a16="http://schemas.microsoft.com/office/drawing/2014/main" id="{98C3840D-13B0-4DF8-8755-60CDB750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905125"/>
            <a:ext cx="2233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 Thread、Channel、缓冲区描述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3091BE8-3614-47F4-8141-ACC5FB6C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4385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9" name="RestoreVarDataAlltoAllV">
            <a:extLst xmlns:a="http://schemas.openxmlformats.org/drawingml/2006/main">
              <a:ext uri="{FF2B5EF4-FFF2-40B4-BE49-F238E27FC236}">
                <a16:creationId xmlns:a16="http://schemas.microsoft.com/office/drawing/2014/main" id="{A348ED7F-BA40-4EC5-A44D-550CAB72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4861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</a:p>
        </p:txBody>
      </p:sp>
      <p:sp>
        <p:nvSpPr>
          <p:cNvPr id="60" name="恢复 counts 和位移数组指针">
            <a:extLst xmlns:a="http://schemas.openxmlformats.org/drawingml/2006/main">
              <a:ext uri="{FF2B5EF4-FFF2-40B4-BE49-F238E27FC236}">
                <a16:creationId xmlns:a16="http://schemas.microsoft.com/office/drawing/2014/main" id="{0DABBB38-24D3-40B9-AD5B-BC23A3D5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667125"/>
            <a:ext cx="2233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 counts 和位移数组指针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9774345-458C-4417-957D-925DC303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483AFF1-31F0-43A6-B60D-9F479F9F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4006216" y="4972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837BAA5-CACF-447C-BD44-976F709F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1FE13C3-36B9-43B8-8785-B307FD70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" name=""/>
          <p:cNvCxnSpPr>
            <a:stCxn xmlns:a="http://schemas.openxmlformats.org/drawingml/2006/main" id="64" idx="0"/>
            <a:endCxn xmlns:a="http://schemas.openxmlformats.org/drawingml/2006/main" id="65" idx="2"/>
          </p:cNvCxnSpPr>
          <p:nvPr/>
        </p:nvCxnSpPr>
        <p:spPr>
          <a:xfrm xmlns:a="http://schemas.openxmlformats.org/drawingml/2006/main" flipV="1">
            <a:off x="4110515" y="2229803"/>
            <a:ext cx="0" cy="2742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A1AD4F0-3297-4CA9-AA95-03247892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1BAE826-7799-41EC-AFF1-DA29E35D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4110991" y="2229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29D6538-98CF-427E-9B57-EC3560AE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54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512F9E5-F49B-47AE-95AE-5E8D2504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76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5408296" y="2544128"/>
            <a:ext cx="0" cy="1323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8E9227E-1C07-4E29-83CA-CE23E628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305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5A0C6D2-8C72-4F55-B4FB-7AB41FA0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5408296" y="3306128"/>
            <a:ext cx="0" cy="1323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318E712-9D48-4632-A7A8-575F4834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81525"/>
            <a:ext cx="23860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7" name="HcommBatchModeStart">
            <a:extLst xmlns:a="http://schemas.openxmlformats.org/drawingml/2006/main">
              <a:ext uri="{FF2B5EF4-FFF2-40B4-BE49-F238E27FC236}">
                <a16:creationId xmlns:a16="http://schemas.microsoft.com/office/drawing/2014/main" id="{D58E5F35-40E4-43C8-8F44-6668F8DA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6291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HcommBatchModeStart</a:t>
            </a:r>
          </a:p>
        </p:txBody>
      </p:sp>
      <p:sp>
        <p:nvSpPr>
          <p:cNvPr id="78" name="执行控制：开始批量组织 / 提交任务">
            <a:extLst xmlns:a="http://schemas.openxmlformats.org/drawingml/2006/main">
              <a:ext uri="{FF2B5EF4-FFF2-40B4-BE49-F238E27FC236}">
                <a16:creationId xmlns:a16="http://schemas.microsoft.com/office/drawing/2014/main" id="{C1FA4FCA-4C3C-4EB2-8C35-FA425C19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16793"/>
            <a:ext cx="2233613" cy="498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执行控制：开始批量组织 / 提交任务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3A9AB98-3BAB-424D-BBEC-DC2DC861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F831CF9-4519-4D1D-86E8-B7B76627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6601778" y="3753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8846C6E-EF1E-4520-9E8A-BD2CB0C9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EDFD43C-14C5-4EC3-B90B-52936FDF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" name="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>
            <a:off x="6706077" y="3753803"/>
            <a:ext cx="0" cy="1218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A8574AA-7A74-4DC9-BA3C-2CF0B440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0CA7205-F394-48F0-923F-DA964B87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6706553" y="4972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2B7E6F6-A236-46F7-9614-AE90E0AD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383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9" name="OpOrchestrate">
            <a:extLst xmlns:a="http://schemas.openxmlformats.org/drawingml/2006/main">
              <a:ext uri="{FF2B5EF4-FFF2-40B4-BE49-F238E27FC236}">
                <a16:creationId xmlns:a16="http://schemas.microsoft.com/office/drawing/2014/main" id="{C4BAD4E2-4AAD-46C8-8C1B-93DAC5C8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859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</p:txBody>
      </p:sp>
      <p:sp>
        <p:nvSpPr>
          <p:cNvPr id="90" name="进入本次通信任务编排">
            <a:extLst xmlns:a="http://schemas.openxmlformats.org/drawingml/2006/main">
              <a:ext uri="{FF2B5EF4-FFF2-40B4-BE49-F238E27FC236}">
                <a16:creationId xmlns:a16="http://schemas.microsoft.com/office/drawing/2014/main" id="{1C732ADF-6B1C-4079-829A-B250D099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736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进入本次通信任务编排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C7DF030-941B-48DD-88B7-73C80CC3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581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E294883-CC6F-4CA1-9B24-5B64A753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" name=""/>
          <p:cNvCxnSpPr>
            <a:stCxn xmlns:a="http://schemas.openxmlformats.org/drawingml/2006/main" id="91" idx="0"/>
            <a:endCxn xmlns:a="http://schemas.openxmlformats.org/drawingml/2006/main" id="92" idx="2"/>
          </p:cNvCxnSpPr>
          <p:nvPr/>
        </p:nvCxnSpPr>
        <p:spPr>
          <a:xfrm xmlns:a="http://schemas.openxmlformats.org/drawingml/2006/main" flipV="1">
            <a:off x="8003858" y="2734628"/>
            <a:ext cx="0" cy="1846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BC96083-022D-425A-8C51-6909CF76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543425"/>
            <a:ext cx="2386013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5" name="HcommThreadNotifyWaitOnThread&#10;WithDefaultTimeout">
            <a:extLst xmlns:a="http://schemas.openxmlformats.org/drawingml/2006/main">
              <a:ext uri="{FF2B5EF4-FFF2-40B4-BE49-F238E27FC236}">
                <a16:creationId xmlns:a16="http://schemas.microsoft.com/office/drawing/2014/main" id="{50A50122-8358-4AA0-B575-B4408242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591050"/>
            <a:ext cx="2233613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WithDefaultTimeout</a:t>
            </a:r>
          </a:p>
        </p:txBody>
      </p:sp>
      <p:sp>
        <p:nvSpPr>
          <p:cNvPr id="96" name="同步：主 Thread 等 Host 输入通知">
            <a:extLst xmlns:a="http://schemas.openxmlformats.org/drawingml/2006/main">
              <a:ext uri="{FF2B5EF4-FFF2-40B4-BE49-F238E27FC236}">
                <a16:creationId xmlns:a16="http://schemas.microsoft.com/office/drawing/2014/main" id="{2C8FF2AF-64FA-45FD-9F76-3D636164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897755"/>
            <a:ext cx="2233613" cy="455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同步：主 Thread 等 Host 输入通知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DA379BF-FFFD-455A-93D3-8FCBD6B8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2386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842FE35-D39D-41A3-B1DC-593D50E0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86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9197341" y="23864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0327144-D643-4F43-9976-10FC4FFE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86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5C1446E-5500-4A74-9F61-84AAA391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5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9301640" y="2386966"/>
            <a:ext cx="0" cy="2585084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FDFE21D-8D8B-413A-B397-E45154C1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5C54690-7E65-44BC-9D41-22FADC78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9302116" y="4972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C210A78-B549-4539-B2B0-CD5AE79B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0383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7" name="GetAlgExec">
            <a:extLst xmlns:a="http://schemas.openxmlformats.org/drawingml/2006/main">
              <a:ext uri="{FF2B5EF4-FFF2-40B4-BE49-F238E27FC236}">
                <a16:creationId xmlns:a16="http://schemas.microsoft.com/office/drawing/2014/main" id="{993010CF-B4A6-4C9A-8203-8473DB85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859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GetAlgExec</a:t>
            </a:r>
          </a:p>
        </p:txBody>
      </p:sp>
      <p:sp>
        <p:nvSpPr>
          <p:cNvPr id="108" name="取得设备执行器，展开见 P10">
            <a:extLst xmlns:a="http://schemas.openxmlformats.org/drawingml/2006/main">
              <a:ext uri="{FF2B5EF4-FFF2-40B4-BE49-F238E27FC236}">
                <a16:creationId xmlns:a16="http://schemas.microsoft.com/office/drawing/2014/main" id="{0DB52D7D-F1AA-4F1D-B09E-2B9D0E60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2736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取得设备执行器，展开见 P10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DB0D060-5394-4C66-97CF-207BDDC8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543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B1CF172-BBB4-4B8E-B56F-BC33A912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" name=""/>
          <p:cNvCxnSpPr>
            <a:stCxn xmlns:a="http://schemas.openxmlformats.org/drawingml/2006/main" id="109" idx="0"/>
            <a:endCxn xmlns:a="http://schemas.openxmlformats.org/drawingml/2006/main" id="110" idx="2"/>
          </p:cNvCxnSpPr>
          <p:nvPr/>
        </p:nvCxnSpPr>
        <p:spPr>
          <a:xfrm xmlns:a="http://schemas.openxmlformats.org/drawingml/2006/main" flipV="1">
            <a:off x="10599421" y="2734628"/>
            <a:ext cx="0" cy="18087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165C8FA-827D-4F72-915B-E745DA0E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3" name="旧能力可使用显式超时 Wait，两接口互为替代。AcquireComm / ReleaseComm 是使用保护，不是创建或销毁通信域。">
            <a:extLst xmlns:a="http://schemas.openxmlformats.org/drawingml/2006/main">
              <a:ext uri="{FF2B5EF4-FFF2-40B4-BE49-F238E27FC236}">
                <a16:creationId xmlns:a16="http://schemas.microsoft.com/office/drawing/2014/main" id="{2F8CE079-A639-4781-8A6A-B727D0B9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旧能力可使用显式超时 Wait，两接口互为替代。AcquireComm / ReleaseComm 是使用保护，不是创建或销毁通信域。</a:t>
            </a:r>
          </a:p>
        </p:txBody>
      </p:sp>
    </p:spTree>
    <p:extLst>
      <p:ext uri="{BB962C8B-B14F-4D97-AF65-F5344CB8AC3E}">
        <p14:creationId xmlns:p14="http://schemas.microsoft.com/office/powerpoint/2010/main" val="3211392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设备算法按数据块、轮次、Peer 和 Channel 展开">
            <a:extLst xmlns:a="http://schemas.openxmlformats.org/drawingml/2006/main">
              <a:ext uri="{FF2B5EF4-FFF2-40B4-BE49-F238E27FC236}">
                <a16:creationId xmlns:a16="http://schemas.microsoft.com/office/drawing/2014/main" id="{FC6273E3-3002-47A5-BA1F-CF11AF53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设备算法按数据块、轮次、Peer 和 Channel 展开</a:t>
            </a:r>
          </a:p>
        </p:txBody>
      </p:sp>
      <p:sp>
        <p:nvSpPr>
          <p:cNvPr id="2" name="每列继续向右细化编排对象。当前块结束后才进入下一块，循环次数取决于容量和 Peer 数。">
            <a:extLst xmlns:a="http://schemas.openxmlformats.org/drawingml/2006/main">
              <a:ext uri="{FF2B5EF4-FFF2-40B4-BE49-F238E27FC236}">
                <a16:creationId xmlns:a16="http://schemas.microsoft.com/office/drawing/2014/main" id="{CC50DFD9-9283-4486-8CF5-3CFCAD5D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每列继续向右细化编排对象。当前块结束后才进入下一块，循环次数取决于容量和 Peer 数。</a:t>
            </a:r>
          </a:p>
        </p:txBody>
      </p:sp>
      <p:sp>
        <p:nvSpPr>
          <p:cNvPr id="3" name="10 / 13">
            <a:extLst xmlns:a="http://schemas.openxmlformats.org/drawingml/2006/main">
              <a:ext uri="{FF2B5EF4-FFF2-40B4-BE49-F238E27FC236}">
                <a16:creationId xmlns:a16="http://schemas.microsoft.com/office/drawing/2014/main" id="{BC6E1F17-09BE-451A-802F-8FC82E76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10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4BCC0-6DCD-4FB8-88DB-A62FA88A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数据块">
            <a:extLst xmlns:a="http://schemas.openxmlformats.org/drawingml/2006/main">
              <a:ext uri="{FF2B5EF4-FFF2-40B4-BE49-F238E27FC236}">
                <a16:creationId xmlns:a16="http://schemas.microsoft.com/office/drawing/2014/main" id="{99CF97DD-9061-45B8-A3BB-AF02C9ED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数据块</a:t>
            </a:r>
          </a:p>
        </p:txBody>
      </p:sp>
      <p:sp>
        <p:nvSpPr>
          <p:cNvPr id="6" name="执行器根据容量推进输入输出偏移">
            <a:extLst xmlns:a="http://schemas.openxmlformats.org/drawingml/2006/main">
              <a:ext uri="{FF2B5EF4-FFF2-40B4-BE49-F238E27FC236}">
                <a16:creationId xmlns:a16="http://schemas.microsoft.com/office/drawing/2014/main" id="{744738BF-DD62-42D3-850F-471BC028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执行器根据容量推进输入输出偏移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9651A-C296-4C61-8593-5873ADCF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当前块模板">
            <a:extLst xmlns:a="http://schemas.openxmlformats.org/drawingml/2006/main">
              <a:ext uri="{FF2B5EF4-FFF2-40B4-BE49-F238E27FC236}">
                <a16:creationId xmlns:a16="http://schemas.microsoft.com/office/drawing/2014/main" id="{473DC8EF-1DCB-4671-B0D7-237092E8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当前块模板</a:t>
            </a:r>
          </a:p>
        </p:txBody>
      </p:sp>
      <p:sp>
        <p:nvSpPr>
          <p:cNvPr id="9" name="计算临时空间，调用 Mesh 模板">
            <a:extLst xmlns:a="http://schemas.openxmlformats.org/drawingml/2006/main">
              <a:ext uri="{FF2B5EF4-FFF2-40B4-BE49-F238E27FC236}">
                <a16:creationId xmlns:a16="http://schemas.microsoft.com/office/drawing/2014/main" id="{AF119B0B-D043-4CB3-A414-B43E5868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计算临时空间，调用 Mesh 模板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8F504-1E3C-44CC-A728-9C21FB89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260DB-CA77-4787-B98B-B58F3492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C4231C-0235-4462-BABE-42E75BBD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通信轮与 Peer">
            <a:extLst xmlns:a="http://schemas.openxmlformats.org/drawingml/2006/main">
              <a:ext uri="{FF2B5EF4-FFF2-40B4-BE49-F238E27FC236}">
                <a16:creationId xmlns:a16="http://schemas.microsoft.com/office/drawing/2014/main" id="{28FFD224-D898-458F-87F0-B08F1AEA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通信轮与 Peer</a:t>
            </a:r>
          </a:p>
        </p:txBody>
      </p:sp>
      <p:sp>
        <p:nvSpPr>
          <p:cNvPr id="15" name="开始同步，选择本轮通信对象">
            <a:extLst xmlns:a="http://schemas.openxmlformats.org/drawingml/2006/main">
              <a:ext uri="{FF2B5EF4-FFF2-40B4-BE49-F238E27FC236}">
                <a16:creationId xmlns:a16="http://schemas.microsoft.com/office/drawing/2014/main" id="{5286B993-8314-4AB3-B62C-2F6C542E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开始同步，选择本轮通信对象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107965-B296-4A7B-9337-1FF23EC9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DB4615-5EDF-431A-9644-5054717D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675D48-EA41-428D-8760-A3419896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Channel 与 slice">
            <a:extLst xmlns:a="http://schemas.openxmlformats.org/drawingml/2006/main">
              <a:ext uri="{FF2B5EF4-FFF2-40B4-BE49-F238E27FC236}">
                <a16:creationId xmlns:a16="http://schemas.microsoft.com/office/drawing/2014/main" id="{7F06CE1A-7AB4-4E66-95CD-92787C24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Channel 与 slice</a:t>
            </a:r>
          </a:p>
        </p:txBody>
      </p:sp>
      <p:sp>
        <p:nvSpPr>
          <p:cNvPr id="21" name="生成地址和长度，逐片握手与写入">
            <a:extLst xmlns:a="http://schemas.openxmlformats.org/drawingml/2006/main">
              <a:ext uri="{FF2B5EF4-FFF2-40B4-BE49-F238E27FC236}">
                <a16:creationId xmlns:a16="http://schemas.microsoft.com/office/drawing/2014/main" id="{0D2668C8-C884-453C-B8D3-DF4A5C05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生成地址和长度，逐片握手与写入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40FD03-70CC-42E0-9B82-34222E1B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0A36BB-9B92-46C6-ABF5-09E57222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0A5BE4-4EAA-4926-9237-A0522367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6B49EB-4CC1-4FC9-9C1F-775EC11D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08C1FF-F850-4602-8638-A4EED44D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669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AICPU 执行器">
            <a:extLst xmlns:a="http://schemas.openxmlformats.org/drawingml/2006/main">
              <a:ext uri="{FF2B5EF4-FFF2-40B4-BE49-F238E27FC236}">
                <a16:creationId xmlns:a16="http://schemas.microsoft.com/office/drawing/2014/main" id="{736413D6-33E6-45CA-B83A-9CB7EE6F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2050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执行器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302943-769F-43D8-8C44-04FC14BF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76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83D723-C8BB-4AA6-AE5F-92479F4A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076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0770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63914E-06A0-45F8-9A0D-E766B234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433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CL&#10;Mesh 模板">
            <a:extLst xmlns:a="http://schemas.openxmlformats.org/drawingml/2006/main">
              <a:ext uri="{FF2B5EF4-FFF2-40B4-BE49-F238E27FC236}">
                <a16:creationId xmlns:a16="http://schemas.microsoft.com/office/drawing/2014/main" id="{4C73EC30-D370-49D1-BC67-E3A9C16B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8814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模板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30B9DE-1D77-48AB-9D00-B3CB8D31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A1C6DA-7486-4DC0-B4E0-8E5C5E4C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51439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3B08FF-7832-49C2-830E-5DDA85B9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92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0A3FB3B2-D72C-4CB1-B05D-ED7CDE2E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673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AA8EF0-26D3-432E-B92C-CE8803F9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896520-7AB5-4B54-B6AF-ED73BF88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6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3EE990-B255-45B8-BA9F-8DF6B4FC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46E53F-C077-4086-B706-E4A8D19D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39C514F6-2B12-443A-998D-2FA9F056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C0377A47-BFE3-49F3-B342-EB0EBE5B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D7EDFD-E370-4888-A984-5E36085B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85950"/>
            <a:ext cx="2386013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InsV2AlltoAllVSoleExecutor::&#10;Orchestrate">
            <a:extLst xmlns:a="http://schemas.openxmlformats.org/drawingml/2006/main">
              <a:ext uri="{FF2B5EF4-FFF2-40B4-BE49-F238E27FC236}">
                <a16:creationId xmlns:a16="http://schemas.microsoft.com/office/drawing/2014/main" id="{4EE40F6A-58AA-47E5-9BFC-6B7FC926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33575"/>
            <a:ext cx="2233613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InsV2AlltoAllVSoleExecutor::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Orchestrate</a:t>
            </a:r>
          </a:p>
        </p:txBody>
      </p:sp>
      <p:sp>
        <p:nvSpPr>
          <p:cNvPr id="50" name="恢复各 Peer 收发信息">
            <a:extLst xmlns:a="http://schemas.openxmlformats.org/drawingml/2006/main">
              <a:ext uri="{FF2B5EF4-FFF2-40B4-BE49-F238E27FC236}">
                <a16:creationId xmlns:a16="http://schemas.microsoft.com/office/drawing/2014/main" id="{F786ED2F-DE38-4F7A-94F5-9455CC09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34565"/>
            <a:ext cx="2233613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恢复各 Peer 收发信息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701B12-9DAF-409E-AAB5-5BACA035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81275"/>
            <a:ext cx="238601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OrchestrateLoop">
            <a:extLst xmlns:a="http://schemas.openxmlformats.org/drawingml/2006/main">
              <a:ext uri="{FF2B5EF4-FFF2-40B4-BE49-F238E27FC236}">
                <a16:creationId xmlns:a16="http://schemas.microsoft.com/office/drawing/2014/main" id="{3EB9C472-4F98-4F28-86F7-219F874C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289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OrchestrateLoop</a:t>
            </a:r>
          </a:p>
        </p:txBody>
      </p:sp>
      <p:sp>
        <p:nvSpPr>
          <p:cNvPr id="53" name="分块并推进 Buffer 偏移">
            <a:extLst xmlns:a="http://schemas.openxmlformats.org/drawingml/2006/main">
              <a:ext uri="{FF2B5EF4-FFF2-40B4-BE49-F238E27FC236}">
                <a16:creationId xmlns:a16="http://schemas.microsoft.com/office/drawing/2014/main" id="{E9721A0D-79E3-4D49-AAF8-F2CF3CA0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7968"/>
            <a:ext cx="2233613" cy="183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分块并推进 Buffer 偏移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2B94A5-DB71-4395-A93A-0BA7884B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419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B6D2BEF-1D1B-4168-B0BF-1395D12E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581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420303"/>
            <a:ext cx="0" cy="1609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F06D31F-A0C3-4F82-A653-7EE7C3EC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885950"/>
            <a:ext cx="2386013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CalcScratchMultiple">
            <a:extLst xmlns:a="http://schemas.openxmlformats.org/drawingml/2006/main">
              <a:ext uri="{FF2B5EF4-FFF2-40B4-BE49-F238E27FC236}">
                <a16:creationId xmlns:a16="http://schemas.microsoft.com/office/drawing/2014/main" id="{26E79001-4529-467D-94A4-D02D965F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335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CalcScratchMultiple</a:t>
            </a:r>
          </a:p>
        </p:txBody>
      </p:sp>
      <p:sp>
        <p:nvSpPr>
          <p:cNvPr id="59" name="计算当前块中转空间">
            <a:extLst xmlns:a="http://schemas.openxmlformats.org/drawingml/2006/main">
              <a:ext uri="{FF2B5EF4-FFF2-40B4-BE49-F238E27FC236}">
                <a16:creationId xmlns:a16="http://schemas.microsoft.com/office/drawing/2014/main" id="{159FFE9D-6AC8-4E1A-B18D-5B0865D9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21218"/>
            <a:ext cx="2233613" cy="250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计算当前块中转空间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B8BDC30-0687-4FD3-AF2F-AE0308A2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CBEB12F-22F3-47A0-AA62-068A266E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6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28008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250E098-71C5-40F5-A791-0C9CD0FC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C9A97A5-30E3-4D6A-A2E7-24DA0D74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9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153603"/>
            <a:ext cx="0" cy="6467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0D06DD4-95B3-483C-8F98-CE28735C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8F84E89-A1E5-4DBC-BCDB-B5A8173D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1531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6FC75F5-BE69-4A59-A47F-C329B36D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581275"/>
            <a:ext cx="238601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KernelRun">
            <a:extLst xmlns:a="http://schemas.openxmlformats.org/drawingml/2006/main">
              <a:ext uri="{FF2B5EF4-FFF2-40B4-BE49-F238E27FC236}">
                <a16:creationId xmlns:a16="http://schemas.microsoft.com/office/drawing/2014/main" id="{C0186812-4D1B-45CC-88EB-F9ADD4C5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6289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KernelRun</a:t>
            </a:r>
          </a:p>
        </p:txBody>
      </p:sp>
      <p:sp>
        <p:nvSpPr>
          <p:cNvPr id="71" name="调用当前块模板">
            <a:extLst xmlns:a="http://schemas.openxmlformats.org/drawingml/2006/main">
              <a:ext uri="{FF2B5EF4-FFF2-40B4-BE49-F238E27FC236}">
                <a16:creationId xmlns:a16="http://schemas.microsoft.com/office/drawing/2014/main" id="{18C2F116-F439-449E-96A0-0AFF52FD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787968"/>
            <a:ext cx="2233613" cy="183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调用当前块模板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5A8C41D-E419-469F-BE10-5FE638AC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419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8360C03-18C7-48B9-A399-F3D974D4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581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8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5408296" y="2420303"/>
            <a:ext cx="0" cy="1609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27B86C9-D477-4C02-B505-E82F8BC2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219450"/>
            <a:ext cx="2386013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RunALLtoALL">
            <a:extLst xmlns:a="http://schemas.openxmlformats.org/drawingml/2006/main">
              <a:ext uri="{FF2B5EF4-FFF2-40B4-BE49-F238E27FC236}">
                <a16:creationId xmlns:a16="http://schemas.microsoft.com/office/drawing/2014/main" id="{1A1F0F71-EF03-4F0A-9FCB-66DDBA08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2670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RunALLtoALL</a:t>
            </a:r>
          </a:p>
        </p:txBody>
      </p:sp>
      <p:sp>
        <p:nvSpPr>
          <p:cNvPr id="77" name="处理当前数据块">
            <a:extLst xmlns:a="http://schemas.openxmlformats.org/drawingml/2006/main">
              <a:ext uri="{FF2B5EF4-FFF2-40B4-BE49-F238E27FC236}">
                <a16:creationId xmlns:a16="http://schemas.microsoft.com/office/drawing/2014/main" id="{9AF99672-F7E0-47BF-88CB-5235DD9F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454718"/>
            <a:ext cx="2233613" cy="364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处理当前数据块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293BF9D-6ACA-4D12-AAAA-9006320D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019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D3A68AB-1625-434C-8603-F28009B8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219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4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5408296" y="30203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C531E61-08F9-4255-97E8-BC4B2109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276725"/>
            <a:ext cx="2386013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2" name="CalcCommLoops">
            <a:extLst xmlns:a="http://schemas.openxmlformats.org/drawingml/2006/main">
              <a:ext uri="{FF2B5EF4-FFF2-40B4-BE49-F238E27FC236}">
                <a16:creationId xmlns:a16="http://schemas.microsoft.com/office/drawing/2014/main" id="{783554AB-299F-4336-BF7B-E246E40A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3243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CalcCommLoops</a:t>
            </a:r>
          </a:p>
        </p:txBody>
      </p:sp>
      <p:sp>
        <p:nvSpPr>
          <p:cNvPr id="83" name="计算覆盖 Peer 的通信轮次">
            <a:extLst xmlns:a="http://schemas.openxmlformats.org/drawingml/2006/main">
              <a:ext uri="{FF2B5EF4-FFF2-40B4-BE49-F238E27FC236}">
                <a16:creationId xmlns:a16="http://schemas.microsoft.com/office/drawing/2014/main" id="{AE98BC87-5810-43F7-A334-B6AF361E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511993"/>
            <a:ext cx="2233613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计算覆盖 Peer 的通信轮次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7DB0AE6-489E-452D-9516-AC4E929D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867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57C2003-3D87-41B8-936B-ECA3EDF5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0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5408296" y="3868103"/>
            <a:ext cx="0" cy="408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5DD8CB0-F5AD-4CAC-B9CC-1600552B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43250"/>
            <a:ext cx="238601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8" name="PreSyncInterThreads">
            <a:extLst xmlns:a="http://schemas.openxmlformats.org/drawingml/2006/main">
              <a:ext uri="{FF2B5EF4-FFF2-40B4-BE49-F238E27FC236}">
                <a16:creationId xmlns:a16="http://schemas.microsoft.com/office/drawing/2014/main" id="{DA279AB4-0A60-4D50-925C-CF665D68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908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PreSyncInterThreads</a:t>
            </a:r>
          </a:p>
        </p:txBody>
      </p:sp>
      <p:sp>
        <p:nvSpPr>
          <p:cNvPr id="89" name="有从 Thread 时组织开始同步">
            <a:extLst xmlns:a="http://schemas.openxmlformats.org/drawingml/2006/main">
              <a:ext uri="{FF2B5EF4-FFF2-40B4-BE49-F238E27FC236}">
                <a16:creationId xmlns:a16="http://schemas.microsoft.com/office/drawing/2014/main" id="{7B25BD26-BC8F-4DEC-8A83-474CCE9B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378518"/>
            <a:ext cx="2233613" cy="269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有从 Thread 时组织开始同步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5CC6B67-F4B6-4090-942D-F62A0121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605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0A863A1-8974-4DC9-A536-39061981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05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6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6601778" y="46058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1DF1C6B-1043-4432-934E-B3728476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05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C9CF0D1-52F0-4B10-8412-70666B01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9" name=""/>
          <p:cNvCxnSpPr>
            <a:stCxn xmlns:a="http://schemas.openxmlformats.org/drawingml/2006/main" id="93" idx="0"/>
            <a:endCxn xmlns:a="http://schemas.openxmlformats.org/drawingml/2006/main" id="94" idx="2"/>
          </p:cNvCxnSpPr>
          <p:nvPr/>
        </p:nvCxnSpPr>
        <p:spPr>
          <a:xfrm xmlns:a="http://schemas.openxmlformats.org/drawingml/2006/main" flipV="1">
            <a:off x="6706077" y="3420428"/>
            <a:ext cx="0" cy="11849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7EE68B8-5926-4706-9EDD-C564D953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A90D3CF-7F3C-4FF9-BD00-1037DE5A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2" name=""/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6706553" y="34199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842F94E-EFD9-451D-B732-8E223447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10000"/>
            <a:ext cx="238601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0" name="CalcCommRankSetForOneLoop">
            <a:extLst xmlns:a="http://schemas.openxmlformats.org/drawingml/2006/main">
              <a:ext uri="{FF2B5EF4-FFF2-40B4-BE49-F238E27FC236}">
                <a16:creationId xmlns:a16="http://schemas.microsoft.com/office/drawing/2014/main" id="{249516FA-E760-4430-912C-C4D5E64D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857625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</a:p>
        </p:txBody>
      </p:sp>
      <p:sp>
        <p:nvSpPr>
          <p:cNvPr id="101" name="选本轮 Peer，首轮处理自分片">
            <a:extLst xmlns:a="http://schemas.openxmlformats.org/drawingml/2006/main">
              <a:ext uri="{FF2B5EF4-FFF2-40B4-BE49-F238E27FC236}">
                <a16:creationId xmlns:a16="http://schemas.microsoft.com/office/drawing/2014/main" id="{E0A5F22A-C50A-4D4F-B3A0-450D2102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34790"/>
            <a:ext cx="2233613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选本轮 Peer，首轮处理自分片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47AB40A-EA3C-4949-8443-0E4D1A7C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695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F62BD1B-017C-48B6-8BAE-90BD813F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8" name=""/>
          <p:cNvCxnSpPr>
            <a:stCxn xmlns:a="http://schemas.openxmlformats.org/drawingml/2006/main" id="102" idx="2"/>
            <a:endCxn xmlns:a="http://schemas.openxmlformats.org/drawingml/2006/main" id="103" idx="0"/>
          </p:cNvCxnSpPr>
          <p:nvPr/>
        </p:nvCxnSpPr>
        <p:spPr>
          <a:xfrm xmlns:a="http://schemas.openxmlformats.org/drawingml/2006/main">
            <a:off x="8003858" y="3696653"/>
            <a:ext cx="0" cy="1133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3E970FC-7275-4035-8B4B-1F0E86E9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476750"/>
            <a:ext cx="238601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6" name="RunSendRecvByLoop">
            <a:extLst xmlns:a="http://schemas.openxmlformats.org/drawingml/2006/main">
              <a:ext uri="{FF2B5EF4-FFF2-40B4-BE49-F238E27FC236}">
                <a16:creationId xmlns:a16="http://schemas.microsoft.com/office/drawing/2014/main" id="{ECCD10F5-E3D8-450D-BB0E-521F6E46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243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RunSendRecvByLoop</a:t>
            </a:r>
          </a:p>
        </p:txBody>
      </p:sp>
      <p:sp>
        <p:nvSpPr>
          <p:cNvPr id="107" name="遍历 Peer，按端口组分配数据">
            <a:extLst xmlns:a="http://schemas.openxmlformats.org/drawingml/2006/main">
              <a:ext uri="{FF2B5EF4-FFF2-40B4-BE49-F238E27FC236}">
                <a16:creationId xmlns:a16="http://schemas.microsoft.com/office/drawing/2014/main" id="{B734B30E-51C8-4AC7-975B-84846171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712018"/>
            <a:ext cx="2233613" cy="269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遍历 Peer，按端口组分配数据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A100F13-784C-447F-BEE3-63DF6079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362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B3CE94C-9888-4F78-B474-8EA3E526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4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8003858" y="4363403"/>
            <a:ext cx="0" cy="1133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9073D5F-A65F-4D72-9E7B-DE22AE60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29225"/>
            <a:ext cx="2386013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HcommThreadNotifyRecordOnThread&#10;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14DBB686-A2D2-4845-904F-6E9ED954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76850"/>
            <a:ext cx="2233613" cy="249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113" name="主 Thread 放行，从 Thread 等待">
            <a:extLst xmlns:a="http://schemas.openxmlformats.org/drawingml/2006/main">
              <a:ext uri="{FF2B5EF4-FFF2-40B4-BE49-F238E27FC236}">
                <a16:creationId xmlns:a16="http://schemas.microsoft.com/office/drawing/2014/main" id="{029FB0E2-6FAF-4CA2-9D33-C075D774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574030"/>
            <a:ext cx="2233613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 放行，从 Thread 等待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13CB42E-5592-4A41-91EA-B2C96CD4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9A1F42D-2930-4AAD-B917-C40BD21D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0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9197341" y="3419952"/>
            <a:ext cx="17525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B200EF2-9310-40DF-9CF2-87CAB420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A8C1DE9-4C97-41BF-BE13-25C3CC86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3" name=""/>
          <p:cNvCxnSpPr>
            <a:stCxn xmlns:a="http://schemas.openxmlformats.org/drawingml/2006/main" id="117" idx="2"/>
            <a:endCxn xmlns:a="http://schemas.openxmlformats.org/drawingml/2006/main" id="118" idx="0"/>
          </p:cNvCxnSpPr>
          <p:nvPr/>
        </p:nvCxnSpPr>
        <p:spPr>
          <a:xfrm xmlns:a="http://schemas.openxmlformats.org/drawingml/2006/main">
            <a:off x="9373077" y="3420428"/>
            <a:ext cx="0" cy="21802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64C6750-A7DF-4D71-83C8-CB8FFDDE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101C641-3EEA-4F49-88D4-481CBBC5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6" name=""/>
          <p:cNvCxnSpPr>
            <a:stCxn xmlns:a="http://schemas.openxmlformats.org/drawingml/2006/main" id="120" idx="1"/>
            <a:endCxn xmlns:a="http://schemas.openxmlformats.org/drawingml/2006/main" id="121" idx="3"/>
          </p:cNvCxnSpPr>
          <p:nvPr/>
        </p:nvCxnSpPr>
        <p:spPr>
          <a:xfrm xmlns:a="http://schemas.openxmlformats.org/drawingml/2006/main" flipH="1">
            <a:off x="9197341" y="5601177"/>
            <a:ext cx="17525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BCB4B3D-DB56-4D55-9FC5-122ED73B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143250"/>
            <a:ext cx="238601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4" name="RunSendRecvByChannel">
            <a:extLst xmlns:a="http://schemas.openxmlformats.org/drawingml/2006/main">
              <a:ext uri="{FF2B5EF4-FFF2-40B4-BE49-F238E27FC236}">
                <a16:creationId xmlns:a16="http://schemas.microsoft.com/office/drawing/2014/main" id="{0E641CDB-67B5-4B09-A1FD-EF9A1E66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1908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RunSendRecvByChannel</a:t>
            </a:r>
          </a:p>
        </p:txBody>
      </p:sp>
      <p:sp>
        <p:nvSpPr>
          <p:cNvPr id="125" name="按 Channel 组织数据">
            <a:extLst xmlns:a="http://schemas.openxmlformats.org/drawingml/2006/main">
              <a:ext uri="{FF2B5EF4-FFF2-40B4-BE49-F238E27FC236}">
                <a16:creationId xmlns:a16="http://schemas.microsoft.com/office/drawing/2014/main" id="{9659C92A-E07D-4DE7-8CB5-DB3BD8D6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378518"/>
            <a:ext cx="2233613" cy="269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 Channel 组织数据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31F079A-BA02-4336-AECF-61AE8AE5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752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4151A68-8149-4353-843E-0DC4D02E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752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2" name=""/>
          <p:cNvCxnSpPr>
            <a:stCxn xmlns:a="http://schemas.openxmlformats.org/drawingml/2006/main" id="126" idx="3"/>
            <a:endCxn xmlns:a="http://schemas.openxmlformats.org/drawingml/2006/main" id="127" idx="1"/>
          </p:cNvCxnSpPr>
          <p:nvPr/>
        </p:nvCxnSpPr>
        <p:spPr>
          <a:xfrm xmlns:a="http://schemas.openxmlformats.org/drawingml/2006/main">
            <a:off x="9197341" y="47534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9B26865-0221-4EB4-829A-A27A19A6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752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A1C02AD-422B-4BAB-87E1-049214DE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5" name=""/>
          <p:cNvCxnSpPr>
            <a:stCxn xmlns:a="http://schemas.openxmlformats.org/drawingml/2006/main" id="129" idx="0"/>
            <a:endCxn xmlns:a="http://schemas.openxmlformats.org/drawingml/2006/main" id="130" idx="2"/>
          </p:cNvCxnSpPr>
          <p:nvPr/>
        </p:nvCxnSpPr>
        <p:spPr>
          <a:xfrm xmlns:a="http://schemas.openxmlformats.org/drawingml/2006/main" flipV="1">
            <a:off x="9301640" y="3420428"/>
            <a:ext cx="0" cy="13325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E584540-3D0B-418E-A6E1-DFE64F86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0C24F29-F2A4-4390-9299-32ABF928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8" name=""/>
          <p:cNvCxnSpPr>
            <a:stCxn xmlns:a="http://schemas.openxmlformats.org/drawingml/2006/main" id="132" idx="3"/>
            <a:endCxn xmlns:a="http://schemas.openxmlformats.org/drawingml/2006/main" id="133" idx="1"/>
          </p:cNvCxnSpPr>
          <p:nvPr/>
        </p:nvCxnSpPr>
        <p:spPr>
          <a:xfrm xmlns:a="http://schemas.openxmlformats.org/drawingml/2006/main">
            <a:off x="9302116" y="34199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0EFA016-1895-4908-A0FF-DE112326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810000"/>
            <a:ext cx="238601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6" name="CalcCclBuffIdx / BuildDataSlices">
            <a:extLst xmlns:a="http://schemas.openxmlformats.org/drawingml/2006/main">
              <a:ext uri="{FF2B5EF4-FFF2-40B4-BE49-F238E27FC236}">
                <a16:creationId xmlns:a16="http://schemas.microsoft.com/office/drawing/2014/main" id="{880C50A7-FCF7-4B3E-80F5-E2815484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85762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CalcCclBuffIdx / BuildDataSlices</a:t>
            </a:r>
          </a:p>
        </p:txBody>
      </p:sp>
      <p:sp>
        <p:nvSpPr>
          <p:cNvPr id="137" name="计算 CCL 槽位与 src / dst / len">
            <a:extLst xmlns:a="http://schemas.openxmlformats.org/drawingml/2006/main">
              <a:ext uri="{FF2B5EF4-FFF2-40B4-BE49-F238E27FC236}">
                <a16:creationId xmlns:a16="http://schemas.microsoft.com/office/drawing/2014/main" id="{77591ED5-1743-49E5-A8CC-151E191C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035743"/>
            <a:ext cx="2233613" cy="27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 CCL 槽位与 src / dst / len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935C872-6FF3-4E51-8258-4768C7C5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695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36F72E1-6B53-4A6C-A0F4-B9B23A5A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4" name=""/>
          <p:cNvCxnSpPr>
            <a:stCxn xmlns:a="http://schemas.openxmlformats.org/drawingml/2006/main" id="138" idx="2"/>
            <a:endCxn xmlns:a="http://schemas.openxmlformats.org/drawingml/2006/main" id="139" idx="0"/>
          </p:cNvCxnSpPr>
          <p:nvPr/>
        </p:nvCxnSpPr>
        <p:spPr>
          <a:xfrm xmlns:a="http://schemas.openxmlformats.org/drawingml/2006/main">
            <a:off x="10599421" y="3696653"/>
            <a:ext cx="0" cy="1133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5EA4013-C2D9-4456-B9F5-0D467799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476750"/>
            <a:ext cx="238601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42" name="RunSendRecv / SendRecvWrite">
            <a:extLst xmlns:a="http://schemas.openxmlformats.org/drawingml/2006/main">
              <a:ext uri="{FF2B5EF4-FFF2-40B4-BE49-F238E27FC236}">
                <a16:creationId xmlns:a16="http://schemas.microsoft.com/office/drawing/2014/main" id="{EE880429-6034-4AF6-93AA-94249368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5243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 / SendRecvWrite</a:t>
            </a:r>
          </a:p>
        </p:txBody>
      </p:sp>
      <p:sp>
        <p:nvSpPr>
          <p:cNvPr id="143" name="非零 slice 握手与写入（P11）">
            <a:extLst xmlns:a="http://schemas.openxmlformats.org/drawingml/2006/main">
              <a:ext uri="{FF2B5EF4-FFF2-40B4-BE49-F238E27FC236}">
                <a16:creationId xmlns:a16="http://schemas.microsoft.com/office/drawing/2014/main" id="{5A62F44E-84B7-4403-8EA2-E53B4499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712018"/>
            <a:ext cx="2233613" cy="269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非零 slice 握手与写入（P11）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EE227A8-5F0D-419A-83A5-250E35D3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362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53B3800-333F-4F32-8447-3137E2CD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0" name=""/>
          <p:cNvCxnSpPr>
            <a:stCxn xmlns:a="http://schemas.openxmlformats.org/drawingml/2006/main" id="144" idx="2"/>
            <a:endCxn xmlns:a="http://schemas.openxmlformats.org/drawingml/2006/main" id="145" idx="0"/>
          </p:cNvCxnSpPr>
          <p:nvPr/>
        </p:nvCxnSpPr>
        <p:spPr>
          <a:xfrm xmlns:a="http://schemas.openxmlformats.org/drawingml/2006/main">
            <a:off x="10599421" y="4363403"/>
            <a:ext cx="0" cy="1133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50912153-542F-40BF-BE77-84439063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387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48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FEE587F8-136F-45F2-AB00-F6A083DB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2863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149" name="数据搬运：把用户分片写入远端 CCL">
            <a:extLst xmlns:a="http://schemas.openxmlformats.org/drawingml/2006/main">
              <a:ext uri="{FF2B5EF4-FFF2-40B4-BE49-F238E27FC236}">
                <a16:creationId xmlns:a16="http://schemas.microsoft.com/office/drawing/2014/main" id="{0853F247-79A7-427A-B059-D6DECFAA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4740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数据搬运：把用户分片写入远端 CCL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50B7AE0-BE48-40D6-BE3E-0276F56B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5029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7E7AC39-D0A7-4472-9677-FD3B7A45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6" name=""/>
          <p:cNvCxnSpPr>
            <a:stCxn xmlns:a="http://schemas.openxmlformats.org/drawingml/2006/main" id="150" idx="2"/>
            <a:endCxn xmlns:a="http://schemas.openxmlformats.org/drawingml/2006/main" id="151" idx="0"/>
          </p:cNvCxnSpPr>
          <p:nvPr/>
        </p:nvCxnSpPr>
        <p:spPr>
          <a:xfrm xmlns:a="http://schemas.openxmlformats.org/drawingml/2006/main">
            <a:off x="10599421" y="5030153"/>
            <a:ext cx="0" cy="2085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308B1E2C-5C64-4C51-B28D-137E34A7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54" name="首轮自分片：LocalCopyForMyRank 调 HcommLocalCopyOnThread。块末 PostSyncInterThreads 汇合，完整收尾见 P13。">
            <a:extLst xmlns:a="http://schemas.openxmlformats.org/drawingml/2006/main">
              <a:ext uri="{FF2B5EF4-FFF2-40B4-BE49-F238E27FC236}">
                <a16:creationId xmlns:a16="http://schemas.microsoft.com/office/drawing/2014/main" id="{B5427A4E-39A1-478E-B310-9BAD8B9B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首轮自分片：LocalCopyForMyRank 调 HcommLocalCopyOnThread。块末 PostSyncInterThreads 汇合，完整收尾见 P13。</a:t>
            </a:r>
          </a:p>
        </p:txBody>
      </p:sp>
    </p:spTree>
    <p:extLst>
      <p:ext uri="{BB962C8B-B14F-4D97-AF65-F5344CB8AC3E}">
        <p14:creationId xmlns:p14="http://schemas.microsoft.com/office/powerpoint/2010/main" val="7325880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一个 Peer 的握手、远端写与接收后拷贝">
            <a:extLst xmlns:a="http://schemas.openxmlformats.org/drawingml/2006/main">
              <a:ext uri="{FF2B5EF4-FFF2-40B4-BE49-F238E27FC236}">
                <a16:creationId xmlns:a16="http://schemas.microsoft.com/office/drawing/2014/main" id="{77C039D3-9140-4243-A028-81436DAB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一个 Peer 的握手、远端写与接收后拷贝</a:t>
            </a:r>
          </a:p>
        </p:txBody>
      </p:sp>
      <p:sp>
        <p:nvSpPr>
          <p:cNvPr id="2" name="以 Rank 0 为视角。黑线是本端编排，红虚线是对端通知依赖，粗线是用户字节搬运。">
            <a:extLst xmlns:a="http://schemas.openxmlformats.org/drawingml/2006/main">
              <a:ext uri="{FF2B5EF4-FFF2-40B4-BE49-F238E27FC236}">
                <a16:creationId xmlns:a16="http://schemas.microsoft.com/office/drawing/2014/main" id="{8AFDD99F-520D-4583-A602-D80FC2F2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以 Rank 0 为视角。黑线是本端编排，红虚线是对端通知依赖，粗线是用户字节搬运。</a:t>
            </a:r>
          </a:p>
        </p:txBody>
      </p:sp>
      <p:sp>
        <p:nvSpPr>
          <p:cNvPr id="3" name="11 / 13">
            <a:extLst xmlns:a="http://schemas.openxmlformats.org/drawingml/2006/main">
              <a:ext uri="{FF2B5EF4-FFF2-40B4-BE49-F238E27FC236}">
                <a16:creationId xmlns:a16="http://schemas.microsoft.com/office/drawing/2014/main" id="{2FDF37B3-EA64-4221-A553-1C0B856C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11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8AEC8-8F98-4846-BD13-27772A9E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接收区就绪">
            <a:extLst xmlns:a="http://schemas.openxmlformats.org/drawingml/2006/main">
              <a:ext uri="{FF2B5EF4-FFF2-40B4-BE49-F238E27FC236}">
                <a16:creationId xmlns:a16="http://schemas.microsoft.com/office/drawing/2014/main" id="{BA045AEB-E0D2-43A9-981A-D5CE28CE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接收区就绪</a:t>
            </a:r>
          </a:p>
        </p:txBody>
      </p:sp>
      <p:sp>
        <p:nvSpPr>
          <p:cNvPr id="6" name="recvChannel / ACK">
            <a:extLst xmlns:a="http://schemas.openxmlformats.org/drawingml/2006/main">
              <a:ext uri="{FF2B5EF4-FFF2-40B4-BE49-F238E27FC236}">
                <a16:creationId xmlns:a16="http://schemas.microsoft.com/office/drawing/2014/main" id="{8547D2EC-6236-45EE-90D5-69843494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recvChannel / 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21961-A81B-4272-A91E-53D01D59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375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等待对端 ACK">
            <a:extLst xmlns:a="http://schemas.openxmlformats.org/drawingml/2006/main">
              <a:ext uri="{FF2B5EF4-FFF2-40B4-BE49-F238E27FC236}">
                <a16:creationId xmlns:a16="http://schemas.microsoft.com/office/drawing/2014/main" id="{1457E300-3FDF-4A96-B7D7-C6EC5C87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575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等待对端 ACK</a:t>
            </a:r>
          </a:p>
        </p:txBody>
      </p:sp>
      <p:sp>
        <p:nvSpPr>
          <p:cNvPr id="9" name="sendChannel / ACK">
            <a:extLst xmlns:a="http://schemas.openxmlformats.org/drawingml/2006/main">
              <a:ext uri="{FF2B5EF4-FFF2-40B4-BE49-F238E27FC236}">
                <a16:creationId xmlns:a16="http://schemas.microsoft.com/office/drawing/2014/main" id="{6E0CECA8-4037-4487-8398-68166361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575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sendChannel / 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99178-1EDC-4337-8FE3-784D5E52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80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A3C95-0917-471F-A954-F42AB895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8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22627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20106-E018-4358-96E8-23F4EECC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写入远端">
            <a:extLst xmlns:a="http://schemas.openxmlformats.org/drawingml/2006/main">
              <a:ext uri="{FF2B5EF4-FFF2-40B4-BE49-F238E27FC236}">
                <a16:creationId xmlns:a16="http://schemas.microsoft.com/office/drawing/2014/main" id="{BB0965EA-C1CB-4323-95E4-AE771FEF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写入远端</a:t>
            </a:r>
          </a:p>
        </p:txBody>
      </p:sp>
      <p:sp>
        <p:nvSpPr>
          <p:cNvPr id="15" name="sendChannel / 8 字节">
            <a:extLst xmlns:a="http://schemas.openxmlformats.org/drawingml/2006/main">
              <a:ext uri="{FF2B5EF4-FFF2-40B4-BE49-F238E27FC236}">
                <a16:creationId xmlns:a16="http://schemas.microsoft.com/office/drawing/2014/main" id="{B3643C52-66D8-4FD8-842A-D56F630E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sendChannel / 8 字节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FE1D39-68E8-43CF-94D8-C9E27821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C942D2-20E7-4417-B232-EF0CE007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49566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24FDD9-8F38-429B-924B-62535FE2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发写完成通知">
            <a:extLst xmlns:a="http://schemas.openxmlformats.org/drawingml/2006/main">
              <a:ext uri="{FF2B5EF4-FFF2-40B4-BE49-F238E27FC236}">
                <a16:creationId xmlns:a16="http://schemas.microsoft.com/office/drawing/2014/main" id="{B37B12F4-4E3B-41FC-A34E-6C5618BB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发写完成通知</a:t>
            </a:r>
          </a:p>
        </p:txBody>
      </p:sp>
      <p:sp>
        <p:nvSpPr>
          <p:cNvPr id="21" name="sendChannel / DATA_SIGNAL">
            <a:extLst xmlns:a="http://schemas.openxmlformats.org/drawingml/2006/main">
              <a:ext uri="{FF2B5EF4-FFF2-40B4-BE49-F238E27FC236}">
                <a16:creationId xmlns:a16="http://schemas.microsoft.com/office/drawing/2014/main" id="{9CDC10AA-A4DC-4E5A-AE8F-891C4708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sendChannel / DATA_SIGNAL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18850F-57A5-4575-8804-97B54B9C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CC8DA8-7D66-44CB-B3DC-2709AC20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F1AD06-1064-4F3E-A0E9-857603CA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等待反向数据">
            <a:extLst xmlns:a="http://schemas.openxmlformats.org/drawingml/2006/main">
              <a:ext uri="{FF2B5EF4-FFF2-40B4-BE49-F238E27FC236}">
                <a16:creationId xmlns:a16="http://schemas.microsoft.com/office/drawing/2014/main" id="{473D3641-BDD2-41DF-B8AA-00400881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等待反向数据</a:t>
            </a:r>
          </a:p>
        </p:txBody>
      </p:sp>
      <p:sp>
        <p:nvSpPr>
          <p:cNvPr id="27" name="recvChannel / DATA_SIGNAL">
            <a:extLst xmlns:a="http://schemas.openxmlformats.org/drawingml/2006/main">
              <a:ext uri="{FF2B5EF4-FFF2-40B4-BE49-F238E27FC236}">
                <a16:creationId xmlns:a16="http://schemas.microsoft.com/office/drawing/2014/main" id="{BB7B8A15-2E2B-4054-AA72-EC208917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recvChannel / DATA_SIGNAL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C46B12-339C-4C98-91C7-360BF656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2E0009-4D4C-4AE0-BD82-98DEADAA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4174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FDB1E0-401E-4CEB-A94F-C5285F7F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875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2" name="本地后拷贝">
            <a:extLst xmlns:a="http://schemas.openxmlformats.org/drawingml/2006/main">
              <a:ext uri="{FF2B5EF4-FFF2-40B4-BE49-F238E27FC236}">
                <a16:creationId xmlns:a16="http://schemas.microsoft.com/office/drawing/2014/main" id="{C30F2C2B-DD09-404C-A4D1-70169994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075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本地后拷贝</a:t>
            </a:r>
          </a:p>
        </p:txBody>
      </p:sp>
      <p:sp>
        <p:nvSpPr>
          <p:cNvPr id="33" name="本地 CCL 到 recvBuf">
            <a:extLst xmlns:a="http://schemas.openxmlformats.org/drawingml/2006/main">
              <a:ext uri="{FF2B5EF4-FFF2-40B4-BE49-F238E27FC236}">
                <a16:creationId xmlns:a16="http://schemas.microsoft.com/office/drawing/2014/main" id="{12195858-6BB4-461D-B58B-EDE48CF6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075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本地 CCL 到 recvBuf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F89A5B-B0FD-4F59-AB34-70413765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30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1E319E-0147-49C1-8E94-C15DEF26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3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014777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AF5D82-A7B4-4147-977B-32B995CC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8D9B28-F6EC-4D61-9EAC-0612B095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BC358A-08C5-4869-8799-30E18CEA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859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1" name="HCCL&#10;Mesh 模板">
            <a:extLst xmlns:a="http://schemas.openxmlformats.org/drawingml/2006/main">
              <a:ext uri="{FF2B5EF4-FFF2-40B4-BE49-F238E27FC236}">
                <a16:creationId xmlns:a16="http://schemas.microsoft.com/office/drawing/2014/main" id="{337A8182-D098-4AEE-9C6D-9C37D08E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240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模板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B54D08-1839-4504-AFEA-5F32B8EC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DF1273-9E00-455A-82B8-79A459C6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1448753" y="27151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3D98BA-6E46-4CD5-AE7B-F813FA13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527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HCOMM 数据面&#10;Rank 0 调用">
            <a:extLst xmlns:a="http://schemas.openxmlformats.org/drawingml/2006/main">
              <a:ext uri="{FF2B5EF4-FFF2-40B4-BE49-F238E27FC236}">
                <a16:creationId xmlns:a16="http://schemas.microsoft.com/office/drawing/2014/main" id="{BC21B29F-A930-4D7F-8D9C-886FE351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2908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调用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36C9CB2-8FD4-4A2F-860A-734D99EB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D72F0A-259D-4D13-B6FF-444FB765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1448753" y="43248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C0C85E4-3D6C-4C7E-942E-66D37F21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196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1" name="对端通知&#10;或字节落点">
            <a:extLst xmlns:a="http://schemas.openxmlformats.org/drawingml/2006/main">
              <a:ext uri="{FF2B5EF4-FFF2-40B4-BE49-F238E27FC236}">
                <a16:creationId xmlns:a16="http://schemas.microsoft.com/office/drawing/2014/main" id="{603B3318-621A-4231-A69B-EE5DD1F0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577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对端通知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或字节落点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4BE63D4-2DF9-4003-9653-8048F609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7DFB8E8-05A1-4412-99BA-900A07E3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11752D7-39AB-477B-9E99-95945A13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D75DC29-0172-4408-815B-8C76DFB1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58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3E49A173-1C57-419F-AB89-8BD3B126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59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181438B6-C0D2-471E-AE9F-56A7C40B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AC5F1D5-D2A5-4948-A164-95C46FBE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1520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1" name="SendRecvWrite">
            <a:extLst xmlns:a="http://schemas.openxmlformats.org/drawingml/2006/main">
              <a:ext uri="{FF2B5EF4-FFF2-40B4-BE49-F238E27FC236}">
                <a16:creationId xmlns:a16="http://schemas.microsoft.com/office/drawing/2014/main" id="{2BA57669-4EF1-4F00-ACAA-1A0331E6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1368425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SendRecvWrite</a:t>
            </a:r>
          </a:p>
        </p:txBody>
      </p:sp>
      <p:sp>
        <p:nvSpPr>
          <p:cNvPr id="62" name="编排当前 Peer 的通信">
            <a:extLst xmlns:a="http://schemas.openxmlformats.org/drawingml/2006/main">
              <a:ext uri="{FF2B5EF4-FFF2-40B4-BE49-F238E27FC236}">
                <a16:creationId xmlns:a16="http://schemas.microsoft.com/office/drawing/2014/main" id="{B67AB4FC-C4C9-435D-8557-40B61EA6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8840"/>
            <a:ext cx="1368425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编排当前 Peer 的通信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8AF0AC0-4FAA-48EA-A58E-24B65994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HcommChannelNotify&#10;RecordOnThread">
            <a:extLst xmlns:a="http://schemas.openxmlformats.org/drawingml/2006/main">
              <a:ext uri="{FF2B5EF4-FFF2-40B4-BE49-F238E27FC236}">
                <a16:creationId xmlns:a16="http://schemas.microsoft.com/office/drawing/2014/main" id="{F641DB5F-5EAE-43EB-B6EF-419AEF15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</p:txBody>
      </p:sp>
      <p:sp>
        <p:nvSpPr>
          <p:cNvPr id="65" name="告诉对端：我的&#10;接收区准备好了">
            <a:extLst xmlns:a="http://schemas.openxmlformats.org/drawingml/2006/main">
              <a:ext uri="{FF2B5EF4-FFF2-40B4-BE49-F238E27FC236}">
                <a16:creationId xmlns:a16="http://schemas.microsoft.com/office/drawing/2014/main" id="{D976D70F-3979-4469-8FF0-45B880CA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告诉对端：我的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接收区准备好了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8DEA5E9-2352-4DA7-AD35-F6C16505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5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7" name="HcommChannel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5FE7F6B3-DC04-4898-BAAE-DF5A03DA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68" name="等 Rank 1 的&#10;接收区就绪">
            <a:extLst xmlns:a="http://schemas.openxmlformats.org/drawingml/2006/main">
              <a:ext uri="{FF2B5EF4-FFF2-40B4-BE49-F238E27FC236}">
                <a16:creationId xmlns:a16="http://schemas.microsoft.com/office/drawing/2014/main" id="{2302DADA-9A7B-42D7-8DEC-BD7C7165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 Rank 1 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接收区就绪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0F2698A-71A3-478F-AF38-1F04CC6F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668EABA2-D239-487A-89B3-3C1DDECE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076575"/>
            <a:ext cx="1368425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71" name="把 [2,3] 写向&#10;Rank 1 CCL">
            <a:extLst xmlns:a="http://schemas.openxmlformats.org/drawingml/2006/main">
              <a:ext uri="{FF2B5EF4-FFF2-40B4-BE49-F238E27FC236}">
                <a16:creationId xmlns:a16="http://schemas.microsoft.com/office/drawing/2014/main" id="{4C93E6C6-1C7B-4E73-BE71-58B4EE20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253740"/>
            <a:ext cx="1368425" cy="803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 [2,3] 写向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3858ED8-A8F9-4FC0-B004-396B88F7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3" name="HcommChannelNotify&#10;RecordOnThread">
            <a:extLst xmlns:a="http://schemas.openxmlformats.org/drawingml/2006/main">
              <a:ext uri="{FF2B5EF4-FFF2-40B4-BE49-F238E27FC236}">
                <a16:creationId xmlns:a16="http://schemas.microsoft.com/office/drawing/2014/main" id="{94C2CF9D-A803-4BF1-A305-7A6F552A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</p:txBody>
      </p:sp>
      <p:sp>
        <p:nvSpPr>
          <p:cNvPr id="74" name="通知本端写入&#10;阶段完成">
            <a:extLst xmlns:a="http://schemas.openxmlformats.org/drawingml/2006/main">
              <a:ext uri="{FF2B5EF4-FFF2-40B4-BE49-F238E27FC236}">
                <a16:creationId xmlns:a16="http://schemas.microsoft.com/office/drawing/2014/main" id="{6A954581-2B90-40CD-8592-E828C685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通知本端写入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阶段完成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17F687C-2FCC-4ADA-A88E-E86EA53D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HcommChannel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39331F95-88FE-4729-BF3A-0DFDC264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77" name="等 Rank 1 发来的&#10;数据阶段完成">
            <a:extLst xmlns:a="http://schemas.openxmlformats.org/drawingml/2006/main">
              <a:ext uri="{FF2B5EF4-FFF2-40B4-BE49-F238E27FC236}">
                <a16:creationId xmlns:a16="http://schemas.microsoft.com/office/drawing/2014/main" id="{85C3213D-0904-4563-8ED1-A4F75B83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 Rank 1 发来的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数据阶段完成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081E87B-E1C7-4580-BEA7-811F80B0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9" name="HcommLocalCopyOn&#10;Thread">
            <a:extLst xmlns:a="http://schemas.openxmlformats.org/drawingml/2006/main">
              <a:ext uri="{FF2B5EF4-FFF2-40B4-BE49-F238E27FC236}">
                <a16:creationId xmlns:a16="http://schemas.microsoft.com/office/drawing/2014/main" id="{CD89E848-F214-4E3F-B317-E65BA51E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</a:t>
            </a:r>
          </a:p>
        </p:txBody>
      </p:sp>
      <p:sp>
        <p:nvSpPr>
          <p:cNvPr id="80" name="将 [10,11] 拷到&#10;Rank 0 recvBuf[2]">
            <a:extLst xmlns:a="http://schemas.openxmlformats.org/drawingml/2006/main">
              <a:ext uri="{FF2B5EF4-FFF2-40B4-BE49-F238E27FC236}">
                <a16:creationId xmlns:a16="http://schemas.microsoft.com/office/drawing/2014/main" id="{03529989-417D-4B1A-9F38-6BD825EC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将 [10,11] 拷到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Rank 0 recvBuf[2]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F1CD0C2-526C-471C-823A-A16F5130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663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D05ACA8-E37B-42DA-8168-D1BA5C16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663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9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2380140" y="2591753"/>
            <a:ext cx="0" cy="437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2F60936-6385-4FF4-89CF-F0EA9436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07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CA1B237-37DD-49B1-A1D0-9CA6FF70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3141028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CF3EBA3-1F6C-455A-90F1-F8E76EFB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4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1949D55-89B7-4DFB-A37E-EE80EA46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5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4871403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74C1338-0668-48B5-8FDA-3B3D4AB9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B470740-B79A-4C03-9368-618053B2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8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6601778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B7A2418-77CA-48E0-B4B5-2CAE29F2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102DCF7-8191-4B25-AB9E-4436F715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1" name=""/>
          <p:cNvCxnSpPr>
            <a:stCxn xmlns:a="http://schemas.openxmlformats.org/drawingml/2006/main" id="93" idx="3"/>
            <a:endCxn xmlns:a="http://schemas.openxmlformats.org/drawingml/2006/main" id="94" idx="1"/>
          </p:cNvCxnSpPr>
          <p:nvPr/>
        </p:nvCxnSpPr>
        <p:spPr>
          <a:xfrm xmlns:a="http://schemas.openxmlformats.org/drawingml/2006/main">
            <a:off x="8332153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DF45605-DA80-49D2-BEBB-4A9C6EC9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1924050"/>
            <a:ext cx="1520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7" name="PostCopy">
            <a:extLst xmlns:a="http://schemas.openxmlformats.org/drawingml/2006/main">
              <a:ext uri="{FF2B5EF4-FFF2-40B4-BE49-F238E27FC236}">
                <a16:creationId xmlns:a16="http://schemas.microsoft.com/office/drawing/2014/main" id="{114BA2D3-1461-4CE9-9236-3E3B83C6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1971675"/>
            <a:ext cx="1368425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PostCopy</a:t>
            </a:r>
          </a:p>
        </p:txBody>
      </p:sp>
      <p:sp>
        <p:nvSpPr>
          <p:cNvPr id="98" name="外层模板调用&#10;接收完成后拷贝">
            <a:extLst xmlns:a="http://schemas.openxmlformats.org/drawingml/2006/main">
              <a:ext uri="{FF2B5EF4-FFF2-40B4-BE49-F238E27FC236}">
                <a16:creationId xmlns:a16="http://schemas.microsoft.com/office/drawing/2014/main" id="{1270D840-E53A-448D-A3C2-047E5F80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2148840"/>
            <a:ext cx="1368425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外层模板调用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接收完成后拷贝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F9ACB98-3184-4A47-A54E-D8304CB2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57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BB37E79-C16A-4905-B997-331DA144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7" name=""/>
          <p:cNvCxnSpPr>
            <a:stCxn xmlns:a="http://schemas.openxmlformats.org/drawingml/2006/main" id="99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>
            <a:off x="10062528" y="35675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E453029-A307-486B-9C51-886AC5F1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BA189B4-1ED4-45B1-8E9A-CD04827F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257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0" name=""/>
          <p:cNvCxnSpPr>
            <a:stCxn xmlns:a="http://schemas.openxmlformats.org/drawingml/2006/main" id="102" idx="0"/>
            <a:endCxn xmlns:a="http://schemas.openxmlformats.org/drawingml/2006/main" id="103" idx="2"/>
          </p:cNvCxnSpPr>
          <p:nvPr/>
        </p:nvCxnSpPr>
        <p:spPr>
          <a:xfrm xmlns:a="http://schemas.openxmlformats.org/drawingml/2006/main" flipV="1">
            <a:off x="10166827" y="2258378"/>
            <a:ext cx="0" cy="130873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B15A769-B510-444F-A7EC-BF255EE7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257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F9FB54C-18EA-4046-AB1C-5D66D780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2257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3" name=""/>
          <p:cNvCxnSpPr>
            <a:stCxn xmlns:a="http://schemas.openxmlformats.org/drawingml/2006/main" id="105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>
            <a:off x="10167303" y="22579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53439B3-33B8-4448-953B-4A54DBDD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B8BAE4D-5F69-45BF-8821-E6010AA8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6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11032014" y="2591753"/>
            <a:ext cx="0" cy="437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9166C04-8553-4ACD-A7BF-DE8A2E5C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5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Rank 1 ACK">
            <a:extLst xmlns:a="http://schemas.openxmlformats.org/drawingml/2006/main">
              <a:ext uri="{FF2B5EF4-FFF2-40B4-BE49-F238E27FC236}">
                <a16:creationId xmlns:a16="http://schemas.microsoft.com/office/drawing/2014/main" id="{EEC61C21-B552-4167-9A73-5CD4EBB3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4676775"/>
            <a:ext cx="1368425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ACK</a:t>
            </a:r>
          </a:p>
        </p:txBody>
      </p:sp>
      <p:sp>
        <p:nvSpPr>
          <p:cNvPr id="113" name="对端接收区就绪&#10;允许 Rank 0 写入">
            <a:extLst xmlns:a="http://schemas.openxmlformats.org/drawingml/2006/main">
              <a:ext uri="{FF2B5EF4-FFF2-40B4-BE49-F238E27FC236}">
                <a16:creationId xmlns:a16="http://schemas.microsoft.com/office/drawing/2014/main" id="{3FB43C7D-3AC4-479E-AE1A-96E1D7F8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4862513"/>
            <a:ext cx="1368425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对端接收区就绪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允许 Rank 0 写入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E0A7900-6BE6-4EB2-9535-6E37EA49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7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E213ACE-6886-4E39-B959-E32638E7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7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2" name=""/>
          <p:cNvCxnSpPr>
            <a:stCxn xmlns:a="http://schemas.openxmlformats.org/drawingml/2006/main" id="114" idx="0"/>
            <a:endCxn xmlns:a="http://schemas.openxmlformats.org/drawingml/2006/main" id="115" idx="2"/>
          </p:cNvCxnSpPr>
          <p:nvPr/>
        </p:nvCxnSpPr>
        <p:spPr>
          <a:xfrm xmlns:a="http://schemas.openxmlformats.org/drawingml/2006/main" flipV="1">
            <a:off x="4110514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8386675-7C4E-440E-AF4F-BCCA1541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8" name="Rank 1 CCL">
            <a:extLst xmlns:a="http://schemas.openxmlformats.org/drawingml/2006/main">
              <a:ext uri="{FF2B5EF4-FFF2-40B4-BE49-F238E27FC236}">
                <a16:creationId xmlns:a16="http://schemas.microsoft.com/office/drawing/2014/main" id="{5D50FB05-94DD-48A7-B817-CBFCFC17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4676775"/>
            <a:ext cx="1368425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119" name="接收本端发出的&#10;[2,3]，共 8 字节">
            <a:extLst xmlns:a="http://schemas.openxmlformats.org/drawingml/2006/main">
              <a:ext uri="{FF2B5EF4-FFF2-40B4-BE49-F238E27FC236}">
                <a16:creationId xmlns:a16="http://schemas.microsoft.com/office/drawing/2014/main" id="{992062A1-EA91-4F08-93BE-CB406A60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4862513"/>
            <a:ext cx="1368425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接收本端发出的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[2,3]，共 8 字节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E6CB3F2-B0A9-4842-ABFA-4E4567E3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413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D1F28E5-2175-4D5F-828D-E99B4B1F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413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8" name=""/>
          <p:cNvCxnSpPr>
            <a:stCxn xmlns:a="http://schemas.openxmlformats.org/drawingml/2006/main" id="120" idx="2"/>
            <a:endCxn xmlns:a="http://schemas.openxmlformats.org/drawingml/2006/main" id="121" idx="0"/>
          </p:cNvCxnSpPr>
          <p:nvPr/>
        </p:nvCxnSpPr>
        <p:spPr>
          <a:xfrm xmlns:a="http://schemas.openxmlformats.org/drawingml/2006/main">
            <a:off x="5840890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5E07B8D-CF68-4B41-B74F-BB615377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4" name="Rank 1 DATA_SIGNAL">
            <a:extLst xmlns:a="http://schemas.openxmlformats.org/drawingml/2006/main">
              <a:ext uri="{FF2B5EF4-FFF2-40B4-BE49-F238E27FC236}">
                <a16:creationId xmlns:a16="http://schemas.microsoft.com/office/drawing/2014/main" id="{AFAA33F4-EC4A-4A74-B6E1-A019EF04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4676775"/>
            <a:ext cx="1368425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DATA_SIGNAL</a:t>
            </a:r>
          </a:p>
        </p:txBody>
      </p:sp>
      <p:sp>
        <p:nvSpPr>
          <p:cNvPr id="125" name="[10,11] 已写向本端&#10;通知反向数据完成">
            <a:extLst xmlns:a="http://schemas.openxmlformats.org/drawingml/2006/main">
              <a:ext uri="{FF2B5EF4-FFF2-40B4-BE49-F238E27FC236}">
                <a16:creationId xmlns:a16="http://schemas.microsoft.com/office/drawing/2014/main" id="{B164D2FC-7156-4946-A225-18025AE9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4854893"/>
            <a:ext cx="1368425" cy="688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[10,11] 已写向本端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通知反向数据完成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EFC1A77-AEB1-4A55-8155-27ADE9AA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1E98901-B383-4956-8A37-0D240B20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4" name=""/>
          <p:cNvCxnSpPr>
            <a:stCxn xmlns:a="http://schemas.openxmlformats.org/drawingml/2006/main" id="126" idx="0"/>
            <a:endCxn xmlns:a="http://schemas.openxmlformats.org/drawingml/2006/main" id="127" idx="2"/>
          </p:cNvCxnSpPr>
          <p:nvPr/>
        </p:nvCxnSpPr>
        <p:spPr>
          <a:xfrm xmlns:a="http://schemas.openxmlformats.org/drawingml/2006/main" flipV="1">
            <a:off x="9301640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D3E29CE-80B7-4FC5-BB09-55C0E0B3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0" name="Rank 0 recvBuf[2]">
            <a:extLst xmlns:a="http://schemas.openxmlformats.org/drawingml/2006/main">
              <a:ext uri="{FF2B5EF4-FFF2-40B4-BE49-F238E27FC236}">
                <a16:creationId xmlns:a16="http://schemas.microsoft.com/office/drawing/2014/main" id="{3C553EBD-2D12-46E6-82F8-59055D58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4676775"/>
            <a:ext cx="13684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recvBuf[2]</a:t>
            </a:r>
          </a:p>
        </p:txBody>
      </p:sp>
      <p:sp>
        <p:nvSpPr>
          <p:cNvPr id="131" name="接收来自 Rank 1 的&#10;[10,11]">
            <a:extLst xmlns:a="http://schemas.openxmlformats.org/drawingml/2006/main">
              <a:ext uri="{FF2B5EF4-FFF2-40B4-BE49-F238E27FC236}">
                <a16:creationId xmlns:a16="http://schemas.microsoft.com/office/drawing/2014/main" id="{5A9EEC17-7F1E-45EA-A9EE-7365D081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4857750"/>
            <a:ext cx="1368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接收来自 Rank 1 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[10,11]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413B048-AFAB-4B53-8C4E-68BCCB33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FB2A031-3663-4E91-8CEA-E251E691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0" name=""/>
          <p:cNvCxnSpPr>
            <a:stCxn xmlns:a="http://schemas.openxmlformats.org/drawingml/2006/main" id="132" idx="2"/>
            <a:endCxn xmlns:a="http://schemas.openxmlformats.org/drawingml/2006/main" id="133" idx="0"/>
          </p:cNvCxnSpPr>
          <p:nvPr/>
        </p:nvCxnSpPr>
        <p:spPr>
          <a:xfrm xmlns:a="http://schemas.openxmlformats.org/drawingml/2006/main">
            <a:off x="11032014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0ACB1FB-6057-4307-B647-732E3B22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6" name="Wait 消费远端通知，不向远端发请求。PostCopy 在 SendRecvWrite 外部，数据依赖满足后才能复制至用户输出。">
            <a:extLst xmlns:a="http://schemas.openxmlformats.org/drawingml/2006/main">
              <a:ext uri="{FF2B5EF4-FFF2-40B4-BE49-F238E27FC236}">
                <a16:creationId xmlns:a16="http://schemas.microsoft.com/office/drawing/2014/main" id="{BA5095E5-EB7B-411C-A3C8-E0C311C0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 消费远端通知，不向远端发请求。PostCopy 在 SendRecvWrite 外部，数据依赖满足后才能复制至用户输出。</a:t>
            </a:r>
          </a:p>
        </p:txBody>
      </p:sp>
    </p:spTree>
    <p:extLst>
      <p:ext uri="{BB962C8B-B14F-4D97-AF65-F5344CB8AC3E}">
        <p14:creationId xmlns:p14="http://schemas.microsoft.com/office/powerpoint/2010/main" val="1671340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用户字节路径与远端写内部实现">
            <a:extLst xmlns:a="http://schemas.openxmlformats.org/drawingml/2006/main">
              <a:ext uri="{FF2B5EF4-FFF2-40B4-BE49-F238E27FC236}">
                <a16:creationId xmlns:a16="http://schemas.microsoft.com/office/drawing/2014/main" id="{1E8B0505-9235-4E3D-BF6F-63AEFBCD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用户字节路径与远端写内部实现</a:t>
            </a:r>
          </a:p>
        </p:txBody>
      </p:sp>
      <p:sp>
        <p:nvSpPr>
          <p:cNvPr id="2" name="R0 发给 R1 的 [2,3] 先落到 R1 CCL，再由 R1 复制到自己的用户输出。">
            <a:extLst xmlns:a="http://schemas.openxmlformats.org/drawingml/2006/main">
              <a:ext uri="{FF2B5EF4-FFF2-40B4-BE49-F238E27FC236}">
                <a16:creationId xmlns:a16="http://schemas.microsoft.com/office/drawing/2014/main" id="{002A81A9-3F34-4394-BBC7-7D19888C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R0 发给 R1 的 [2,3] 先落到 R1 CCL，再由 R1 复制到自己的用户输出。</a:t>
            </a:r>
          </a:p>
        </p:txBody>
      </p:sp>
      <p:sp>
        <p:nvSpPr>
          <p:cNvPr id="3" name="12 / 13">
            <a:extLst xmlns:a="http://schemas.openxmlformats.org/drawingml/2006/main">
              <a:ext uri="{FF2B5EF4-FFF2-40B4-BE49-F238E27FC236}">
                <a16:creationId xmlns:a16="http://schemas.microsoft.com/office/drawing/2014/main" id="{6F04EAFA-CD71-4F08-B651-9670DC7A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12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4C5A5-A027-4C6F-9965-4F724A62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解包与登记">
            <a:extLst xmlns:a="http://schemas.openxmlformats.org/drawingml/2006/main">
              <a:ext uri="{FF2B5EF4-FFF2-40B4-BE49-F238E27FC236}">
                <a16:creationId xmlns:a16="http://schemas.microsoft.com/office/drawing/2014/main" id="{E49DEE65-B529-43A9-AB04-B0308206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解包与登记</a:t>
            </a:r>
          </a:p>
        </p:txBody>
      </p:sp>
      <p:sp>
        <p:nvSpPr>
          <p:cNvPr id="6" name="HcommWriteOnThread 的 C 接口适配">
            <a:extLst xmlns:a="http://schemas.openxmlformats.org/drawingml/2006/main">
              <a:ext uri="{FF2B5EF4-FFF2-40B4-BE49-F238E27FC236}">
                <a16:creationId xmlns:a16="http://schemas.microsoft.com/office/drawing/2014/main" id="{1E88B9E8-54D6-4AC2-83EE-D7CC8773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HcommWriteOnThread 的 C 接口适配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6C08A-E5E9-44D3-B4FB-E5DA5D28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取得轻量任务流">
            <a:extLst xmlns:a="http://schemas.openxmlformats.org/drawingml/2006/main">
              <a:ext uri="{FF2B5EF4-FFF2-40B4-BE49-F238E27FC236}">
                <a16:creationId xmlns:a16="http://schemas.microsoft.com/office/drawing/2014/main" id="{52FAFA65-1B6B-4EB6-9ADD-EFB105C4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取得轻量任务流</a:t>
            </a:r>
          </a:p>
        </p:txBody>
      </p:sp>
      <p:sp>
        <p:nvSpPr>
          <p:cNvPr id="9" name="构造源数据的远端访问描述">
            <a:extLst xmlns:a="http://schemas.openxmlformats.org/drawingml/2006/main">
              <a:ext uri="{FF2B5EF4-FFF2-40B4-BE49-F238E27FC236}">
                <a16:creationId xmlns:a16="http://schemas.microsoft.com/office/drawing/2014/main" id="{29B2CE38-F531-49B2-86C3-8EEB5892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构造源数据的远端访问描述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DC2BD-7AC9-4D46-BAC7-24D2045C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FCC1E-BDFE-4CB8-9945-3885D148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84031-CB2C-453F-9152-B6C65D6F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提交远端写">
            <a:extLst xmlns:a="http://schemas.openxmlformats.org/drawingml/2006/main">
              <a:ext uri="{FF2B5EF4-FFF2-40B4-BE49-F238E27FC236}">
                <a16:creationId xmlns:a16="http://schemas.microsoft.com/office/drawing/2014/main" id="{9885EB25-14AC-4D73-B088-DA63085D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提交远端写</a:t>
            </a:r>
          </a:p>
        </p:txBody>
      </p:sp>
      <p:sp>
        <p:nvSpPr>
          <p:cNvPr id="15" name="进入所选协议的传输实现">
            <a:extLst xmlns:a="http://schemas.openxmlformats.org/drawingml/2006/main">
              <a:ext uri="{FF2B5EF4-FFF2-40B4-BE49-F238E27FC236}">
                <a16:creationId xmlns:a16="http://schemas.microsoft.com/office/drawing/2014/main" id="{15DCFCD5-B164-462A-B726-59ABF49D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进入所选协议的传输实现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387579-D5A3-4BAE-B4A2-DAB61F4A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5EB282-5AC7-4DFE-A3BC-48378F60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6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73E0B4-75C2-4F0C-A675-680C445E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接收端本地拷贝">
            <a:extLst xmlns:a="http://schemas.openxmlformats.org/drawingml/2006/main">
              <a:ext uri="{FF2B5EF4-FFF2-40B4-BE49-F238E27FC236}">
                <a16:creationId xmlns:a16="http://schemas.microsoft.com/office/drawing/2014/main" id="{FFA99474-0A42-4263-AE57-9F69FA3D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接收端本地拷贝</a:t>
            </a:r>
          </a:p>
        </p:txBody>
      </p:sp>
      <p:sp>
        <p:nvSpPr>
          <p:cNvPr id="21" name="DATA_SIGNAL 依赖满足后执行">
            <a:extLst xmlns:a="http://schemas.openxmlformats.org/drawingml/2006/main">
              <a:ext uri="{FF2B5EF4-FFF2-40B4-BE49-F238E27FC236}">
                <a16:creationId xmlns:a16="http://schemas.microsoft.com/office/drawing/2014/main" id="{E13F6C7C-1BB2-456A-A4A1-6D5DA80B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DATA_SIGNAL 依赖满足后执行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848E6B-91C3-4FEF-9C8B-DDB6C607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14E9C7-81A9-4260-BD64-7F65D181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B3AB1E-58B2-44D5-8CD2-90CBA862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477E9E-0F3A-4EB6-A427-E4996CF5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116638-FA4D-4274-A226-FFCDFC77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050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OMM&#10;数据面 API">
            <a:extLst xmlns:a="http://schemas.openxmlformats.org/drawingml/2006/main">
              <a:ext uri="{FF2B5EF4-FFF2-40B4-BE49-F238E27FC236}">
                <a16:creationId xmlns:a16="http://schemas.microsoft.com/office/drawing/2014/main" id="{04795128-557C-410B-80F3-4655B410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431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 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D43CF2-8BD9-4927-813F-074AD99F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5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EAE640-C191-4DFF-94E7-39C2AB92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5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7532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120C31-2F9D-401E-A183-07224FC6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6814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内部实现">
            <a:extLst xmlns:a="http://schemas.openxmlformats.org/drawingml/2006/main">
              <a:ext uri="{FF2B5EF4-FFF2-40B4-BE49-F238E27FC236}">
                <a16:creationId xmlns:a16="http://schemas.microsoft.com/office/drawing/2014/main" id="{16E1F694-AA65-4875-9C28-61FDDF3E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195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内部实现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8EBA47-16D2-4D69-9641-94743535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8FC5DD-AEE3-4B10-8176-B4AF13CC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51439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8ABD4C-D343-4C19-9910-A2A12095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92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用户字节&#10;Buffer 路径">
            <a:extLst xmlns:a="http://schemas.openxmlformats.org/drawingml/2006/main">
              <a:ext uri="{FF2B5EF4-FFF2-40B4-BE49-F238E27FC236}">
                <a16:creationId xmlns:a16="http://schemas.microsoft.com/office/drawing/2014/main" id="{7FCA6F98-09EC-4128-9E1C-23F16AC6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673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用户字节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Buffer 路径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456757-492D-4CF8-AC78-F65F8757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ABDF99-2C5B-4000-8804-503648AD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BA5727-A713-4839-BE18-818FED19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B6EB35-B066-4DDB-A3EF-51FE1245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3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C9705346-6E8C-4278-B211-26ED6BE4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BB8EFE47-5A3A-4A24-8CE1-50990AF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6407E1B-F2F9-4C20-BC9F-C2A550A4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33575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4617DF40-931D-4F13-8AEE-FD13655C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812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50" name="本端通过 Channel 发起远端写">
            <a:extLst xmlns:a="http://schemas.openxmlformats.org/drawingml/2006/main">
              <a:ext uri="{FF2B5EF4-FFF2-40B4-BE49-F238E27FC236}">
                <a16:creationId xmlns:a16="http://schemas.microsoft.com/office/drawing/2014/main" id="{181B6292-79C4-4B12-8F93-6867324D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68843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本端通过 Channel 发起远端写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3B1A05-8B72-45EF-9177-3F04311F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UnwrapChannelHandle">
            <a:extLst xmlns:a="http://schemas.openxmlformats.org/drawingml/2006/main">
              <a:ext uri="{FF2B5EF4-FFF2-40B4-BE49-F238E27FC236}">
                <a16:creationId xmlns:a16="http://schemas.microsoft.com/office/drawing/2014/main" id="{77F8CFB2-1CBD-4BE5-9E7A-813DE06F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UnwrapChannelHandle</a:t>
            </a:r>
          </a:p>
        </p:txBody>
      </p:sp>
      <p:sp>
        <p:nvSpPr>
          <p:cNvPr id="53" name="解包实际 Channel 对象">
            <a:extLst xmlns:a="http://schemas.openxmlformats.org/drawingml/2006/main">
              <a:ext uri="{FF2B5EF4-FFF2-40B4-BE49-F238E27FC236}">
                <a16:creationId xmlns:a16="http://schemas.microsoft.com/office/drawing/2014/main" id="{CB1048C7-1A48-41CB-935B-D9A601AD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解包实际 Channel 对象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3B3DC62-2EE6-4576-8AF8-EEA3DE0F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43375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5" name="AddThread">
            <a:extLst xmlns:a="http://schemas.openxmlformats.org/drawingml/2006/main">
              <a:ext uri="{FF2B5EF4-FFF2-40B4-BE49-F238E27FC236}">
                <a16:creationId xmlns:a16="http://schemas.microsoft.com/office/drawing/2014/main" id="{8FA7C021-7EDE-4C71-AF89-42795340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910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AddThread</a:t>
            </a:r>
          </a:p>
        </p:txBody>
      </p:sp>
      <p:sp>
        <p:nvSpPr>
          <p:cNvPr id="56" name="登记本批使用的 Thread">
            <a:extLst xmlns:a="http://schemas.openxmlformats.org/drawingml/2006/main">
              <a:ext uri="{FF2B5EF4-FFF2-40B4-BE49-F238E27FC236}">
                <a16:creationId xmlns:a16="http://schemas.microsoft.com/office/drawing/2014/main" id="{2913BB89-1C7A-4C1C-957D-2674ABD2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786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登记本批使用的 Thread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8339239-AFE9-4D8B-BBA4-E835A254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7F13625-4B94-4E1C-9226-F4047CC3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" name="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2812733" y="26393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E3F6518-4B04-4228-80EF-D03EF2A1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69F8772-F020-4698-BD0A-A1B02BB9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812733" y="371570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6FD7E8B-C131-4FEE-9170-03F605BC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Thread::GetStreamLitePtr">
            <a:extLst xmlns:a="http://schemas.openxmlformats.org/drawingml/2006/main">
              <a:ext uri="{FF2B5EF4-FFF2-40B4-BE49-F238E27FC236}">
                <a16:creationId xmlns:a16="http://schemas.microsoft.com/office/drawing/2014/main" id="{7F6AD366-354A-42B0-BDF7-736C9F1E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Thread::GetStreamLitePtr</a:t>
            </a:r>
          </a:p>
        </p:txBody>
      </p:sp>
      <p:sp>
        <p:nvSpPr>
          <p:cNvPr id="65" name="取得 Ascend 950 的轻量任务流">
            <a:extLst xmlns:a="http://schemas.openxmlformats.org/drawingml/2006/main">
              <a:ext uri="{FF2B5EF4-FFF2-40B4-BE49-F238E27FC236}">
                <a16:creationId xmlns:a16="http://schemas.microsoft.com/office/drawing/2014/main" id="{DD880F79-13CD-4337-9D79-FDEE5FB3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取得 Ascend 950 的轻量任务流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6B8C82B-1B33-45B7-8521-5A9EBE7C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717FC09-7EDB-4E78-A543-F3238BE5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6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006216" y="45058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9DAD528-42FB-4EEB-8689-3A4FD9DE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2EE93BE-01D2-4585-9A87-1F3F1185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" name=""/>
          <p:cNvCxnSpPr>
            <a:stCxn xmlns:a="http://schemas.openxmlformats.org/drawingml/2006/main" id="69" idx="0"/>
            <a:endCxn xmlns:a="http://schemas.openxmlformats.org/drawingml/2006/main" id="70" idx="2"/>
          </p:cNvCxnSpPr>
          <p:nvPr/>
        </p:nvCxnSpPr>
        <p:spPr>
          <a:xfrm xmlns:a="http://schemas.openxmlformats.org/drawingml/2006/main" flipV="1">
            <a:off x="4110515" y="3353753"/>
            <a:ext cx="0" cy="11515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F9E9454-BD92-4364-8B20-CCE09065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C06DCD9-9E12-43B5-9322-A77F14B9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2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4110991" y="33532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044C5A1-4707-454E-98C1-9E57EF3B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143375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BuildLocRmaBufferLite">
            <a:extLst xmlns:a="http://schemas.openxmlformats.org/drawingml/2006/main">
              <a:ext uri="{FF2B5EF4-FFF2-40B4-BE49-F238E27FC236}">
                <a16:creationId xmlns:a16="http://schemas.microsoft.com/office/drawing/2014/main" id="{F69BE3E2-2CC2-4F22-96C2-B01DFF45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1910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BuildLocRmaBufferLite</a:t>
            </a:r>
          </a:p>
        </p:txBody>
      </p:sp>
      <p:sp>
        <p:nvSpPr>
          <p:cNvPr id="77" name="构造本地源数据访问描述">
            <a:extLst xmlns:a="http://schemas.openxmlformats.org/drawingml/2006/main">
              <a:ext uri="{FF2B5EF4-FFF2-40B4-BE49-F238E27FC236}">
                <a16:creationId xmlns:a16="http://schemas.microsoft.com/office/drawing/2014/main" id="{12A0AD40-7C08-41C5-B3EE-AC018C41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3786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构造本地源数据访问描述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3C77F51-965C-4070-B150-21A61B45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72AAE87-0329-4FD1-B028-123DD9AA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8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5408296" y="371570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CCE7562-CDF9-4A3D-BC31-647C3D5D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2" name="BaseTransportLiteImpl::Write">
            <a:extLst xmlns:a="http://schemas.openxmlformats.org/drawingml/2006/main">
              <a:ext uri="{FF2B5EF4-FFF2-40B4-BE49-F238E27FC236}">
                <a16:creationId xmlns:a16="http://schemas.microsoft.com/office/drawing/2014/main" id="{EA044CB1-18D3-4F48-832A-52F62A64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BaseTransportLiteImpl::Write</a:t>
            </a:r>
          </a:p>
        </p:txBody>
      </p:sp>
      <p:sp>
        <p:nvSpPr>
          <p:cNvPr id="83" name="向选定传输实现提交远端写">
            <a:extLst xmlns:a="http://schemas.openxmlformats.org/drawingml/2006/main">
              <a:ext uri="{FF2B5EF4-FFF2-40B4-BE49-F238E27FC236}">
                <a16:creationId xmlns:a16="http://schemas.microsoft.com/office/drawing/2014/main" id="{4A43E77F-F8FD-474A-8850-5DD28171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向选定传输实现提交远端写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5E41CD0-67E8-48CB-8560-0B1A91B4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7D07449-BE6E-4042-8C27-8FD20DD5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4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6601778" y="45058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8899654-4894-4FC3-8814-257B2D6D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B001C82-613E-44BB-9873-2BC9A189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7" name=""/>
          <p:cNvCxnSpPr>
            <a:stCxn xmlns:a="http://schemas.openxmlformats.org/drawingml/2006/main" id="87" idx="0"/>
            <a:endCxn xmlns:a="http://schemas.openxmlformats.org/drawingml/2006/main" id="88" idx="2"/>
          </p:cNvCxnSpPr>
          <p:nvPr/>
        </p:nvCxnSpPr>
        <p:spPr>
          <a:xfrm xmlns:a="http://schemas.openxmlformats.org/drawingml/2006/main" flipV="1">
            <a:off x="6706077" y="3353753"/>
            <a:ext cx="0" cy="11515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31DF401-F9AC-4D8E-8916-4502DD2E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8D3BB5F-DB98-419D-A021-3AFC722F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0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6706553" y="33532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E6EDD28-8BD1-490D-BE50-5DCD6671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43375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所选传输实现">
            <a:extLst xmlns:a="http://schemas.openxmlformats.org/drawingml/2006/main">
              <a:ext uri="{FF2B5EF4-FFF2-40B4-BE49-F238E27FC236}">
                <a16:creationId xmlns:a16="http://schemas.microsoft.com/office/drawing/2014/main" id="{4AAD4A1C-3CE3-4750-9B03-B85092C4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1910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所选传输实现</a:t>
            </a:r>
          </a:p>
        </p:txBody>
      </p:sp>
      <p:sp>
        <p:nvSpPr>
          <p:cNvPr id="95" name="按 UB 等实际协议生成传输任务">
            <a:extLst xmlns:a="http://schemas.openxmlformats.org/drawingml/2006/main">
              <a:ext uri="{FF2B5EF4-FFF2-40B4-BE49-F238E27FC236}">
                <a16:creationId xmlns:a16="http://schemas.microsoft.com/office/drawing/2014/main" id="{9131CA9B-6214-4DE6-9CD6-DCD94CDB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3786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 UB 等实际协议生成传输任务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678E80E-2942-45BB-874C-40330AD0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64D12B0-B430-4869-953B-3B0D8B82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6" name=""/>
          <p:cNvCxnSpPr>
            <a:stCxn xmlns:a="http://schemas.openxmlformats.org/drawingml/2006/main" id="96" idx="2"/>
            <a:endCxn xmlns:a="http://schemas.openxmlformats.org/drawingml/2006/main" id="97" idx="0"/>
          </p:cNvCxnSpPr>
          <p:nvPr/>
        </p:nvCxnSpPr>
        <p:spPr>
          <a:xfrm xmlns:a="http://schemas.openxmlformats.org/drawingml/2006/main">
            <a:off x="8003858" y="371570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4208819-A8E9-4EEF-8009-7BB988F9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33575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0" name="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07A17A99-F750-4361-BCAB-820D089E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19812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01" name="接收端把 CCL 中数据拷至用户输出">
            <a:extLst xmlns:a="http://schemas.openxmlformats.org/drawingml/2006/main">
              <a:ext uri="{FF2B5EF4-FFF2-40B4-BE49-F238E27FC236}">
                <a16:creationId xmlns:a16="http://schemas.microsoft.com/office/drawing/2014/main" id="{09DC18A3-3BAB-4A97-B878-B0F4A547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68843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接收端把 CCL 中数据拷至用户输出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5309998-45EC-4CCF-AC42-0D0C522B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3" name="Thread::LocalCopy">
            <a:extLst xmlns:a="http://schemas.openxmlformats.org/drawingml/2006/main">
              <a:ext uri="{FF2B5EF4-FFF2-40B4-BE49-F238E27FC236}">
                <a16:creationId xmlns:a16="http://schemas.microsoft.com/office/drawing/2014/main" id="{E33201C2-958B-4352-BBAF-50F0C10F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Thread::LocalCopy</a:t>
            </a:r>
          </a:p>
        </p:txBody>
      </p:sp>
      <p:sp>
        <p:nvSpPr>
          <p:cNvPr id="104" name="执行接收后的本地拷贝">
            <a:extLst xmlns:a="http://schemas.openxmlformats.org/drawingml/2006/main">
              <a:ext uri="{FF2B5EF4-FFF2-40B4-BE49-F238E27FC236}">
                <a16:creationId xmlns:a16="http://schemas.microsoft.com/office/drawing/2014/main" id="{68AE7DBF-40D1-4CF2-B39A-F42A8664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执行接收后的本地拷贝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F38A7D2-6A63-4944-9A2A-5782F3FF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4437A00-47D0-4F63-A5FD-5D99F001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" name=""/>
          <p:cNvCxnSpPr>
            <a:stCxn xmlns:a="http://schemas.openxmlformats.org/drawingml/2006/main" id="105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10599421" y="26393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E206CF2-83E8-4F75-85BA-DCD8B5A0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5780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9" name="Rank 0 sendBuf[2]">
            <a:extLst xmlns:a="http://schemas.openxmlformats.org/drawingml/2006/main">
              <a:ext uri="{FF2B5EF4-FFF2-40B4-BE49-F238E27FC236}">
                <a16:creationId xmlns:a16="http://schemas.microsoft.com/office/drawing/2014/main" id="{5C016B50-050C-4D6D-B219-913C94F7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05425"/>
            <a:ext cx="2233613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sendBuf[2]</a:t>
            </a:r>
          </a:p>
        </p:txBody>
      </p:sp>
      <p:sp>
        <p:nvSpPr>
          <p:cNvPr id="110" name="[2,3]，本次 8 字节">
            <a:extLst xmlns:a="http://schemas.openxmlformats.org/drawingml/2006/main">
              <a:ext uri="{FF2B5EF4-FFF2-40B4-BE49-F238E27FC236}">
                <a16:creationId xmlns:a16="http://schemas.microsoft.com/office/drawing/2014/main" id="{F4F29561-4339-43F4-A8FF-6DD75B8C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91163"/>
            <a:ext cx="223361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[2,3]，本次 8 字节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95B1C3F-63E2-4115-A62D-DFDCE32C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5780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Rank 1 CCL">
            <a:extLst xmlns:a="http://schemas.openxmlformats.org/drawingml/2006/main">
              <a:ext uri="{FF2B5EF4-FFF2-40B4-BE49-F238E27FC236}">
                <a16:creationId xmlns:a16="http://schemas.microsoft.com/office/drawing/2014/main" id="{828AA993-376B-4A80-9D32-713A83B3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305425"/>
            <a:ext cx="2233613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113" name="槽位由 CalcCclBuffIdx 计算">
            <a:extLst xmlns:a="http://schemas.openxmlformats.org/drawingml/2006/main">
              <a:ext uri="{FF2B5EF4-FFF2-40B4-BE49-F238E27FC236}">
                <a16:creationId xmlns:a16="http://schemas.microsoft.com/office/drawing/2014/main" id="{4F9B1920-B9D8-47D6-A315-835F754E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491163"/>
            <a:ext cx="223361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槽位由 CalcCclBuffIdx 计算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D45006E-95E0-4731-BA8F-47A8AA50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5780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5" name="Rank 1 recvBuf[0]">
            <a:extLst xmlns:a="http://schemas.openxmlformats.org/drawingml/2006/main">
              <a:ext uri="{FF2B5EF4-FFF2-40B4-BE49-F238E27FC236}">
                <a16:creationId xmlns:a16="http://schemas.microsoft.com/office/drawing/2014/main" id="{B2C96501-3009-4F59-8828-EDEF1AD7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305425"/>
            <a:ext cx="2233613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recvBuf[0]</a:t>
            </a:r>
          </a:p>
        </p:txBody>
      </p:sp>
      <p:sp>
        <p:nvSpPr>
          <p:cNvPr id="116" name="放到来源 Rank 0 的输出位置">
            <a:extLst xmlns:a="http://schemas.openxmlformats.org/drawingml/2006/main">
              <a:ext uri="{FF2B5EF4-FFF2-40B4-BE49-F238E27FC236}">
                <a16:creationId xmlns:a16="http://schemas.microsoft.com/office/drawing/2014/main" id="{547B3BD7-3BDA-4622-962D-31A7F45F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491163"/>
            <a:ext cx="223361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放到来源 Rank 0 的输出位置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97ACFCF-5517-4BEC-B18E-F5BEEABC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3AD299C-420E-4034-94AC-DADF6DF9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7" name=""/>
          <p:cNvCxnSpPr>
            <a:stCxn xmlns:a="http://schemas.openxmlformats.org/drawingml/2006/main" id="117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>
            <a:off x="4006216" y="5605940"/>
            <a:ext cx="2804159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0A776E2-E2D3-433D-AC88-381C6EF1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C659EF4-F9CC-4DDB-B13D-F6407C3B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0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9197341" y="560594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9955674-AF0D-4286-8DAF-984839A8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362575"/>
            <a:ext cx="11334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4" name="远端 Write">
            <a:extLst xmlns:a="http://schemas.openxmlformats.org/drawingml/2006/main">
              <a:ext uri="{FF2B5EF4-FFF2-40B4-BE49-F238E27FC236}">
                <a16:creationId xmlns:a16="http://schemas.microsoft.com/office/drawing/2014/main" id="{9B1E5F11-74D9-4DAF-93D7-E09C9F49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62575"/>
            <a:ext cx="1095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远端 Write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AC3FBE8-57ED-4A5A-B9FE-7223C1EB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362575"/>
            <a:ext cx="781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6" name="LocalCopy">
            <a:extLst xmlns:a="http://schemas.openxmlformats.org/drawingml/2006/main">
              <a:ext uri="{FF2B5EF4-FFF2-40B4-BE49-F238E27FC236}">
                <a16:creationId xmlns:a16="http://schemas.microsoft.com/office/drawing/2014/main" id="{A029872E-F7F7-4C9A-A0F0-AC157641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362575"/>
            <a:ext cx="742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LocalCopy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92ED856-D834-4A41-A190-47926A71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8" name="BuildDataSlices 生成 src / dst / len。图中下标单位为元素。接收 CCL 槽位并不是直接用 Rank 当物理下标。">
            <a:extLst xmlns:a="http://schemas.openxmlformats.org/drawingml/2006/main">
              <a:ext uri="{FF2B5EF4-FFF2-40B4-BE49-F238E27FC236}">
                <a16:creationId xmlns:a16="http://schemas.microsoft.com/office/drawing/2014/main" id="{0E72B90F-7769-4D7C-B3A8-74616526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BuildDataSlices 生成 src / dst / len。图中下标单位为元素。接收 CCL 槽位并不是直接用 Rank 当物理下标。</a:t>
            </a:r>
          </a:p>
        </p:txBody>
      </p:sp>
    </p:spTree>
    <p:extLst>
      <p:ext uri="{BB962C8B-B14F-4D97-AF65-F5344CB8AC3E}">
        <p14:creationId xmlns:p14="http://schemas.microsoft.com/office/powerpoint/2010/main" val="13862082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主从汇合、最终通知与用户流继续">
            <a:extLst xmlns:a="http://schemas.openxmlformats.org/drawingml/2006/main">
              <a:ext uri="{FF2B5EF4-FFF2-40B4-BE49-F238E27FC236}">
                <a16:creationId xmlns:a16="http://schemas.microsoft.com/office/drawing/2014/main" id="{B93C8493-27DF-46DC-B182-9FE20076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主从汇合、最终通知与用户流继续</a:t>
            </a:r>
          </a:p>
        </p:txBody>
      </p:sp>
      <p:sp>
        <p:nvSpPr>
          <p:cNvPr id="2" name="本页按执行依赖展开，函数提交先后不等于全局硬件完成先后。最终通知位于全部块编排之后。">
            <a:extLst xmlns:a="http://schemas.openxmlformats.org/drawingml/2006/main">
              <a:ext uri="{FF2B5EF4-FFF2-40B4-BE49-F238E27FC236}">
                <a16:creationId xmlns:a16="http://schemas.microsoft.com/office/drawing/2014/main" id="{AF48B07C-1D66-4F1D-91B2-B8B3B6F5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本页按执行依赖展开，函数提交先后不等于全局硬件完成先后。最终通知位于全部块编排之后。</a:t>
            </a:r>
          </a:p>
        </p:txBody>
      </p:sp>
      <p:sp>
        <p:nvSpPr>
          <p:cNvPr id="3" name="13 / 13">
            <a:extLst xmlns:a="http://schemas.openxmlformats.org/drawingml/2006/main">
              <a:ext uri="{FF2B5EF4-FFF2-40B4-BE49-F238E27FC236}">
                <a16:creationId xmlns:a16="http://schemas.microsoft.com/office/drawing/2014/main" id="{1847D300-BC38-4392-B2F3-C659E803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13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948C2-8731-48FA-B269-920C7C86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从 Thread 收尾">
            <a:extLst xmlns:a="http://schemas.openxmlformats.org/drawingml/2006/main">
              <a:ext uri="{FF2B5EF4-FFF2-40B4-BE49-F238E27FC236}">
                <a16:creationId xmlns:a16="http://schemas.microsoft.com/office/drawing/2014/main" id="{3A38B935-FDE8-4F55-889E-AD343F4A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从 Thread 收尾</a:t>
            </a:r>
          </a:p>
        </p:txBody>
      </p:sp>
      <p:sp>
        <p:nvSpPr>
          <p:cNvPr id="6" name="从线程完成通信与接收后拷贝">
            <a:extLst xmlns:a="http://schemas.openxmlformats.org/drawingml/2006/main">
              <a:ext uri="{FF2B5EF4-FFF2-40B4-BE49-F238E27FC236}">
                <a16:creationId xmlns:a16="http://schemas.microsoft.com/office/drawing/2014/main" id="{4B4410F5-D219-4524-A6E1-5F41D13C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从线程完成通信与接收后拷贝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7D7C6-1622-49C5-AFFD-6C2ADF20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主 Thread 汇合">
            <a:extLst xmlns:a="http://schemas.openxmlformats.org/drawingml/2006/main">
              <a:ext uri="{FF2B5EF4-FFF2-40B4-BE49-F238E27FC236}">
                <a16:creationId xmlns:a16="http://schemas.microsoft.com/office/drawing/2014/main" id="{E815EBED-F5D7-4D48-B777-7EA83748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主 Thread 汇合</a:t>
            </a:r>
          </a:p>
        </p:txBody>
      </p:sp>
      <p:sp>
        <p:nvSpPr>
          <p:cNvPr id="9" name="等待参与的从线程完成">
            <a:extLst xmlns:a="http://schemas.openxmlformats.org/drawingml/2006/main">
              <a:ext uri="{FF2B5EF4-FFF2-40B4-BE49-F238E27FC236}">
                <a16:creationId xmlns:a16="http://schemas.microsoft.com/office/drawing/2014/main" id="{F80505FE-FB40-4BA5-BE1D-0D1E2595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等待参与的从线程完成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57550-7D3E-4A36-80A9-7A45B706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25AA4-368D-4B86-9BCA-E75226E3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CACF7-4195-444D-A70E-BA69206F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排入最终完成通知">
            <a:extLst xmlns:a="http://schemas.openxmlformats.org/drawingml/2006/main">
              <a:ext uri="{FF2B5EF4-FFF2-40B4-BE49-F238E27FC236}">
                <a16:creationId xmlns:a16="http://schemas.microsoft.com/office/drawing/2014/main" id="{4B07DB3A-BA87-4189-A8DC-5B53291A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排入最终完成通知</a:t>
            </a:r>
          </a:p>
        </p:txBody>
      </p:sp>
      <p:sp>
        <p:nvSpPr>
          <p:cNvPr id="15" name="全部数据块已编排">
            <a:extLst xmlns:a="http://schemas.openxmlformats.org/drawingml/2006/main">
              <a:ext uri="{FF2B5EF4-FFF2-40B4-BE49-F238E27FC236}">
                <a16:creationId xmlns:a16="http://schemas.microsoft.com/office/drawing/2014/main" id="{C9AD15F0-6DEB-401D-A434-ACEED339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全部数据块已编排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C2F56-40A2-4DDE-9BA8-F8B46849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7BD57D-756F-4C63-8DEB-745A56FB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E2939A-CAA9-4E8F-A71A-D035DBFF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退出保护与用户流继续">
            <a:extLst xmlns:a="http://schemas.openxmlformats.org/drawingml/2006/main">
              <a:ext uri="{FF2B5EF4-FFF2-40B4-BE49-F238E27FC236}">
                <a16:creationId xmlns:a16="http://schemas.microsoft.com/office/drawing/2014/main" id="{4785E636-D204-4243-9E36-968D171D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退出保护与用户流继续</a:t>
            </a:r>
          </a:p>
        </p:txBody>
      </p:sp>
      <p:sp>
        <p:nvSpPr>
          <p:cNvPr id="21" name="用户流等到最终通知后使用输出">
            <a:extLst xmlns:a="http://schemas.openxmlformats.org/drawingml/2006/main">
              <a:ext uri="{FF2B5EF4-FFF2-40B4-BE49-F238E27FC236}">
                <a16:creationId xmlns:a16="http://schemas.microsoft.com/office/drawing/2014/main" id="{205A321A-89AA-498E-915C-824848CA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用户流等到最终通知后使用输出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3EFE9F-4226-413E-B086-623CCAA6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25ADBB-458A-40EA-8524-64821CBD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E66DB2-1F4B-4252-ACB9-3C1FE97A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F1300A-495B-4C2B-A7EB-8E0A179F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6CA08B-CDAE-4272-86C8-7E0E7730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097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设备从 Thread&#10;HCOMM 同步">
            <a:extLst xmlns:a="http://schemas.openxmlformats.org/drawingml/2006/main">
              <a:ext uri="{FF2B5EF4-FFF2-40B4-BE49-F238E27FC236}">
                <a16:creationId xmlns:a16="http://schemas.microsoft.com/office/drawing/2014/main" id="{D4EC9F59-76F0-4B05-939B-1E275ACE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478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设备从 Thread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同步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F35A65-61B6-4980-A58D-8F436884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1B49EA-D690-4C2C-8524-FE08D2EF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7627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FA2076-4075-4B68-AEE3-C96E3ABC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0241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设备主 Thread&#10;HCOMM 同步">
            <a:extLst xmlns:a="http://schemas.openxmlformats.org/drawingml/2006/main">
              <a:ext uri="{FF2B5EF4-FFF2-40B4-BE49-F238E27FC236}">
                <a16:creationId xmlns:a16="http://schemas.microsoft.com/office/drawing/2014/main" id="{6FA4297A-E2B6-4353-BA67-4D2494CE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0622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设备主 Thread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同步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3DA56F-4405-456C-9D38-4CD31BA4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45B183-083B-422F-8BE0-9E7758B1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38200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BB1A99-9D4B-4877-8DAB-D48FC22B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814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AICPU 编排侧&#10;HCOMM 执行控制">
            <a:extLst xmlns:a="http://schemas.openxmlformats.org/drawingml/2006/main">
              <a:ext uri="{FF2B5EF4-FFF2-40B4-BE49-F238E27FC236}">
                <a16:creationId xmlns:a16="http://schemas.microsoft.com/office/drawing/2014/main" id="{86A9D2F2-E160-4427-B79C-9F77BC4C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1195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编排侧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执行控制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A5C119-78C9-47EE-8B06-EB9CA84C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0CF730-8637-4038-B9DF-1E01497F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48772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3F8CCC-C246-4C0C-B863-083380DE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1958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4" name="用户 stream&#10;完成依赖">
            <a:extLst xmlns:a="http://schemas.openxmlformats.org/drawingml/2006/main">
              <a:ext uri="{FF2B5EF4-FFF2-40B4-BE49-F238E27FC236}">
                <a16:creationId xmlns:a16="http://schemas.microsoft.com/office/drawing/2014/main" id="{7F0AB791-3E00-4B33-908E-7211CB9A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2339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 stream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完成依赖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3B6BC1-2BA0-4C20-B6E8-4977890A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313D59A-6DEE-4F2C-80A9-E572B9DC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9E9739-7007-4749-8D89-F0D081B8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EA931F-B88D-45E1-AF61-8C92330F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5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E8EC3118-BADB-462E-A7C4-FF4C9D7F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5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E580A91C-2302-4808-87AB-BB47119F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1E5688F-3ECF-4841-BDFD-5DC9F94F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4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E107A1C1-9936-4297-8435-86A0B372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55" name="从 Thread 向主 Thread 发完成通知">
            <a:extLst xmlns:a="http://schemas.openxmlformats.org/drawingml/2006/main">
              <a:ext uri="{FF2B5EF4-FFF2-40B4-BE49-F238E27FC236}">
                <a16:creationId xmlns:a16="http://schemas.microsoft.com/office/drawing/2014/main" id="{76839DB4-70DC-4DC4-8A43-94293E22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51698"/>
            <a:ext cx="2233613" cy="448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从 Thread 向主 Thread 发完成通知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F85C566-6A56-4AD9-A0C0-9DEBFA47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9146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7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E2560209-BE97-4FBD-B5EF-33F45AB5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9622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58" name="主 Thread 等参与的从 Thread 完成">
            <a:extLst xmlns:a="http://schemas.openxmlformats.org/drawingml/2006/main">
              <a:ext uri="{FF2B5EF4-FFF2-40B4-BE49-F238E27FC236}">
                <a16:creationId xmlns:a16="http://schemas.microsoft.com/office/drawing/2014/main" id="{D699780F-7296-43E3-8C27-27BF6566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142298"/>
            <a:ext cx="2233613" cy="486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 等参与的从 Thread 完成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4668EF5-BC9E-4C9A-87B9-6194D741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39A74C1-B24C-4A5C-B9D9-AD74202D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4006216" y="22864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59C1385-6119-40D8-A97D-CEEC9EB5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CB9BCAA-CA5E-46C1-8506-593A8D10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" name=""/>
          <p:cNvCxnSpPr>
            <a:stCxn xmlns:a="http://schemas.openxmlformats.org/drawingml/2006/main" id="62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4110515" y="2286953"/>
            <a:ext cx="0" cy="10086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FA182BC-62CF-4E4D-AFA5-D0351245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5B242F3-0B74-449A-B2D1-E3CF07D2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4110991" y="32961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AC7CAEC-68B7-4BCF-981D-70BD98AE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146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9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6B190D78-6954-449F-BBF4-FD460A05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622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70" name="主 Thread 通知导出后的用户 Thread">
            <a:extLst xmlns:a="http://schemas.openxmlformats.org/drawingml/2006/main">
              <a:ext uri="{FF2B5EF4-FFF2-40B4-BE49-F238E27FC236}">
                <a16:creationId xmlns:a16="http://schemas.microsoft.com/office/drawing/2014/main" id="{4D6D1975-902A-4413-B51A-99D70305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42298"/>
            <a:ext cx="2233613" cy="486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 通知导出后的用户 Thread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A06D3F0-F67A-400F-B61A-5442037C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F8882D6-81A6-46FB-96F1-70F7953D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6601778" y="3296127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268044E-E746-451A-95EB-2825FC95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90975"/>
            <a:ext cx="2386013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5" name="HcommBatchModeEnd">
            <a:extLst xmlns:a="http://schemas.openxmlformats.org/drawingml/2006/main">
              <a:ext uri="{FF2B5EF4-FFF2-40B4-BE49-F238E27FC236}">
                <a16:creationId xmlns:a16="http://schemas.microsoft.com/office/drawing/2014/main" id="{41230734-CB66-434F-AB79-C90508BC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386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HcommBatchModeEnd</a:t>
            </a:r>
          </a:p>
        </p:txBody>
      </p:sp>
      <p:sp>
        <p:nvSpPr>
          <p:cNvPr id="76" name="结束批模式，提交剩余任务">
            <a:extLst xmlns:a="http://schemas.openxmlformats.org/drawingml/2006/main">
              <a:ext uri="{FF2B5EF4-FFF2-40B4-BE49-F238E27FC236}">
                <a16:creationId xmlns:a16="http://schemas.microsoft.com/office/drawing/2014/main" id="{FF4CF79C-4BE6-4419-B208-9EBF39F5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226243"/>
            <a:ext cx="2233613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结束批模式，提交剩余任务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3FDD50D-06B2-41A6-A316-CB0752F4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676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06888C7-23CE-42F7-8A86-56F16405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990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" name=""/>
          <p:cNvCxnSpPr>
            <a:stCxn xmlns:a="http://schemas.openxmlformats.org/drawingml/2006/main" id="77" idx="2"/>
            <a:endCxn xmlns:a="http://schemas.openxmlformats.org/drawingml/2006/main" id="78" idx="0"/>
          </p:cNvCxnSpPr>
          <p:nvPr/>
        </p:nvCxnSpPr>
        <p:spPr>
          <a:xfrm xmlns:a="http://schemas.openxmlformats.org/drawingml/2006/main">
            <a:off x="8003858" y="3677603"/>
            <a:ext cx="0" cy="3133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4D92E1C-5DB7-414C-9582-C59CF719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990975"/>
            <a:ext cx="2386013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1" name="HcommReleaseComm">
            <a:extLst xmlns:a="http://schemas.openxmlformats.org/drawingml/2006/main">
              <a:ext uri="{FF2B5EF4-FFF2-40B4-BE49-F238E27FC236}">
                <a16:creationId xmlns:a16="http://schemas.microsoft.com/office/drawing/2014/main" id="{094CE212-56BB-4420-97F1-C2252116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0386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HcommReleaseComm</a:t>
            </a:r>
          </a:p>
        </p:txBody>
      </p:sp>
      <p:sp>
        <p:nvSpPr>
          <p:cNvPr id="82" name="退出域使用保护，资源仍可复用">
            <a:extLst xmlns:a="http://schemas.openxmlformats.org/drawingml/2006/main">
              <a:ext uri="{FF2B5EF4-FFF2-40B4-BE49-F238E27FC236}">
                <a16:creationId xmlns:a16="http://schemas.microsoft.com/office/drawing/2014/main" id="{A218569F-67CE-4C01-ACEC-80495D18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226243"/>
            <a:ext cx="2233613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退出域使用保护，资源仍可复用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59BBA81-D6B4-4E13-B3EC-46CB07A1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357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423D24A-D642-45FC-B2D7-BCDB49C1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357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" name="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9197341" y="4358165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DB95832-2788-4638-9B96-BC514045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972050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7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97881393-3866-49F7-A524-11AAE53D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0196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88" name="P8 已排入，等待最终完成通知">
            <a:extLst xmlns:a="http://schemas.openxmlformats.org/drawingml/2006/main">
              <a:ext uri="{FF2B5EF4-FFF2-40B4-BE49-F238E27FC236}">
                <a16:creationId xmlns:a16="http://schemas.microsoft.com/office/drawing/2014/main" id="{1CC95241-F616-426C-8B8B-FCDE8ECA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197793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P8 已排入，等待最终完成通知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4E336F4-23BF-4911-B60A-6C60789A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3F501FE-1F48-4AF2-BDDF-C967CB4E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9197341" y="3296127"/>
            <a:ext cx="21335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9E037C8-81D3-4628-A759-FC541090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C9EBEE1-B9A4-4B80-80D7-43FB1F3B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81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" name=""/>
          <p:cNvCxnSpPr>
            <a:stCxn xmlns:a="http://schemas.openxmlformats.org/drawingml/2006/main" id="92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>
            <a:off x="9411177" y="3296603"/>
            <a:ext cx="0" cy="19850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0AC00CB-0B15-476A-A495-11EA0CF0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81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A5CE000-5AC6-41D7-9619-FBA1C605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81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" name=""/>
          <p:cNvCxnSpPr>
            <a:stCxn xmlns:a="http://schemas.openxmlformats.org/drawingml/2006/main" id="95" idx="1"/>
            <a:endCxn xmlns:a="http://schemas.openxmlformats.org/drawingml/2006/main" id="96" idx="3"/>
          </p:cNvCxnSpPr>
          <p:nvPr/>
        </p:nvCxnSpPr>
        <p:spPr>
          <a:xfrm xmlns:a="http://schemas.openxmlformats.org/drawingml/2006/main" flipH="1">
            <a:off x="9406891" y="5282090"/>
            <a:ext cx="38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599D036-87B1-4E59-ADD4-7252AD71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715000"/>
            <a:ext cx="2386013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9" name="用户流后续任务">
            <a:extLst xmlns:a="http://schemas.openxmlformats.org/drawingml/2006/main">
              <a:ext uri="{FF2B5EF4-FFF2-40B4-BE49-F238E27FC236}">
                <a16:creationId xmlns:a16="http://schemas.microsoft.com/office/drawing/2014/main" id="{6A371DAE-1068-4C0D-B800-BC695588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762625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用户流后续任务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7C5D3FB-5D77-46AD-B345-4B1FC8BF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D507C9B-6615-4DE4-8284-19E902D0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5715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10599421" y="5592128"/>
            <a:ext cx="0" cy="1228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3" name="PostSyncInterThreads 内部展开">
            <a:extLst xmlns:a="http://schemas.openxmlformats.org/drawingml/2006/main">
              <a:ext uri="{FF2B5EF4-FFF2-40B4-BE49-F238E27FC236}">
                <a16:creationId xmlns:a16="http://schemas.microsoft.com/office/drawing/2014/main" id="{C233A869-E6E6-4A67-9AAF-4291FE5A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19550"/>
            <a:ext cx="4981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PostSyncInterThreads 内部展开</a:t>
            </a:r>
          </a:p>
        </p:txBody>
      </p:sp>
      <p:sp>
        <p:nvSpPr>
          <p:cNvPr id="104" name="有从 Thread 才安排这组汇合。代码可先下发主 Wait，再下发从 Record，任务依赖保证正确执行。">
            <a:extLst xmlns:a="http://schemas.openxmlformats.org/drawingml/2006/main">
              <a:ext uri="{FF2B5EF4-FFF2-40B4-BE49-F238E27FC236}">
                <a16:creationId xmlns:a16="http://schemas.microsoft.com/office/drawing/2014/main" id="{BF8BB162-66BB-42A8-9F17-273FDB02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49815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有从 Thread 才安排这组汇合。代码可先下发主 Wait，再下发从 Record，任务依赖保证正确执行。</a:t>
            </a:r>
          </a:p>
        </p:txBody>
      </p:sp>
      <p:sp>
        <p:nvSpPr>
          <p:cNvPr id="105" name="还有数据块时：OrchestrateLoop 继续 P10–12。&#10;全部块完成编排后，才排入右侧算子最终通知。">
            <a:extLst xmlns:a="http://schemas.openxmlformats.org/drawingml/2006/main">
              <a:ext uri="{FF2B5EF4-FFF2-40B4-BE49-F238E27FC236}">
                <a16:creationId xmlns:a16="http://schemas.microsoft.com/office/drawing/2014/main" id="{876A0813-260B-4D2A-8D05-D71483F6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05425"/>
            <a:ext cx="4981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还有数据块时：OrchestrateLoop 继续 P10–12。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全部块完成编排后，才排入右侧算子最终通知。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7E9E022-A4A9-425C-B663-6DDDD88B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07" name="Kernel 函数返回不等于所有 Rank 已完成。用户流由完成通知约束，上层 Host 读取结果还需实际的流同步保证。">
            <a:extLst xmlns:a="http://schemas.openxmlformats.org/drawingml/2006/main">
              <a:ext uri="{FF2B5EF4-FFF2-40B4-BE49-F238E27FC236}">
                <a16:creationId xmlns:a16="http://schemas.microsoft.com/office/drawing/2014/main" id="{337A7A65-0000-48DE-A224-AF13DD83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Kernel 函数返回不等于所有 Rank 已完成。用户流由完成通知约束，上层 Host 读取结果还需实际的流同步保证。</a:t>
            </a:r>
          </a:p>
        </p:txBody>
      </p:sp>
    </p:spTree>
    <p:extLst>
      <p:ext uri="{BB962C8B-B14F-4D97-AF65-F5344CB8AC3E}">
        <p14:creationId xmlns:p14="http://schemas.microsoft.com/office/powerpoint/2010/main" val="19267180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2026-09-27T14:17:17.8660000Z</dcterms:created>
  <dcterms:modified xsi:type="dcterms:W3CDTF">2026-09-27T14:17:17.8660000Z</dcterms:modified>
</coreProperties>
</file>