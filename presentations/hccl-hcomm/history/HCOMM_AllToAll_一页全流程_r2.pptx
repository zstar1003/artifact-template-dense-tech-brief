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b9e57718774b4a" /><Relationship Type="http://schemas.openxmlformats.org/officeDocument/2006/relationships/extended-properties" Target="/docProps/app.xml" Id="R2941c425ccda4cfa" /><Relationship Type="http://schemas.openxmlformats.org/officeDocument/2006/relationships/officeDocument" Target="/ppt/presentation.xml" Id="R0c45e6e1f5e4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ad028ebe1f4b27"/>
  </p:sldMasterIdLst>
  <p:notesMasterIdLst>
    <p:notesMasterId xmlns:r="http://schemas.openxmlformats.org/officeDocument/2006/relationships" r:id="Rfe3c18d78edd4e62"/>
  </p:notesMasterIdLst>
  <p:sldIdLst>
    <p:sldId xmlns:r="http://schemas.openxmlformats.org/officeDocument/2006/relationships" id="256" r:id="R02f282e0c03242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363c8cdeee41f9" /><Relationship Type="http://schemas.openxmlformats.org/officeDocument/2006/relationships/slideMaster" Target="/ppt/slideMasters/slideMaster1.xml" Id="R43ad028ebe1f4b27" /><Relationship Type="http://schemas.openxmlformats.org/officeDocument/2006/relationships/notesMaster" Target="/ppt/notesMasters/notesMaster1.xml" Id="Rfe3c18d78edd4e62" /><Relationship Type="http://schemas.openxmlformats.org/officeDocument/2006/relationships/presProps" Target="/ppt/presProps.xml" Id="R74bda9a214824b50" /><Relationship Type="http://schemas.openxmlformats.org/officeDocument/2006/relationships/tableStyles" Target="/ppt/tableStyles.xml" Id="Rc9a29ef5d569413d" /><Relationship Type="http://schemas.openxmlformats.org/officeDocument/2006/relationships/slide" Target="/ppt/slides/slide1.xml" Id="R02f282e0c03242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52a344c26844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03cce3d0f84908" /><Relationship Type="http://schemas.openxmlformats.org/officeDocument/2006/relationships/notesMaster" Target="/ppt/notesMasters/notesMaster1.xml" Id="Rd0ddf6b0f650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AllToAll 一页全流程，按①至⑨阅读。左右是同一流程的连续两段，不是两种方案。每个分区内，左泳道为 HCCL 调用方，右泳道为被调 HCOMM 能力。⑤单独列明 ACL Runtime。跨泳道箭头表示调用，竖向红线表示 Host 提交后进入设备入口。图上的顺序主要表达任务生成和依赖，不能当作全局硬件完成时间。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适用条件：Ascend 950，AICPU_TS，OPBASE，多 Rank、非零数据、普通内存、普通 InsTempAlltoAllVMesh1D Write 路径。通信域和用户 stream 已存在。本图以 Host 资源缓存未命中且 Task Cache 关闭解释正常主线。没有使用插件算法、PCIe Read、多 Jetty、对称窗口或 CCU 分支。源码基线 hccl 170ddeec539b4d693028ce6e0cf5c58933e4d46d，hcomm 87ce550f8f7c584e0ed89b0ec56699553d9c332d。未执行真实设备实验。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上层调用方名称尚未确认，因此不将 STL 写成已确认源码模块。示例：4 个 Rank，各自调用 HcclAlltoAll(sendBuf,2,HCCL_DATA_TYPE_FP32,recvBuf,2,HCCL_DATA_TYPE_FP32,comm,stream)。每个 Rank 共 8 个 FP32。R0 输入 0..7，R1 输入 10..17，R2 输入 20..27，R3 输入 30..37。R0 收到各 Rank 第0份，输出 [0,1,10,11,20,21,30,31]。R0 发往R1的 [2,3] 起始于sendBuf[2]。反向R1发来 [10,11]，最终到R0 recvBuf[2]。CCL槽位是内部计算的中转位置，不可直接等同Rank编号。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GetRankSize/GetCommName/GetRankId 按不同调用点提供成员/域信息。AllToAll 借用 AllToAllV 内部框架，但 opType 仍是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SelectAicpuAlgo 的完整成员归属是 AlltoAllAutoSelector::SelectAicpuAlgo。本例小数据在对应 MESH_1D/CLOS 分支选 AicpuAllToAllSoleMeshSingleChannel。拓扑缓存未命中时按构图逻辑调用所需 RankGraph 查询，图中若干查询不是强制的唯一顺序。全部接口及含义见下方完整讲解。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先 GetAlgExec，再绑定用户 Thread 并导出，再 HcclGetAlgRes。HcclThreadExportToCommEngine 首次把 CPU_TS 用户 Thread 导出给 AICPU，供完成通知使用。ThreadAcquireWithConfig 能力不支持时，替代接口 HcclThreadAcquire 按统一通知数获取资源，两者不是顺序必调。HcclGetHcclBuffer 属于内存管理，Thread/ChannelAcquire/EngineCtx 属于通信域资源管理。缓存命中可跳过相应重建，不会免除本次数据通信。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建链完整顺序：MyRank::CreateChannels 统筹建立；BatchCreateSockets 创建控制连接；BatchCreateChannels 创建或复用端点、内存与基础通道，其中 HcommEndpointCreate 创建端点、HcommEndpointStartListen 监听、HcommMemReg 注册通信内存、HcommCollectiveChannelCreate 创建集合通信基础通道；BatchConnectChannels 通过内部 ChannelProcess::ChannelGetStatus 检查连接状态；BatchExchangeAndCheckConsistency 交换校验两端参数；FinalizeChannelsByEngine 整理 AICPU 能用的最终句柄。前述 EndpointMgr/RankPair/EndpointPair 内有缓存。不存在“每次必定全部重新创建”的假设。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④ BuildChannelInfo 还通过 HcclRankGraphGetEndpointInfo 查询端点带宽/Die属性，用于分片。HcclChannelGetHcclBuffer 内部以 HcommChannelGetRemoteMems 获取远端内存映射。逻辑上补齐地址属于资源准备，在序列化前完成。Serialize 对象为 AlgResourceCtxSerializable。HcclEngineCtxCreate/Copy 属通信域资源管理，复制的是元数据，不是用户输入。GetMainThreadInfo 后还会第二次 HcclThreadExportToCommEngine，把 AICPU 主Thread导出给CPU_TS，供Host就绪通知使用。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⑤ HcclAicpuKernelEntranceLaunch 调用内部 AicpuKernelLaunch。AllToAll 经这个内部函数直接调用 ACL 的BinaryGetFunction、KernelArgsInit/Append/Finalize、LaunchKernelWithConfig，不把导出 HcclAicpuKernelLaunch 错列为本例必经项。保序能力条件满足时还执行 HcclOrderLaunchToOrderStream（发射前建立顺序依赖）、HcclOrderLaunchToKernelStream（发射后衔接）、设备 HcclOrderLaunchNotifyRecord（设备入口通知）。具体语义见下方完整讲解。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⑥ Kernel 先 AcquireComm，恢复资源及变长参数，BatchModeStart，再 OpOrchestrate。OpOrchestrate 可设置资源等待/Notify超时，再排入输入依赖并取得算法执行器。HcommThreadNotifyWaitOnThread 与 HcommThreadNotifyWaitOnThreadWithDefaultTimeout（默认超时）为能力兼容替代项。Channel Wait 亦同理，由 HcommChannelNotifyWaitOnThreadWithDefaultTimeout 替代携带显式超时版本。图用不带默认后缀的代表名说明同一依赖，不表示两个依次调用。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⑦ 实际模板局部顺序：KernelRun → RunALLtoALL → CalcCommLoops → 存在从Thread时 PreSyncInterThreads → 每轮 CalcCommRankSetForOneLoop → 首轮 LocalCopyForMyRank → RunSendRecvByLoop。PreSync 是主 Record 后从 Wait。执行器 OrchestrateLoop 外层按大块循环，模板内层按轮/Peer/Channel执行。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SendRecvWrite 内 A-E 顺序为接收方向 ACK Record、发送方向 ACK Wait、非零slice Write、发送方向 DATA_SIGNAL Record、接收方向 DATA_SIGNAL Wait。第F项不在 SendRecvWrite 内，由外层模板 PostCopy → LocalCopy 包装调用 HcommLocalCopyOnThread。通知API提交任务而非CPU阻塞等待。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Write 950适配内部：UnwrapChannelHandle 解包 → AddThread 记录执行Thread → Thread::GetStreamLitePtr 取得StreamLite → BaseTransportLiteImpl::BuildLocRmaBufferLite 构造本地访问描述 → BaseTransportLiteImpl::Write 提交传输。再向下取决于Channel协议，不把某个UB分支固定推广到所有950。LocalCopy进入 Thread::LocalCopy，不等同网络远端写。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⑨ PostSync 源码先在主Thread排Wait，再给从Thread排Record。全部块完成编排后才返回Kernel，主Thread最终Record通知Host，再BatchModeEnd、ReleaseComm。Host Wait在⑤之后已提前入队。HcclAlltoAll CPU函数返回或某个Record函数返回，均不等于所有数据已到达。用户流的完成依赖满足后，后续工作才能安全使用输出。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别对照：控制面包括通信域资源管理、内存、拓扑、算子编排、底层通信资源。此链路的主要集合算法编排位于HCCL内部；底层Endpoint/CollectiveChannelCreate属于底层通信资源，MemReg属于内存。数据面用到搬运（Write/LocalCopy）、同步（Thread/Channel Notify）、执行控制（Acquire/ReleaseComm、BatchStart/End）。没有归约数值计算，没有CCU C++操作。Hccl前缀不必然代表HCCL实现，所属泳道根据源码归属而定。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完整逐函数讲解与来源（保留原分析以便演讲查询）：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 AllToAll 的输入输出</a:t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上层调用进来后，HCCL 先把请求整理完整</a:t>
            </a:r>
          </a:p>
          <a:p xmlns:a="http://schemas.openxmlformats.org/drawingml/2006/main">
            <a:r>
              <a:t>[上层调用 HCCL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>[HCCL Host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>[HCCL 调 HCOMM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>[HCCL 调 HCOMM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>[HCCL 调 HCOMM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>[HCCL Host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>[HCCL Host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>[HCCL Host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>[HCCL Host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HCCL 查询配置和拓扑，决定由哪个算法来做</a:t>
            </a:r>
          </a:p>
          <a:p xmlns:a="http://schemas.openxmlformats.org/drawingml/2006/main">
            <a:r>
              <a:t>[HCCL Host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>[HCCL 调 HCOMM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>[HCCL Host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>[HCCL Host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>[HCCL 调 HCOMM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>[HCCL Host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>[HCCL 调 HCOMM 控制面 / 域资源] HcclEngineCtxGet：先查已有的拓扑上下文。命中则直接恢复已有说明。未命中才查询拓扑并保存，具体查询逐项解释在本页备注对应专题。</a:t>
            </a:r>
          </a:p>
          <a:p xmlns:a="http://schemas.openxmlformats.org/drawingml/2006/main">
            <a:r>
              <a:t>[HCCL Host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>[HCCL Host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>来源索引：entry, selector,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HCCL 先绑定用户流，再计算缺少哪些资源</a:t>
            </a:r>
          </a:p>
          <a:p xmlns:a="http://schemas.openxmlformats.org/drawingml/2006/main">
            <a:r>
              <a:t>[HCCL Host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>[HCCL 调 HCOMM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>[HCCL 调 HCOMM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>[HCCL Host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>[HCCL Host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>[HCCL Host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>[HCCL 调 HCOMM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>[HCCL Host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>[HCCL Host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>来源索引：common, executor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HCCL 向 HCOMM 取得缓冲区、线程和通道</a:t>
            </a:r>
          </a:p>
          <a:p xmlns:a="http://schemas.openxmlformats.org/drawingml/2006/main">
            <a:r>
              <a:t>[HCCL Host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>[HCCL Host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>[HCCL 调 HCOMM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>[HCCL Host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>[HCCL Host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>[HCCL 调 HCOMM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>[HCCL 调 HCOMM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>[HCCL Host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>[HCCL 调 HCOMM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>来源索引：common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HcclChannelAcquire 内部具体怎样建链</a:t>
            </a:r>
          </a:p>
          <a:p xmlns:a="http://schemas.openxmlformats.org/drawingml/2006/main">
            <a:r>
              <a:t>[HCOMM 内部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>[HCOMM 内部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>[HCOMM 内部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>[HCOMM 内部调用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>[HCOMM 内部调用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>[HCOMM 内部调用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>[HCOMM 内部调用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>[HCOMM 内部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>[HCOMM 内部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>[HCOMM 内部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>来源索引：channel,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Host 整理资源，把设备执行所需信息交过去</a:t>
            </a:r>
          </a:p>
          <a:p xmlns:a="http://schemas.openxmlformats.org/drawingml/2006/main">
            <a:r>
              <a:t>[HCCL Host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>[HCCL 调 HCOMM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>[HCCL 调 HCOMM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>[HCOMM 内部调用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>[HCCL Host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>[HCCL Host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>[HCCL 调 HCOMM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>[HCCL 调 HCOMM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>[HCCL 调 HCOMM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>来源索引：common, channel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Host 发输入就绪通知，再通过 ACL 启动 AICPU</a:t>
            </a:r>
          </a:p>
          <a:p xmlns:a="http://schemas.openxmlformats.org/drawingml/2006/main">
            <a:r>
              <a:t>[HCCL Host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>[HCCL 调 HCOMM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>[HCCL Host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>[HCCL Host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>[HCCL 调 ACL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>[HCCL 调 ACL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>[HCCL 调 ACL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>[HCCL 调 ACL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>[HCCL 调 ACL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>[HCCL Host 内部函数] HcclOrderLaunchToKernelStream：完成发射后的按序同步安排。随后还要把“等待本次通信完成”的任务排入用户流，具体完成关系见本页备注对应专题。</a:t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>来源索引：common, 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AICPU 收到任务后，恢复参数并进入算法编排</a:t>
            </a:r>
          </a:p>
          <a:p xmlns:a="http://schemas.openxmlformats.org/drawingml/2006/main">
            <a:r>
              <a:t>[ACL 启动 HCCL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>[HCCL 调 HCOMM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>[HCCL AICPU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>[HCCL AICPU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>[HCCL AICPU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>[HCCL 调 HCOMM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>[HCCL AICPU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>[HCCL 调 HCOMM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>[HCCL 调 HCOMM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>[HCCL AICPU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开启时还有查找/录制/重放路径，见本页备注对应专题。</a:t>
            </a:r>
          </a:p>
          <a:p xmlns:a="http://schemas.openxmlformats.org/drawingml/2006/main">
            <a:r>
              <a:t>来源索引：kernel,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AICPU 先确定块大小，再让主从 Thread 按顺序开始</a:t>
            </a:r>
          </a:p>
          <a:p xmlns:a="http://schemas.openxmlformats.org/drawingml/2006/main">
            <a:r>
              <a:t>[HCCL AICPU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>[HCCL AICPU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>[HCCL AICPU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>[HCCL AICPU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>[HCCL AICPU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>[HCCL AICPU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>[HCCL AICPU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>[HCCL 调 HCOMM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>[HCCL 调 HCOMM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>来源索引：executor,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逐个 Peer 计算：发哪一片、走哪个通道、放到哪里</a:t>
            </a:r>
          </a:p>
          <a:p xmlns:a="http://schemas.openxmlformats.org/drawingml/2006/main">
            <a:r>
              <a:t>[HCCL AICPU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>[HCCL AICPU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>[HCCL 调 HCOMM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>[HCCL AICPU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>[HCCL AICPU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>[HCCL AICPU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>[HCCL AICPU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>[HCCL AICPU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>[HCCL AICPU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>[HCCL AICPU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>来源索引：template,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 0 与 Rank 1 的双向通信</a:t>
            </a:r>
          </a:p>
          <a:p xmlns:a="http://schemas.openxmlformats.org/drawingml/2006/main">
            <a:r>
              <a:t>[HCCL 调 HCOMM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>[HCCL 调 HCOMM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>[HCCL 调 HCOMM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>[HCCL 调 HCOMM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>[HCCL 调 HCOMM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>[HCCL 调 HCOMM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>来源索引：wrapper, template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所有 Peer 的任务排好后，怎样通知上层可以继续</a:t>
            </a:r>
          </a:p>
          <a:p xmlns:a="http://schemas.openxmlformats.org/drawingml/2006/main">
            <a:r>
              <a:t>[HCCL AICPU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>[HCCL 调 HCOMM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>[HCCL 调 HCOMM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>[HCCL AICPU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>[HCCL 调 HCOMM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>[HCCL 调 HCOMM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>[HCCL 调 HCOMM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>[Host 已排入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>来源索引：kernel,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1. HcommWriteOnThread 里面还做了什么</a:t>
            </a:r>
          </a:p>
          <a:p xmlns:a="http://schemas.openxmlformats.org/drawingml/2006/main">
            <a:r>
              <a:t>[HCCL 调 HCOMM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>[HCOMM 数据面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>[HCOMM 数据面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>[HCOMM 数据面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>[HCOMM 传输层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>[HCOMM 传输层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>[HCOMM 数据面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>[HCOMM 数据面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>来源索引：primitive,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2. 拓扑查询里的每个接口分别回答什么</a:t>
            </a:r>
          </a:p>
          <a:p xmlns:a="http://schemas.openxmlformats.org/drawingml/2006/main">
            <a:r>
              <a:t>[HCCL 调 HCOMM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>[HCCL 调 HCOMM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>[HCCL 调 HCOMM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>[HCCL 调 HCOMM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>[HCCL 调 HCOMM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>[HCCL 调 HCOMM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>[HCCL 调 HCOMM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>[HCCL 调 HCOMM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>[HCCL 调 HCOMM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>[HCCL 调 HCOMM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>来源索引：topo,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3. 再运行一次时，哪些步骤可能省掉或改变</a:t>
            </a:r>
          </a:p>
          <a:p xmlns:a="http://schemas.openxmlformats.org/drawingml/2006/main">
            <a:r>
              <a:t>[HCCL 调 HCOMM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>[HCCL 调 HCOMM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>[HCCL 调 HCOMM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>[HCCL 调 HCOMM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>[HCCL 调 HCOMM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>[HCCL 调 HCOMM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>[HCCL 调 HCOMM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>[HCCL 调 HCOMM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>[HCCL 调 HCOMM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>来源索引：common, 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文件：hccl/src/ops/all_to_all_v/all_to_all_v.cc:23–80,410–420,641–850；hccl/src/ops/all_to_all_v/selector/alltoall_auto_selector.cc:131–188；hccl/src/ops/op_common/op_common.cc:780–918,1005–1214,1285–1429,1670–1845,2000–2091；hcomm/src/coll_communicator_mgr/resource_mgr/local/my_rank/my_rank.cc:675–850,1228–1303；hcomm/src/base_comm/resources/endpoint_pairs/endpoint_pair.cc:199；hcomm/src/coll_communicator_mgr/resource_mgr/local/my_rank/endpoints/endpoint_mgr.cc:138；hccl/src/ops/op_common/algorithm/template/aicpu/kernel_launch.cc:276–327,348–628,912–950；hccl/src/ops/all_to_all_v/algorithm/executor/ins_v2_all_to_all_v_sole_executor.cc:113–380,562；hccl/src/ops/all_to_all_v/algorithm/template/aicpu/ins_temp_all_to_all_v_mesh_1D.cc:167–420；hccl/src/ops/op_common/algorithm/template/wrapper/alg_data_trans_wrapper.cc:428–472,880,1010–1080；hccl/src/common/hcomm_dlsym/hcomm_primitives_dl.cc:176；hcomm/src/base_comm/primitives/api_c_adpt/aicpu_ts_primitives_c_adpt.cc:495–535,1118；hcomm/include/hccl/hccl_rank_graph.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023e433f3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3da55961424817" /><Relationship Type="http://schemas.openxmlformats.org/officeDocument/2006/relationships/slideLayout" Target="/ppt/slideLayouts/slideLayout1.xml" Id="R8a48d9f140cb46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48d9f140cb46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dbe9e381e4392" /><Relationship Type="http://schemas.openxmlformats.org/officeDocument/2006/relationships/notesSlide" Target="/ppt/notesSlides/notesSlide1.xml" Id="R28531d11fd3742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" name="AllToAll 跨层执行全流程">
            <a:extLst xmlns:a="http://schemas.openxmlformats.org/drawingml/2006/main">
              <a:ext uri="{FF2B5EF4-FFF2-40B4-BE49-F238E27FC236}">
                <a16:creationId xmlns:a16="http://schemas.microsoft.com/office/drawing/2014/main" id="{B82BB742-6210-493D-8807-EE5FA390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跨层执行全流程</a:t>
            </a:r>
          </a:p>
        </p:txBody>
      </p:sp>
      <p:sp>
        <p:nvSpPr>
          <p:cNvPr id="2" name="前提：通信域和用户流已就绪，首次准备算法资源&#10;普通内存、非 PCIe，关闭任务缓存；按本例 Write 路径展开">
            <a:extLst xmlns:a="http://schemas.openxmlformats.org/drawingml/2006/main">
              <a:ext uri="{FF2B5EF4-FFF2-40B4-BE49-F238E27FC236}">
                <a16:creationId xmlns:a16="http://schemas.microsoft.com/office/drawing/2014/main" id="{22A74DDC-8AD4-4A04-B11A-1134091E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前提：通信域和用户流已就绪，首次准备算法资源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普通内存、非 PCIe，关闭任务缓存；按本例 Write 路径展开</a:t>
            </a:r>
          </a:p>
        </p:txBody>
      </p:sp>
      <p:sp>
        <p:nvSpPr>
          <p:cNvPr id="3" name="Ascend 950 / AICPU_TS / 单算子 OPBASE / 普通 Mesh Write">
            <a:extLst xmlns:a="http://schemas.openxmlformats.org/drawingml/2006/main">
              <a:ext uri="{FF2B5EF4-FFF2-40B4-BE49-F238E27FC236}">
                <a16:creationId xmlns:a16="http://schemas.microsoft.com/office/drawing/2014/main" id="{A1B5F6DB-6C67-4960-9CC2-FDA8216B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5300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单算子 OPBASE / 普通 Mesh Write</a:t>
            </a:r>
          </a:p>
        </p:txBody>
      </p:sp>
      <p:sp>
        <p:nvSpPr>
          <p:cNvPr id="4" name="读图：左侧①–⑤向下，再接右侧⑥–⑨向下">
            <a:extLst xmlns:a="http://schemas.openxmlformats.org/drawingml/2006/main">
              <a:ext uri="{FF2B5EF4-FFF2-40B4-BE49-F238E27FC236}">
                <a16:creationId xmlns:a16="http://schemas.microsoft.com/office/drawing/2014/main" id="{4651EC71-AA37-437E-9EA3-6BD1E39B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95300"/>
            <a:ext cx="4067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读图：左侧①–⑤向下，再接右侧⑥–⑨向下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DAE8F-6B57-4DCF-85AC-4127F4AC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42950"/>
            <a:ext cx="5734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" name="Host：接收请求、准备资源、提交设备任务">
            <a:extLst xmlns:a="http://schemas.openxmlformats.org/drawingml/2006/main">
              <a:ext uri="{FF2B5EF4-FFF2-40B4-BE49-F238E27FC236}">
                <a16:creationId xmlns:a16="http://schemas.microsoft.com/office/drawing/2014/main" id="{5B13DA83-D71B-49C2-9227-4D7B5B0A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762000"/>
            <a:ext cx="557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Host：接收请求、准备资源、提交设备任务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FE1A1-8E1B-4AD9-8921-A78CCB94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742950"/>
            <a:ext cx="58007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" name="AICPU：展开算法，HCOMM：执行同步与搬运">
            <a:extLst xmlns:a="http://schemas.openxmlformats.org/drawingml/2006/main">
              <a:ext uri="{FF2B5EF4-FFF2-40B4-BE49-F238E27FC236}">
                <a16:creationId xmlns:a16="http://schemas.microsoft.com/office/drawing/2014/main" id="{853A3260-987D-4A34-843B-019314A2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762000"/>
            <a:ext cx="5629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AICPU：展开算法，HCOMM：执行同步与搬运</a:t>
            </a:r>
          </a:p>
        </p:txBody>
      </p:sp>
      <p:sp>
        <p:nvSpPr>
          <p:cNvPr id="9" name="HCCL Host（调度与资源组织）">
            <a:extLst xmlns:a="http://schemas.openxmlformats.org/drawingml/2006/main">
              <a:ext uri="{FF2B5EF4-FFF2-40B4-BE49-F238E27FC236}">
                <a16:creationId xmlns:a16="http://schemas.microsoft.com/office/drawing/2014/main" id="{8E0C3F45-CFE6-46B4-8CEE-FB0C984A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9906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Host（调度与资源组织）</a:t>
            </a:r>
          </a:p>
        </p:txBody>
      </p:sp>
      <p:sp>
        <p:nvSpPr>
          <p:cNvPr id="10" name="HCOMM（返回资源 / 状态 / 地址）">
            <a:extLst xmlns:a="http://schemas.openxmlformats.org/drawingml/2006/main">
              <a:ext uri="{FF2B5EF4-FFF2-40B4-BE49-F238E27FC236}">
                <a16:creationId xmlns:a16="http://schemas.microsoft.com/office/drawing/2014/main" id="{DC892DD5-3BE9-46B9-81F5-A96B81D9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906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HCOMM（返回资源 / 状态 / 地址）</a:t>
            </a:r>
          </a:p>
        </p:txBody>
      </p:sp>
      <p:sp>
        <p:nvSpPr>
          <p:cNvPr id="11" name="HCCL AICPU（算法编排）">
            <a:extLst xmlns:a="http://schemas.openxmlformats.org/drawingml/2006/main">
              <a:ext uri="{FF2B5EF4-FFF2-40B4-BE49-F238E27FC236}">
                <a16:creationId xmlns:a16="http://schemas.microsoft.com/office/drawing/2014/main" id="{051D1FB7-6C63-4BC9-89FD-21C55379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990600"/>
            <a:ext cx="2628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AICPU（算法编排）</a:t>
            </a:r>
          </a:p>
        </p:txBody>
      </p:sp>
      <p:sp>
        <p:nvSpPr>
          <p:cNvPr id="12" name="HCOMM 数据面（任务入队）">
            <a:extLst xmlns:a="http://schemas.openxmlformats.org/drawingml/2006/main">
              <a:ext uri="{FF2B5EF4-FFF2-40B4-BE49-F238E27FC236}">
                <a16:creationId xmlns:a16="http://schemas.microsoft.com/office/drawing/2014/main" id="{00953FF1-F9AB-4426-AFFE-C56CAE6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90600"/>
            <a:ext cx="2781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数据面（任务入队）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80E8A-1113-42E4-A82E-9A7037BB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6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C5A33-7E8C-43B8-8CAE-735386BE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000852" y="1163003"/>
            <a:ext cx="0" cy="4371022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CDFD9"/>
            </a:solidFill>
            <a:prstDash val="dash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DC0F6-AE53-47F3-AE8C-FD80752C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6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58C87-BC92-439C-BF21-0F22002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9020652" y="1163003"/>
            <a:ext cx="0" cy="4980622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CDFD9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44730-4614-428F-A140-B46F612F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6205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①  上层调用方下发 AllToAll，HCCL 整理请求">
            <a:extLst xmlns:a="http://schemas.openxmlformats.org/drawingml/2006/main">
              <a:ext uri="{FF2B5EF4-FFF2-40B4-BE49-F238E27FC236}">
                <a16:creationId xmlns:a16="http://schemas.microsoft.com/office/drawing/2014/main" id="{C1EDCF7C-1E11-4F26-8E24-437A105C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7157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 上层调用方下发 AllToAll，HCCL 整理请求</a:t>
            </a:r>
          </a:p>
        </p:txBody>
      </p:sp>
      <p:sp>
        <p:nvSpPr>
          <p:cNvPr id="2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E55B968-7D09-4984-9AC8-ED1CE02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36207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每个 Rank 向各 Rank 发送等长数据</a:t>
            </a:r>
          </a:p>
        </p:txBody>
      </p:sp>
      <p:sp>
        <p:nvSpPr>
          <p:cNvPr id="2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6E13105-06F1-4600-8A31-6EDB880F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47923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检查指针、类型和数量</a:t>
            </a:r>
          </a:p>
        </p:txBody>
      </p:sp>
      <p:sp>
        <p:nvSpPr>
          <p:cNvPr id="2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B7A25B4-D77C-4508-8D74-DF267E59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596390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生成每个 Rank 的数量和位移</a:t>
            </a:r>
          </a:p>
        </p:txBody>
      </p:sp>
      <p:sp>
        <p:nvSpPr>
          <p:cNvPr id="2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7D291F0-083D-4088-8C4E-A7B90B62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713548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复用非原地 AllToAllV 实现</a:t>
            </a:r>
          </a:p>
        </p:txBody>
      </p:sp>
      <p:sp>
        <p:nvSpPr>
          <p:cNvPr id="2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AEF99A7-3EC5-449E-85A8-1E23E5CC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83070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组织参数与调度</a:t>
            </a:r>
          </a:p>
        </p:txBody>
      </p:sp>
      <p:sp>
        <p:nvSpPr>
          <p:cNvPr id="2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E0CAB06-7F24-4BFF-AA90-B3E4C8BE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94786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封装地址、数量、流</a:t>
            </a:r>
          </a:p>
        </p:txBody>
      </p:sp>
      <p:sp>
        <p:nvSpPr>
          <p:cNvPr id="27" name="控制面：成员拓扑 / 通信域信息">
            <a:extLst xmlns:a="http://schemas.openxmlformats.org/drawingml/2006/main">
              <a:ext uri="{FF2B5EF4-FFF2-40B4-BE49-F238E27FC236}">
                <a16:creationId xmlns:a16="http://schemas.microsoft.com/office/drawing/2014/main" id="{84BC1FD3-0AF0-4D16-8924-A9F644F6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62075"/>
            <a:ext cx="26574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控制面：成员拓扑 / 通信域信息</a:t>
            </a:r>
          </a:p>
        </p:txBody>
      </p:sp>
      <p:sp>
        <p:nvSpPr>
          <p:cNvPr id="2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76BC211-6052-406A-84B3-3259E29C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04950"/>
            <a:ext cx="27051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取得成员数，本例为 4</a:t>
            </a:r>
          </a:p>
        </p:txBody>
      </p:sp>
      <p:sp>
        <p:nvSpPr>
          <p:cNvPr id="2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98BA74E-C244-49B0-9ECA-14F83C5F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30680"/>
            <a:ext cx="27051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取得域名，用于资源查找</a:t>
            </a:r>
          </a:p>
        </p:txBody>
      </p:sp>
      <p:sp>
        <p:nvSpPr>
          <p:cNvPr id="3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7600E02-0B6A-4553-8A70-AF885FAF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6410"/>
            <a:ext cx="27051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取得本端编号，本例为 0</a:t>
            </a:r>
          </a:p>
        </p:txBody>
      </p:sp>
      <p:sp>
        <p:nvSpPr>
          <p:cNvPr id="31" name="数量 [2,2,2,2]，位移 [0,2,4,6]（元素）&#10;仍为 ALLTOALL，内部借用 AllToAllV 框架">
            <a:extLst xmlns:a="http://schemas.openxmlformats.org/drawingml/2006/main">
              <a:ext uri="{FF2B5EF4-FFF2-40B4-BE49-F238E27FC236}">
                <a16:creationId xmlns:a16="http://schemas.microsoft.com/office/drawing/2014/main" id="{0D8BC5A7-BBF9-4C42-A3F4-8DA16194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1452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数量 [2,2,2,2]，位移 [0,2,4,6]（元素）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仍为 ALLTOALL，内部借用 AllToAllV 框架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4230F3-5720-4C0B-98B4-E95CCACE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8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3FC881-276F-4814-9C25-96CF9A5B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8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2915603" y="15816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5" name="查询">
            <a:extLst xmlns:a="http://schemas.openxmlformats.org/drawingml/2006/main">
              <a:ext uri="{FF2B5EF4-FFF2-40B4-BE49-F238E27FC236}">
                <a16:creationId xmlns:a16="http://schemas.microsoft.com/office/drawing/2014/main" id="{3298F0F3-480F-4E0E-804A-38871198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5732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查询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FB431C-87C5-4713-AA49-0089F6E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3360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7" name="②  读取展开配置和拓扑，选定普通 Mesh 算法">
            <a:extLst xmlns:a="http://schemas.openxmlformats.org/drawingml/2006/main">
              <a:ext uri="{FF2B5EF4-FFF2-40B4-BE49-F238E27FC236}">
                <a16:creationId xmlns:a16="http://schemas.microsoft.com/office/drawing/2014/main" id="{95C5AC23-6285-4E6B-B395-56122615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14312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 读取展开配置和拓扑，选定普通 Mesh 算法</a:t>
            </a:r>
          </a:p>
        </p:txBody>
      </p:sp>
      <p:sp>
        <p:nvSpPr>
          <p:cNvPr id="3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F7430B2-9B78-45F9-9750-C1240EFE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33362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判断采用 AICPU_TS</a:t>
            </a:r>
          </a:p>
        </p:txBody>
      </p:sp>
      <p:sp>
        <p:nvSpPr>
          <p:cNvPr id="3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0E923FE-BBAB-40FF-9D7F-B8A885A8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45078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进入算法选择与分发</a:t>
            </a:r>
          </a:p>
        </p:txBody>
      </p:sp>
      <p:sp>
        <p:nvSpPr>
          <p:cNvPr id="4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D5252B5-AFC2-4143-8FFC-B864214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567940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Selector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综合拓扑、数据量与配置</a:t>
            </a:r>
          </a:p>
        </p:txBody>
      </p:sp>
      <p:sp>
        <p:nvSpPr>
          <p:cNvPr id="4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7CD7969-F3FC-4BCF-8C8C-54A96078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685098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HcclCalcTopoInfo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取得拓扑上下文</a:t>
            </a:r>
          </a:p>
        </p:txBody>
      </p:sp>
      <p:sp>
        <p:nvSpPr>
          <p:cNvPr id="4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39DA611-2A41-41B8-B06B-09924314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80225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选定 Mesh 单 Channel 算法</a:t>
            </a:r>
          </a:p>
        </p:txBody>
      </p:sp>
      <p:sp>
        <p:nvSpPr>
          <p:cNvPr id="4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A807162-58EE-43E6-8126-A023B546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91941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准备执行所需资源</a:t>
            </a:r>
          </a:p>
        </p:txBody>
      </p:sp>
      <p:sp>
        <p:nvSpPr>
          <p:cNvPr id="4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07E4DC8-E4DF-42A2-ABC7-C2C9BB29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读取通信域配置</a:t>
            </a:r>
          </a:p>
        </p:txBody>
      </p:sp>
      <p:sp>
        <p:nvSpPr>
          <p:cNvPr id="4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D9EC479-2A07-4B11-A7C1-BA5EF896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0783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能力支持时检查域状态</a:t>
            </a:r>
          </a:p>
        </p:txBody>
      </p:sp>
      <p:sp>
        <p:nvSpPr>
          <p:cNvPr id="4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95CC45A-362D-4C88-8A5F-748E5471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67940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查找可复用的拓扑上下文</a:t>
            </a:r>
          </a:p>
        </p:txBody>
      </p:sp>
      <p:sp>
        <p:nvSpPr>
          <p:cNvPr id="4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7EFDE41-6143-4B08-AC9D-99E0015F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5098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查询网络层</a:t>
            </a:r>
          </a:p>
        </p:txBody>
      </p:sp>
      <p:sp>
        <p:nvSpPr>
          <p:cNvPr id="4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981DFC32-BA29-4F09-B460-72C0489B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2255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查询分层成员</a:t>
            </a:r>
          </a:p>
        </p:txBody>
      </p:sp>
      <p:sp>
        <p:nvSpPr>
          <p:cNvPr id="4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F9449FA-D3DF-45B5-8804-B949BDBE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9413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 Rank 间链路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F4C3BA-1614-4C8F-A6E7-E056C379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4C8212-158F-41B4-B27A-CD0E3F61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2915603" y="255317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3" name="查询">
            <a:extLst xmlns:a="http://schemas.openxmlformats.org/drawingml/2006/main">
              <a:ext uri="{FF2B5EF4-FFF2-40B4-BE49-F238E27FC236}">
                <a16:creationId xmlns:a16="http://schemas.microsoft.com/office/drawing/2014/main" id="{71B585D2-68FD-4935-B5BB-F0E38046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2887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查询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737D18-0AEA-43A1-91E2-60A530BC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6705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③  绑定用户流，申请 Thread / Buffer / Channel 并建链">
            <a:extLst xmlns:a="http://schemas.openxmlformats.org/drawingml/2006/main">
              <a:ext uri="{FF2B5EF4-FFF2-40B4-BE49-F238E27FC236}">
                <a16:creationId xmlns:a16="http://schemas.microsoft.com/office/drawing/2014/main" id="{4D8BD1D0-3DA2-4AC4-9FA8-040D4B3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07657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  绑定用户流，申请 Thread / Buffer / Channel 并建链</a:t>
            </a:r>
          </a:p>
        </p:txBody>
      </p:sp>
      <p:sp>
        <p:nvSpPr>
          <p:cNvPr id="5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C256A35-A764-4605-B6D2-0A9E0FB8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26707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按算法名取得执行器</a:t>
            </a:r>
          </a:p>
        </p:txBody>
      </p:sp>
      <p:sp>
        <p:nvSpPr>
          <p:cNvPr id="5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A945583-DF4F-4723-BA18-85C4ED2B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38328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获取或复用算法资源</a:t>
            </a:r>
          </a:p>
        </p:txBody>
      </p:sp>
      <p:sp>
        <p:nvSpPr>
          <p:cNvPr id="5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9C844B3-2A79-4A64-BD3A-E3DB7C17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49948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GetAlgoMeta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读取算法属性</a:t>
            </a:r>
          </a:p>
        </p:txBody>
      </p:sp>
      <p:sp>
        <p:nvSpPr>
          <p:cNvPr id="5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A9637FF-B380-4775-86A9-FD2B24D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61569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判断能否复用已存资源</a:t>
            </a:r>
          </a:p>
        </p:txBody>
      </p:sp>
      <p:sp>
        <p:nvSpPr>
          <p:cNvPr id="6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06CFCFFB-B0C0-426D-8662-799275FF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73189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构造算法通信分组</a:t>
            </a:r>
          </a:p>
        </p:txBody>
      </p:sp>
      <p:sp>
        <p:nvSpPr>
          <p:cNvPr id="6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9B0F887B-93A5-406C-8DA9-DC553C69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84810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 Thread、通知槽和 Channel 需求</a:t>
            </a:r>
          </a:p>
        </p:txBody>
      </p:sp>
      <p:sp>
        <p:nvSpPr>
          <p:cNvPr id="6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1A5D4F9-BA70-4EC2-8ACC-43F73C5D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96430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 AICPU 资源准备</a:t>
            </a:r>
          </a:p>
        </p:txBody>
      </p:sp>
      <p:sp>
        <p:nvSpPr>
          <p:cNvPr id="6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06233D5-E122-4F60-BB5D-952A9320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08051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按需求清单申请</a:t>
            </a:r>
          </a:p>
        </p:txBody>
      </p:sp>
      <p:sp>
        <p:nvSpPr>
          <p:cNvPr id="6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75025B7-0781-49A3-983B-7C8964D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19671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组织主从通信任务队列</a:t>
            </a:r>
          </a:p>
        </p:txBody>
      </p:sp>
      <p:sp>
        <p:nvSpPr>
          <p:cNvPr id="6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7A0F6D0-EDC7-4A9A-BE96-CE308BD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31292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 AICPU / 展开 Thread</a:t>
            </a:r>
          </a:p>
        </p:txBody>
      </p:sp>
      <p:sp>
        <p:nvSpPr>
          <p:cNvPr id="6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F609F3A-4533-4C84-8CED-7B7C983C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42912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组织与各 Peer 的建链请求</a:t>
            </a:r>
          </a:p>
        </p:txBody>
      </p:sp>
      <p:sp>
        <p:nvSpPr>
          <p:cNvPr id="6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A260F0C-B79F-4A06-9CE0-556DD79E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54533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补齐远端地址、协议等信息</a:t>
            </a:r>
          </a:p>
        </p:txBody>
      </p:sp>
      <p:sp>
        <p:nvSpPr>
          <p:cNvPr id="6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1161AFC-E669-4C33-9778-B03290B0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67075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绑定用户 stream</a:t>
            </a:r>
          </a:p>
        </p:txBody>
      </p:sp>
      <p:sp>
        <p:nvSpPr>
          <p:cNvPr id="6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99A1289-A001-4BF8-9481-287A10D4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80423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用户流转设备视图</a:t>
            </a:r>
          </a:p>
        </p:txBody>
      </p:sp>
      <p:sp>
        <p:nvSpPr>
          <p:cNvPr id="7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5520B77-5F9D-4146-9EFE-7415F1E9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3770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查算法资源，未命中继续</a:t>
            </a:r>
          </a:p>
        </p:txBody>
      </p:sp>
      <p:sp>
        <p:nvSpPr>
          <p:cNvPr id="7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B91D18E-5EEA-40F5-9CA1-D89A2B29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7117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取得本端 CCL 中转区</a:t>
            </a:r>
          </a:p>
        </p:txBody>
      </p:sp>
      <p:sp>
        <p:nvSpPr>
          <p:cNvPr id="7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9E39088E-A159-452B-A410-C92BD71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20465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获取主从 Thread</a:t>
            </a:r>
          </a:p>
        </p:txBody>
      </p:sp>
      <p:sp>
        <p:nvSpPr>
          <p:cNvPr id="7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02242E4-5025-403E-9ABF-F09FEA70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33812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取得到各 Peer 的通道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0BC756-4A47-4F87-9F5E-B58A2BA0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99A6F2C-623F-426F-898E-937BC1E2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2915603" y="34961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7" name="申请">
            <a:extLst xmlns:a="http://schemas.openxmlformats.org/drawingml/2006/main">
              <a:ext uri="{FF2B5EF4-FFF2-40B4-BE49-F238E27FC236}">
                <a16:creationId xmlns:a16="http://schemas.microsoft.com/office/drawing/2014/main" id="{FF2E85FE-EC2B-4E7D-BD16-0C423C56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71850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申请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053F907-6D34-4A65-837D-48B9A67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981450"/>
            <a:ext cx="2724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C908B"/>
            </a:solidFill>
          </a:ln>
        </p:spPr>
      </p:sp>
      <p:sp>
        <p:nvSpPr>
          <p:cNvPr id="79" name="MyRank::CreateChannels：统筹建链（按需复用）">
            <a:extLst xmlns:a="http://schemas.openxmlformats.org/drawingml/2006/main">
              <a:ext uri="{FF2B5EF4-FFF2-40B4-BE49-F238E27FC236}">
                <a16:creationId xmlns:a16="http://schemas.microsoft.com/office/drawing/2014/main" id="{4C612EFE-EBBD-4C10-AA68-F8FAFA06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2628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9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MyRank::CreateChannels：统筹建链（按需复用）</a:t>
            </a:r>
          </a:p>
        </p:txBody>
      </p:sp>
      <p:sp>
        <p:nvSpPr>
          <p:cNvPr id="8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434688B-0F48-4C32-8576-3C9647AE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24325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建立建链控制连接</a:t>
            </a:r>
          </a:p>
        </p:txBody>
      </p:sp>
      <p:sp>
        <p:nvSpPr>
          <p:cNvPr id="8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D9C5784-47F1-4AE9-85BA-00C87E96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17670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组织端点、内存和通道创建</a:t>
            </a:r>
          </a:p>
        </p:txBody>
      </p:sp>
      <p:sp>
        <p:nvSpPr>
          <p:cNvPr id="8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83420B5-977F-4334-A25E-D8EE6CDB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11015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建端点</a:t>
            </a:r>
          </a:p>
        </p:txBody>
      </p:sp>
      <p:sp>
        <p:nvSpPr>
          <p:cNvPr id="8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502B99E-58D4-45A9-9A4D-373410F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04360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开始监听</a:t>
            </a:r>
          </a:p>
        </p:txBody>
      </p:sp>
      <p:sp>
        <p:nvSpPr>
          <p:cNvPr id="8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59A8232-48E2-4850-BDCA-F7D4CDF9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97705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注册通信内存</a:t>
            </a:r>
          </a:p>
        </p:txBody>
      </p:sp>
      <p:sp>
        <p:nvSpPr>
          <p:cNvPr id="8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FF4CAF5-15E9-45A4-8C56-2BE33355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91050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创建基础通道</a:t>
            </a:r>
          </a:p>
        </p:txBody>
      </p:sp>
      <p:sp>
        <p:nvSpPr>
          <p:cNvPr id="8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C55A42A-AF7A-46CB-90B9-FAA44040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84395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检查连接状态</a:t>
            </a:r>
          </a:p>
        </p:txBody>
      </p:sp>
      <p:sp>
        <p:nvSpPr>
          <p:cNvPr id="8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6A13DE9-B9C6-46B8-BA20-70D96655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77740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校验两端参数</a:t>
            </a:r>
          </a:p>
        </p:txBody>
      </p:sp>
      <p:sp>
        <p:nvSpPr>
          <p:cNvPr id="8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D289779-74B2-4E21-BF10-4A3EC90B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71085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  <a:r>
              <a:rPr sz="709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整理引擎可用句柄</a:t>
            </a:r>
          </a:p>
        </p:txBody>
      </p:sp>
      <p:sp>
        <p:nvSpPr>
          <p:cNvPr id="89" name="Thread = 通信任务队列；Channel = 对端通道&#10;CCL Buffer = 通信中转区，建链不搬本次输入">
            <a:extLst xmlns:a="http://schemas.openxmlformats.org/drawingml/2006/main">
              <a:ext uri="{FF2B5EF4-FFF2-40B4-BE49-F238E27FC236}">
                <a16:creationId xmlns:a16="http://schemas.microsoft.com/office/drawing/2014/main" id="{7C230763-FC6B-40C7-9158-6B4A391F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686300"/>
            <a:ext cx="2638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Thread = 通信任务队列；Channel = 对端通道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CCL Buffer = 通信中转区，建链不搬本次输入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E116A4A-7A8C-4FFD-AF9D-C9437BDC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1015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1" name="④  把资源描述交给 AICPU，用户数据尚未开始搬运">
            <a:extLst xmlns:a="http://schemas.openxmlformats.org/drawingml/2006/main">
              <a:ext uri="{FF2B5EF4-FFF2-40B4-BE49-F238E27FC236}">
                <a16:creationId xmlns:a16="http://schemas.microsoft.com/office/drawing/2014/main" id="{A7EA8FE0-85CE-4B35-854F-0397EB20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01967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  把资源描述交给 AICPU，用户数据尚未开始搬运</a:t>
            </a:r>
          </a:p>
        </p:txBody>
      </p:sp>
      <p:sp>
        <p:nvSpPr>
          <p:cNvPr id="9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35BFC78-4FE4-4E94-8101-A7ACBAB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210175"/>
            <a:ext cx="2638425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打包 Thread、Channel 和地址信息</a:t>
            </a:r>
          </a:p>
        </p:txBody>
      </p:sp>
      <p:sp>
        <p:nvSpPr>
          <p:cNvPr id="9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9C09773-1482-4C8B-B57C-B1676740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325428"/>
            <a:ext cx="2638425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交付设备资源上下文</a:t>
            </a:r>
          </a:p>
        </p:txBody>
      </p:sp>
      <p:sp>
        <p:nvSpPr>
          <p:cNvPr id="9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9904265-020D-43D1-9B2B-83C16547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0175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取得远端 CCL 地址</a:t>
            </a:r>
          </a:p>
        </p:txBody>
      </p:sp>
      <p:sp>
        <p:nvSpPr>
          <p:cNvPr id="9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7158E17-A7E3-4F26-B84C-E9330B80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25428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创建设备上下文空间</a:t>
            </a:r>
          </a:p>
        </p:txBody>
      </p:sp>
      <p:sp>
        <p:nvSpPr>
          <p:cNvPr id="9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F1ED216-DE1A-4393-9039-100C108E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40680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复制资源描述到上下文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FDDDEED-9C4A-4EE4-86C5-50BA07DD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09DC017-408C-41FB-86CE-DC8EBCAE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2915603" y="53916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0" name="交付">
            <a:extLst xmlns:a="http://schemas.openxmlformats.org/drawingml/2006/main">
              <a:ext uri="{FF2B5EF4-FFF2-40B4-BE49-F238E27FC236}">
                <a16:creationId xmlns:a16="http://schemas.microsoft.com/office/drawing/2014/main" id="{95CF46CF-B72E-4254-BAE9-8C9737F6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6732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4B5BE4C-7FFD-4DAE-83FA-87086AEF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72125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2" name="⑤  Host 发就绪通知，通过 ACL Runtime 启动设备入口">
            <a:extLst xmlns:a="http://schemas.openxmlformats.org/drawingml/2006/main">
              <a:ext uri="{FF2B5EF4-FFF2-40B4-BE49-F238E27FC236}">
                <a16:creationId xmlns:a16="http://schemas.microsoft.com/office/drawing/2014/main" id="{A9D695D0-14FB-49B1-A60F-24F1DAEF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  Host 发就绪通知，通过 ACL Runtime 启动设备入口</a:t>
            </a:r>
          </a:p>
        </p:txBody>
      </p:sp>
      <p:sp>
        <p:nvSpPr>
          <p:cNvPr id="103" name="HCCL  HcclAicpuKernelEntranceLaunch：组织就绪与等待 / AicpuKernelLaunch：构造发射">
            <a:extLst xmlns:a="http://schemas.openxmlformats.org/drawingml/2006/main">
              <a:ext uri="{FF2B5EF4-FFF2-40B4-BE49-F238E27FC236}">
                <a16:creationId xmlns:a16="http://schemas.microsoft.com/office/drawing/2014/main" id="{F46AE291-D426-4778-81AE-355759C3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77215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 HcclAicpuKernelEntranceLaunch：组织就绪与等待 / AicpuKernelLaunch：构造发射</a:t>
            </a:r>
          </a:p>
        </p:txBody>
      </p:sp>
      <p:sp>
        <p:nvSpPr>
          <p:cNvPr id="104" name="HCOMM  HcommThreadNotifyRecordOnThread：先排入输入就绪通知">
            <a:extLst xmlns:a="http://schemas.openxmlformats.org/drawingml/2006/main">
              <a:ext uri="{FF2B5EF4-FFF2-40B4-BE49-F238E27FC236}">
                <a16:creationId xmlns:a16="http://schemas.microsoft.com/office/drawing/2014/main" id="{F2484657-82B7-4190-8B26-D70A8C23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92455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 HcommThreadNotifyRecordOnThread：先排入输入就绪通知</a:t>
            </a:r>
          </a:p>
        </p:txBody>
      </p:sp>
      <p:sp>
        <p:nvSpPr>
          <p:cNvPr id="105" name="ACL  aclrtBinaryGetFunction：找入口  /  aclrtKernelArgsInit：创建参数包">
            <a:extLst xmlns:a="http://schemas.openxmlformats.org/drawingml/2006/main">
              <a:ext uri="{FF2B5EF4-FFF2-40B4-BE49-F238E27FC236}">
                <a16:creationId xmlns:a16="http://schemas.microsoft.com/office/drawing/2014/main" id="{EDF16A8D-63AE-4CFF-86BD-C0066DD0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07695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 aclrtBinaryGetFunction：找入口  /  aclrtKernelArgsInit：创建参数包</a:t>
            </a:r>
          </a:p>
        </p:txBody>
      </p:sp>
      <p:sp>
        <p:nvSpPr>
          <p:cNvPr id="106" name="aclrtKernelArgsAppend：追加参数  /  aclrtKernelArgsFinalize：封装完成">
            <a:extLst xmlns:a="http://schemas.openxmlformats.org/drawingml/2006/main">
              <a:ext uri="{FF2B5EF4-FFF2-40B4-BE49-F238E27FC236}">
                <a16:creationId xmlns:a16="http://schemas.microsoft.com/office/drawing/2014/main" id="{8EBBEC2B-74CB-4E0C-9F30-B5356731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219825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aclrtKernelArgsAppend：追加参数  /  aclrtKernelArgsFinalize：封装完成</a:t>
            </a:r>
          </a:p>
        </p:txBody>
      </p:sp>
      <p:sp>
        <p:nvSpPr>
          <p:cNvPr id="107" name="aclrtLaunchKernelWithConfig：提交 Kernel；Host 随后排入完成 Wait（见⑨）">
            <a:extLst xmlns:a="http://schemas.openxmlformats.org/drawingml/2006/main">
              <a:ext uri="{FF2B5EF4-FFF2-40B4-BE49-F238E27FC236}">
                <a16:creationId xmlns:a16="http://schemas.microsoft.com/office/drawing/2014/main" id="{76052505-F5D4-4361-9466-E7FAC3C9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36270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aclrtLaunchKernelWithConfig：提交 Kernel；Host 随后排入完成 Wait（见⑨）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925BD32-F308-40D2-844C-AB23CF64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41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2A1CDC-E675-4563-95BD-27FF45C5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41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3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5925503" y="64203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1C25"/>
            </a:solidFill>
            <a:prstDash val="solid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18A3E16-2F42-47B9-9822-04C2FD6F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41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DF66920-EB82-4CDE-A555-2C366F9E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25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111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6067902" y="1258253"/>
            <a:ext cx="0" cy="5161597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1C25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C2C0C0F-C94A-4E41-85FC-B48D75A4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25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F3A3E76-6C2C-4CD1-816A-3E945FE6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5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6068378" y="125777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0BCF91B-CB46-435D-B5DD-12638A89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162050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8" name="⑥  设备进入 HCCL Kernel，恢复参数和资源">
            <a:extLst xmlns:a="http://schemas.openxmlformats.org/drawingml/2006/main">
              <a:ext uri="{FF2B5EF4-FFF2-40B4-BE49-F238E27FC236}">
                <a16:creationId xmlns:a16="http://schemas.microsoft.com/office/drawing/2014/main" id="{6632DC37-AFC7-4022-A542-109EF744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171575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⑥  设备进入 HCCL Kernel，恢复参数和资源</a:t>
            </a:r>
          </a:p>
        </p:txBody>
      </p:sp>
      <p:sp>
        <p:nvSpPr>
          <p:cNvPr id="11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C4F6FDA-1FC1-4F4E-8A7A-C87FF3A7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7160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设备执行入口</a:t>
            </a:r>
          </a:p>
        </p:txBody>
      </p:sp>
      <p:sp>
        <p:nvSpPr>
          <p:cNvPr id="12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54BC595-491F-4492-B192-879AB0AC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95425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 Thread / Channel / 地址</a:t>
            </a:r>
          </a:p>
        </p:txBody>
      </p:sp>
      <p:sp>
        <p:nvSpPr>
          <p:cNvPr id="12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4928880-B3A6-4834-A1FD-76823B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恢复数量、位移指针</a:t>
            </a:r>
          </a:p>
        </p:txBody>
      </p:sp>
      <p:sp>
        <p:nvSpPr>
          <p:cNvPr id="12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664BDAC-93CF-448B-97E9-003D53C4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43075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开始组织通信任务</a:t>
            </a:r>
          </a:p>
        </p:txBody>
      </p:sp>
      <p:sp>
        <p:nvSpPr>
          <p:cNvPr id="12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FE3CE85-C750-4329-A208-7B0DAECF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取得设备侧算法执行器</a:t>
            </a:r>
          </a:p>
        </p:txBody>
      </p:sp>
      <p:sp>
        <p:nvSpPr>
          <p:cNvPr id="12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E5D757C-1473-4C72-B28A-B42085EE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71600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保护本次通信域使用</a:t>
            </a:r>
          </a:p>
        </p:txBody>
      </p:sp>
      <p:sp>
        <p:nvSpPr>
          <p:cNvPr id="12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360BDFC-68E8-4015-B13D-D633DAAF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95425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开启批量任务提交</a:t>
            </a:r>
          </a:p>
        </p:txBody>
      </p:sp>
      <p:sp>
        <p:nvSpPr>
          <p:cNvPr id="12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0408117-743C-40EE-8977-0B2FA1B5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等输入就绪</a:t>
            </a:r>
          </a:p>
        </p:txBody>
      </p:sp>
      <p:sp>
        <p:nvSpPr>
          <p:cNvPr id="127" name="Wait 在主 Thread 入队，满足后才能用输入。&#10;Thread 是通信任务队列句柄，不等于 OS 线程。">
            <a:extLst xmlns:a="http://schemas.openxmlformats.org/drawingml/2006/main">
              <a:ext uri="{FF2B5EF4-FFF2-40B4-BE49-F238E27FC236}">
                <a16:creationId xmlns:a16="http://schemas.microsoft.com/office/drawing/2014/main" id="{5C07BA0B-20A4-4A8C-9634-998BDCD8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19275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Wait 在主 Thread 入队，满足后才能用输入。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Thread 是通信任务队列句柄，不等于 OS 线程。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061842E-E7E3-401F-B660-1715FE6F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DA82F5B-F7BC-41E5-9CD3-F8CE17AB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8935403" y="17054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1" name="调用">
            <a:extLst xmlns:a="http://schemas.openxmlformats.org/drawingml/2006/main">
              <a:ext uri="{FF2B5EF4-FFF2-40B4-BE49-F238E27FC236}">
                <a16:creationId xmlns:a16="http://schemas.microsoft.com/office/drawing/2014/main" id="{36CE95AC-44B4-45DA-B3FD-6F2670B5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调用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51FAB28-E980-45D4-A086-E08B0541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81225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3" name="⑦  执行器分块，Mesh 模板决定本轮和谁交换">
            <a:extLst xmlns:a="http://schemas.openxmlformats.org/drawingml/2006/main">
              <a:ext uri="{FF2B5EF4-FFF2-40B4-BE49-F238E27FC236}">
                <a16:creationId xmlns:a16="http://schemas.microsoft.com/office/drawing/2014/main" id="{F76AAB45-B403-461C-8FC7-CAFA3824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 执行器分块，Mesh 模板决定本轮和谁交换</a:t>
            </a:r>
          </a:p>
        </p:txBody>
      </p:sp>
      <p:sp>
        <p:nvSpPr>
          <p:cNvPr id="134" name="执行器：InsV2AlltoAllVSoleExecutor">
            <a:extLst xmlns:a="http://schemas.openxmlformats.org/drawingml/2006/main">
              <a:ext uri="{FF2B5EF4-FFF2-40B4-BE49-F238E27FC236}">
                <a16:creationId xmlns:a16="http://schemas.microsoft.com/office/drawing/2014/main" id="{EF082662-359A-40AD-A4E3-3015D3F2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90775"/>
            <a:ext cx="26574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执行器：InsV2AlltoAllVSoleExecutor</a:t>
            </a:r>
          </a:p>
        </p:txBody>
      </p:sp>
      <p:sp>
        <p:nvSpPr>
          <p:cNvPr id="13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96B1242-6299-48AD-8BD4-76BD17B3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恢复每个 Peer 的收发信息</a:t>
            </a:r>
          </a:p>
        </p:txBody>
      </p:sp>
      <p:sp>
        <p:nvSpPr>
          <p:cNvPr id="13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6A87F3A-7EB3-4CF4-834F-2BDC6F3F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54618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按容量分块，逐块调用模板</a:t>
            </a:r>
          </a:p>
        </p:txBody>
      </p:sp>
      <p:sp>
        <p:nvSpPr>
          <p:cNvPr id="13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37A1649-9E8F-40A1-8DB8-C4B3ED50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75585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计算中转空间需求</a:t>
            </a:r>
          </a:p>
        </p:txBody>
      </p:sp>
      <p:sp>
        <p:nvSpPr>
          <p:cNvPr id="138" name="模板：InsTempAlltoAllVMesh1D">
            <a:extLst xmlns:a="http://schemas.openxmlformats.org/drawingml/2006/main">
              <a:ext uri="{FF2B5EF4-FFF2-40B4-BE49-F238E27FC236}">
                <a16:creationId xmlns:a16="http://schemas.microsoft.com/office/drawing/2014/main" id="{A7F9823C-3267-423D-B09A-CFA60BE3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24175"/>
            <a:ext cx="26574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模板：InsTempAlltoAllVMesh1D</a:t>
            </a:r>
          </a:p>
        </p:txBody>
      </p:sp>
      <p:sp>
        <p:nvSpPr>
          <p:cNvPr id="13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ABB61F0-3769-46B8-A243-237BCF31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57525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准备当前块和协议分支</a:t>
            </a:r>
          </a:p>
        </p:txBody>
      </p:sp>
      <p:sp>
        <p:nvSpPr>
          <p:cNvPr id="14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00DC7C05-5150-4F1B-8940-E1F6829E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78493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RunALLtoALL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组织本块各轮通信</a:t>
            </a:r>
          </a:p>
        </p:txBody>
      </p:sp>
      <p:sp>
        <p:nvSpPr>
          <p:cNvPr id="14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69A7489-3E6F-45F4-A09E-4B8BF78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99460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计算轮次数</a:t>
            </a:r>
          </a:p>
        </p:txBody>
      </p:sp>
      <p:sp>
        <p:nvSpPr>
          <p:cNvPr id="14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DD3D597-39EE-454B-A552-CBF12D9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0427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选出本轮 Peer</a:t>
            </a:r>
          </a:p>
        </p:txBody>
      </p:sp>
      <p:sp>
        <p:nvSpPr>
          <p:cNvPr id="14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48AC104-073F-4B82-8FBB-B37A2CF9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1395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首轮处理自己的分片</a:t>
            </a:r>
          </a:p>
        </p:txBody>
      </p:sp>
      <p:sp>
        <p:nvSpPr>
          <p:cNvPr id="144" name="PreSyncInterThreads：多 Thread 时先同步">
            <a:extLst xmlns:a="http://schemas.openxmlformats.org/drawingml/2006/main">
              <a:ext uri="{FF2B5EF4-FFF2-40B4-BE49-F238E27FC236}">
                <a16:creationId xmlns:a16="http://schemas.microsoft.com/office/drawing/2014/main" id="{994F33CF-CB1A-4DB1-B93C-B38057B5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2781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PreSyncInterThreads：多 Thread 时先同步</a:t>
            </a:r>
          </a:p>
        </p:txBody>
      </p:sp>
      <p:sp>
        <p:nvSpPr>
          <p:cNvPr id="14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53564A9-8EB6-4B0F-AC62-489AC00A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主通知从</a:t>
            </a:r>
          </a:p>
        </p:txBody>
      </p:sp>
      <p:sp>
        <p:nvSpPr>
          <p:cNvPr id="14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7DC67DE-3B8E-4E6E-B766-A9EFF56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95575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从等待主</a:t>
            </a:r>
          </a:p>
        </p:txBody>
      </p:sp>
      <p:sp>
        <p:nvSpPr>
          <p:cNvPr id="147" name="主流的输入依赖传给从流后，再编排各轮。">
            <a:extLst xmlns:a="http://schemas.openxmlformats.org/drawingml/2006/main">
              <a:ext uri="{FF2B5EF4-FFF2-40B4-BE49-F238E27FC236}">
                <a16:creationId xmlns:a16="http://schemas.microsoft.com/office/drawing/2014/main" id="{3349F1D8-7B9D-45D2-9AB5-124562C3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781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主流的输入依赖传给从流后，再编排各轮。</a:t>
            </a:r>
          </a:p>
        </p:txBody>
      </p:sp>
      <p:sp>
        <p:nvSpPr>
          <p:cNvPr id="14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9BAD9B11-4ED1-405E-A08B-86EA7EF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自己的份直接拷到输出</a:t>
            </a:r>
          </a:p>
        </p:txBody>
      </p:sp>
      <p:sp>
        <p:nvSpPr>
          <p:cNvPr id="149" name="Rank 0：sendBuf[0] 的 [0,1]&#10;拷入 recvBuf[0]，共 8 字节，不走网络。">
            <a:extLst xmlns:a="http://schemas.openxmlformats.org/drawingml/2006/main">
              <a:ext uri="{FF2B5EF4-FFF2-40B4-BE49-F238E27FC236}">
                <a16:creationId xmlns:a16="http://schemas.microsoft.com/office/drawing/2014/main" id="{4AC07CEA-01D0-436D-B2B3-28B413D2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0：sendBuf[0] 的 [0,1]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拷入 recvBuf[0]，共 8 字节，不走网络。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5E2058B-ED66-4E83-9BCA-80A97C41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1EDF979-AC9C-44CD-8938-A6A2B784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5" name=""/>
          <p:cNvCxnSpPr>
            <a:stCxn xmlns:a="http://schemas.openxmlformats.org/drawingml/2006/main" id="150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8935403" y="327707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3" name="本拷">
            <a:extLst xmlns:a="http://schemas.openxmlformats.org/drawingml/2006/main">
              <a:ext uri="{FF2B5EF4-FFF2-40B4-BE49-F238E27FC236}">
                <a16:creationId xmlns:a16="http://schemas.microsoft.com/office/drawing/2014/main" id="{FB009D62-59BD-4B2D-8435-1E908B24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5277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本拷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A32646F-B017-4BC3-87CF-078591E5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24275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5" name="⑧  每轮逐 Peer、逐 Channel，先握手再搬运">
            <a:extLst xmlns:a="http://schemas.openxmlformats.org/drawingml/2006/main">
              <a:ext uri="{FF2B5EF4-FFF2-40B4-BE49-F238E27FC236}">
                <a16:creationId xmlns:a16="http://schemas.microsoft.com/office/drawing/2014/main" id="{2C02B004-730E-408C-9767-0B68910F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⑧  每轮逐 Peer、逐 Channel，先握手再搬运</a:t>
            </a:r>
          </a:p>
        </p:txBody>
      </p:sp>
      <p:sp>
        <p:nvSpPr>
          <p:cNvPr id="15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EF4CE6C-B40C-489C-822C-BAC32644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382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遍历本轮 Peer</a:t>
            </a:r>
          </a:p>
        </p:txBody>
      </p:sp>
      <p:sp>
        <p:nvSpPr>
          <p:cNvPr id="15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71E7FB0-B360-42CF-862F-37556EE8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955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按端口切片</a:t>
            </a:r>
          </a:p>
        </p:txBody>
      </p:sp>
      <p:sp>
        <p:nvSpPr>
          <p:cNvPr id="15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7F4A849-2AB5-45D6-B69A-945AADB2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8528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逐 Channel 组织任务</a:t>
            </a:r>
          </a:p>
        </p:txBody>
      </p:sp>
      <p:sp>
        <p:nvSpPr>
          <p:cNvPr id="15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DDB4195-9F12-48F4-9460-EC3C6D6A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1101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定位双方 CCL 槽位</a:t>
            </a:r>
          </a:p>
        </p:txBody>
      </p:sp>
      <p:sp>
        <p:nvSpPr>
          <p:cNvPr id="16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978F9EF3-7137-4BB4-9A31-48E8795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674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算源、目的、长度</a:t>
            </a:r>
          </a:p>
        </p:txBody>
      </p:sp>
      <p:sp>
        <p:nvSpPr>
          <p:cNvPr id="16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01F81D6A-74AC-457E-8759-3C160628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247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选用当前协议的收发包装</a:t>
            </a:r>
          </a:p>
        </p:txBody>
      </p:sp>
      <p:sp>
        <p:nvSpPr>
          <p:cNvPr id="16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5D17209-28B6-47BE-A0BB-DD789DEB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820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生成右侧 A–E 握手与写入</a:t>
            </a:r>
          </a:p>
        </p:txBody>
      </p:sp>
      <p:sp>
        <p:nvSpPr>
          <p:cNvPr id="16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0C1E14A-D124-4F79-98BD-2A37947B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393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调用右侧 F，把收到的数据移出 CCL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B84A4E0-65D2-4F9E-BAFD-68DC1C03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24300"/>
            <a:ext cx="28098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5" name="A  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2E93CFB1-EE66-4F69-92F5-8015131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  HcommChannelNotifyRecordOnThread</a:t>
            </a:r>
          </a:p>
        </p:txBody>
      </p:sp>
      <p:sp>
        <p:nvSpPr>
          <p:cNvPr id="166" name="发 ACK：告诉对端，我已准备好接收">
            <a:extLst xmlns:a="http://schemas.openxmlformats.org/drawingml/2006/main">
              <a:ext uri="{FF2B5EF4-FFF2-40B4-BE49-F238E27FC236}">
                <a16:creationId xmlns:a16="http://schemas.microsoft.com/office/drawing/2014/main" id="{5FA84945-4B83-447D-98BD-FF542EE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4431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 ACK：告诉对端，我已准备好接收</a:t>
            </a:r>
          </a:p>
        </p:txBody>
      </p:sp>
      <p:sp>
        <p:nvSpPr>
          <p:cNvPr id="167" name="B  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46919137-0FB6-4727-A54E-B272970C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5290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  HcommChannelNotifyWaitOnThread</a:t>
            </a:r>
          </a:p>
        </p:txBody>
      </p:sp>
      <p:sp>
        <p:nvSpPr>
          <p:cNvPr id="168" name="等 ACK：对端可接收后，才允许写">
            <a:extLst xmlns:a="http://schemas.openxmlformats.org/drawingml/2006/main">
              <a:ext uri="{FF2B5EF4-FFF2-40B4-BE49-F238E27FC236}">
                <a16:creationId xmlns:a16="http://schemas.microsoft.com/office/drawing/2014/main" id="{6EB32625-E076-44BF-9F44-3002BDC3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5386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 ACK：对端可接收后，才允许写</a:t>
            </a:r>
          </a:p>
        </p:txBody>
      </p:sp>
      <p:sp>
        <p:nvSpPr>
          <p:cNvPr id="169" name="C  HcommWriteOnThread">
            <a:extLst xmlns:a="http://schemas.openxmlformats.org/drawingml/2006/main">
              <a:ext uri="{FF2B5EF4-FFF2-40B4-BE49-F238E27FC236}">
                <a16:creationId xmlns:a16="http://schemas.microsoft.com/office/drawing/2014/main" id="{219D341A-1991-44E5-8FDF-245F004C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6245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  HcommWriteOnThread</a:t>
            </a:r>
          </a:p>
        </p:txBody>
      </p:sp>
      <p:sp>
        <p:nvSpPr>
          <p:cNvPr id="170" name="写数据：sendBuf[2] 的 [2,3] 到 Rank 1 CCL">
            <a:extLst xmlns:a="http://schemas.openxmlformats.org/drawingml/2006/main">
              <a:ext uri="{FF2B5EF4-FFF2-40B4-BE49-F238E27FC236}">
                <a16:creationId xmlns:a16="http://schemas.microsoft.com/office/drawing/2014/main" id="{D357BB85-EA0B-44F7-BCD2-B0C818D9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6341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写数据：sendBuf[2] 的 [2,3] 到 Rank 1 CCL</a:t>
            </a:r>
          </a:p>
        </p:txBody>
      </p:sp>
      <p:sp>
        <p:nvSpPr>
          <p:cNvPr id="171" name="D  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BDDD794A-9A22-4EB6-A448-B8B6BC76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7200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  HcommChannelNotifyRecordOnThread</a:t>
            </a:r>
          </a:p>
        </p:txBody>
      </p:sp>
      <p:sp>
        <p:nvSpPr>
          <p:cNvPr id="172" name="发 DATA_SIGNAL：通知对端本阶段写完">
            <a:extLst xmlns:a="http://schemas.openxmlformats.org/drawingml/2006/main">
              <a:ext uri="{FF2B5EF4-FFF2-40B4-BE49-F238E27FC236}">
                <a16:creationId xmlns:a16="http://schemas.microsoft.com/office/drawing/2014/main" id="{DA1EC3D6-4E6B-4AFF-80FF-2FD8188C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7296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 DATA_SIGNAL：通知对端本阶段写完</a:t>
            </a:r>
          </a:p>
        </p:txBody>
      </p:sp>
      <p:sp>
        <p:nvSpPr>
          <p:cNvPr id="173" name="E  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7514B3B9-8FCC-4950-AE32-1B6BC44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8155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E  HcommChannelNotifyWaitOnThread</a:t>
            </a:r>
          </a:p>
        </p:txBody>
      </p:sp>
      <p:sp>
        <p:nvSpPr>
          <p:cNvPr id="174" name="等 DATA_SIGNAL：确认反向数据到达">
            <a:extLst xmlns:a="http://schemas.openxmlformats.org/drawingml/2006/main">
              <a:ext uri="{FF2B5EF4-FFF2-40B4-BE49-F238E27FC236}">
                <a16:creationId xmlns:a16="http://schemas.microsoft.com/office/drawing/2014/main" id="{B69FE9C5-5FD9-4F81-95BA-39FF68E0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8251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 DATA_SIGNAL：确认反向数据到达</a:t>
            </a:r>
          </a:p>
        </p:txBody>
      </p:sp>
      <p:sp>
        <p:nvSpPr>
          <p:cNvPr id="175" name="F  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424EA5FC-6B41-4A39-8A5F-8170C481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9110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  HcommLocalCopyOnThread</a:t>
            </a:r>
          </a:p>
        </p:txBody>
      </p:sp>
      <p:sp>
        <p:nvSpPr>
          <p:cNvPr id="176" name="本拷：本地 CCL 的 [10,11] 到 recvBuf[2]">
            <a:extLst xmlns:a="http://schemas.openxmlformats.org/drawingml/2006/main">
              <a:ext uri="{FF2B5EF4-FFF2-40B4-BE49-F238E27FC236}">
                <a16:creationId xmlns:a16="http://schemas.microsoft.com/office/drawing/2014/main" id="{3BDA8790-A345-4146-8D72-BCAED197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9206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本拷：本地 CCL 的 [10,11] 到 recvBuf[2]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F0CCE1C-AA22-49C8-9CB8-F100813A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7E29524-BF4C-47CC-B3A1-A5AF15EC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33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2" name=""/>
          <p:cNvCxnSpPr>
            <a:stCxn xmlns:a="http://schemas.openxmlformats.org/drawingml/2006/main" id="177" idx="3"/>
            <a:endCxn xmlns:a="http://schemas.openxmlformats.org/drawingml/2006/main" id="178" idx="1"/>
          </p:cNvCxnSpPr>
          <p:nvPr/>
        </p:nvCxnSpPr>
        <p:spPr>
          <a:xfrm xmlns:a="http://schemas.openxmlformats.org/drawingml/2006/main">
            <a:off x="8935403" y="473440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80" name="展开">
            <a:extLst xmlns:a="http://schemas.openxmlformats.org/drawingml/2006/main">
              <a:ext uri="{FF2B5EF4-FFF2-40B4-BE49-F238E27FC236}">
                <a16:creationId xmlns:a16="http://schemas.microsoft.com/office/drawing/2014/main" id="{BE37C235-C2D6-42A1-9AD7-975B28D3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10100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</a:t>
            </a:r>
          </a:p>
        </p:txBody>
      </p:sp>
      <p:sp>
        <p:nvSpPr>
          <p:cNvPr id="181" name="Rank 0 发 [2,3] 给 Rank 1，接回 [10,11]。&#10;多轮 / 多块时重复本段，直至覆盖所有数据。">
            <a:extLst xmlns:a="http://schemas.openxmlformats.org/drawingml/2006/main">
              <a:ext uri="{FF2B5EF4-FFF2-40B4-BE49-F238E27FC236}">
                <a16:creationId xmlns:a16="http://schemas.microsoft.com/office/drawing/2014/main" id="{6805AA2F-B5D4-461E-B6D1-62311015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91100"/>
            <a:ext cx="2638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 发 [2,3] 给 Rank 1，接回 [10,11]。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多轮 / 多块时重复本段，直至覆盖所有数据。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79C32CB-E15C-41AB-935D-BFFF2B5D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267325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3" name="⑨  等齐本块工作，所有块结束后通知用户流">
            <a:extLst xmlns:a="http://schemas.openxmlformats.org/drawingml/2006/main">
              <a:ext uri="{FF2B5EF4-FFF2-40B4-BE49-F238E27FC236}">
                <a16:creationId xmlns:a16="http://schemas.microsoft.com/office/drawing/2014/main" id="{57089F4E-E787-455D-A207-7C750809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76850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⑨  等齐本块工作，所有块结束后通知用户流</a:t>
            </a:r>
          </a:p>
        </p:txBody>
      </p:sp>
      <p:sp>
        <p:nvSpPr>
          <p:cNvPr id="18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1142686-BBBF-4316-AE1C-9B70799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76875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 Thread 汇合从 Thread</a:t>
            </a:r>
          </a:p>
        </p:txBody>
      </p:sp>
      <p:sp>
        <p:nvSpPr>
          <p:cNvPr id="18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F38A3DA-C8F8-45A4-AEFA-49486993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0070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还有块则回⑦，否则返回 Kernel</a:t>
            </a:r>
          </a:p>
        </p:txBody>
      </p:sp>
      <p:sp>
        <p:nvSpPr>
          <p:cNvPr id="186" name="本块收尾：主流先排入 Wait，&#10;从流再排入 Record，依赖满足后主流继续。">
            <a:extLst xmlns:a="http://schemas.openxmlformats.org/drawingml/2006/main">
              <a:ext uri="{FF2B5EF4-FFF2-40B4-BE49-F238E27FC236}">
                <a16:creationId xmlns:a16="http://schemas.microsoft.com/office/drawing/2014/main" id="{E795B6C8-C4A9-412A-A7FB-BB4397D9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819775"/>
            <a:ext cx="2638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本块收尾：主流先排入 Wait，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从流再排入 Record，依赖满足后主流继续。</a:t>
            </a:r>
          </a:p>
        </p:txBody>
      </p:sp>
      <p:sp>
        <p:nvSpPr>
          <p:cNvPr id="18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ACFD31D-0CEA-4121-ABB0-CFA9BE8D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76875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主等从完成</a:t>
            </a:r>
          </a:p>
        </p:txBody>
      </p:sp>
      <p:sp>
        <p:nvSpPr>
          <p:cNvPr id="18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A10A2C3-B1AB-45DF-B81E-650637F1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97843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从通知主</a:t>
            </a:r>
          </a:p>
        </p:txBody>
      </p:sp>
      <p:sp>
        <p:nvSpPr>
          <p:cNvPr id="18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7C74395-0678-4376-B743-6B5A2799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8810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主通知用户流</a:t>
            </a:r>
          </a:p>
        </p:txBody>
      </p:sp>
      <p:sp>
        <p:nvSpPr>
          <p:cNvPr id="19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E25B71C-9309-4BD9-B293-00FD3F0E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39778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结束批模式，提交剩余任务</a:t>
            </a:r>
          </a:p>
        </p:txBody>
      </p:sp>
      <p:sp>
        <p:nvSpPr>
          <p:cNvPr id="19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329A747-2753-4A3A-98EF-D4EA5812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60745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退出使用保护，不销毁域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D73BE40-34C5-4D13-A1A2-A53B6546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72D7E26-C2B3-45CA-A0BA-51C33B22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7" name=""/>
          <p:cNvCxnSpPr>
            <a:stCxn xmlns:a="http://schemas.openxmlformats.org/drawingml/2006/main" id="192" idx="3"/>
            <a:endCxn xmlns:a="http://schemas.openxmlformats.org/drawingml/2006/main" id="193" idx="1"/>
          </p:cNvCxnSpPr>
          <p:nvPr/>
        </p:nvCxnSpPr>
        <p:spPr>
          <a:xfrm xmlns:a="http://schemas.openxmlformats.org/drawingml/2006/main">
            <a:off x="8935403" y="560117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95" name="汇合">
            <a:extLst xmlns:a="http://schemas.openxmlformats.org/drawingml/2006/main">
              <a:ext uri="{FF2B5EF4-FFF2-40B4-BE49-F238E27FC236}">
                <a16:creationId xmlns:a16="http://schemas.microsoft.com/office/drawing/2014/main" id="{3C80ACE4-A90C-4FC1-A958-C91813DE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7687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汇合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3CBCEA0-6B95-4FA9-BDD2-4BB57DDA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153150"/>
            <a:ext cx="5695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97" name="Host：HcommThreadNotifyWaitOnThread 等待设备完成通知">
            <a:extLst xmlns:a="http://schemas.openxmlformats.org/drawingml/2006/main">
              <a:ext uri="{FF2B5EF4-FFF2-40B4-BE49-F238E27FC236}">
                <a16:creationId xmlns:a16="http://schemas.microsoft.com/office/drawing/2014/main" id="{251BF7D8-665B-4EEF-ADDA-537DB6CB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81725"/>
            <a:ext cx="558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Host：HcommThreadNotifyWaitOnThread 等待设备完成通知</a:t>
            </a:r>
          </a:p>
        </p:txBody>
      </p:sp>
      <p:sp>
        <p:nvSpPr>
          <p:cNvPr id="198" name="⑤ 发射后就已入队；等待满足后，用户流后续任务才能使用 recvBuf。">
            <a:extLst xmlns:a="http://schemas.openxmlformats.org/drawingml/2006/main">
              <a:ext uri="{FF2B5EF4-FFF2-40B4-BE49-F238E27FC236}">
                <a16:creationId xmlns:a16="http://schemas.microsoft.com/office/drawing/2014/main" id="{B5166707-9C39-4CF9-883E-2959419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334125"/>
            <a:ext cx="558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⑤ 发射后就已入队；等待满足后，用户流后续任务才能使用 recvBuf。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AF4E104-C9CB-44B8-82A3-D51CE1A3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65B598A8-0B8D-419F-9F79-F0EC1F95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199" idx="3"/>
            <a:endCxn xmlns:a="http://schemas.openxmlformats.org/drawingml/2006/main" id="200" idx="1"/>
          </p:cNvCxnSpPr>
          <p:nvPr/>
        </p:nvCxnSpPr>
        <p:spPr>
          <a:xfrm xmlns:a="http://schemas.openxmlformats.org/drawingml/2006/main">
            <a:off x="191453" y="6572727"/>
            <a:ext cx="118100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C908B"/>
            </a:solidFill>
            <a:prstDash val="solid"/>
          </a:ln>
        </p:spPr>
      </p:cxnSp>
      <p:sp>
        <p:nvSpPr>
          <p:cNvPr id="202" name="4 Rank 示例：每对发 2 个 FP32；Rank 0 最终输出 [0,1,10,11,20,21,30,31]。下标从 0 开始。">
            <a:extLst xmlns:a="http://schemas.openxmlformats.org/drawingml/2006/main">
              <a:ext uri="{FF2B5EF4-FFF2-40B4-BE49-F238E27FC236}">
                <a16:creationId xmlns:a16="http://schemas.microsoft.com/office/drawing/2014/main" id="{B81775EE-BE7B-4E93-9404-40D32809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19875"/>
            <a:ext cx="789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4 Rank 示例：每对发 2 个 FP32；Rank 0 最终输出 [0,1,10,11,20,21,30,31]。下标从 0 开始。</a:t>
            </a:r>
          </a:p>
        </p:txBody>
      </p:sp>
      <p:sp>
        <p:nvSpPr>
          <p:cNvPr id="203" name="源码静态主线，未上板验证。完整来源 / 分支说明见备注。">
            <a:extLst xmlns:a="http://schemas.openxmlformats.org/drawingml/2006/main">
              <a:ext uri="{FF2B5EF4-FFF2-40B4-BE49-F238E27FC236}">
                <a16:creationId xmlns:a16="http://schemas.microsoft.com/office/drawing/2014/main" id="{702C4A15-53E5-4CBD-B245-993EA770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619875"/>
            <a:ext cx="3762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源码静态主线，未上板验证。完整来源 / 分支说明见备注。</a:t>
            </a:r>
          </a:p>
        </p:txBody>
      </p:sp>
    </p:spTree>
    <p:extLst>
      <p:ext uri="{BB962C8B-B14F-4D97-AF65-F5344CB8AC3E}">
        <p14:creationId xmlns:p14="http://schemas.microsoft.com/office/powerpoint/2010/main" val="359833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2026-09-27T12:36:03.7510000Z</dcterms:created>
  <dcterms:modified xsi:type="dcterms:W3CDTF">2026-09-27T12:36:03.7510000Z</dcterms:modified>
</coreProperties>
</file>