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b8aa1546fb4a1d" /><Relationship Type="http://schemas.openxmlformats.org/officeDocument/2006/relationships/extended-properties" Target="/docProps/app.xml" Id="Rc05344e9d40b4787" /><Relationship Type="http://schemas.openxmlformats.org/officeDocument/2006/relationships/officeDocument" Target="/ppt/presentation.xml" Id="Rddef86b2218e4b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cc1c023d5e49bd"/>
  </p:sldMasterIdLst>
  <p:notesMasterIdLst>
    <p:notesMasterId xmlns:r="http://schemas.openxmlformats.org/officeDocument/2006/relationships" r:id="Rdaf525c5cd8748f8"/>
  </p:notesMasterIdLst>
  <p:sldIdLst>
    <p:sldId xmlns:r="http://schemas.openxmlformats.org/officeDocument/2006/relationships" id="256" r:id="R492f062c8fc14f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9012312d94b6d" /><Relationship Type="http://schemas.openxmlformats.org/officeDocument/2006/relationships/slideMaster" Target="/ppt/slideMasters/slideMaster1.xml" Id="R43cc1c023d5e49bd" /><Relationship Type="http://schemas.openxmlformats.org/officeDocument/2006/relationships/notesMaster" Target="/ppt/notesMasters/notesMaster1.xml" Id="Rdaf525c5cd8748f8" /><Relationship Type="http://schemas.openxmlformats.org/officeDocument/2006/relationships/presProps" Target="/ppt/presProps.xml" Id="Rd7d972bdbc124f71" /><Relationship Type="http://schemas.openxmlformats.org/officeDocument/2006/relationships/tableStyles" Target="/ppt/tableStyles.xml" Id="R92ea2d75374e49b8" /><Relationship Type="http://schemas.openxmlformats.org/officeDocument/2006/relationships/slide" Target="/ppt/slides/slide1.xml" Id="R492f062c8fc14f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999a65349d4b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629cf2469f4146" /><Relationship Type="http://schemas.openxmlformats.org/officeDocument/2006/relationships/notesMaster" Target="/ppt/notesMasters/notesMaster1.xml" Id="R5c14590e9e1a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本页为固定归属泳道。横向三列从左到右为 HCCL、HCOMM、ACL Runtime，纵向阶段①至⑧向下阅读。上半区是Host执行，下半区是AICPU执行。软件归属列不随执行地点切换。黑实线是阶段内跨层调用和主流程继续，灰虚线是返回资源，红虚线是异步通知依赖，红实线为运行时到设备入口的执行交接。框内多个内部函数按子组a再b、组内自上而下阅读；这些是局部调用展开，不把三列所有同高文字宣称为严格同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阶段①：HCOMM 的 GetRankSize / GetCommName / GetRankId 发生于参数整理所需的查询调用点，查询后才完成相关数组和OpParam构造。AlltoAllVOutPlace 和 AlltoAllVOutPlaceCommon 分别为非原地入口及共用调度入口，不是两个新的上层算子。阶段②Selector统筹选择，HcclCalcTopoInfo取得拓扑，AlltoAllAutoSelector::SelectAicpuAlgo按拓扑与数据量选择。表内只摘主路径的拓扑查询集合，不宣称这些查询固定一次或唯一先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：HcclExecOp先取GetAlgExec，再调用HCOMM绑定并导出用户Thread，然后HcclGetAlgRes。图的a/b框按职责给出局部展开，不表示HcclGetAlgRes先于Thread绑定发生。两次Thread导出方向不同：③CPU_TS用户Thread导出为AICPU视图，⑤AICPU主Thread导出为CPU_TS视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③HCOMM的通道内展开归属MyRank::CreateChannels。BatchCreateChannels内才有按需端点创建/监听/内存注册/底层通道创建，之后BatchConnectChannels通过内部ChannelProcess::ChannelGetStatus检查状态，再BatchExchangeAndCheckConsistency，最后FinalizeChannelsByEngin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阶段④BuildChannelInfo补齐远端缓冲地址发生在Serialize之前。图中HcclChannelGetHcclBuffer置于交付阶段列出产物来源，并不表示先Serialize才获取远端地址。HcclEngineCtxCreate和Copy属于资源上下文交付，传的不是用户输入。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阶段⑤严格的任务提交关系：准备主Thread的Host视图，输入ready Record在用户流排入，内部AicpuKernelLaunch构造ACL参数并提交Kernel，Host在发射后将完成Wait排入用户流。完成Wait提前入队并一直受⑧设备完成通知约束。该Wait不是CPU先阻塞导致Kernel永远不能发射。ACL组按上到下五个API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阶段⑥先AcquireComm，再恢复资源及参数，BatchModeStart，OpOrchestrate安排输入依赖并取得执行器。Wait包装按能力在显式超时和WithDefaultTimeout接口中择一，图用代表名标同一依赖。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⑦执行器类为InsV2AlltoAllVSoleExecutor，Orchestrate恢复收发信息，OrchestrateLoop分块。模板类InsTempAlltoAllVMesh1D，其KernelRun→RunALLtoALL→CalcCommLoops，存在从Thread时PreSyncInterThreads（主Record→从Wait），之后每轮CalcCommRankSetForOneLoop，首轮LocalCopyForMyRank，再RunSendRecvByLoop。A–E在SendRecvWrite中，F在外层模板PostCopy中。多块、多轮、Peer和Channel数影响重复次数，本图不假设每项仅执行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阶段⑧PostSyncInterThreads先在主Thread排汇合Wait，再在从Thread排Record。全部块编排后，Kernel排最终主Thread到用户流的完成Record，再BatchModeEnd和ReleaseComm。红色回线只表示满足早已排入的⑤Wait，不表示时间倒流或Host到这里才第一次调用Wai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下面保留完整逐函数解释和源码依据。旧版布局阅读说明不再适用于本页，以本段泳道读法为准。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AllToAll 一页全流程，按①至⑨阅读。左右是同一流程的连续两段，不是两种方案。每个分区内，左泳道为 HCCL 调用方，右泳道为被调 HCOMM 能力。⑤单独列明 ACL Runtime。跨泳道箭头表示调用，竖向红线表示 Host 提交后进入设备入口。图上的顺序主要表达任务生成和依赖，不能当作全局硬件完成时间。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适用条件：Ascend 950，AICPU_TS，OPBASE，多 Rank、非零数据、普通内存、普通 InsTempAlltoAllVMesh1D Write 路径。通信域和用户 stream 已存在。本图以 Host 资源缓存未命中且 Task Cache 关闭解释正常主线。没有使用插件算法、PCIe Read、多 Jetty、对称窗口或 CCU 分支。源码基线 hccl 170ddeec539b4d693028ce6e0cf5c58933e4d46d，hcomm 87ce550f8f7c584e0ed89b0ec56699553d9c332d。未执行真实设备实验。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上层调用方名称尚未确认，因此不将 STL 写成已确认源码模块。示例：4 个 Rank，各自调用 HcclAlltoAll(sendBuf,2,HCCL_DATA_TYPE_FP32,recvBuf,2,HCCL_DATA_TYPE_FP32,comm,stream)。每个 Rank 共 8 个 FP32。R0 输入 0..7，R1 输入 10..17，R2 输入 20..27，R3 输入 30..37。R0 收到各 Rank 第0份，输出 [0,1,10,11,20,21,30,31]。R0 发往R1的 [2,3] 起始于sendBuf[2]。反向R1发来 [10,11]，最终到R0 recvBuf[2]。CCL槽位是内部计算的中转位置，不可直接等同Rank编号。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① GetRankSize/GetCommName/GetRankId 按不同调用点提供成员/域信息。AllToAll 借用 AllToAllV 内部框架，但 opType 仍是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② SelectAicpuAlgo 的完整成员归属是 AlltoAllAutoSelector::SelectAicpuAlgo。本例小数据在对应 MESH_1D/CLOS 分支选 AicpuAllToAllSoleMeshSingleChannel。拓扑缓存未命中时按构图逻辑调用所需 RankGraph 查询，图中若干查询不是强制的唯一顺序。全部接口及含义见下方完整讲解。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先 GetAlgExec，再绑定用户 Thread 并导出，再 HcclGetAlgRes。HcclThreadExportToCommEngine 首次把 CPU_TS 用户 Thread 导出给 AICPU，供完成通知使用。ThreadAcquireWithConfig 能力不支持时，替代接口 HcclThreadAcquire 按统一通知数获取资源，两者不是顺序必调。HcclGetHcclBuffer 属于内存管理，Thread/ChannelAcquire/EngineCtx 属于通信域资源管理。缓存命中可跳过相应重建，不会免除本次数据通信。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③ 建链完整顺序：MyRank::CreateChannels 统筹建立；BatchCreateSockets 创建控制连接；BatchCreateChannels 创建或复用端点、内存与基础通道，其中 HcommEndpointCreate 创建端点、HcommEndpointStartListen 监听、HcommMemReg 注册通信内存、HcommCollectiveChannelCreate 创建集合通信基础通道；BatchConnectChannels 通过内部 ChannelProcess::ChannelGetStatus 检查连接状态；BatchExchangeAndCheckConsistency 交换校验两端参数；FinalizeChannelsByEngine 整理 AICPU 能用的最终句柄。前述 EndpointMgr/RankPair/EndpointPair 内有缓存。不存在“每次必定全部重新创建”的假设。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④ BuildChannelInfo 还通过 HcclRankGraphGetEndpointInfo 查询端点带宽/Die属性，用于分片。HcclChannelGetHcclBuffer 内部以 HcommChannelGetRemoteMems 获取远端内存映射。逻辑上补齐地址属于资源准备，在序列化前完成。Serialize 对象为 AlgResourceCtxSerializable。HcclEngineCtxCreate/Copy 属通信域资源管理，复制的是元数据，不是用户输入。GetMainThreadInfo 后还会第二次 HcclThreadExportToCommEngine，把 AICPU 主Thread导出给CPU_TS，供Host就绪通知使用。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⑤ HcclAicpuKernelEntranceLaunch 调用内部 AicpuKernelLaunch。AllToAll 经这个内部函数直接调用 ACL 的BinaryGetFunction、KernelArgsInit/Append/Finalize、LaunchKernelWithConfig，不把导出 HcclAicpuKernelLaunch 错列为本例必经项。保序能力条件满足时还执行 HcclOrderLaunchToOrderStream（发射前建立顺序依赖）、HcclOrderLaunchToKernelStream（发射后衔接）、设备 HcclOrderLaunchNotifyRecord（设备入口通知）。具体语义见下方完整讲解。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⑥ Kernel 先 AcquireComm，恢复资源及变长参数，BatchModeStart，再 OpOrchestrate。OpOrchestrate 可设置资源等待/Notify超时，再排入输入依赖并取得算法执行器。HcommThreadNotifyWaitOnThread 与 HcommThreadNotifyWaitOnThreadWithDefaultTimeout（默认超时）为能力兼容替代项。Channel Wait 亦同理，由 HcommChannelNotifyWaitOnThreadWithDefaultTimeout 替代携带显式超时版本。图用不带默认后缀的代表名说明同一依赖，不表示两个依次调用。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⑦ 实际模板局部顺序：KernelRun → RunALLtoALL → CalcCommLoops → 存在从Thread时 PreSyncInterThreads → 每轮 CalcCommRankSetForOneLoop → 首轮 LocalCopyForMyRank → RunSendRecvByLoop。PreSync 是主 Record 后从 Wait。执行器 OrchestrateLoop 外层按大块循环，模板内层按轮/Peer/Channel执行。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SendRecvWrite 内 A-E 顺序为接收方向 ACK Record、发送方向 ACK Wait、非零slice Write、发送方向 DATA_SIGNAL Record、接收方向 DATA_SIGNAL Wait。第F项不在 SendRecvWrite 内，由外层模板 PostCopy → LocalCopy 包装调用 HcommLocalCopyOnThread。通知API提交任务而非CPU阻塞等待。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⑧ Write 950适配内部：UnwrapChannelHandle 解包 → AddThread 记录执行Thread → Thread::GetStreamLitePtr 取得StreamLite → BaseTransportLiteImpl::BuildLocRmaBufferLite 构造本地访问描述 → BaseTransportLiteImpl::Write 提交传输。再向下取决于Channel协议，不把某个UB分支固定推广到所有950。LocalCopy进入 Thread::LocalCopy，不等同网络远端写。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⑨ PostSync 源码先在主Thread排Wait，再给从Thread排Record。全部块完成编排后才返回Kernel，主Thread最终Record通知Host，再BatchModeEnd、ReleaseComm。Host Wait在⑤之后已提前入队。HcclAlltoAll CPU函数返回或某个Record函数返回，均不等于所有数据已到达。用户流的完成依赖满足后，后续工作才能安全使用输出。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类别对照：控制面包括通信域资源管理、内存、拓扑、算子编排、底层通信资源。此链路的主要集合算法编排位于HCCL内部；底层Endpoint/CollectiveChannelCreate属于底层通信资源，MemReg属于内存。数据面用到搬运（Write/LocalCopy）、同步（Thread/Channel Notify）、执行控制（Acquire/ReleaseComm、BatchStart/End）。没有归约数值计算，没有CCU C++操作。Hccl前缀不必然代表HCCL实现，所属泳道根据源码归属而定。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完整逐函数讲解与来源（保留原分析以便演讲查询）：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一次 AllToAll 的输入输出</a:t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上层调用进来后，HCCL 先把请求整理完整</a:t>
            </a:r>
          </a:p>
          <a:p xmlns:a="http://schemas.openxmlformats.org/drawingml/2006/main">
            <a:r>
              <a:t>[上层调用 HCCL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>[HCCL Host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>[HCCL 调 HCOMM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>[HCCL 调 HCOMM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>[HCCL 调 HCOMM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>[HCCL Host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>[HCCL Host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>[HCCL Host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>[HCCL Host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>来源索引：entry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HCCL 查询配置和拓扑，决定由哪个算法来做</a:t>
            </a:r>
          </a:p>
          <a:p xmlns:a="http://schemas.openxmlformats.org/drawingml/2006/main">
            <a:r>
              <a:t>[HCCL Host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>[HCCL 调 HCOMM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>[HCCL Host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>[HCCL Host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>[HCCL 调 HCOMM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>[HCCL Host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>[HCCL 调 HCOMM 控制面 / 域资源] HcclEngineCtxGet：先查已有的拓扑上下文。命中则直接恢复已有说明。未命中才查询拓扑并保存，具体查询逐项解释在本页备注对应专题。</a:t>
            </a:r>
          </a:p>
          <a:p xmlns:a="http://schemas.openxmlformats.org/drawingml/2006/main">
            <a:r>
              <a:t>[HCCL Host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>[HCCL Host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>来源索引：entry, selector,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HCCL 先绑定用户流，再计算缺少哪些资源</a:t>
            </a:r>
          </a:p>
          <a:p xmlns:a="http://schemas.openxmlformats.org/drawingml/2006/main">
            <a:r>
              <a:t>[HCCL Host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>[HCCL 调 HCOMM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>[HCCL 调 HCOMM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>[HCCL Host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>[HCCL Host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>[HCCL Host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>[HCCL 调 HCOMM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>[HCCL Host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>[HCCL Host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>来源索引：common, executor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HCCL 向 HCOMM 取得缓冲区、线程和通道</a:t>
            </a:r>
          </a:p>
          <a:p xmlns:a="http://schemas.openxmlformats.org/drawingml/2006/main">
            <a:r>
              <a:t>[HCCL Host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>[HCCL Host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>[HCCL 调 HCOMM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>[HCCL Host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>[HCCL Host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>[HCCL 调 HCOMM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>[HCCL 调 HCOMM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>[HCCL Host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>[HCCL 调 HCOMM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>来源索引：common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HcclChannelAcquire 内部具体怎样建链</a:t>
            </a:r>
          </a:p>
          <a:p xmlns:a="http://schemas.openxmlformats.org/drawingml/2006/main">
            <a:r>
              <a:t>[HCOMM 内部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>[HCOMM 内部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>[HCOMM 内部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>[HCOMM 内部调用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>[HCOMM 内部调用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>[HCOMM 内部调用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>[HCOMM 内部调用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>[HCOMM 内部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>[HCOMM 内部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>[HCOMM 内部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>来源索引：channel,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6. Host 整理资源，把设备执行所需信息交过去</a:t>
            </a:r>
          </a:p>
          <a:p xmlns:a="http://schemas.openxmlformats.org/drawingml/2006/main">
            <a:r>
              <a:t>[HCCL Host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>[HCCL 调 HCOMM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>[HCCL 调 HCOMM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>[HCOMM 内部调用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>[HCCL Host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>[HCCL Host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>[HCCL 调 HCOMM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>[HCCL 调 HCOMM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>[HCCL 调 HCOMM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>来源索引：common, channel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7. Host 发输入就绪通知，再通过 ACL 启动 AICPU</a:t>
            </a:r>
          </a:p>
          <a:p xmlns:a="http://schemas.openxmlformats.org/drawingml/2006/main">
            <a:r>
              <a:t>[HCCL Host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>[HCCL 调 HCOMM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>[HCCL Host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>[HCCL Host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>[HCCL 调 ACL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>[HCCL 调 ACL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>[HCCL 调 ACL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>[HCCL 调 ACL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>[HCCL 调 ACL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>[HCCL Host 内部函数] HcclOrderLaunchToKernelStream：完成发射后的按序同步安排。随后还要把“等待本次通信完成”的任务排入用户流，具体完成关系见本页备注对应专题。</a:t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>来源索引：common, 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8. AICPU 收到任务后，恢复参数并进入算法编排</a:t>
            </a:r>
          </a:p>
          <a:p xmlns:a="http://schemas.openxmlformats.org/drawingml/2006/main">
            <a:r>
              <a:t>[ACL 启动 HCCL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>[HCCL 调 HCOMM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>[HCCL AICPU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>[HCCL AICPU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>[HCCL AICPU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>[HCCL 调 HCOMM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>[HCCL AICPU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>[HCCL 调 HCOMM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>[HCCL 调 HCOMM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>[HCCL AICPU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开启时还有查找/录制/重放路径，见本页备注对应专题。</a:t>
            </a:r>
          </a:p>
          <a:p xmlns:a="http://schemas.openxmlformats.org/drawingml/2006/main">
            <a:r>
              <a:t>来源索引：kernel,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9. AICPU 先确定块大小，再让主从 Thread 按顺序开始</a:t>
            </a:r>
          </a:p>
          <a:p xmlns:a="http://schemas.openxmlformats.org/drawingml/2006/main">
            <a:r>
              <a:t>[HCCL AICPU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>[HCCL AICPU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>[HCCL AICPU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>[HCCL AICPU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>[HCCL AICPU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>[HCCL AICPU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>[HCCL AICPU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>[HCCL 调 HCOMM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>[HCCL 调 HCOMM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>来源索引：executor,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10. 逐个 Peer 计算：发哪一片、走哪个通道、放到哪里</a:t>
            </a:r>
          </a:p>
          <a:p xmlns:a="http://schemas.openxmlformats.org/drawingml/2006/main">
            <a:r>
              <a:t>[HCCL AICPU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>[HCCL AICPU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>[HCCL 调 HCOMM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>[HCCL AICPU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>[HCCL AICPU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>[HCCL AICPU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>[HCCL AICPU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>[HCCL AICPU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>[HCCL AICPU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>[HCCL AICPU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>来源索引：template,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Rank 0 与 Rank 1 的双向通信</a:t>
            </a:r>
          </a:p>
          <a:p xmlns:a="http://schemas.openxmlformats.org/drawingml/2006/main">
            <a:r>
              <a:t>[HCCL 调 HCOMM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>[HCCL 调 HCOMM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>[HCCL 调 HCOMM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>[HCCL 调 HCOMM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>[HCCL 调 HCOMM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>[HCCL 调 HCOMM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>来源索引：wrapper, template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12. 所有 Peer 的任务排好后，怎样通知上层可以继续</a:t>
            </a:r>
          </a:p>
          <a:p xmlns:a="http://schemas.openxmlformats.org/drawingml/2006/main">
            <a:r>
              <a:t>[HCCL AICPU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>[HCCL 调 HCOMM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>[HCCL 调 HCOMM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>[HCCL AICPU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>[HCCL 调 HCOMM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>[HCCL 调 HCOMM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>[HCCL 调 HCOMM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>[Host 已排入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>来源索引：kernel,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1. HcommWriteOnThread 里面还做了什么</a:t>
            </a:r>
          </a:p>
          <a:p xmlns:a="http://schemas.openxmlformats.org/drawingml/2006/main">
            <a:r>
              <a:t>[HCCL 调 HCOMM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>[HCOMM 数据面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>[HCOMM 数据面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>[HCOMM 数据面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>[HCOMM 传输层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>[HCOMM 传输层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>[HCOMM 数据面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>[HCOMM 数据面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>来源索引：primitive,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2. 拓扑查询里的每个接口分别回答什么</a:t>
            </a:r>
          </a:p>
          <a:p xmlns:a="http://schemas.openxmlformats.org/drawingml/2006/main">
            <a:r>
              <a:t>[HCCL 调 HCOMM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>[HCCL 调 HCOMM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>[HCCL 调 HCOMM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>[HCCL 调 HCOMM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>[HCCL 调 HCOMM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>[HCCL 调 HCOMM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>[HCCL 调 HCOMM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>[HCCL 调 HCOMM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>[HCCL 调 HCOMM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>[HCCL 调 HCOMM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>来源索引：topo, common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补充 3. 再运行一次时，哪些步骤可能省掉或改变</a:t>
            </a:r>
          </a:p>
          <a:p xmlns:a="http://schemas.openxmlformats.org/drawingml/2006/main">
            <a:r>
              <a:t>[HCCL 调 HCOMM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>[HCCL 调 HCOMM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>[HCCL 调 HCOMM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>[HCCL 调 HCOMM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>[HCCL 调 HCOMM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>[HCCL 调 HCOMM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>[HCCL 调 HCOMM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>[HCCL 调 HCOMM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>[HCCL 调 HCOMM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>来源索引：common, kernel, template, wrapper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文件：hccl/src/ops/all_to_all_v/all_to_all_v.cc:23–80,410–420,641–850；hccl/src/ops/all_to_all_v/selector/alltoall_auto_selector.cc:131–188；hccl/src/ops/op_common/op_common.cc:780–918,1005–1214,1285–1429,1670–1845,2000–2091；hcomm/src/coll_communicator_mgr/resource_mgr/local/my_rank/my_rank.cc:675–850,1228–1303；hcomm/src/base_comm/resources/endpoint_pairs/endpoint_pair.cc:199；hcomm/src/coll_communicator_mgr/resource_mgr/local/my_rank/endpoints/endpoint_mgr.cc:138；hccl/src/ops/op_common/algorithm/template/aicpu/kernel_launch.cc:276–327,348–628,912–950；hccl/src/ops/all_to_all_v/algorithm/executor/ins_v2_all_to_all_v_sole_executor.cc:113–380,562；hccl/src/ops/all_to_all_v/algorithm/template/aicpu/ins_temp_all_to_all_v_mesh_1D.cc:167–420；hccl/src/ops/op_common/algorithm/template/wrapper/alg_data_trans_wrapper.cc:428–472,880,1010–1080；hccl/src/common/hcomm_dlsym/hcomm_primitives_dl.cc:176；hcomm/src/base_comm/primitives/api_c_adpt/aicpu_ts_primitives_c_adpt.cc:495–535,1118；hcomm/include/hccl/hccl_rank_graph.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98671ede94e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10b2a7c4e34836" /><Relationship Type="http://schemas.openxmlformats.org/officeDocument/2006/relationships/slideLayout" Target="/ppt/slideLayouts/slideLayout1.xml" Id="Ree4918687a6d42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918687a6d42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7b7b09ada4593" /><Relationship Type="http://schemas.openxmlformats.org/officeDocument/2006/relationships/notesSlide" Target="/ppt/notesSlides/notesSlide1.xml" Id="Rd1457fe9dd5847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7" name="AllToAll 跨层调用泳道图">
            <a:extLst xmlns:a="http://schemas.openxmlformats.org/drawingml/2006/main">
              <a:ext uri="{FF2B5EF4-FFF2-40B4-BE49-F238E27FC236}">
                <a16:creationId xmlns:a16="http://schemas.microsoft.com/office/drawing/2014/main" id="{AC16892D-D966-42BC-A942-907698C7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跨层调用泳道图</a:t>
            </a:r>
          </a:p>
        </p:txBody>
      </p:sp>
      <p:sp>
        <p:nvSpPr>
          <p:cNvPr id="2" name="Ascend 950 / AICPU_TS / OPBASE / 普通 Mesh Write；通信域与用户流已建，资源首次准备，关闭任务缓存">
            <a:extLst xmlns:a="http://schemas.openxmlformats.org/drawingml/2006/main">
              <a:ext uri="{FF2B5EF4-FFF2-40B4-BE49-F238E27FC236}">
                <a16:creationId xmlns:a16="http://schemas.microsoft.com/office/drawing/2014/main" id="{860DA8EB-0E62-4023-8A8C-F683B8BC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66725"/>
            <a:ext cx="1047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32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OPBASE / 普通 Mesh Write；通信域与用户流已建，资源首次准备，关闭任务缓存</a:t>
            </a:r>
          </a:p>
        </p:txBody>
      </p:sp>
      <p:sp>
        <p:nvSpPr>
          <p:cNvPr id="3" name="跨道看调用，纵向读①至⑧">
            <a:extLst xmlns:a="http://schemas.openxmlformats.org/drawingml/2006/main">
              <a:ext uri="{FF2B5EF4-FFF2-40B4-BE49-F238E27FC236}">
                <a16:creationId xmlns:a16="http://schemas.microsoft.com/office/drawing/2014/main" id="{C8F1E852-391B-4EE6-83E0-341F3635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0500"/>
            <a:ext cx="2266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跨道看调用，纵向读①至⑧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DE170-840F-406E-ABDD-D2159C72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F06BC-D8AB-4687-B34B-E8EED393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30478" y="65770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" name="调用 / 继续">
            <a:extLst xmlns:a="http://schemas.openxmlformats.org/drawingml/2006/main">
              <a:ext uri="{FF2B5EF4-FFF2-40B4-BE49-F238E27FC236}">
                <a16:creationId xmlns:a16="http://schemas.microsoft.com/office/drawing/2014/main" id="{13E2A279-FCFA-4AB3-9505-C1E6F6E0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90550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调用 / 继续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2BA92-7455-4413-80FD-DA2B3D31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FFCC6-BEC3-4729-8B83-F67E7EB7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878253" y="65770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dash"/>
            <a:tailEnd type="triangle" w="sm" len="sm"/>
          </a:ln>
        </p:spPr>
      </p:cxnSp>
      <p:sp>
        <p:nvSpPr>
          <p:cNvPr id="11" name="返回资源">
            <a:extLst xmlns:a="http://schemas.openxmlformats.org/drawingml/2006/main">
              <a:ext uri="{FF2B5EF4-FFF2-40B4-BE49-F238E27FC236}">
                <a16:creationId xmlns:a16="http://schemas.microsoft.com/office/drawing/2014/main" id="{A2CF95BC-9F42-4972-805D-4E3A534E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90550"/>
            <a:ext cx="819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返回资源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250B2-89E3-4C3E-86E2-BFAEB79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DD84C-1907-4446-A6E7-CE905D11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5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0116503" y="657702"/>
            <a:ext cx="2752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5" name="通知 / 依赖">
            <a:extLst xmlns:a="http://schemas.openxmlformats.org/drawingml/2006/main">
              <a:ext uri="{FF2B5EF4-FFF2-40B4-BE49-F238E27FC236}">
                <a16:creationId xmlns:a16="http://schemas.microsoft.com/office/drawing/2014/main" id="{01998315-02F3-43E0-9EE0-6719C84D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590550"/>
            <a:ext cx="15525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通知 / 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DD042-DBA4-48F9-83C7-0A66D0D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1525"/>
            <a:ext cx="4476750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C908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2897A-B35E-48B0-9E4D-B3D8518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71525"/>
            <a:ext cx="4857750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C908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176966-F83F-4B7C-8A12-E8C2A3C1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71525"/>
            <a:ext cx="1428750" cy="574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C908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DB4A0-D678-4D86-9E22-46CA1427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1525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48B0D-44D3-4840-B0A9-53B72602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71525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596E4-336A-40B4-88F0-0B05F10B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71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HCCL  算法与执行组织">
            <a:extLst xmlns:a="http://schemas.openxmlformats.org/drawingml/2006/main">
              <a:ext uri="{FF2B5EF4-FFF2-40B4-BE49-F238E27FC236}">
                <a16:creationId xmlns:a16="http://schemas.microsoft.com/office/drawing/2014/main" id="{18519E14-AF14-4945-A949-E8C08661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90575"/>
            <a:ext cx="4295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 算法与执行组织</a:t>
            </a:r>
          </a:p>
        </p:txBody>
      </p:sp>
      <p:sp>
        <p:nvSpPr>
          <p:cNvPr id="23" name="HCOMM  资源能力与通信原语">
            <a:extLst xmlns:a="http://schemas.openxmlformats.org/drawingml/2006/main">
              <a:ext uri="{FF2B5EF4-FFF2-40B4-BE49-F238E27FC236}">
                <a16:creationId xmlns:a16="http://schemas.microsoft.com/office/drawing/2014/main" id="{79C8ED7D-0911-48E0-B333-E1AFFE0E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790575"/>
            <a:ext cx="4695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 资源能力与通信原语</a:t>
            </a:r>
          </a:p>
        </p:txBody>
      </p:sp>
      <p:sp>
        <p:nvSpPr>
          <p:cNvPr id="24" name="ACL Runtime">
            <a:extLst xmlns:a="http://schemas.openxmlformats.org/drawingml/2006/main">
              <a:ext uri="{FF2B5EF4-FFF2-40B4-BE49-F238E27FC236}">
                <a16:creationId xmlns:a16="http://schemas.microsoft.com/office/drawing/2014/main" id="{51F892EF-86E3-4754-B3B4-03EF46C0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7905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D35B1-C9E9-4800-917A-172C5F0E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45EF6-BF7B-4DFD-ADDE-A6B8EBEA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476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67703" y="1476852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3E7699-AEAF-41BE-8304-CC97754C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6B9214-EC17-4585-8A10-24AFBFF0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6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67703" y="20959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4A0A9E-EE99-438D-AEAD-E2956715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C79DBF-EC5B-447A-BCD8-AD8007CB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05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9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667703" y="310562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942E1A-98DA-4069-90F8-0CD3F424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07E1B6-18FF-4ED8-8910-1C0DC517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2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67703" y="35437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6C82E9-8503-49D7-B940-0AA64949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B076EC-4CE4-45DC-B762-96FCA4FC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05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667703" y="43057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C97941-7158-405D-B2D2-BE91B82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625E1DE-4BBA-4420-8632-BAAC506A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67703" y="49534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2959B5-6A06-4B4A-B762-2F4A5F85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DAE43B-BB6E-48D0-BC59-F4E4565B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81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667703" y="5982177"/>
            <a:ext cx="9619297" cy="0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9"/>
            </a:solidFill>
            <a:prstDash val="dash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467514-0013-4042-958C-E29EC870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047750"/>
            <a:ext cx="409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7" name="①">
            <a:extLst xmlns:a="http://schemas.openxmlformats.org/drawingml/2006/main">
              <a:ext uri="{FF2B5EF4-FFF2-40B4-BE49-F238E27FC236}">
                <a16:creationId xmlns:a16="http://schemas.microsoft.com/office/drawing/2014/main" id="{60E5A3C4-DC6A-471D-B028-F641FD9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7632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</a:t>
            </a:r>
          </a:p>
        </p:txBody>
      </p:sp>
      <p:sp>
        <p:nvSpPr>
          <p:cNvPr id="48" name="请求&#10;参数">
            <a:extLst xmlns:a="http://schemas.openxmlformats.org/drawingml/2006/main">
              <a:ext uri="{FF2B5EF4-FFF2-40B4-BE49-F238E27FC236}">
                <a16:creationId xmlns:a16="http://schemas.microsoft.com/office/drawing/2014/main" id="{DE720666-7C26-421A-AEAB-CBA74F13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26682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请求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参数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2FB0EA-FB74-4BF8-9188-0C9C5514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57275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5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A9AE5F4-251A-4ED4-BD69-44F10F9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76325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1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81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接收上层等长全互换请求</a:t>
            </a:r>
          </a:p>
        </p:txBody>
      </p:sp>
      <p:sp>
        <p:nvSpPr>
          <p:cNvPr id="5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D2F88D4-087B-4E7D-BEF1-8A533377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19200"/>
            <a:ext cx="219075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检查参数</a:t>
            </a:r>
          </a:p>
        </p:txBody>
      </p:sp>
      <p:sp>
        <p:nvSpPr>
          <p:cNvPr id="5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F19CA38-269D-43A6-91CC-01A43909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219200"/>
            <a:ext cx="2047875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生成数量和位移</a:t>
            </a:r>
          </a:p>
        </p:txBody>
      </p:sp>
      <p:sp>
        <p:nvSpPr>
          <p:cNvPr id="53" name="AlltoAllVOutPlace：非原地入口 / AlltoAllVOutPlaceCommon：共用调度">
            <a:extLst xmlns:a="http://schemas.openxmlformats.org/drawingml/2006/main">
              <a:ext uri="{FF2B5EF4-FFF2-40B4-BE49-F238E27FC236}">
                <a16:creationId xmlns:a16="http://schemas.microsoft.com/office/drawing/2014/main" id="{BCD8263F-F1AC-461C-9880-9690EF3B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33500"/>
            <a:ext cx="422910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AlltoAllVOutPlace：非原地入口 / AlltoAllVOutPlaceCommon：共用调度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A21054-C15D-45FB-90F8-D70D3BCB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057275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5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DADC659-3AD5-45CE-B1A4-E0B5A1FA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076325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取得成员数</a:t>
            </a:r>
          </a:p>
        </p:txBody>
      </p:sp>
      <p:sp>
        <p:nvSpPr>
          <p:cNvPr id="5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850DCC4-630E-4E7D-919B-CB927FF2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193483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取得域名</a:t>
            </a:r>
          </a:p>
        </p:txBody>
      </p:sp>
      <p:sp>
        <p:nvSpPr>
          <p:cNvPr id="5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5FCEDAF-F281-4882-A6B8-16040762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10640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取得本端编号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C80F2D-FF21-4C05-B7DF-35BC6CE6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171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6009E2-9EE4-48D7-8703-B647B9C5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171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6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5068253" y="117205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1" name="域信息">
            <a:extLst xmlns:a="http://schemas.openxmlformats.org/drawingml/2006/main">
              <a:ext uri="{FF2B5EF4-FFF2-40B4-BE49-F238E27FC236}">
                <a16:creationId xmlns:a16="http://schemas.microsoft.com/office/drawing/2014/main" id="{5A83D1CD-2269-4F74-985D-A01AFA27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047750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域信息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97F3D8-DD0C-4C2B-B341-E964E971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2A0004-D35A-4274-AA4A-46042AA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409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62" idx="1"/>
            <a:endCxn xmlns:a="http://schemas.openxmlformats.org/drawingml/2006/main" id="63" idx="3"/>
          </p:cNvCxnSpPr>
          <p:nvPr/>
        </p:nvCxnSpPr>
        <p:spPr>
          <a:xfrm xmlns:a="http://schemas.openxmlformats.org/drawingml/2006/main" flipH="1">
            <a:off x="5068253" y="141017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27C4E5-A8DA-4318-9AF2-F444A4DA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457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07CF38C-0508-4EF7-88BD-4377ED75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533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2905602" y="1458278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14E772-55F3-41F0-9BC6-F1EB1E72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533525"/>
            <a:ext cx="4095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②">
            <a:extLst xmlns:a="http://schemas.openxmlformats.org/drawingml/2006/main">
              <a:ext uri="{FF2B5EF4-FFF2-40B4-BE49-F238E27FC236}">
                <a16:creationId xmlns:a16="http://schemas.microsoft.com/office/drawing/2014/main" id="{15C428FA-73A4-40D6-9370-683D8C3A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621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</a:t>
            </a:r>
          </a:p>
        </p:txBody>
      </p:sp>
      <p:sp>
        <p:nvSpPr>
          <p:cNvPr id="70" name="配置&#10;选算法">
            <a:extLst xmlns:a="http://schemas.openxmlformats.org/drawingml/2006/main">
              <a:ext uri="{FF2B5EF4-FFF2-40B4-BE49-F238E27FC236}">
                <a16:creationId xmlns:a16="http://schemas.microsoft.com/office/drawing/2014/main" id="{CDB172A5-CEF2-4F63-9219-EC8FD5EC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752600"/>
            <a:ext cx="371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配置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选算法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9B3651E-B35A-40F6-BF86-A14A4D2D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33525"/>
            <a:ext cx="4324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7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E2F9595-5300-4A2E-BBD5-C505958C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43050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封装地址、数量、stream</a:t>
            </a:r>
          </a:p>
        </p:txBody>
      </p:sp>
      <p:sp>
        <p:nvSpPr>
          <p:cNvPr id="7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BF6ACC5-F1CD-4E61-816F-F41B0B1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47825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判断 AICPU_TS 展开</a:t>
            </a:r>
          </a:p>
        </p:txBody>
      </p:sp>
      <p:sp>
        <p:nvSpPr>
          <p:cNvPr id="7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BC05C9B-C666-4A06-911C-CD09CAFF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52600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进入选择与执行分发</a:t>
            </a:r>
          </a:p>
        </p:txBody>
      </p:sp>
      <p:sp>
        <p:nvSpPr>
          <p:cNvPr id="7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6CCE01C-3AE2-4453-8C0D-AF5CD6E1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57375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统筹算法选择；HcclCalcTopoInfo：恢复拓扑</a:t>
            </a:r>
          </a:p>
        </p:txBody>
      </p:sp>
      <p:sp>
        <p:nvSpPr>
          <p:cNvPr id="76" name="SelectAicpuAlgo：选 Mesh 算法；HcclExecOp：进入执行准备">
            <a:extLst xmlns:a="http://schemas.openxmlformats.org/drawingml/2006/main">
              <a:ext uri="{FF2B5EF4-FFF2-40B4-BE49-F238E27FC236}">
                <a16:creationId xmlns:a16="http://schemas.microsoft.com/office/drawing/2014/main" id="{BE975AD1-E294-476C-BF8A-56A121DF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42291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SelectAicpuAlgo：选 Mesh 算法；HcclExecOp：进入执行准备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1C4646-B9EE-4939-86EF-F40844F1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33525"/>
            <a:ext cx="4705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7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D4B351A-716E-4A7C-A2EE-6C7C4CFE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43050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读取展开配置</a:t>
            </a:r>
          </a:p>
        </p:txBody>
      </p:sp>
      <p:sp>
        <p:nvSpPr>
          <p:cNvPr id="7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95B8561-6F89-4DB7-95D1-5B8C5F5D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47825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能力支持时检查可用状态</a:t>
            </a:r>
          </a:p>
        </p:txBody>
      </p:sp>
      <p:sp>
        <p:nvSpPr>
          <p:cNvPr id="8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8877277-038C-4D8E-BEDD-FB51AD49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52600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查拓扑缓存，未命中再构图</a:t>
            </a:r>
          </a:p>
        </p:txBody>
      </p:sp>
      <p:sp>
        <p:nvSpPr>
          <p:cNvPr id="8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51A6568-1767-4C57-8760-953C6037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57375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查网络层</a:t>
            </a:r>
          </a:p>
        </p:txBody>
      </p:sp>
      <p:sp>
        <p:nvSpPr>
          <p:cNvPr id="82" name="HcclRankGraphGetRanksByLayer：查成员；HcclRankGraphGetLinks：查链路">
            <a:extLst xmlns:a="http://schemas.openxmlformats.org/drawingml/2006/main">
              <a:ext uri="{FF2B5EF4-FFF2-40B4-BE49-F238E27FC236}">
                <a16:creationId xmlns:a16="http://schemas.microsoft.com/office/drawing/2014/main" id="{3F72CEA3-5025-4C1A-99D1-14298D06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71675"/>
            <a:ext cx="45910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HcclRankGraphGetRanksByLayer：查成员；HcclRankGraphGetLinks：查链路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60642BF-E7B9-4B96-B350-FF47786B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94B348E-3BB6-40BE-A035-27689225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95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068253" y="16959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6" name="查配置">
            <a:extLst xmlns:a="http://schemas.openxmlformats.org/drawingml/2006/main">
              <a:ext uri="{FF2B5EF4-FFF2-40B4-BE49-F238E27FC236}">
                <a16:creationId xmlns:a16="http://schemas.microsoft.com/office/drawing/2014/main" id="{53858F03-5B81-40F9-8EF6-E5EA5DFB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71625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查配置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99E3B20-C228-44FC-BF55-490E5DC8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2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1F52D00-DB0A-42A8-8BF5-F941E82F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2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5" name=""/>
          <p:cNvCxnSpPr>
            <a:stCxn xmlns:a="http://schemas.openxmlformats.org/drawingml/2006/main" id="87" idx="1"/>
            <a:endCxn xmlns:a="http://schemas.openxmlformats.org/drawingml/2006/main" id="88" idx="3"/>
          </p:cNvCxnSpPr>
          <p:nvPr/>
        </p:nvCxnSpPr>
        <p:spPr>
          <a:xfrm xmlns:a="http://schemas.openxmlformats.org/drawingml/2006/main" flipH="1">
            <a:off x="5068253" y="202930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85F44B-C72E-401B-95A5-DADBBA53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76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A2106E1-5F27-41FA-8AEC-67549A55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62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8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2905602" y="20774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8C7F60B-A939-4AAE-A50B-75806F82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62175"/>
            <a:ext cx="4095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4" name="③">
            <a:extLst xmlns:a="http://schemas.openxmlformats.org/drawingml/2006/main">
              <a:ext uri="{FF2B5EF4-FFF2-40B4-BE49-F238E27FC236}">
                <a16:creationId xmlns:a16="http://schemas.microsoft.com/office/drawing/2014/main" id="{E0E4B525-D8D1-441C-AE37-2B3BBF6C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9075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③</a:t>
            </a:r>
          </a:p>
        </p:txBody>
      </p:sp>
      <p:sp>
        <p:nvSpPr>
          <p:cNvPr id="95" name="资源&#10;建链">
            <a:extLst xmlns:a="http://schemas.openxmlformats.org/drawingml/2006/main">
              <a:ext uri="{FF2B5EF4-FFF2-40B4-BE49-F238E27FC236}">
                <a16:creationId xmlns:a16="http://schemas.microsoft.com/office/drawing/2014/main" id="{0F787B09-79D4-4668-A461-3059F834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0"/>
            <a:ext cx="371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建链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78546A5-A667-4E55-AF79-3C7B904B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4324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9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568CF0CF-3B32-4FE7-8FC4-48C482C7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4210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先取执行器，右侧先绑定并导出用户 Thread</a:t>
            </a:r>
          </a:p>
        </p:txBody>
      </p:sp>
      <p:sp>
        <p:nvSpPr>
          <p:cNvPr id="98" name="a  取算法资源、计算需求">
            <a:extLst xmlns:a="http://schemas.openxmlformats.org/drawingml/2006/main">
              <a:ext uri="{FF2B5EF4-FFF2-40B4-BE49-F238E27FC236}">
                <a16:creationId xmlns:a16="http://schemas.microsoft.com/office/drawing/2014/main" id="{ED16279D-E31E-49B2-BA76-E571EFF4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1981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  取算法资源、计算需求</a:t>
            </a:r>
          </a:p>
        </p:txBody>
      </p:sp>
      <p:sp>
        <p:nvSpPr>
          <p:cNvPr id="99" name="b  按需求组织申请">
            <a:extLst xmlns:a="http://schemas.openxmlformats.org/drawingml/2006/main">
              <a:ext uri="{FF2B5EF4-FFF2-40B4-BE49-F238E27FC236}">
                <a16:creationId xmlns:a16="http://schemas.microsoft.com/office/drawing/2014/main" id="{7905CED9-CE26-4DF9-94FC-E985B9E1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09825"/>
            <a:ext cx="2066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  按需求组织申请</a:t>
            </a:r>
          </a:p>
        </p:txBody>
      </p:sp>
      <p:sp>
        <p:nvSpPr>
          <p:cNvPr id="10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FA5515A1-0D8A-4937-AFFE-7F4C96BE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20669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取得算法资源</a:t>
            </a:r>
          </a:p>
        </p:txBody>
      </p:sp>
      <p:sp>
        <p:nvSpPr>
          <p:cNvPr id="10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025D891-33C9-4F5F-ABA3-BB903B48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4140"/>
            <a:ext cx="20669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读算法属性</a:t>
            </a:r>
          </a:p>
        </p:txBody>
      </p:sp>
      <p:sp>
        <p:nvSpPr>
          <p:cNvPr id="10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FF9DA86-906F-491C-93DF-2A4D26A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5105"/>
            <a:ext cx="20669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尝试复用</a:t>
            </a:r>
          </a:p>
        </p:txBody>
      </p:sp>
      <p:sp>
        <p:nvSpPr>
          <p:cNvPr id="10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714738DA-BAD6-4EAF-834B-8EE9D472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6070"/>
            <a:ext cx="20669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形成通信分组</a:t>
            </a:r>
          </a:p>
        </p:txBody>
      </p:sp>
      <p:sp>
        <p:nvSpPr>
          <p:cNvPr id="10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0E93960-9481-4ECA-95FC-2EEAE237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7035"/>
            <a:ext cx="2066925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 Thread / 通道需求</a:t>
            </a:r>
          </a:p>
        </p:txBody>
      </p:sp>
      <p:sp>
        <p:nvSpPr>
          <p:cNvPr id="10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12623A3-7374-4291-B87B-9B0C2117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43175"/>
            <a:ext cx="20764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准备设备资源</a:t>
            </a:r>
          </a:p>
        </p:txBody>
      </p:sp>
      <p:sp>
        <p:nvSpPr>
          <p:cNvPr id="10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9F6EA07-BEF3-4F46-93C0-F2EF3287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644140"/>
            <a:ext cx="20764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按清单申请</a:t>
            </a:r>
          </a:p>
        </p:txBody>
      </p:sp>
      <p:sp>
        <p:nvSpPr>
          <p:cNvPr id="10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F111590C-1F5C-4DD7-AE15-9C28FD84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45105"/>
            <a:ext cx="20764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 Thread 申请</a:t>
            </a:r>
          </a:p>
        </p:txBody>
      </p:sp>
      <p:sp>
        <p:nvSpPr>
          <p:cNvPr id="10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7C4872C9-2804-4128-B43B-786668DD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46070"/>
            <a:ext cx="20764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取得主从队列</a:t>
            </a:r>
          </a:p>
        </p:txBody>
      </p:sp>
      <p:sp>
        <p:nvSpPr>
          <p:cNvPr id="10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6A817BD-C132-44FC-A4E3-E053C464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947035"/>
            <a:ext cx="20764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71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 Peer 建链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5AB2ACA-B97A-4085-8937-31E7AEF5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9E9CC0B-4153-44CE-8A90-8A05E2DA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6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110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2801303" y="2467452"/>
            <a:ext cx="1133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F519B4A-7488-42E5-881B-87ACFC7B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62175"/>
            <a:ext cx="47053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14" name="b  Channel 内部建链顺序">
            <a:extLst xmlns:a="http://schemas.openxmlformats.org/drawingml/2006/main">
              <a:ext uri="{FF2B5EF4-FFF2-40B4-BE49-F238E27FC236}">
                <a16:creationId xmlns:a16="http://schemas.microsoft.com/office/drawing/2014/main" id="{23C79666-F951-458C-816E-8E0DD590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71700"/>
            <a:ext cx="22002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  Channel 内部建链顺序</a:t>
            </a:r>
          </a:p>
        </p:txBody>
      </p:sp>
      <p:sp>
        <p:nvSpPr>
          <p:cNvPr id="11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3D53BD4-4512-4FCD-9AE7-7AF89EC8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81225"/>
            <a:ext cx="2276475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绑定用户流</a:t>
            </a:r>
          </a:p>
        </p:txBody>
      </p:sp>
      <p:sp>
        <p:nvSpPr>
          <p:cNvPr id="11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78283CB-F342-4C0D-AF38-4C5F772E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0290"/>
            <a:ext cx="2276475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用户流导出给设备</a:t>
            </a:r>
          </a:p>
        </p:txBody>
      </p:sp>
      <p:sp>
        <p:nvSpPr>
          <p:cNvPr id="11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4EEF4F9-ACCF-46D2-930A-2DE96CD2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59355"/>
            <a:ext cx="2276475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查询算法资源缓存</a:t>
            </a:r>
          </a:p>
        </p:txBody>
      </p:sp>
      <p:sp>
        <p:nvSpPr>
          <p:cNvPr id="11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F066493-53AC-4FAA-A306-072F1DA5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8420"/>
            <a:ext cx="2276475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取本地 CCL 中转区</a:t>
            </a:r>
          </a:p>
        </p:txBody>
      </p:sp>
      <p:sp>
        <p:nvSpPr>
          <p:cNvPr id="11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164E258-D683-4983-8784-BE1CE2D6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37485"/>
            <a:ext cx="2276475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取得主从 Thread</a:t>
            </a:r>
          </a:p>
        </p:txBody>
      </p:sp>
      <p:sp>
        <p:nvSpPr>
          <p:cNvPr id="12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6FA31C1-82E4-4527-936A-703A8C6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76550"/>
            <a:ext cx="2276475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0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70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 Peer 通道</a:t>
            </a:r>
          </a:p>
        </p:txBody>
      </p:sp>
      <p:sp>
        <p:nvSpPr>
          <p:cNvPr id="12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C85EAD1-10DA-42C7-8B4A-53876CA0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1 BatchCreateSockets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建控制连接</a:t>
            </a:r>
          </a:p>
        </p:txBody>
      </p:sp>
      <p:sp>
        <p:nvSpPr>
          <p:cNvPr id="12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D5E447B-1E15-409C-8A75-6B590363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90775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2 BatchCreateChannels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组织底层资源</a:t>
            </a:r>
          </a:p>
        </p:txBody>
      </p:sp>
      <p:sp>
        <p:nvSpPr>
          <p:cNvPr id="12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264AF33-313C-41AD-9B71-744BE6D4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3 HcommEndpointCreate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创端点</a:t>
            </a:r>
          </a:p>
        </p:txBody>
      </p:sp>
      <p:sp>
        <p:nvSpPr>
          <p:cNvPr id="12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E71B1DD-B820-452C-9396-C77469FC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62225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4 HcommEndpointStartListen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监听</a:t>
            </a:r>
          </a:p>
        </p:txBody>
      </p:sp>
      <p:sp>
        <p:nvSpPr>
          <p:cNvPr id="12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37B70AA-F69D-4CDC-8B3A-9D5D5475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4795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5 HcommMemReg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注册内存</a:t>
            </a:r>
          </a:p>
        </p:txBody>
      </p:sp>
      <p:sp>
        <p:nvSpPr>
          <p:cNvPr id="12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1368403-1697-408E-A4B8-D7ABC8BB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33675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6 HcommCollectiveChannelCreate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建通道</a:t>
            </a:r>
          </a:p>
        </p:txBody>
      </p:sp>
      <p:sp>
        <p:nvSpPr>
          <p:cNvPr id="12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618B2E4-62F1-483E-9720-9A0EBD0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1940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7 BatchConnectChannels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检查连接</a:t>
            </a:r>
          </a:p>
        </p:txBody>
      </p:sp>
      <p:sp>
        <p:nvSpPr>
          <p:cNvPr id="12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60B3D06-ACE5-4C1E-B0A5-0B4C0D6F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05125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8 BatchExchangeAndCheckConsistency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校验两端</a:t>
            </a:r>
          </a:p>
        </p:txBody>
      </p:sp>
      <p:sp>
        <p:nvSpPr>
          <p:cNvPr id="12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91B9030-5DDB-4E37-8E50-CEF00560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90850"/>
            <a:ext cx="2200275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9 FinalizeChannelsByEngine</a:t>
            </a:r>
            <a:r>
              <a:rPr sz="66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整理句柄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F73C62B-2C89-44BE-A1D7-73B446AC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EB799C0-D144-49EF-9DA8-B90CD94A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8" name=""/>
          <p:cNvCxnSpPr>
            <a:stCxn xmlns:a="http://schemas.openxmlformats.org/drawingml/2006/main" id="130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>
            <a:off x="7849553" y="2953227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</a:ln>
        </p:spPr>
      </p:cxn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2DF480F-DC07-4E81-8BB1-93073879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A6DEC80-B230-4F0E-9C0E-AECD8CFF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43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1" name=""/>
          <p:cNvCxnSpPr>
            <a:stCxn xmlns:a="http://schemas.openxmlformats.org/drawingml/2006/main" id="133" idx="0"/>
            <a:endCxn xmlns:a="http://schemas.openxmlformats.org/drawingml/2006/main" id="134" idx="2"/>
          </p:cNvCxnSpPr>
          <p:nvPr/>
        </p:nvCxnSpPr>
        <p:spPr>
          <a:xfrm xmlns:a="http://schemas.openxmlformats.org/drawingml/2006/main" flipV="1">
            <a:off x="7896702" y="2344103"/>
            <a:ext cx="0" cy="60864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3F25F19-3C6C-4D0A-A813-421BE507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43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DE461A1-54F9-4E5E-95D0-7B5EA93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343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4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7897178" y="2343627"/>
            <a:ext cx="371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E37128B-90B9-4ACD-9936-6F1C54D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87E656-A1A8-4593-A69A-4138D73F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47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7" name=""/>
          <p:cNvCxnSpPr>
            <a:stCxn xmlns:a="http://schemas.openxmlformats.org/drawingml/2006/main" id="139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5068253" y="224837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2" name="先绑流">
            <a:extLst xmlns:a="http://schemas.openxmlformats.org/drawingml/2006/main">
              <a:ext uri="{FF2B5EF4-FFF2-40B4-BE49-F238E27FC236}">
                <a16:creationId xmlns:a16="http://schemas.microsoft.com/office/drawing/2014/main" id="{5CD94826-D85A-4C60-A67E-C9E73BF3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24075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先绑流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59514C2-A3B8-4DBE-BDD5-0DCB7F02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59245E9-860B-411C-A7DD-D20B16B0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62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1" name=""/>
          <p:cNvCxnSpPr>
            <a:stCxn xmlns:a="http://schemas.openxmlformats.org/drawingml/2006/main" id="143" idx="1"/>
            <a:endCxn xmlns:a="http://schemas.openxmlformats.org/drawingml/2006/main" id="144" idx="3"/>
          </p:cNvCxnSpPr>
          <p:nvPr/>
        </p:nvCxnSpPr>
        <p:spPr>
          <a:xfrm xmlns:a="http://schemas.openxmlformats.org/drawingml/2006/main" flipH="1">
            <a:off x="5068253" y="236267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97002C6-FDD2-4F81-8837-5F9A4F65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7D5368-FE3E-414E-A36F-6E72015E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4" name=""/>
          <p:cNvCxnSpPr>
            <a:stCxn xmlns:a="http://schemas.openxmlformats.org/drawingml/2006/main" id="146" idx="3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5068253" y="267700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49" name="再申请">
            <a:extLst xmlns:a="http://schemas.openxmlformats.org/drawingml/2006/main">
              <a:ext uri="{FF2B5EF4-FFF2-40B4-BE49-F238E27FC236}">
                <a16:creationId xmlns:a16="http://schemas.microsoft.com/office/drawing/2014/main" id="{4E19FD36-5C71-4AC7-A3B5-C03DFBF8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再申请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5BF3CDF-0CA1-4E21-9610-A224DC69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38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98112F4-BA10-4D90-9268-ECFAFDCA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38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8" name=""/>
          <p:cNvCxnSpPr>
            <a:stCxn xmlns:a="http://schemas.openxmlformats.org/drawingml/2006/main" id="150" idx="1"/>
            <a:endCxn xmlns:a="http://schemas.openxmlformats.org/drawingml/2006/main" id="151" idx="3"/>
          </p:cNvCxnSpPr>
          <p:nvPr/>
        </p:nvCxnSpPr>
        <p:spPr>
          <a:xfrm xmlns:a="http://schemas.openxmlformats.org/drawingml/2006/main" flipH="1">
            <a:off x="5068253" y="303895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0F87564-BB4F-4018-BD05-EB7615E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86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03031F8-3D3E-4A76-A2E7-BC1B6F0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1" name=""/>
          <p:cNvCxnSpPr>
            <a:stCxn xmlns:a="http://schemas.openxmlformats.org/drawingml/2006/main" id="153" idx="2"/>
            <a:endCxn xmlns:a="http://schemas.openxmlformats.org/drawingml/2006/main" id="154" idx="0"/>
          </p:cNvCxnSpPr>
          <p:nvPr/>
        </p:nvCxnSpPr>
        <p:spPr>
          <a:xfrm xmlns:a="http://schemas.openxmlformats.org/drawingml/2006/main">
            <a:off x="2905602" y="308705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617B6BB-C72B-4332-9227-B9D37CC9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171825"/>
            <a:ext cx="4095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7" name="④">
            <a:extLst xmlns:a="http://schemas.openxmlformats.org/drawingml/2006/main">
              <a:ext uri="{FF2B5EF4-FFF2-40B4-BE49-F238E27FC236}">
                <a16:creationId xmlns:a16="http://schemas.microsoft.com/office/drawing/2014/main" id="{42D08CED-2D35-4892-BA0D-4FDEFCF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0040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④</a:t>
            </a:r>
          </a:p>
        </p:txBody>
      </p:sp>
      <p:sp>
        <p:nvSpPr>
          <p:cNvPr id="158" name="交付&#10;上下文">
            <a:extLst xmlns:a="http://schemas.openxmlformats.org/drawingml/2006/main">
              <a:ext uri="{FF2B5EF4-FFF2-40B4-BE49-F238E27FC236}">
                <a16:creationId xmlns:a16="http://schemas.microsoft.com/office/drawing/2014/main" id="{6A7EDDC1-709F-4478-BA2E-C858AC08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390900"/>
            <a:ext cx="3714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交付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上下文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C4544B8A-38FC-4B24-BB31-2443BEBB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4324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6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EF5007A-1E5F-430B-B213-12FE0FDE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81350"/>
            <a:ext cx="422910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先补齐远端 CCL 等通道信息</a:t>
            </a:r>
          </a:p>
        </p:txBody>
      </p:sp>
      <p:sp>
        <p:nvSpPr>
          <p:cNvPr id="16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44E9B22-0369-44E1-B9B6-27DDC9EA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90888"/>
            <a:ext cx="422910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再打包 Thread、Channel 和地址</a:t>
            </a:r>
          </a:p>
        </p:txBody>
      </p:sp>
      <p:sp>
        <p:nvSpPr>
          <p:cNvPr id="16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E52528F-155B-4BA6-AA9E-0CEB6E0F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00425"/>
            <a:ext cx="422910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交付资源描述，不搬本次输入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7177D20-564B-4185-BCC3-16DC038F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71825"/>
            <a:ext cx="4705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6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5588525-824F-4CCE-9074-12474996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459105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查询远端 CCL 地址</a:t>
            </a:r>
          </a:p>
        </p:txBody>
      </p:sp>
      <p:sp>
        <p:nvSpPr>
          <p:cNvPr id="16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791F053-1B65-4650-9DA6-CD8C33EF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0888"/>
            <a:ext cx="459105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取得设备上下文空间</a:t>
            </a:r>
          </a:p>
        </p:txBody>
      </p:sp>
      <p:sp>
        <p:nvSpPr>
          <p:cNvPr id="16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A41AA8D-63D5-4D06-8A42-587FB6BA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0425"/>
            <a:ext cx="4591050" cy="10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复制已打包的资源描述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F05D8D0B-3ECB-410A-A7F9-891AC9FC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E92B334-BBB6-40D8-92AF-F5DC4EC1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5" name=""/>
          <p:cNvCxnSpPr>
            <a:stCxn xmlns:a="http://schemas.openxmlformats.org/drawingml/2006/main" id="167" idx="3"/>
            <a:endCxn xmlns:a="http://schemas.openxmlformats.org/drawingml/2006/main" id="168" idx="1"/>
          </p:cNvCxnSpPr>
          <p:nvPr/>
        </p:nvCxnSpPr>
        <p:spPr>
          <a:xfrm xmlns:a="http://schemas.openxmlformats.org/drawingml/2006/main">
            <a:off x="5068253" y="322945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70" name="查远端">
            <a:extLst xmlns:a="http://schemas.openxmlformats.org/drawingml/2006/main">
              <a:ext uri="{FF2B5EF4-FFF2-40B4-BE49-F238E27FC236}">
                <a16:creationId xmlns:a16="http://schemas.microsoft.com/office/drawing/2014/main" id="{66C4213D-5EC9-4E9C-9C93-D246311E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查远端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0ECEB79F-FD0F-4A6D-A4C6-CC05FAB3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07DF3C9-D927-463E-8267-0052E5E8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9" name=""/>
          <p:cNvCxnSpPr>
            <a:stCxn xmlns:a="http://schemas.openxmlformats.org/drawingml/2006/main" id="171" idx="1"/>
            <a:endCxn xmlns:a="http://schemas.openxmlformats.org/drawingml/2006/main" id="172" idx="3"/>
          </p:cNvCxnSpPr>
          <p:nvPr/>
        </p:nvCxnSpPr>
        <p:spPr>
          <a:xfrm xmlns:a="http://schemas.openxmlformats.org/drawingml/2006/main" flipH="1">
            <a:off x="5068253" y="331517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545B5C"/>
            </a:solidFill>
            <a:prstDash val="dash"/>
            <a:tailEnd type="triangle" w="sm" len="sm"/>
          </a:ln>
        </p:spPr>
      </p:cxn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3FD1028-5451-4E45-8461-C1CCA3A1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28167752-9F14-4AF0-A1DD-EDBFFFF1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48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2" name=""/>
          <p:cNvCxnSpPr>
            <a:stCxn xmlns:a="http://schemas.openxmlformats.org/drawingml/2006/main" id="174" idx="3"/>
            <a:endCxn xmlns:a="http://schemas.openxmlformats.org/drawingml/2006/main" id="175" idx="1"/>
          </p:cNvCxnSpPr>
          <p:nvPr/>
        </p:nvCxnSpPr>
        <p:spPr>
          <a:xfrm xmlns:a="http://schemas.openxmlformats.org/drawingml/2006/main">
            <a:off x="5068253" y="34485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77" name="交付">
            <a:extLst xmlns:a="http://schemas.openxmlformats.org/drawingml/2006/main">
              <a:ext uri="{FF2B5EF4-FFF2-40B4-BE49-F238E27FC236}">
                <a16:creationId xmlns:a16="http://schemas.microsoft.com/office/drawing/2014/main" id="{9590F8C5-34D4-491A-B194-9354AD2D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交付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B9313C6-A9B9-4A62-9AFC-5494E7F7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24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DFD800C9-FE45-421E-8F19-246712C7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9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6" name=""/>
          <p:cNvCxnSpPr>
            <a:stCxn xmlns:a="http://schemas.openxmlformats.org/drawingml/2006/main" id="178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>
            <a:off x="2905602" y="35252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EA2C2B6-72F6-45B3-B4BF-73C86E39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609975"/>
            <a:ext cx="4095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2" name="⑤">
            <a:extLst xmlns:a="http://schemas.openxmlformats.org/drawingml/2006/main">
              <a:ext uri="{FF2B5EF4-FFF2-40B4-BE49-F238E27FC236}">
                <a16:creationId xmlns:a16="http://schemas.microsoft.com/office/drawing/2014/main" id="{6DCD12F6-DF8C-4285-B7A1-368D9731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3855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⑤</a:t>
            </a:r>
          </a:p>
        </p:txBody>
      </p:sp>
      <p:sp>
        <p:nvSpPr>
          <p:cNvPr id="183" name="就绪&#10;发射&#10;等待">
            <a:extLst xmlns:a="http://schemas.openxmlformats.org/drawingml/2006/main">
              <a:ext uri="{FF2B5EF4-FFF2-40B4-BE49-F238E27FC236}">
                <a16:creationId xmlns:a16="http://schemas.microsoft.com/office/drawing/2014/main" id="{56C0B7D4-8EF7-43B5-9369-C0C1F20B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829050"/>
            <a:ext cx="371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就绪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发射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等待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155BF9E-83A1-4244-8D87-AB8A8AF8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43243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8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74F75DB-7FEB-4FE6-BAD2-0AF56BCB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29025"/>
            <a:ext cx="422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组织就绪与完成依赖</a:t>
            </a:r>
          </a:p>
        </p:txBody>
      </p:sp>
      <p:sp>
        <p:nvSpPr>
          <p:cNvPr id="18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FCC4A241-83E2-4D5D-AF08-1249B4A4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790950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GetMainThreadInfo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读取已保存的设备主 Thread</a:t>
            </a:r>
          </a:p>
        </p:txBody>
      </p:sp>
      <p:sp>
        <p:nvSpPr>
          <p:cNvPr id="18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0FF0D7F-BD95-4AFA-B9B0-374F43C1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62400"/>
            <a:ext cx="4229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78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组装参数并调用右侧 ACL Runtime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EFE82416-DAB2-40CA-8F2C-4DEB34C8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09975"/>
            <a:ext cx="47053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8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F0393E0-1C6E-48CD-9F6A-C297AAEC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19500"/>
            <a:ext cx="4591050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将设备主 Thread 导出给 Host</a:t>
            </a:r>
          </a:p>
        </p:txBody>
      </p:sp>
      <p:sp>
        <p:nvSpPr>
          <p:cNvPr id="19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7FADEAD-E53D-450A-BC16-855D16A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52850"/>
            <a:ext cx="4591050" cy="120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再排入“输入就绪”通知</a:t>
            </a:r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62EC1B0-627C-40F8-9DA6-D6A62FE3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4B3B7178-1175-4C69-A8A8-165D1E3A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05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9" name=""/>
          <p:cNvCxnSpPr>
            <a:stCxn xmlns:a="http://schemas.openxmlformats.org/drawingml/2006/main" id="191" idx="3"/>
            <a:endCxn xmlns:a="http://schemas.openxmlformats.org/drawingml/2006/main" id="192" idx="1"/>
          </p:cNvCxnSpPr>
          <p:nvPr/>
        </p:nvCxnSpPr>
        <p:spPr>
          <a:xfrm xmlns:a="http://schemas.openxmlformats.org/drawingml/2006/main">
            <a:off x="5068253" y="370570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194" name="先就绪">
            <a:extLst xmlns:a="http://schemas.openxmlformats.org/drawingml/2006/main">
              <a:ext uri="{FF2B5EF4-FFF2-40B4-BE49-F238E27FC236}">
                <a16:creationId xmlns:a16="http://schemas.microsoft.com/office/drawing/2014/main" id="{5EBC2FA3-F98C-4757-9276-815D54A3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81400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先就绪</a:t>
            </a:r>
          </a:p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04B61BD6-FE3D-4377-B542-0283BC0E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609975"/>
            <a:ext cx="1295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196" name="以下 API 公共前缀：aclrt">
            <a:extLst xmlns:a="http://schemas.openxmlformats.org/drawingml/2006/main">
              <a:ext uri="{FF2B5EF4-FFF2-40B4-BE49-F238E27FC236}">
                <a16:creationId xmlns:a16="http://schemas.microsoft.com/office/drawing/2014/main" id="{A7FBEF81-4704-4C4D-B938-A0394AC3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629025"/>
            <a:ext cx="1219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66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以下 API 公共前缀：aclrt</a:t>
            </a:r>
          </a:p>
        </p:txBody>
      </p:sp>
      <p:sp>
        <p:nvSpPr>
          <p:cNvPr id="19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D6AFDF6-09E4-427A-BB35-44A79646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752850"/>
            <a:ext cx="12192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BinaryGetFunction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找入口</a:t>
            </a:r>
          </a:p>
        </p:txBody>
      </p:sp>
      <p:sp>
        <p:nvSpPr>
          <p:cNvPr id="19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5FC889B-A6FB-400E-B9CE-618FEFE2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855720"/>
            <a:ext cx="12192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KernelArgsInit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建参数</a:t>
            </a:r>
          </a:p>
        </p:txBody>
      </p:sp>
      <p:sp>
        <p:nvSpPr>
          <p:cNvPr id="19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3156F53-5835-4A77-8B12-E433B7FB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958590"/>
            <a:ext cx="12192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KernelArgsAppend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加参数</a:t>
            </a:r>
          </a:p>
        </p:txBody>
      </p:sp>
      <p:sp>
        <p:nvSpPr>
          <p:cNvPr id="20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40E5A25-417E-4192-8C65-3B1EBCE3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061460"/>
            <a:ext cx="12192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KernelArgsFinalize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封装</a:t>
            </a:r>
          </a:p>
        </p:txBody>
      </p:sp>
      <p:sp>
        <p:nvSpPr>
          <p:cNvPr id="20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E35346C-6DC0-41F8-94FE-CA80A2BE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164330"/>
            <a:ext cx="1219200" cy="10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5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LaunchKernelWithConfig</a:t>
            </a:r>
            <a:r>
              <a:rPr sz="65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发射</a:t>
            </a:r>
          </a:p>
        </p:txBody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7920375-396F-4AAB-B2CC-DD6821EA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19BC220-BA16-4868-925B-95AC96B9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0" name=""/>
          <p:cNvCxnSpPr>
            <a:stCxn xmlns:a="http://schemas.openxmlformats.org/drawingml/2006/main" id="202" idx="3"/>
            <a:endCxn xmlns:a="http://schemas.openxmlformats.org/drawingml/2006/main" id="203" idx="1"/>
          </p:cNvCxnSpPr>
          <p:nvPr/>
        </p:nvCxnSpPr>
        <p:spPr>
          <a:xfrm xmlns:a="http://schemas.openxmlformats.org/drawingml/2006/main">
            <a:off x="5068253" y="4010502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45DA3A20-0BE5-4A12-8749-DF9F2907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010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C0ED5AA-63AA-4E56-9930-FFC63D78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3" name=""/>
          <p:cNvCxnSpPr>
            <a:stCxn xmlns:a="http://schemas.openxmlformats.org/drawingml/2006/main" id="205" idx="0"/>
            <a:endCxn xmlns:a="http://schemas.openxmlformats.org/drawingml/2006/main" id="206" idx="2"/>
          </p:cNvCxnSpPr>
          <p:nvPr/>
        </p:nvCxnSpPr>
        <p:spPr>
          <a:xfrm xmlns:a="http://schemas.openxmlformats.org/drawingml/2006/main" flipV="1">
            <a:off x="5248752" y="3934778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181B1126-A736-4814-8366-38205AA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2670F93-51E5-446B-8702-69437CB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6" name=""/>
          <p:cNvCxnSpPr>
            <a:stCxn xmlns:a="http://schemas.openxmlformats.org/drawingml/2006/main" id="208" idx="3"/>
            <a:endCxn xmlns:a="http://schemas.openxmlformats.org/drawingml/2006/main" id="209" idx="1"/>
          </p:cNvCxnSpPr>
          <p:nvPr/>
        </p:nvCxnSpPr>
        <p:spPr>
          <a:xfrm xmlns:a="http://schemas.openxmlformats.org/drawingml/2006/main">
            <a:off x="5249228" y="3934302"/>
            <a:ext cx="5161597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681E010D-0CBB-48E8-A471-06AC5437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933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D9C2260-74A7-41E9-A70C-963FE6F8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9" name=""/>
          <p:cNvCxnSpPr>
            <a:stCxn xmlns:a="http://schemas.openxmlformats.org/drawingml/2006/main" id="211" idx="0"/>
            <a:endCxn xmlns:a="http://schemas.openxmlformats.org/drawingml/2006/main" id="212" idx="2"/>
          </p:cNvCxnSpPr>
          <p:nvPr/>
        </p:nvCxnSpPr>
        <p:spPr>
          <a:xfrm xmlns:a="http://schemas.openxmlformats.org/drawingml/2006/main" flipV="1">
            <a:off x="10411302" y="3744278"/>
            <a:ext cx="0" cy="18954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</a:ln>
        </p:spPr>
      </p:cxn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6A1BC8C9-4E06-4A0F-8EA9-1216138F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388C63E3-6DF0-4808-A257-D42BECAB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2" name=""/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10411778" y="3743802"/>
            <a:ext cx="218122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17" name="提交 Kernel">
            <a:extLst xmlns:a="http://schemas.openxmlformats.org/drawingml/2006/main">
              <a:ext uri="{FF2B5EF4-FFF2-40B4-BE49-F238E27FC236}">
                <a16:creationId xmlns:a16="http://schemas.microsoft.com/office/drawing/2014/main" id="{7F00271F-0C4D-4BF7-8B40-ABE4952D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933825"/>
            <a:ext cx="11049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提交 Kernel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0D4932C-1874-490B-96AD-F7D153C6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57650"/>
            <a:ext cx="4705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1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2B82CA4-822C-4A0B-9037-0D43CC8C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67175"/>
            <a:ext cx="45910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发射后排入“等待设备完成”</a:t>
            </a:r>
          </a:p>
        </p:txBody>
      </p:sp>
      <p:sp>
        <p:nvSpPr>
          <p:cNvPr id="220" name="等待先入队，底部⑧的完成通知到达后才能继续。">
            <a:extLst xmlns:a="http://schemas.openxmlformats.org/drawingml/2006/main">
              <a:ext uri="{FF2B5EF4-FFF2-40B4-BE49-F238E27FC236}">
                <a16:creationId xmlns:a16="http://schemas.microsoft.com/office/drawing/2014/main" id="{A6B70EDC-5FF1-46C9-945F-E9D6A4E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81475"/>
            <a:ext cx="45910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等待先入队，底部⑧的完成通知到达后才能继续。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E0B2EB86-45D6-4582-946B-39C2832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FA488E14-33A9-4B70-879E-997D5C09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10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9" name=""/>
          <p:cNvCxnSpPr>
            <a:stCxn xmlns:a="http://schemas.openxmlformats.org/drawingml/2006/main" id="221" idx="2"/>
            <a:endCxn xmlns:a="http://schemas.openxmlformats.org/drawingml/2006/main" id="222" idx="0"/>
          </p:cNvCxnSpPr>
          <p:nvPr/>
        </p:nvCxnSpPr>
        <p:spPr>
          <a:xfrm xmlns:a="http://schemas.openxmlformats.org/drawingml/2006/main">
            <a:off x="11287602" y="427767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F5AF060D-EBD5-46AA-9D87-F9995C08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410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F01D6C1-3E00-44FF-8B8D-6941CAFA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10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2" name=""/>
          <p:cNvCxnSpPr>
            <a:stCxn xmlns:a="http://schemas.openxmlformats.org/drawingml/2006/main" id="224" idx="1"/>
            <a:endCxn xmlns:a="http://schemas.openxmlformats.org/drawingml/2006/main" id="225" idx="3"/>
          </p:cNvCxnSpPr>
          <p:nvPr/>
        </p:nvCxnSpPr>
        <p:spPr>
          <a:xfrm xmlns:a="http://schemas.openxmlformats.org/drawingml/2006/main" flipH="1">
            <a:off x="2906078" y="4410552"/>
            <a:ext cx="8381047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</a:ln>
        </p:spPr>
      </p:cxn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AC62BF6-2C07-4D87-8C56-3A689342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10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81C249D6-D7D8-436B-BD36-F3A57958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33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5" name=""/>
          <p:cNvCxnSpPr>
            <a:stCxn xmlns:a="http://schemas.openxmlformats.org/drawingml/2006/main" id="227" idx="2"/>
            <a:endCxn xmlns:a="http://schemas.openxmlformats.org/drawingml/2006/main" id="228" idx="0"/>
          </p:cNvCxnSpPr>
          <p:nvPr/>
        </p:nvCxnSpPr>
        <p:spPr>
          <a:xfrm xmlns:a="http://schemas.openxmlformats.org/drawingml/2006/main">
            <a:off x="2905602" y="44110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931C25"/>
            </a:solidFill>
            <a:prstDash val="solid"/>
            <a:tailEnd type="triangle" w="sm" len="sm"/>
          </a:ln>
        </p:spPr>
      </p:cxn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7AEF7B2-0736-4453-A69F-599070C7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33875"/>
            <a:ext cx="30956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231" name="执行位置切换：上半区 Host，下半区 AICPU">
            <a:extLst xmlns:a="http://schemas.openxmlformats.org/drawingml/2006/main">
              <a:ext uri="{FF2B5EF4-FFF2-40B4-BE49-F238E27FC236}">
                <a16:creationId xmlns:a16="http://schemas.microsoft.com/office/drawing/2014/main" id="{46FE732E-8164-4B76-8DAF-65461C8B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33875"/>
            <a:ext cx="3038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执行位置切换：上半区 Host，下半区 AICPU</a:t>
            </a:r>
          </a:p>
        </p:txBody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8216A4F4-7F7D-4C11-8731-647B389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533900"/>
            <a:ext cx="409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3" name="⑥">
            <a:extLst xmlns:a="http://schemas.openxmlformats.org/drawingml/2006/main">
              <a:ext uri="{FF2B5EF4-FFF2-40B4-BE49-F238E27FC236}">
                <a16:creationId xmlns:a16="http://schemas.microsoft.com/office/drawing/2014/main" id="{FBB7F848-7C44-4046-ACE8-B0F66C7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624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⑥</a:t>
            </a:r>
          </a:p>
        </p:txBody>
      </p:sp>
      <p:sp>
        <p:nvSpPr>
          <p:cNvPr id="234" name="设备&#10;入口">
            <a:extLst xmlns:a="http://schemas.openxmlformats.org/drawingml/2006/main">
              <a:ext uri="{FF2B5EF4-FFF2-40B4-BE49-F238E27FC236}">
                <a16:creationId xmlns:a16="http://schemas.microsoft.com/office/drawing/2014/main" id="{B569684F-2177-458B-B1A5-763805F6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752975"/>
            <a:ext cx="371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设备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入口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2C0CD59D-822A-4D5C-8CD4-44671B8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324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3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EF0285B-8F9E-4C7D-8EAD-EEFFB2B8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52950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0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80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80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设备入口，恢复本次请求</a:t>
            </a:r>
          </a:p>
        </p:txBody>
      </p:sp>
      <p:sp>
        <p:nvSpPr>
          <p:cNvPr id="23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2813D0F-9026-4DC3-A2E7-BABC20FA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86300"/>
            <a:ext cx="2143125" cy="10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恢复资源</a:t>
            </a:r>
          </a:p>
        </p:txBody>
      </p:sp>
      <p:sp>
        <p:nvSpPr>
          <p:cNvPr id="23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1280BC95-BDE7-4BA7-98C4-CAE52C9B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86300"/>
            <a:ext cx="2105025" cy="10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恢复数量与位移</a:t>
            </a:r>
          </a:p>
        </p:txBody>
      </p:sp>
      <p:sp>
        <p:nvSpPr>
          <p:cNvPr id="23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B720D56-B8EB-48F8-B30D-041C6C90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00600"/>
            <a:ext cx="2143125" cy="10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组织任务生成</a:t>
            </a:r>
          </a:p>
        </p:txBody>
      </p:sp>
      <p:sp>
        <p:nvSpPr>
          <p:cNvPr id="24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5EB44B6-8D28-46EA-A943-BCFB3DD4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800600"/>
            <a:ext cx="2105025" cy="10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取得设备执行器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7AB2EA00-F9AD-4F90-A3A8-14D5FE91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33900"/>
            <a:ext cx="470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4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5025982-3FE9-4723-9BC3-4422CF83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52950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保护通信域使用</a:t>
            </a:r>
          </a:p>
        </p:txBody>
      </p:sp>
      <p:sp>
        <p:nvSpPr>
          <p:cNvPr id="24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265F5DC-1CEC-4221-87AD-1614BFB8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70108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开启批量任务提交</a:t>
            </a:r>
          </a:p>
        </p:txBody>
      </p:sp>
      <p:sp>
        <p:nvSpPr>
          <p:cNvPr id="24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B6B4B386-78C5-4980-B0F0-A1F09E37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87265"/>
            <a:ext cx="4591050" cy="11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6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等输入就绪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0DD5C7F-A010-42C5-B009-91A4FD00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862784ED-126E-4742-957C-A1D48316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3" name=""/>
          <p:cNvCxnSpPr>
            <a:stCxn xmlns:a="http://schemas.openxmlformats.org/drawingml/2006/main" id="245" idx="3"/>
            <a:endCxn xmlns:a="http://schemas.openxmlformats.org/drawingml/2006/main" id="246" idx="1"/>
          </p:cNvCxnSpPr>
          <p:nvPr/>
        </p:nvCxnSpPr>
        <p:spPr>
          <a:xfrm xmlns:a="http://schemas.openxmlformats.org/drawingml/2006/main">
            <a:off x="5068253" y="466772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48" name="入队">
            <a:extLst xmlns:a="http://schemas.openxmlformats.org/drawingml/2006/main">
              <a:ext uri="{FF2B5EF4-FFF2-40B4-BE49-F238E27FC236}">
                <a16:creationId xmlns:a16="http://schemas.microsoft.com/office/drawing/2014/main" id="{2B88D078-23C4-4E3F-8E40-306FBEA0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43425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入队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34A1F5EF-F63F-408F-B3A1-A61E0552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29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3A4F72FE-129E-4116-8096-66FFF084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7" name=""/>
          <p:cNvCxnSpPr>
            <a:stCxn xmlns:a="http://schemas.openxmlformats.org/drawingml/2006/main" id="249" idx="1"/>
            <a:endCxn xmlns:a="http://schemas.openxmlformats.org/drawingml/2006/main" id="250" idx="3"/>
          </p:cNvCxnSpPr>
          <p:nvPr/>
        </p:nvCxnSpPr>
        <p:spPr>
          <a:xfrm xmlns:a="http://schemas.openxmlformats.org/drawingml/2006/main" flipH="1">
            <a:off x="5468303" y="3829527"/>
            <a:ext cx="371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dash"/>
          </a:ln>
        </p:spPr>
      </p:cxn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3A1E2D51-1E5E-476A-BD24-8D54AC23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29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481CCD41-17B0-4C88-892F-F4999530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0" name=""/>
          <p:cNvCxnSpPr>
            <a:stCxn xmlns:a="http://schemas.openxmlformats.org/drawingml/2006/main" id="252" idx="2"/>
            <a:endCxn xmlns:a="http://schemas.openxmlformats.org/drawingml/2006/main" id="253" idx="0"/>
          </p:cNvCxnSpPr>
          <p:nvPr/>
        </p:nvCxnSpPr>
        <p:spPr>
          <a:xfrm xmlns:a="http://schemas.openxmlformats.org/drawingml/2006/main">
            <a:off x="5467827" y="3830003"/>
            <a:ext cx="0" cy="1046797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dash"/>
          </a:ln>
        </p:spPr>
      </p:cxn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0696DFEC-80F3-4C88-95F0-BBB8FE9A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24FD195F-38DC-4FDB-BBB6-A714F3F0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3" name=""/>
          <p:cNvCxnSpPr>
            <a:stCxn xmlns:a="http://schemas.openxmlformats.org/drawingml/2006/main" id="255" idx="3"/>
            <a:endCxn xmlns:a="http://schemas.openxmlformats.org/drawingml/2006/main" id="256" idx="1"/>
          </p:cNvCxnSpPr>
          <p:nvPr/>
        </p:nvCxnSpPr>
        <p:spPr>
          <a:xfrm xmlns:a="http://schemas.openxmlformats.org/drawingml/2006/main">
            <a:off x="5468303" y="4877277"/>
            <a:ext cx="371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71A9D40B-BF55-4201-807D-792A87A9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651C0D7-DE5E-485B-8718-1C7FF05F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029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6" name=""/>
          <p:cNvCxnSpPr>
            <a:stCxn xmlns:a="http://schemas.openxmlformats.org/drawingml/2006/main" id="258" idx="2"/>
            <a:endCxn xmlns:a="http://schemas.openxmlformats.org/drawingml/2006/main" id="259" idx="0"/>
          </p:cNvCxnSpPr>
          <p:nvPr/>
        </p:nvCxnSpPr>
        <p:spPr>
          <a:xfrm xmlns:a="http://schemas.openxmlformats.org/drawingml/2006/main">
            <a:off x="2905602" y="49349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2B0F9C75-DEC8-4E66-98C7-CF76EBC1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29200"/>
            <a:ext cx="409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2" name="⑦">
            <a:extLst xmlns:a="http://schemas.openxmlformats.org/drawingml/2006/main">
              <a:ext uri="{FF2B5EF4-FFF2-40B4-BE49-F238E27FC236}">
                <a16:creationId xmlns:a16="http://schemas.microsoft.com/office/drawing/2014/main" id="{00FFEF9A-D02E-41F9-9EC7-9211F5EE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0577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⑦</a:t>
            </a:r>
          </a:p>
        </p:txBody>
      </p:sp>
      <p:sp>
        <p:nvSpPr>
          <p:cNvPr id="263" name="逐块&#10;逐轮&#10;逐对端">
            <a:extLst xmlns:a="http://schemas.openxmlformats.org/drawingml/2006/main">
              <a:ext uri="{FF2B5EF4-FFF2-40B4-BE49-F238E27FC236}">
                <a16:creationId xmlns:a16="http://schemas.microsoft.com/office/drawing/2014/main" id="{2147E91F-F117-4B35-9AE0-55A19898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248275"/>
            <a:ext cx="3714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逐块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逐轮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逐对端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EB7C3316-1993-46FC-AAB2-D9A42CEC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4324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65" name="a  执行器分块，Mesh 模板分轮">
            <a:extLst xmlns:a="http://schemas.openxmlformats.org/drawingml/2006/main">
              <a:ext uri="{FF2B5EF4-FFF2-40B4-BE49-F238E27FC236}">
                <a16:creationId xmlns:a16="http://schemas.microsoft.com/office/drawing/2014/main" id="{DE9A1487-7B8A-468E-B177-C90E52CB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38725"/>
            <a:ext cx="19812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  执行器分块，Mesh 模板分轮</a:t>
            </a:r>
          </a:p>
        </p:txBody>
      </p:sp>
      <p:sp>
        <p:nvSpPr>
          <p:cNvPr id="266" name="b  每轮按 Peer / Channel 展开">
            <a:extLst xmlns:a="http://schemas.openxmlformats.org/drawingml/2006/main">
              <a:ext uri="{FF2B5EF4-FFF2-40B4-BE49-F238E27FC236}">
                <a16:creationId xmlns:a16="http://schemas.microsoft.com/office/drawing/2014/main" id="{89BC4A35-E9BE-4527-BF7E-7183A144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38725"/>
            <a:ext cx="2066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43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b  每轮按 Peer / Channel 展开</a:t>
            </a:r>
          </a:p>
        </p:txBody>
      </p:sp>
      <p:sp>
        <p:nvSpPr>
          <p:cNvPr id="26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1BB7E41-B872-4B37-AF6F-26455590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恢复各 Peer 收发信息</a:t>
            </a:r>
          </a:p>
        </p:txBody>
      </p:sp>
      <p:sp>
        <p:nvSpPr>
          <p:cNvPr id="26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EF56858-5BC7-44AC-83F0-BAC14B53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9705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按容量分块</a:t>
            </a:r>
          </a:p>
        </p:txBody>
      </p:sp>
      <p:sp>
        <p:nvSpPr>
          <p:cNvPr id="26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B0CA6AB-5EC6-4F31-AD82-57C0916D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6860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算中转需求</a:t>
            </a:r>
          </a:p>
        </p:txBody>
      </p:sp>
      <p:sp>
        <p:nvSpPr>
          <p:cNvPr id="27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760C81C7-604B-4D94-907E-FE7DDA13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4015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KernelRun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处理当前块</a:t>
            </a:r>
          </a:p>
        </p:txBody>
      </p:sp>
      <p:sp>
        <p:nvSpPr>
          <p:cNvPr id="27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D3E02BC-D794-4EC9-8D80-E7E3544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1170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组织本块通信</a:t>
            </a:r>
          </a:p>
        </p:txBody>
      </p:sp>
      <p:sp>
        <p:nvSpPr>
          <p:cNvPr id="27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A000298-65FA-42EA-8EDC-697F7055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8325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算轮次数</a:t>
            </a:r>
          </a:p>
        </p:txBody>
      </p:sp>
      <p:sp>
        <p:nvSpPr>
          <p:cNvPr id="27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45634C0-F18D-4E7F-BAAA-F9D2DB62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45480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选本轮 Peer</a:t>
            </a:r>
          </a:p>
        </p:txBody>
      </p:sp>
      <p:sp>
        <p:nvSpPr>
          <p:cNvPr id="27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022EC71-BFC5-494F-AAA9-88F2D33A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2635"/>
            <a:ext cx="2066925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首轮处理自己分片</a:t>
            </a:r>
          </a:p>
        </p:txBody>
      </p:sp>
      <p:sp>
        <p:nvSpPr>
          <p:cNvPr id="27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FEC6AA2E-716A-44DA-B672-764D7C6C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162550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Peer 组织</a:t>
            </a:r>
          </a:p>
        </p:txBody>
      </p:sp>
      <p:sp>
        <p:nvSpPr>
          <p:cNvPr id="27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DE6EECA-74AA-4F58-9907-450E7CCD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59705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按端口切片</a:t>
            </a:r>
          </a:p>
        </p:txBody>
      </p:sp>
      <p:sp>
        <p:nvSpPr>
          <p:cNvPr id="27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32DFD10-570F-4495-9A83-97D33F41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356860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逐 Channel 组织</a:t>
            </a:r>
          </a:p>
        </p:txBody>
      </p:sp>
      <p:sp>
        <p:nvSpPr>
          <p:cNvPr id="27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5299929-6E31-417C-A921-26CBDA32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454015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 CCL 槽位</a:t>
            </a:r>
          </a:p>
        </p:txBody>
      </p:sp>
      <p:sp>
        <p:nvSpPr>
          <p:cNvPr id="27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A1C5A10-3FDC-4622-B093-B89F9210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551170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算源、目的、字节数</a:t>
            </a:r>
          </a:p>
        </p:txBody>
      </p:sp>
      <p:sp>
        <p:nvSpPr>
          <p:cNvPr id="28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E0CF078-A1AB-4206-98EB-9AB66A9D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648325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选择收发包装</a:t>
            </a:r>
          </a:p>
        </p:txBody>
      </p:sp>
      <p:sp>
        <p:nvSpPr>
          <p:cNvPr id="28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E2126721-AB5A-48E4-8716-3DF3FCC9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745480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A–E</a:t>
            </a:r>
          </a:p>
        </p:txBody>
      </p:sp>
      <p:sp>
        <p:nvSpPr>
          <p:cNvPr id="28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D7CDC868-868C-4358-BC9D-A02C23F7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842635"/>
            <a:ext cx="2076450" cy="9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682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PostCopy</a:t>
            </a:r>
            <a:r>
              <a:rPr sz="682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调用右侧 F 拷出 CCL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8405DE9-8E1F-45A4-A5D0-294156DD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C9832C5-9A32-458E-A65A-C7C7E684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95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1" name=""/>
          <p:cNvCxnSpPr>
            <a:stCxn xmlns:a="http://schemas.openxmlformats.org/drawingml/2006/main" id="283" idx="3"/>
            <a:endCxn xmlns:a="http://schemas.openxmlformats.org/drawingml/2006/main" id="284" idx="1"/>
          </p:cNvCxnSpPr>
          <p:nvPr/>
        </p:nvCxnSpPr>
        <p:spPr>
          <a:xfrm xmlns:a="http://schemas.openxmlformats.org/drawingml/2006/main">
            <a:off x="2810828" y="5096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F4DF4158-6F54-44CD-B01E-CB1B6416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029200"/>
            <a:ext cx="4705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28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AB6A5700-CE85-48BB-9759-07009B28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03872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有从 Thread 时，主通知从开始</a:t>
            </a:r>
          </a:p>
        </p:txBody>
      </p:sp>
      <p:sp>
        <p:nvSpPr>
          <p:cNvPr id="288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6ADE0F91-2137-4B87-82D6-B0F0D6E9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39690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从等主，继承输入就绪依赖</a:t>
            </a:r>
          </a:p>
        </p:txBody>
      </p:sp>
      <p:sp>
        <p:nvSpPr>
          <p:cNvPr id="289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FE43665-B310-449B-8395-CB18FCE6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4065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自己的分片直接拷到输出</a:t>
            </a:r>
          </a:p>
        </p:txBody>
      </p:sp>
      <p:sp>
        <p:nvSpPr>
          <p:cNvPr id="29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82D7688F-A443-40DE-A849-50585082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41620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  HcommChannelNotifyRecordOnThread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发 ACK，告知本端可接收</a:t>
            </a:r>
          </a:p>
        </p:txBody>
      </p:sp>
      <p:sp>
        <p:nvSpPr>
          <p:cNvPr id="29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88A47CC-167C-41FD-8BB5-D866D509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4258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  HcommChannelNotifyWaitOnThread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 ACK，确认对端可接收</a:t>
            </a:r>
          </a:p>
        </p:txBody>
      </p:sp>
      <p:sp>
        <p:nvSpPr>
          <p:cNvPr id="29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DCA3133-BAD1-48DD-8529-D080C6EE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43550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  HcommWriteOnThread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本地输入写入对端 CCL（每个非零分片）</a:t>
            </a:r>
          </a:p>
        </p:txBody>
      </p:sp>
      <p:sp>
        <p:nvSpPr>
          <p:cNvPr id="293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6B86EAF-6673-486F-8A71-8A1413B6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4451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  HcommChannelNotifyRecordOnThread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发 DATA_SIGNAL，告知本阶段写完</a:t>
            </a:r>
          </a:p>
        </p:txBody>
      </p:sp>
      <p:sp>
        <p:nvSpPr>
          <p:cNvPr id="294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9EBC1DF0-B283-423C-8D25-EB4E837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745480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E  HcommChannelNotifyWaitOnThread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等反向 DATA_SIGNAL</a:t>
            </a:r>
          </a:p>
        </p:txBody>
      </p:sp>
      <p:sp>
        <p:nvSpPr>
          <p:cNvPr id="295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C59726AD-99ED-42F7-9A67-51DAD00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846445"/>
            <a:ext cx="4591050" cy="10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3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  HcommLocalCopyOnThread</a:t>
            </a:r>
            <a:r>
              <a:rPr sz="735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本地 CCL 拷入自己的用户输出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A3261E21-589E-4502-BEB6-3440D54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56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2196C42-0DFC-4D1D-83C3-89750C9A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56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4" name=""/>
          <p:cNvCxnSpPr>
            <a:stCxn xmlns:a="http://schemas.openxmlformats.org/drawingml/2006/main" id="296" idx="3"/>
            <a:endCxn xmlns:a="http://schemas.openxmlformats.org/drawingml/2006/main" id="297" idx="1"/>
          </p:cNvCxnSpPr>
          <p:nvPr/>
        </p:nvCxnSpPr>
        <p:spPr>
          <a:xfrm xmlns:a="http://schemas.openxmlformats.org/drawingml/2006/main">
            <a:off x="5068253" y="5563077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99" name="搬运">
            <a:extLst xmlns:a="http://schemas.openxmlformats.org/drawingml/2006/main">
              <a:ext uri="{FF2B5EF4-FFF2-40B4-BE49-F238E27FC236}">
                <a16:creationId xmlns:a16="http://schemas.microsoft.com/office/drawing/2014/main" id="{0ABB297C-A309-4753-9B05-AA2DABE8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38775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搬运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D07A5F8A-0C46-4DFE-AD7A-01C8B2E7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ECFA10EE-024B-46ED-8CEB-E23D09F8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6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48" name=""/>
          <p:cNvCxnSpPr>
            <a:stCxn xmlns:a="http://schemas.openxmlformats.org/drawingml/2006/main" id="300" idx="1"/>
            <a:endCxn xmlns:a="http://schemas.openxmlformats.org/drawingml/2006/main" id="301" idx="3"/>
          </p:cNvCxnSpPr>
          <p:nvPr/>
        </p:nvCxnSpPr>
        <p:spPr>
          <a:xfrm xmlns:a="http://schemas.openxmlformats.org/drawingml/2006/main" flipH="1">
            <a:off x="696278" y="5867877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45B5C"/>
            </a:solidFill>
            <a:prstDash val="solid"/>
          </a:ln>
        </p:spPr>
      </p:cxn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F0D54B3B-3EB1-4A5E-8D10-82C15869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67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05028490-823E-4FE9-91D2-E82D5CD8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1" name=""/>
          <p:cNvCxnSpPr>
            <a:stCxn xmlns:a="http://schemas.openxmlformats.org/drawingml/2006/main" id="303" idx="0"/>
            <a:endCxn xmlns:a="http://schemas.openxmlformats.org/drawingml/2006/main" id="304" idx="2"/>
          </p:cNvCxnSpPr>
          <p:nvPr/>
        </p:nvCxnSpPr>
        <p:spPr>
          <a:xfrm xmlns:a="http://schemas.openxmlformats.org/drawingml/2006/main" flipV="1">
            <a:off x="695802" y="5153978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45B5C"/>
            </a:solidFill>
            <a:prstDash val="solid"/>
          </a:ln>
        </p:spPr>
      </p:cxn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521AFC9A-E5EC-41F6-B926-B6F3BDFC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61F7D427-29F0-4C4E-800B-07132626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4" name=""/>
          <p:cNvCxnSpPr>
            <a:stCxn xmlns:a="http://schemas.openxmlformats.org/drawingml/2006/main" id="306" idx="3"/>
            <a:endCxn xmlns:a="http://schemas.openxmlformats.org/drawingml/2006/main" id="307" idx="1"/>
          </p:cNvCxnSpPr>
          <p:nvPr/>
        </p:nvCxnSpPr>
        <p:spPr>
          <a:xfrm xmlns:a="http://schemas.openxmlformats.org/drawingml/2006/main">
            <a:off x="696278" y="5153502"/>
            <a:ext cx="46672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545B5C"/>
            </a:solidFill>
            <a:prstDash val="solid"/>
            <a:tailEnd type="triangle" w="sm" len="sm"/>
          </a:ln>
        </p:spPr>
      </p:cxn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31B00410-5A42-477B-9BFB-6BCF747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96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20E84F70-645A-4998-A907-D3B1C8AA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7" name=""/>
          <p:cNvCxnSpPr>
            <a:stCxn xmlns:a="http://schemas.openxmlformats.org/drawingml/2006/main" id="309" idx="2"/>
            <a:endCxn xmlns:a="http://schemas.openxmlformats.org/drawingml/2006/main" id="310" idx="0"/>
          </p:cNvCxnSpPr>
          <p:nvPr/>
        </p:nvCxnSpPr>
        <p:spPr>
          <a:xfrm xmlns:a="http://schemas.openxmlformats.org/drawingml/2006/main">
            <a:off x="2905602" y="59636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563D0E0-0F20-44E2-8037-626467E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048375"/>
            <a:ext cx="4095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13" name="⑧">
            <a:extLst xmlns:a="http://schemas.openxmlformats.org/drawingml/2006/main">
              <a:ext uri="{FF2B5EF4-FFF2-40B4-BE49-F238E27FC236}">
                <a16:creationId xmlns:a16="http://schemas.microsoft.com/office/drawing/2014/main" id="{B43F94D3-A31B-41C8-B28C-56C057CD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076950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⑧</a:t>
            </a:r>
          </a:p>
        </p:txBody>
      </p:sp>
      <p:sp>
        <p:nvSpPr>
          <p:cNvPr id="314" name="汇合&#10;完成">
            <a:extLst xmlns:a="http://schemas.openxmlformats.org/drawingml/2006/main">
              <a:ext uri="{FF2B5EF4-FFF2-40B4-BE49-F238E27FC236}">
                <a16:creationId xmlns:a16="http://schemas.microsoft.com/office/drawing/2014/main" id="{6FB7E891-F4A3-4522-800E-5E3F7E5D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267450"/>
            <a:ext cx="371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汇合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完成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00EB637C-5345-4E97-8378-89138B37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4324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316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A851B2F-1B78-4D79-9E43-D4CFF259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067425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773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本块主 Thread 等齐从 Thread</a:t>
            </a:r>
          </a:p>
        </p:txBody>
      </p:sp>
      <p:sp>
        <p:nvSpPr>
          <p:cNvPr id="317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2DE8E1E1-F9F8-4240-960B-8EBD23CF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200775"/>
            <a:ext cx="42291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57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757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还有块则回⑦，全部编排完返回 Kernel</a:t>
            </a:r>
          </a:p>
        </p:txBody>
      </p:sp>
      <p:sp>
        <p:nvSpPr>
          <p:cNvPr id="318" name="完成依赖满足后，用户流后续任务才可使用 recvBuf。">
            <a:extLst xmlns:a="http://schemas.openxmlformats.org/drawingml/2006/main">
              <a:ext uri="{FF2B5EF4-FFF2-40B4-BE49-F238E27FC236}">
                <a16:creationId xmlns:a16="http://schemas.microsoft.com/office/drawing/2014/main" id="{AFFDD3BC-51B3-4831-9F67-1BF07827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353175"/>
            <a:ext cx="422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76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完成依赖满足后，用户流后续任务才可使用 recvBuf。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3F96A4C4-5707-42BE-8127-C904D60F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048375"/>
            <a:ext cx="4705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8C908B"/>
            </a:solidFill>
          </a:ln>
        </p:spPr>
      </p:sp>
      <p:sp>
        <p:nvSpPr>
          <p:cNvPr id="320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4573D523-044E-4CEC-AB09-5DA1ED78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57900"/>
            <a:ext cx="4591050" cy="10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主 Thread 排入汇合等待</a:t>
            </a:r>
          </a:p>
        </p:txBody>
      </p:sp>
      <p:sp>
        <p:nvSpPr>
          <p:cNvPr id="321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006C1351-0964-40F4-892F-B981A4B0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164580"/>
            <a:ext cx="4591050" cy="10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从 Thread 通知主 Thread</a:t>
            </a:r>
          </a:p>
        </p:txBody>
      </p:sp>
      <p:sp>
        <p:nvSpPr>
          <p:cNvPr id="322" name="函数与作用">
            <a:extLst xmlns:a="http://schemas.openxmlformats.org/drawingml/2006/main">
              <a:ext uri="{FF2B5EF4-FFF2-40B4-BE49-F238E27FC236}">
                <a16:creationId xmlns:a16="http://schemas.microsoft.com/office/drawing/2014/main" id="{3F232ACF-636C-4FE7-9F41-4141DA1C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271260"/>
            <a:ext cx="4591050" cy="106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728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全部块之后，主通知用户流完成</a:t>
            </a:r>
          </a:p>
        </p:txBody>
      </p:sp>
      <p:sp>
        <p:nvSpPr>
          <p:cNvPr id="323" name="HcommBatchModeEnd：结束批模式 / HcommReleaseComm：退出域使用保护">
            <a:extLst xmlns:a="http://schemas.openxmlformats.org/drawingml/2006/main">
              <a:ext uri="{FF2B5EF4-FFF2-40B4-BE49-F238E27FC236}">
                <a16:creationId xmlns:a16="http://schemas.microsoft.com/office/drawing/2014/main" id="{D1607DBA-081C-4EEF-AA91-2FF9816F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381750"/>
            <a:ext cx="459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2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HcommBatchModeEnd：结束批模式 / HcommReleaseComm：退出域使用保护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FF41620-0988-4CF4-9FDD-216700C5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16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74D48DC-398D-4595-AFAB-59DE8414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62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2" name=""/>
          <p:cNvCxnSpPr>
            <a:stCxn xmlns:a="http://schemas.openxmlformats.org/drawingml/2006/main" id="324" idx="3"/>
            <a:endCxn xmlns:a="http://schemas.openxmlformats.org/drawingml/2006/main" id="325" idx="1"/>
          </p:cNvCxnSpPr>
          <p:nvPr/>
        </p:nvCxnSpPr>
        <p:spPr>
          <a:xfrm xmlns:a="http://schemas.openxmlformats.org/drawingml/2006/main">
            <a:off x="5068253" y="6163152"/>
            <a:ext cx="4371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27" name="汇合">
            <a:extLst xmlns:a="http://schemas.openxmlformats.org/drawingml/2006/main">
              <a:ext uri="{FF2B5EF4-FFF2-40B4-BE49-F238E27FC236}">
                <a16:creationId xmlns:a16="http://schemas.microsoft.com/office/drawing/2014/main" id="{BBE4AE90-C5FC-4BF4-8841-40DF9660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6038850"/>
            <a:ext cx="35242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汇合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F9731F82-2DCE-40CF-8705-E9EE8F7D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27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38236C88-7F4C-4673-A12A-E44C4D14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27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6" name=""/>
          <p:cNvCxnSpPr>
            <a:stCxn xmlns:a="http://schemas.openxmlformats.org/drawingml/2006/main" id="328" idx="3"/>
            <a:endCxn xmlns:a="http://schemas.openxmlformats.org/drawingml/2006/main" id="329" idx="1"/>
          </p:cNvCxnSpPr>
          <p:nvPr/>
        </p:nvCxnSpPr>
        <p:spPr>
          <a:xfrm xmlns:a="http://schemas.openxmlformats.org/drawingml/2006/main">
            <a:off x="10211753" y="6277452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31C25"/>
            </a:solidFill>
            <a:prstDash val="dash"/>
          </a:ln>
        </p:spPr>
      </p:cxn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6ABC8856-CE00-451D-9ED8-1E6DA4EB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627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7AD2816E-CE9E-4AAA-9361-7CC2DBD7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79" name=""/>
          <p:cNvCxnSpPr>
            <a:stCxn xmlns:a="http://schemas.openxmlformats.org/drawingml/2006/main" id="331" idx="0"/>
            <a:endCxn xmlns:a="http://schemas.openxmlformats.org/drawingml/2006/main" id="332" idx="2"/>
          </p:cNvCxnSpPr>
          <p:nvPr/>
        </p:nvCxnSpPr>
        <p:spPr>
          <a:xfrm xmlns:a="http://schemas.openxmlformats.org/drawingml/2006/main" flipV="1">
            <a:off x="10392252" y="4182428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31C25"/>
            </a:solidFill>
            <a:prstDash val="dash"/>
          </a:ln>
        </p:spPr>
      </p:cxn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6F1AA869-4FA2-44F3-9CAB-223BD82B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4B223DC3-FAA2-4CCB-9359-D4336C9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81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2" name=""/>
          <p:cNvCxnSpPr>
            <a:stCxn xmlns:a="http://schemas.openxmlformats.org/drawingml/2006/main" id="334" idx="1"/>
            <a:endCxn xmlns:a="http://schemas.openxmlformats.org/drawingml/2006/main" id="335" idx="3"/>
          </p:cNvCxnSpPr>
          <p:nvPr/>
        </p:nvCxnSpPr>
        <p:spPr>
          <a:xfrm xmlns:a="http://schemas.openxmlformats.org/drawingml/2006/main" flipH="1">
            <a:off x="10211753" y="4181952"/>
            <a:ext cx="180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337" name="完成通知&#10;解除⑤等待">
            <a:extLst xmlns:a="http://schemas.openxmlformats.org/drawingml/2006/main">
              <a:ext uri="{FF2B5EF4-FFF2-40B4-BE49-F238E27FC236}">
                <a16:creationId xmlns:a16="http://schemas.microsoft.com/office/drawing/2014/main" id="{6E0F409D-5BEA-4418-A996-9C5BFCBF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286375"/>
            <a:ext cx="1209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完成通知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解除⑤等待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A7D499CE-1F88-422D-9A45-C36D55E4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45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91A700F6-8073-401C-86C7-6BD12649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457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86" name=""/>
          <p:cNvCxnSpPr>
            <a:stCxn xmlns:a="http://schemas.openxmlformats.org/drawingml/2006/main" id="338" idx="1"/>
            <a:endCxn xmlns:a="http://schemas.openxmlformats.org/drawingml/2006/main" id="339" idx="3"/>
          </p:cNvCxnSpPr>
          <p:nvPr/>
        </p:nvCxnSpPr>
        <p:spPr>
          <a:xfrm xmlns:a="http://schemas.openxmlformats.org/drawingml/2006/main" flipH="1">
            <a:off x="10440353" y="54583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7144">
            <a:solidFill>
              <a:srgbClr val="931C25"/>
            </a:solidFill>
            <a:prstDash val="dash"/>
          </a:ln>
        </p:spPr>
      </p:cxnSp>
      <p:sp>
        <p:nvSpPr>
          <p:cNvPr id="341" name="入队顺序 ≠&#10;所有硬件全局串行">
            <a:extLst xmlns:a="http://schemas.openxmlformats.org/drawingml/2006/main">
              <a:ext uri="{FF2B5EF4-FFF2-40B4-BE49-F238E27FC236}">
                <a16:creationId xmlns:a16="http://schemas.microsoft.com/office/drawing/2014/main" id="{B363AECF-68AC-4E55-91BA-44ED8BA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5762625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入队顺序 ≠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2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所有硬件全局串行</a:t>
            </a:r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392465F-C9DF-4A86-B04E-3ECD4CCF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58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C58B5BA9-6244-47F4-B3FA-F4CD17D3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581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0" name=""/>
          <p:cNvCxnSpPr>
            <a:stCxn xmlns:a="http://schemas.openxmlformats.org/drawingml/2006/main" id="342" idx="3"/>
            <a:endCxn xmlns:a="http://schemas.openxmlformats.org/drawingml/2006/main" id="343" idx="1"/>
          </p:cNvCxnSpPr>
          <p:nvPr/>
        </p:nvCxnSpPr>
        <p:spPr>
          <a:xfrm xmlns:a="http://schemas.openxmlformats.org/drawingml/2006/main">
            <a:off x="191453" y="6582252"/>
            <a:ext cx="11810047" cy="0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8C908B"/>
            </a:solidFill>
            <a:prstDash val="solid"/>
          </a:ln>
        </p:spPr>
      </p:cxnSp>
      <p:sp>
        <p:nvSpPr>
          <p:cNvPr id="345" name="例：4 Rank，每对 2 个 FP32；Rank 0 发 [2,3] 给 Rank 1，接回 [10,11]。最终输出 [0,1,10,11,20,21,30,31]。">
            <a:extLst xmlns:a="http://schemas.openxmlformats.org/drawingml/2006/main">
              <a:ext uri="{FF2B5EF4-FFF2-40B4-BE49-F238E27FC236}">
                <a16:creationId xmlns:a16="http://schemas.microsoft.com/office/drawing/2014/main" id="{2D122EF6-EFE0-4497-A978-CB471FDB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619875"/>
            <a:ext cx="8896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例：4 Rank，每对 2 个 FP32；Rank 0 发 [2,3] 给 Rank 1，接回 [10,11]。最终输出 [0,1,10,11,20,21,30,31]。</a:t>
            </a:r>
          </a:p>
        </p:txBody>
      </p:sp>
      <p:sp>
        <p:nvSpPr>
          <p:cNvPr id="346" name="源码静态分析，非上板实测；分支与证据见备注">
            <a:extLst xmlns:a="http://schemas.openxmlformats.org/drawingml/2006/main">
              <a:ext uri="{FF2B5EF4-FFF2-40B4-BE49-F238E27FC236}">
                <a16:creationId xmlns:a16="http://schemas.microsoft.com/office/drawing/2014/main" id="{21183505-30D8-40C6-9EC7-27B346F5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6619875"/>
            <a:ext cx="28860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源码静态分析，非上板实测；分支与证据见备注</a:t>
            </a:r>
          </a:p>
        </p:txBody>
      </p:sp>
    </p:spTree>
    <p:extLst>
      <p:ext uri="{BB962C8B-B14F-4D97-AF65-F5344CB8AC3E}">
        <p14:creationId xmlns:p14="http://schemas.microsoft.com/office/powerpoint/2010/main" val="1099133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2026-09-27T12:50:14.4740000Z</dcterms:created>
  <dcterms:modified xsi:type="dcterms:W3CDTF">2026-09-27T12:50:14.4740000Z</dcterms:modified>
</coreProperties>
</file>