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73ca4fbdd4b0e" /><Relationship Type="http://schemas.openxmlformats.org/officeDocument/2006/relationships/extended-properties" Target="/docProps/app.xml" Id="Rcde4c50c741346eb" /><Relationship Type="http://schemas.openxmlformats.org/officeDocument/2006/relationships/officeDocument" Target="/ppt/presentation.xml" Id="Rab0aff7c9456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d1f403fcf24017"/>
  </p:sldMasterIdLst>
  <p:notesMasterIdLst>
    <p:notesMasterId xmlns:r="http://schemas.openxmlformats.org/officeDocument/2006/relationships" r:id="Rc85164b284ec4c77"/>
  </p:notesMasterIdLst>
  <p:sldIdLst>
    <p:sldId xmlns:r="http://schemas.openxmlformats.org/officeDocument/2006/relationships" id="256" r:id="R0afe2b622a3f46a4"/>
    <p:sldId xmlns:r="http://schemas.openxmlformats.org/officeDocument/2006/relationships" id="257" r:id="Ra89008f8f0a045d7"/>
    <p:sldId xmlns:r="http://schemas.openxmlformats.org/officeDocument/2006/relationships" id="258" r:id="Rc8cf5a8a9347439d"/>
    <p:sldId xmlns:r="http://schemas.openxmlformats.org/officeDocument/2006/relationships" id="259" r:id="R45944c83b85047b6"/>
    <p:sldId xmlns:r="http://schemas.openxmlformats.org/officeDocument/2006/relationships" id="260" r:id="R5445502004814e1d"/>
    <p:sldId xmlns:r="http://schemas.openxmlformats.org/officeDocument/2006/relationships" id="261" r:id="Rb59d3df6a3484b1b"/>
    <p:sldId xmlns:r="http://schemas.openxmlformats.org/officeDocument/2006/relationships" id="262" r:id="R28b002e2330943c5"/>
    <p:sldId xmlns:r="http://schemas.openxmlformats.org/officeDocument/2006/relationships" id="263" r:id="Rdd6bde5649544491"/>
    <p:sldId xmlns:r="http://schemas.openxmlformats.org/officeDocument/2006/relationships" id="264" r:id="R8a490e9e00f44a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152d7b1444c62" /><Relationship Type="http://schemas.openxmlformats.org/officeDocument/2006/relationships/slideMaster" Target="/ppt/slideMasters/slideMaster1.xml" Id="Racd1f403fcf24017" /><Relationship Type="http://schemas.openxmlformats.org/officeDocument/2006/relationships/notesMaster" Target="/ppt/notesMasters/notesMaster1.xml" Id="Rc85164b284ec4c77" /><Relationship Type="http://schemas.openxmlformats.org/officeDocument/2006/relationships/presProps" Target="/ppt/presProps.xml" Id="R0f0a454f050e4f94" /><Relationship Type="http://schemas.openxmlformats.org/officeDocument/2006/relationships/tableStyles" Target="/ppt/tableStyles.xml" Id="Re888d3d9c12f446a" /><Relationship Type="http://schemas.openxmlformats.org/officeDocument/2006/relationships/slide" Target="/ppt/slides/slide1.xml" Id="R0afe2b622a3f46a4" /><Relationship Type="http://schemas.openxmlformats.org/officeDocument/2006/relationships/slide" Target="/ppt/slides/slide2.xml" Id="Ra89008f8f0a045d7" /><Relationship Type="http://schemas.openxmlformats.org/officeDocument/2006/relationships/slide" Target="/ppt/slides/slide3.xml" Id="Rc8cf5a8a9347439d" /><Relationship Type="http://schemas.openxmlformats.org/officeDocument/2006/relationships/slide" Target="/ppt/slides/slide4.xml" Id="R45944c83b85047b6" /><Relationship Type="http://schemas.openxmlformats.org/officeDocument/2006/relationships/slide" Target="/ppt/slides/slide5.xml" Id="R5445502004814e1d" /><Relationship Type="http://schemas.openxmlformats.org/officeDocument/2006/relationships/slide" Target="/ppt/slides/slide6.xml" Id="Rb59d3df6a3484b1b" /><Relationship Type="http://schemas.openxmlformats.org/officeDocument/2006/relationships/slide" Target="/ppt/slides/slide7.xml" Id="R28b002e2330943c5" /><Relationship Type="http://schemas.openxmlformats.org/officeDocument/2006/relationships/slide" Target="/ppt/slides/slide8.xml" Id="Rdd6bde5649544491" /><Relationship Type="http://schemas.openxmlformats.org/officeDocument/2006/relationships/slide" Target="/ppt/slides/slide9.xml" Id="R8a490e9e00f4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3ad771dcc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3f17169774acd" /><Relationship Type="http://schemas.openxmlformats.org/officeDocument/2006/relationships/notesMaster" Target="/ppt/notesMasters/notesMaster1.xml" Id="R2b9d9031e9be41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3c96ec646444e6" /><Relationship Type="http://schemas.openxmlformats.org/officeDocument/2006/relationships/notesMaster" Target="/ppt/notesMasters/notesMaster1.xml" Id="R97255fa01e7e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ebb18cc374f3d" /><Relationship Type="http://schemas.openxmlformats.org/officeDocument/2006/relationships/notesMaster" Target="/ppt/notesMasters/notesMaster1.xml" Id="R3382ac493b6648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f427c892fb44ae" /><Relationship Type="http://schemas.openxmlformats.org/officeDocument/2006/relationships/notesMaster" Target="/ppt/notesMasters/notesMaster1.xml" Id="R7a152daea979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e5ee09ac054f8c" /><Relationship Type="http://schemas.openxmlformats.org/officeDocument/2006/relationships/notesMaster" Target="/ppt/notesMasters/notesMaster1.xml" Id="R01a26e916f744e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4787de4f1542a7" /><Relationship Type="http://schemas.openxmlformats.org/officeDocument/2006/relationships/notesMaster" Target="/ppt/notesMasters/notesMaster1.xml" Id="Re913566620094b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d98e1cfca54237" /><Relationship Type="http://schemas.openxmlformats.org/officeDocument/2006/relationships/notesMaster" Target="/ppt/notesMasters/notesMaster1.xml" Id="Rc48c1071c13047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7bf4dac88e4375" /><Relationship Type="http://schemas.openxmlformats.org/officeDocument/2006/relationships/notesMaster" Target="/ppt/notesMasters/notesMaster1.xml" Id="R417af7dd228a4b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6b3c8d6b4d43cb" /><Relationship Type="http://schemas.openxmlformats.org/officeDocument/2006/relationships/notesMaster" Target="/ppt/notesMasters/notesMaster1.xml" Id="R0ff1d0e022aa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六条连续纵向泳道，横向按软件职责归属，纵向按调用与依赖顺序。实线为调用或任务提交，灰虚线为结果/资源交付，红线为同步依赖。灰虚框是该层在资源交付/Kernel提交后的状态说明，不是额外函数调用。Host完成Wait可在设备编排尚未完成时入队，因此纵向图不是所有CPU线程的全局实测时序。HCOMM数据面既可接受Host CPU_TS Thread调用，也可接受AICPU_TS Thread调用。页内为调用族概览，原有函数级证据保留于第3–4页及本备注。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本页四条泳道固定为HCCL Host、HCOMM控制面、HCOMM数据面与ACL Runtime。箭头端点表示接口提供者，左侧方框是发起该组调用的HCCL内部函数。HCOMM控制面API文字写在控制面泳道，Host调用的HCOMM同步API写在数据面泳道。ACL调用跨过HCOMM泳道直接进入ACL，表示AllToAll这里通过HCCL内部发射函数调用ACL，而非HcclAicpuKernelLaunch导出API。TryReuseResource的hit旁路绕过CalcRes与重新申请，但仍进行主线程信息获取、必要的反向导出与Kernel发射。折线与虚线仅表示依赖与缓存分支，不是CPU多线程实测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完整例举：HcclRankGraphGetLayers、HcclRankGraphGetInstSizeListByLayer、HcclRankGraphGetTopoInstsByLayer、HcclRankGraphGetTopoType、HcclRankGraphGetRanksByTopoInst、HcclRankGraphGetRanksByLayer、HcclRankGraphGetLinks。它们不是任意设备都按此表逐个调用的承诺；成员接口HcclGetRankSize/HcclGetRankId与端点接口HcclRankGraphGetEndpointInfo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本页将AICPU职责拆成四条真实所有者泳道：HCCL Kernel入口、Executor、Template/Wrapper以及HCOMM数据面。Kernel负责上下文与运行生命周期；Executor负责由CCL/传输上限约束的大块循环；Template负责块内通信轮次与Peer/Channel/slice循环。分块循环与Kernel整体收尾分开：PostCopy/PostSync属于Template逐块处理，只有Executor全部大块完成并返回后Kernel才记录整个算子的完成通知。右侧缩写Thread Record/Wait完整符号为HcommThreadNotifyRecordOnThread及HcommThreadNotifyWaitOnThreadWithDefaultTimeout或HcommThreadNotifyWaitOnThread；Channel Record/Wait完整符号为HcommChannelNotifyRecordOnThread及HcommChannelNotifyWaitOnThreadWithDefaultTimeout或HcommChannelNotifyWaitOnThread。图中API名称在对应HCOMM泳道，Native Shape连线为可编辑。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补充实现细节（下列数字为处理阶段索引）：</a:t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f29400362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36e617165f4487" /><Relationship Type="http://schemas.openxmlformats.org/officeDocument/2006/relationships/slideLayout" Target="/ppt/slideLayouts/slideLayout1.xml" Id="R7154146eb7c248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4146eb7c248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9a6362eec46ac" /><Relationship Type="http://schemas.openxmlformats.org/officeDocument/2006/relationships/notesSlide" Target="/ppt/notesSlides/notesSlide1.xml" Id="R1b95a51ac6f84e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51f3706c14faf" /><Relationship Type="http://schemas.openxmlformats.org/officeDocument/2006/relationships/notesSlide" Target="/ppt/notesSlides/notesSlide2.xml" Id="R2c68ebe94eb84f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3f4332ffe4d2d" /><Relationship Type="http://schemas.openxmlformats.org/officeDocument/2006/relationships/notesSlide" Target="/ppt/notesSlides/notesSlide3.xml" Id="R02d25f0d40d04f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856ef68134702" /><Relationship Type="http://schemas.openxmlformats.org/officeDocument/2006/relationships/notesSlide" Target="/ppt/notesSlides/notesSlide4.xml" Id="Rc09f289614994a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3d1de26c44d4c" /><Relationship Type="http://schemas.openxmlformats.org/officeDocument/2006/relationships/notesSlide" Target="/ppt/notesSlides/notesSlide5.xml" Id="R7d841988ce7f4c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46ba6388b47c0" /><Relationship Type="http://schemas.openxmlformats.org/officeDocument/2006/relationships/notesSlide" Target="/ppt/notesSlides/notesSlide6.xml" Id="Rf6e68fd0f9fd46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ab2bd74864c40" /><Relationship Type="http://schemas.openxmlformats.org/officeDocument/2006/relationships/notesSlide" Target="/ppt/notesSlides/notesSlide7.xml" Id="Ra021a29aac49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2019183a14ced" /><Relationship Type="http://schemas.openxmlformats.org/officeDocument/2006/relationships/notesSlide" Target="/ppt/notesSlides/notesSlide8.xml" Id="Rb680a0f113554e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f9a7fa19d48aa" /><Relationship Type="http://schemas.openxmlformats.org/officeDocument/2006/relationships/notesSlide" Target="/ppt/notesSlides/notesSlide9.xml" Id="Rc3c779cb43ea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7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3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9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5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7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AllToAll 跨层泳道：各层负责什么，执行责任如何交接">
            <a:extLst xmlns:a="http://schemas.openxmlformats.org/drawingml/2006/main">
              <a:ext uri="{FF2B5EF4-FFF2-40B4-BE49-F238E27FC236}">
                <a16:creationId xmlns:a16="http://schemas.microsoft.com/office/drawing/2014/main" id="{E56A5D3D-9A88-4F70-8BD6-5B17010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跨层泳道：各层负责什么，执行责任如何交接</a:t>
            </a:r>
          </a:p>
        </p:txBody>
      </p:sp>
      <p:sp>
        <p:nvSpPr>
          <p:cNvPr id="2" name="Ascend 950 / AICPU_TS / OPBASE，普通 Mesh Write。先看泳道标题，再从上">
            <a:extLst xmlns:a="http://schemas.openxmlformats.org/drawingml/2006/main">
              <a:ext uri="{FF2B5EF4-FFF2-40B4-BE49-F238E27FC236}">
                <a16:creationId xmlns:a16="http://schemas.microsoft.com/office/drawing/2014/main" id="{231B0389-6CF6-413E-864D-B671FB5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/ AICPU_TS / OPBASE，普通 Mesh Write。先看泳道标题，再从上向下沿箭头读；函数级展开见第 3–4 页。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62CC2CFB-3238-42F0-A78D-3BC4D3E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F2CB1-76E9-4D86-A633-9EF864B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8953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596CD-9716-47EA-A254-D077AB17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895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应用">
            <a:extLst xmlns:a="http://schemas.openxmlformats.org/drawingml/2006/main">
              <a:ext uri="{FF2B5EF4-FFF2-40B4-BE49-F238E27FC236}">
                <a16:creationId xmlns:a16="http://schemas.microsoft.com/office/drawing/2014/main" id="{5559D0E6-DB01-40C2-9D96-7A623E2C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7" name="用户流">
            <a:extLst xmlns:a="http://schemas.openxmlformats.org/drawingml/2006/main">
              <a:ext uri="{FF2B5EF4-FFF2-40B4-BE49-F238E27FC236}">
                <a16:creationId xmlns:a16="http://schemas.microsoft.com/office/drawing/2014/main" id="{41A3F036-5B58-4717-8C90-84BB8F1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用户流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D6292-AAC1-41EF-9705-CA6F005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76300"/>
            <a:ext cx="24384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5C791-4F6C-4BFA-AA83-28C109B3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76300"/>
            <a:ext cx="2438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B76B7ACD-AACC-4B56-89C9-853870D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048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参数 · 算法 · 资源组织">
            <a:extLst xmlns:a="http://schemas.openxmlformats.org/drawingml/2006/main">
              <a:ext uri="{FF2B5EF4-FFF2-40B4-BE49-F238E27FC236}">
                <a16:creationId xmlns:a16="http://schemas.microsoft.com/office/drawing/2014/main" id="{EDEC52C4-A2E9-4740-A6A2-977AB42B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14425"/>
            <a:ext cx="2362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参数 · 算法 · 资源组织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F032-983C-44EF-ACC6-5E30B44C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6300"/>
            <a:ext cx="22574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01599-554F-4955-81C3-599C6BA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6300"/>
            <a:ext cx="2257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9D2CA2D5-D2E5-44D1-8611-EA43EB04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904875"/>
            <a:ext cx="2181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5" name="Thread / Channel / 内存">
            <a:extLst xmlns:a="http://schemas.openxmlformats.org/drawingml/2006/main">
              <a:ext uri="{FF2B5EF4-FFF2-40B4-BE49-F238E27FC236}">
                <a16:creationId xmlns:a16="http://schemas.microsoft.com/office/drawing/2014/main" id="{01348191-68B2-4939-818C-9928CDB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14425"/>
            <a:ext cx="2181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Thread / Channel / 内存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F4501-AD11-48FD-8B6A-7DB49591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76300"/>
            <a:ext cx="17526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92853-8D69-4056-BA29-6FF89136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76300"/>
            <a:ext cx="1752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97753A20-5F1D-4859-9BF3-28299CEC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904875"/>
            <a:ext cx="1676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9" name="参数封装 · Kernel 调度">
            <a:extLst xmlns:a="http://schemas.openxmlformats.org/drawingml/2006/main">
              <a:ext uri="{FF2B5EF4-FFF2-40B4-BE49-F238E27FC236}">
                <a16:creationId xmlns:a16="http://schemas.microsoft.com/office/drawing/2014/main" id="{8902D02B-93E1-4C80-80F5-0F901C9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14425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参数封装 · Kernel 调度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16EE8-4FBC-4129-9654-4928188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876300"/>
            <a:ext cx="20764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0B683-2C4D-4BFC-B91E-1376204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876300"/>
            <a:ext cx="2076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22" name="HCCL AICPU">
            <a:extLst xmlns:a="http://schemas.openxmlformats.org/drawingml/2006/main">
              <a:ext uri="{FF2B5EF4-FFF2-40B4-BE49-F238E27FC236}">
                <a16:creationId xmlns:a16="http://schemas.microsoft.com/office/drawing/2014/main" id="{997DA657-253D-4777-9928-40B1315F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0487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23" name="恢复现场 · 算法展开">
            <a:extLst xmlns:a="http://schemas.openxmlformats.org/drawingml/2006/main">
              <a:ext uri="{FF2B5EF4-FFF2-40B4-BE49-F238E27FC236}">
                <a16:creationId xmlns:a16="http://schemas.microsoft.com/office/drawing/2014/main" id="{2996D092-0FF8-4A74-9AD7-24F699B8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1144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恢复现场 · 算法展开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47F6F-B96A-46E7-8C1D-8A89F4E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876300"/>
            <a:ext cx="22002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E0DC6-633A-45E1-9503-0BE5338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876300"/>
            <a:ext cx="22002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26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BC2B1704-02F7-434B-90A4-E7DDECEA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904875"/>
            <a:ext cx="2124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27" name="同步 · 搬运 · 执行控制">
            <a:extLst xmlns:a="http://schemas.openxmlformats.org/drawingml/2006/main">
              <a:ext uri="{FF2B5EF4-FFF2-40B4-BE49-F238E27FC236}">
                <a16:creationId xmlns:a16="http://schemas.microsoft.com/office/drawing/2014/main" id="{EBFCFE31-7ECC-49F1-8BE4-67FAF11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114425"/>
            <a:ext cx="2124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同步 · 搬运 · 执行控制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0E857-7AD5-4F9C-A9A3-C622E1E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D206A-4559-4C5D-A710-EBC6191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33902" y="1305878"/>
            <a:ext cx="0" cy="504729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CC36A-9C06-494D-A3F2-5FDE7AA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7CE3C-2914-4448-A1BC-C7E2004E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6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2400777" y="1305878"/>
            <a:ext cx="0" cy="49615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EAEC96-7A0F-4644-B00B-B72E62A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C0C85-32EE-491D-BD9D-1EEBEFAE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5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743927" y="1305878"/>
            <a:ext cx="0" cy="196119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9103C5-92F4-4D1A-B495-F05C6C3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D51741-B4CA-422D-80A6-0334BC3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753702" y="1305878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C47609-A2A5-4AEA-89A1-F99B708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8C54E2-BFAE-4472-A755-1AD829BB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1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668227" y="1305878"/>
            <a:ext cx="0" cy="4837747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6EE140-13EA-4C96-B56C-646EAFC2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6DDF6A-BBB5-4BED-B488-FA18F94A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10811352" y="1305878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2936AB-1AC6-40CC-9284-5919251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00175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调用算子&#10;输入 / 输出">
            <a:extLst xmlns:a="http://schemas.openxmlformats.org/drawingml/2006/main">
              <a:ext uri="{FF2B5EF4-FFF2-40B4-BE49-F238E27FC236}">
                <a16:creationId xmlns:a16="http://schemas.microsoft.com/office/drawing/2014/main" id="{1C39F694-B1EE-4421-BB45-F488AD3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调用算子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 / 输出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69A62A-3124-49BB-AD01-1C6B911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906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9" name="01  HcclAlltoAll">
            <a:extLst xmlns:a="http://schemas.openxmlformats.org/drawingml/2006/main">
              <a:ext uri="{FF2B5EF4-FFF2-40B4-BE49-F238E27FC236}">
                <a16:creationId xmlns:a16="http://schemas.microsoft.com/office/drawing/2014/main" id="{1AC571E7-903B-4CFD-82B7-2C58189D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192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HcclAlltoAll</a:t>
            </a:r>
          </a:p>
        </p:txBody>
      </p:sp>
      <p:sp>
        <p:nvSpPr>
          <p:cNvPr id="50" name="ConvertAlltoAllParam&#10;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D99D1B7B-51E8-4906-80D9-F45D5DF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562B4D-B562-4B8E-8DDB-D2C73F7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24E547-0D8D-4DA3-9F4F-467F94F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124903" y="157210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480DBD-7015-4CC7-861C-81C8DB03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38275"/>
            <a:ext cx="2066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HcclGetRankSize / RankId&#10;HcclGetCommName / ConfigGetInf">
            <a:extLst xmlns:a="http://schemas.openxmlformats.org/drawingml/2006/main">
              <a:ext uri="{FF2B5EF4-FFF2-40B4-BE49-F238E27FC236}">
                <a16:creationId xmlns:a16="http://schemas.microsoft.com/office/drawing/2014/main" id="{56128EEB-39C8-4CA8-8FDA-811DDF70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668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RankId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查询成员、域名、展开方式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7A5477-13F4-4AF1-A7C0-3A5303B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053606-3E91-41FE-A076-7D30F5DA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3525203" y="16387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AA4CC-05AF-413B-8100-7FFABC0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7167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02  Selector / HcclCalcTopoInfo">
            <a:extLst xmlns:a="http://schemas.openxmlformats.org/drawingml/2006/main">
              <a:ext uri="{FF2B5EF4-FFF2-40B4-BE49-F238E27FC236}">
                <a16:creationId xmlns:a16="http://schemas.microsoft.com/office/drawing/2014/main" id="{D7FC7C00-4444-41C8-89A1-51C978DF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Selector / HcclCalcTopoInfo</a:t>
            </a:r>
          </a:p>
        </p:txBody>
      </p:sp>
      <p:sp>
        <p:nvSpPr>
          <p:cNvPr id="61" name="按拓扑、数据量选择 algName">
            <a:extLst xmlns:a="http://schemas.openxmlformats.org/drawingml/2006/main">
              <a:ext uri="{FF2B5EF4-FFF2-40B4-BE49-F238E27FC236}">
                <a16:creationId xmlns:a16="http://schemas.microsoft.com/office/drawing/2014/main" id="{2AFAFF1A-B875-4677-A11A-8D24E627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0275"/>
            <a:ext cx="2133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 algName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A2A746-07AA-42C1-BC4E-CD218CD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3" name="HcclEngineCtxGet&#10;miss：HcclRankGraphGet*&#10;拓扑查询 / 缓存">
            <a:extLst xmlns:a="http://schemas.openxmlformats.org/drawingml/2006/main">
              <a:ext uri="{FF2B5EF4-FFF2-40B4-BE49-F238E27FC236}">
                <a16:creationId xmlns:a16="http://schemas.microsoft.com/office/drawing/2014/main" id="{31C2F3EE-89E2-4750-A658-CF704A52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8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miss：HcclRankGraphGet*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拓扑查询 / 缓存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A88CAB-924F-4B5B-AFD3-CADC433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7BE257-03A1-4F90-B8CF-A53D0C0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525203" y="21436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ED9B72-EADB-42BD-8F61-B979868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EBAA7F-98FD-4D8C-9209-127AD5DB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2401253" y="2543652"/>
            <a:ext cx="224694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9D9551-B98C-4124-B7DA-C9F397B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62200"/>
            <a:ext cx="1971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opoInfo / algName">
            <a:extLst xmlns:a="http://schemas.openxmlformats.org/drawingml/2006/main">
              <a:ext uri="{FF2B5EF4-FFF2-40B4-BE49-F238E27FC236}">
                <a16:creationId xmlns:a16="http://schemas.microsoft.com/office/drawing/2014/main" id="{AE635392-C3C8-47D9-B86F-C2FA1FB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62200"/>
            <a:ext cx="1933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topoInfo / algName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256D76-2687-40AD-A7AF-06287FF8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765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03  HcclExecOp / HcclGetAlgRes">
            <a:extLst xmlns:a="http://schemas.openxmlformats.org/drawingml/2006/main">
              <a:ext uri="{FF2B5EF4-FFF2-40B4-BE49-F238E27FC236}">
                <a16:creationId xmlns:a16="http://schemas.microsoft.com/office/drawing/2014/main" id="{9E9E442F-6365-4072-ADBE-1157E6CC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HcclExecOp / HcclGetAlgRes</a:t>
            </a:r>
          </a:p>
        </p:txBody>
      </p:sp>
      <p:sp>
        <p:nvSpPr>
          <p:cNvPr id="74" name="TryReuseResource → CalcRes&#10;GetAlgResAICPU：组织资源申请">
            <a:extLst xmlns:a="http://schemas.openxmlformats.org/drawingml/2006/main">
              <a:ext uri="{FF2B5EF4-FFF2-40B4-BE49-F238E27FC236}">
                <a16:creationId xmlns:a16="http://schemas.microsoft.com/office/drawing/2014/main" id="{E191F9B2-2057-401E-AA20-08CA30D0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 → CalcRes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GetAlgResAICPU：组织资源申请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2227C6-7C7A-4CE0-BA0B-D08A5AD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2066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6" name="HcclThreadAcquire* / Export*&#10;HcclGetHcclBuffer / Channe">
            <a:extLst xmlns:a="http://schemas.openxmlformats.org/drawingml/2006/main">
              <a:ext uri="{FF2B5EF4-FFF2-40B4-BE49-F238E27FC236}">
                <a16:creationId xmlns:a16="http://schemas.microsoft.com/office/drawing/2014/main" id="{80EC5373-5299-40DE-86E9-CAB50C7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 / Export*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/ ChannelAcquire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/ 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线程、通道、地址与设备资源上下文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9E2A25-8AF7-467A-94B4-4AB4A41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4FD3D2-579A-4EB1-93E5-44A43AED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3525203" y="29341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10407A-A4CF-493F-9906-1BE84C0A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0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1B41B5-FB1C-4BAF-BD4D-1102976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0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2401253" y="3400902"/>
            <a:ext cx="22564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F6703F-1904-492A-8B6E-668D4EF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1945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hread / Channel / resCtx">
            <a:extLst xmlns:a="http://schemas.openxmlformats.org/drawingml/2006/main">
              <a:ext uri="{FF2B5EF4-FFF2-40B4-BE49-F238E27FC236}">
                <a16:creationId xmlns:a16="http://schemas.microsoft.com/office/drawing/2014/main" id="{D1A44876-007E-42B9-8911-6C1CFC8B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19450"/>
            <a:ext cx="1981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Thread / Channel / resCtx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092F8B-6408-4A4C-94B8-5417FA7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2247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6" name="04  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81CCBC2B-5776-4A69-ACAF-D42BD9BB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HcclAicpuKernelEntranceLaunch</a:t>
            </a:r>
          </a:p>
        </p:txBody>
      </p:sp>
      <p:sp>
        <p:nvSpPr>
          <p:cNvPr id="87" name="AicpuKernelLaunch&#10;提交 Host-ready，封装 OpParam">
            <a:extLst xmlns:a="http://schemas.openxmlformats.org/drawingml/2006/main">
              <a:ext uri="{FF2B5EF4-FFF2-40B4-BE49-F238E27FC236}">
                <a16:creationId xmlns:a16="http://schemas.microsoft.com/office/drawing/2014/main" id="{27F9699C-148E-472A-9012-789C7011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Host-ready，封装 OpParam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960CF0-B178-47B8-AFE1-2650F090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62325"/>
            <a:ext cx="20097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9" name="HcommThreadNotifyRecordOnThread&#10;Host Thread：输入就绪〔D3〕">
            <a:extLst xmlns:a="http://schemas.openxmlformats.org/drawingml/2006/main">
              <a:ext uri="{FF2B5EF4-FFF2-40B4-BE49-F238E27FC236}">
                <a16:creationId xmlns:a16="http://schemas.microsoft.com/office/drawing/2014/main" id="{13B23DA9-1F10-4112-B808-D55F8EA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90900"/>
            <a:ext cx="1895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Thread：输入就绪〔D3〕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1AF1ED3-BBB8-42F9-BA60-DA2FC6B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1C3087-C879-4BFD-894A-C4B563E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1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525203" y="3629502"/>
            <a:ext cx="245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6C874F-1E36-49FB-8B86-EDCF900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8CFCCB-86E5-49DB-8F24-3D5B0BBF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93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5982177" y="354425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770F45-34B0-43C4-9EEE-71DA00BD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43148DB-A00B-417A-AA7B-EFE3BD2B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982653" y="3543777"/>
            <a:ext cx="3818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7B27AC-99BF-4CD9-9DBE-50DA5184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81952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0" name="aclrtKernelArgs*&#10;aclrtLaunchKernelWithConfig&#10;封装参数并发射 Ke">
            <a:extLst xmlns:a="http://schemas.openxmlformats.org/drawingml/2006/main">
              <a:ext uri="{FF2B5EF4-FFF2-40B4-BE49-F238E27FC236}">
                <a16:creationId xmlns:a16="http://schemas.microsoft.com/office/drawing/2014/main" id="{F3632BAC-5D25-4287-AC5E-45CDDF9D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48100"/>
            <a:ext cx="144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封装参数并发射 Kernel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B80550-0D81-4C0C-8E27-097E24DA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2CF1F3-2AF1-4093-91F1-A8CB6036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01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2400777" y="4010978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B1B97B-297A-462C-8E9E-45CB0C3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7A7BD2-77F2-453B-BC41-ACFA451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2401253" y="4115277"/>
            <a:ext cx="35709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C22C12-8BDB-4504-B837-BFB4DF1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95725"/>
            <a:ext cx="1885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8" name="05  HcclLaunchAicpuKernel&#10;DeserializeResCtx&#10;RestoreVarD">
            <a:extLst xmlns:a="http://schemas.openxmlformats.org/drawingml/2006/main">
              <a:ext uri="{FF2B5EF4-FFF2-40B4-BE49-F238E27FC236}">
                <a16:creationId xmlns:a16="http://schemas.microsoft.com/office/drawing/2014/main" id="{24FA9AE8-6CF1-4D97-AEA5-0DFD9364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24300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93A1741-7631-4791-B75E-DAB43E12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4B5B4F9-9FD9-4D43-B438-813F1A3D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14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0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535228" y="41152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659A5C-DBC9-492C-BA44-7732FE7D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886200"/>
            <a:ext cx="2009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3" name="HcommAcquireComm〔D4〕&#10;HcommBatchModeStart〔D4〕">
            <a:extLst xmlns:a="http://schemas.openxmlformats.org/drawingml/2006/main">
              <a:ext uri="{FF2B5EF4-FFF2-40B4-BE49-F238E27FC236}">
                <a16:creationId xmlns:a16="http://schemas.microsoft.com/office/drawing/2014/main" id="{E32CE8A0-A3CB-439C-9C5E-02065C7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147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88E4436-5537-4D7C-ACC2-F0B91CEB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4DB74B-20A7-4D02-BDE7-31B9AF37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611678" y="41057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2DAEB43-8BF1-4797-A071-5764B652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8" name="发射后：入队用户流完成 Wait">
            <a:extLst xmlns:a="http://schemas.openxmlformats.org/drawingml/2006/main">
              <a:ext uri="{FF2B5EF4-FFF2-40B4-BE49-F238E27FC236}">
                <a16:creationId xmlns:a16="http://schemas.microsoft.com/office/drawing/2014/main" id="{0EB47311-4A48-45D9-8FAE-746F3D2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发射后：入队用户流完成 Wait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2CD85F-D79D-4EC9-8BB8-B688A91E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71975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0" name="Host Thread Wait*〔D3〕">
            <a:extLst xmlns:a="http://schemas.openxmlformats.org/drawingml/2006/main">
              <a:ext uri="{FF2B5EF4-FFF2-40B4-BE49-F238E27FC236}">
                <a16:creationId xmlns:a16="http://schemas.microsoft.com/office/drawing/2014/main" id="{8ACFBF47-A777-4F94-808E-29E69432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005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Thread Wait*〔D3〕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AB2A5D7-3CAF-4B78-BAC9-2AAF4E12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909E87E-52DD-4336-9B34-B04F0D6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2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3525203" y="4391502"/>
            <a:ext cx="2475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AC18CF8-DF2C-435B-8223-C1778784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E786C2D-BE03-494E-9C79-8C5E913B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6001227" y="439197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9EC3FC-2FE3-4577-99B1-75B9EF3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0DD2926-B548-4887-A787-F43B5A9C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8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6001703" y="4515327"/>
            <a:ext cx="37995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C14F974-B034-4B74-84E1-CF6EECE9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95825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1" name="06  OpOrchestrate">
            <a:extLst xmlns:a="http://schemas.openxmlformats.org/drawingml/2006/main">
              <a:ext uri="{FF2B5EF4-FFF2-40B4-BE49-F238E27FC236}">
                <a16:creationId xmlns:a16="http://schemas.microsoft.com/office/drawing/2014/main" id="{4201C7DA-E441-4869-B874-E723BEE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244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  OpOrchestrate</a:t>
            </a:r>
          </a:p>
        </p:txBody>
      </p:sp>
      <p:sp>
        <p:nvSpPr>
          <p:cNvPr id="132" name="等输入就绪，调用 Executor">
            <a:extLst xmlns:a="http://schemas.openxmlformats.org/drawingml/2006/main">
              <a:ext uri="{FF2B5EF4-FFF2-40B4-BE49-F238E27FC236}">
                <a16:creationId xmlns:a16="http://schemas.microsoft.com/office/drawing/2014/main" id="{C8A90F19-D6D4-48DC-9CCD-E3B20E57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1771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等输入就绪，调用 Executor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1CFCD8A-A7C7-4A72-9970-AEA95B98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743450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4" name="AICPU Thread Wait*〔D3〕">
            <a:extLst xmlns:a="http://schemas.openxmlformats.org/drawingml/2006/main">
              <a:ext uri="{FF2B5EF4-FFF2-40B4-BE49-F238E27FC236}">
                <a16:creationId xmlns:a16="http://schemas.microsoft.com/office/drawing/2014/main" id="{99AF9EFE-8BBC-409E-BD85-3355554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72025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Thread Wait*〔D3〕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A53DCBA-C1FF-4312-A35F-5D87B56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41B185B-B1B1-4521-B933-A86826F7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6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9611678" y="48772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F9ED457-ADFE-4B62-8B7E-320A771B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91125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9" name="07  Executor → Template">
            <a:extLst xmlns:a="http://schemas.openxmlformats.org/drawingml/2006/main">
              <a:ext uri="{FF2B5EF4-FFF2-40B4-BE49-F238E27FC236}">
                <a16:creationId xmlns:a16="http://schemas.microsoft.com/office/drawing/2014/main" id="{FCDBD996-0BFF-402E-A75C-78EFF467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19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Executor → Template</a:t>
            </a:r>
          </a:p>
        </p:txBody>
      </p:sp>
      <p:sp>
        <p:nvSpPr>
          <p:cNvPr id="140" name="OrchestrateLoop → KernelRun&#10;逐轮、Peer、Channel、slice 展开">
            <a:extLst xmlns:a="http://schemas.openxmlformats.org/drawingml/2006/main">
              <a:ext uri="{FF2B5EF4-FFF2-40B4-BE49-F238E27FC236}">
                <a16:creationId xmlns:a16="http://schemas.microsoft.com/office/drawing/2014/main" id="{35DF472C-436A-4379-A640-74A4EECF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197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逐轮、Peer、Channel、slice 展开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8182785-5DD2-4813-B085-F2A931B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143500"/>
            <a:ext cx="2009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2" name="Thread / Channel Notify〔D3〕&#10;HcommWriteOnThread〔D1〕&#10;Hcom">
            <a:extLst xmlns:a="http://schemas.openxmlformats.org/drawingml/2006/main">
              <a:ext uri="{FF2B5EF4-FFF2-40B4-BE49-F238E27FC236}">
                <a16:creationId xmlns:a16="http://schemas.microsoft.com/office/drawing/2014/main" id="{F3B523EC-4808-4241-8C6F-0AC4B06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72075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 Notify〔D3〕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握手、写远端、中转拷贝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38695D4-849E-4CC0-B8B7-5D7E7D8A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0ACFE1F-97B5-49A9-96E8-9D0793DA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4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9611678" y="54392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B163D47-695B-4695-BDC1-FFAA6AC1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48350"/>
            <a:ext cx="1885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7" name="08  汇合后返回 Kernel">
            <a:extLst xmlns:a="http://schemas.openxmlformats.org/drawingml/2006/main">
              <a:ext uri="{FF2B5EF4-FFF2-40B4-BE49-F238E27FC236}">
                <a16:creationId xmlns:a16="http://schemas.microsoft.com/office/drawing/2014/main" id="{B54F7085-4281-45FF-A0C7-10E5C758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876925"/>
            <a:ext cx="1771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汇合后返回 Kernel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37F3E1E-D713-436F-9273-7E0D306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81025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9" name="完成 Record〔D3〕&#10;HcommBatchModeEnd〔D4〕&#10;HcommReleaseComm〔D4">
            <a:extLst xmlns:a="http://schemas.openxmlformats.org/drawingml/2006/main">
              <a:ext uri="{FF2B5EF4-FFF2-40B4-BE49-F238E27FC236}">
                <a16:creationId xmlns:a16="http://schemas.microsoft.com/office/drawing/2014/main" id="{EE30B443-6733-4FB4-B1AE-F250A8AF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38825"/>
            <a:ext cx="1895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 Record〔D3〕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HcommReleaseComm〔D4〕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37D8A5-4904-46D5-8865-058A73B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5BEA174-BCB8-4B85-B0F6-C5258DFA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1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9611678" y="5982177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5E4B6CA-25A2-49B4-9404-F03D81F7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2133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54" name="Host 不参与逐 Peer 展开">
            <a:extLst xmlns:a="http://schemas.openxmlformats.org/drawingml/2006/main">
              <a:ext uri="{FF2B5EF4-FFF2-40B4-BE49-F238E27FC236}">
                <a16:creationId xmlns:a16="http://schemas.microsoft.com/office/drawing/2014/main" id="{B0E12A96-E8AF-4368-B77A-E1E5E3D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1981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不参与逐 Peer 展开</a:t>
            </a:r>
          </a:p>
        </p:txBody>
      </p:sp>
      <p:sp>
        <p:nvSpPr>
          <p:cNvPr id="155" name="完成 Wait 已入队&#10;用户流的后续任务等待完成通知&#10;CPU 侧 API 返回不等于通信完成">
            <a:extLst xmlns:a="http://schemas.openxmlformats.org/drawingml/2006/main">
              <a:ext uri="{FF2B5EF4-FFF2-40B4-BE49-F238E27FC236}">
                <a16:creationId xmlns:a16="http://schemas.microsoft.com/office/drawing/2014/main" id="{981F3C2E-B27A-4569-BA68-5D2581F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完成 Wait 已入队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用户流的后续任务等待完成通知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CPU 侧 API 返回不等于通信完成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CD1D610-2D71-4FDA-BD00-0A8EE4D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95825"/>
            <a:ext cx="20383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57" name="控制面交付资源后">
            <a:extLst xmlns:a="http://schemas.openxmlformats.org/drawingml/2006/main">
              <a:ext uri="{FF2B5EF4-FFF2-40B4-BE49-F238E27FC236}">
                <a16:creationId xmlns:a16="http://schemas.microsoft.com/office/drawing/2014/main" id="{35A0F254-D17A-4AEF-B8EF-32BB105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52975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控制面交付资源后</a:t>
            </a:r>
          </a:p>
        </p:txBody>
      </p:sp>
      <p:sp>
        <p:nvSpPr>
          <p:cNvPr id="158" name="设备侧使用 Thread、Channel、&#10;CCL 地址和 resCtx&#10;资源缓存可跨算子复用&#10;每个 slic">
            <a:extLst xmlns:a="http://schemas.openxmlformats.org/drawingml/2006/main">
              <a:ext uri="{FF2B5EF4-FFF2-40B4-BE49-F238E27FC236}">
                <a16:creationId xmlns:a16="http://schemas.microsoft.com/office/drawing/2014/main" id="{DE24BB34-EAB9-4A42-83DF-9ED2DE71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19675"/>
            <a:ext cx="1885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设备侧使用 Thread、Channel、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CCL 地址和 resCtx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资源缓存可跨算子复用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每个 slice 不再重新建链</a:t>
            </a:r>
          </a:p>
        </p:txBody>
      </p:sp>
      <p:sp>
        <p:nvSpPr>
          <p:cNvPr id="159" name="ACL 已完成发射&#10;后续由 AICPU 编排&#10;设备通信任务">
            <a:extLst xmlns:a="http://schemas.openxmlformats.org/drawingml/2006/main">
              <a:ext uri="{FF2B5EF4-FFF2-40B4-BE49-F238E27FC236}">
                <a16:creationId xmlns:a16="http://schemas.microsoft.com/office/drawing/2014/main" id="{40DC46DD-DBED-4F41-824D-822D264F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81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ACL 已完成发射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后续由 AICPU 编排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设备通信任务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631D87D-0D0E-41A1-9289-0F3EBA55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3E3AA19-0882-4875-8EC2-EA761E4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811352" y="62493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D262654-0BFF-4255-ADB0-7D6F6C8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97627FC-0DB5-4CF7-8ED1-A4D0460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734378" y="6325077"/>
            <a:ext cx="1007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1B58D9A-BC9F-4B24-9778-8237C630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8B0AD40-4D95-4C6B-9A0F-620F194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7" name=""/>
          <p:cNvCxnSpPr>
            <a:stCxn xmlns:a="http://schemas.openxmlformats.org/drawingml/2006/main" id="166" idx="0"/>
            <a:endCxn xmlns:a="http://schemas.openxmlformats.org/drawingml/2006/main" id="167" idx="2"/>
          </p:cNvCxnSpPr>
          <p:nvPr/>
        </p:nvCxnSpPr>
        <p:spPr>
          <a:xfrm xmlns:a="http://schemas.openxmlformats.org/drawingml/2006/main" flipV="1">
            <a:off x="733902" y="604932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33D324A-47BD-48F7-B769-B71042D7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388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70" name="后续任务">
            <a:extLst xmlns:a="http://schemas.openxmlformats.org/drawingml/2006/main">
              <a:ext uri="{FF2B5EF4-FFF2-40B4-BE49-F238E27FC236}">
                <a16:creationId xmlns:a16="http://schemas.microsoft.com/office/drawing/2014/main" id="{084A80DB-D956-40D9-BD06-E1A681E9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后续任务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9E39823-BA1F-42EF-8FFB-254E198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210300"/>
            <a:ext cx="373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完成通知满足用户流 Wait，后续任务才能继续">
            <a:extLst xmlns:a="http://schemas.openxmlformats.org/drawingml/2006/main">
              <a:ext uri="{FF2B5EF4-FFF2-40B4-BE49-F238E27FC236}">
                <a16:creationId xmlns:a16="http://schemas.microsoft.com/office/drawing/2014/main" id="{AE16391B-9CB0-470F-9D3F-D6F8C8D8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10300"/>
            <a:ext cx="3657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完成通知满足用户流 Wait，后续任务才能继续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92443AF-DC23-4B50-9609-60E97655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4073F8B-9EC9-4830-B012-4A73C442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6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F7DE958E-BC17-45B3-B30D-EA79F1E5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C91E80B-7B00-4664-B3C4-46A74D29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C09BCE7-915A-427F-AC45-7348B92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8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80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584927F2-8330-4BE7-AB0C-788F920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9DE2CA1-092B-4ABD-92FB-C3AE747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61FAAD6-8601-4DC9-8B62-B03F193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2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4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C0CAD1D5-EC8C-4CDA-A431-98041BB9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85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5DA537F5-AF09-4826-8922-49DB85B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F9230CA-A42A-4B50-A9C4-291D905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72536DF-8E4A-4FEB-A7A5-5A908398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7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9" name="泳道按软件职责划分。HCOMM 数据面可由 Host / AICPU 调用，执行引擎由 Thread 决定。*">
            <a:extLst xmlns:a="http://schemas.openxmlformats.org/drawingml/2006/main">
              <a:ext uri="{FF2B5EF4-FFF2-40B4-BE49-F238E27FC236}">
                <a16:creationId xmlns:a16="http://schemas.microsoft.com/office/drawing/2014/main" id="{7B311724-6E00-4E88-8A61-52C534B0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泳道按软件职责划分。HCOMM 数据面可由 Host / AICPU 调用，执行引擎由 Thread 决定。* 接口族和超时分支详见第 3–4 页及备注。</a:t>
            </a:r>
          </a:p>
        </p:txBody>
      </p:sp>
    </p:spTree>
    <p:extLst>
      <p:ext uri="{BB962C8B-B14F-4D97-AF65-F5344CB8AC3E}">
        <p14:creationId xmlns:p14="http://schemas.microsoft.com/office/powerpoint/2010/main" val="1689283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Host 侧泳道：HCCL 组织调用，HCOMM 准备资源，ACL 负责发射">
            <a:extLst xmlns:a="http://schemas.openxmlformats.org/drawingml/2006/main">
              <a:ext uri="{FF2B5EF4-FFF2-40B4-BE49-F238E27FC236}">
                <a16:creationId xmlns:a16="http://schemas.microsoft.com/office/drawing/2014/main" id="{5A5BF085-2E62-4AC8-BC27-6C9399A0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侧泳道：HCCL 组织调用，HCOMM 准备资源，ACL 负责发射</a:t>
            </a:r>
          </a:p>
        </p:txBody>
      </p:sp>
      <p:sp>
        <p:nvSpPr>
          <p:cNvPr id="2" name="消息箭头从 HCCL 发出，API 名称位于实际提供该接口的泳道。缓存 hit 走虚线旁路；本页不展开每个 P">
            <a:extLst xmlns:a="http://schemas.openxmlformats.org/drawingml/2006/main">
              <a:ext uri="{FF2B5EF4-FFF2-40B4-BE49-F238E27FC236}">
                <a16:creationId xmlns:a16="http://schemas.microsoft.com/office/drawing/2014/main" id="{F7F01B1D-E374-442F-9247-B2838AA7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消息箭头从 HCCL 发出，API 名称位于实际提供该接口的泳道。缓存 hit 走虚线旁路；本页不展开每个 Peer 的数据传输。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D42218AD-E3CD-4C05-99C3-CAF85692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167AE-90D7-4CA3-834C-5CDE6EBC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31908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D9C3A-E69A-43D1-8C9B-F6448F05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3190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HCCL Host">
            <a:extLst xmlns:a="http://schemas.openxmlformats.org/drawingml/2006/main">
              <a:ext uri="{FF2B5EF4-FFF2-40B4-BE49-F238E27FC236}">
                <a16:creationId xmlns:a16="http://schemas.microsoft.com/office/drawing/2014/main" id="{4A5AC04F-9994-4B36-A681-9F9717B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3114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" name="内部处理与申请顺序">
            <a:extLst xmlns:a="http://schemas.openxmlformats.org/drawingml/2006/main">
              <a:ext uri="{FF2B5EF4-FFF2-40B4-BE49-F238E27FC236}">
                <a16:creationId xmlns:a16="http://schemas.microsoft.com/office/drawing/2014/main" id="{1D8D596E-6205-44E0-9BA6-0423DD60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3114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内部处理与申请顺序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BDDF2-3834-4B48-893F-995DAEDA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37052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6557D-B0E2-4CBD-AA4F-895953D3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37052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82B8152D-42CF-4169-A20B-DA84B9BD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904875"/>
            <a:ext cx="3629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11" name="通信域资源 C1 · 内存 C2 · 拓扑 C3">
            <a:extLst xmlns:a="http://schemas.openxmlformats.org/drawingml/2006/main">
              <a:ext uri="{FF2B5EF4-FFF2-40B4-BE49-F238E27FC236}">
                <a16:creationId xmlns:a16="http://schemas.microsoft.com/office/drawing/2014/main" id="{AC48A446-6355-415B-AEDB-C329424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114425"/>
            <a:ext cx="3629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通信域资源 C1 · 内存 C2 · 拓扑 C3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FF880-7926-4E3F-A6BD-B1275EEC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76300"/>
            <a:ext cx="26289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6DB31-89C3-454A-BC4A-375AEE02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76300"/>
            <a:ext cx="2628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F3D6DB5A-0D6F-4734-83C4-010A460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04875"/>
            <a:ext cx="2552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5" name="Host Thread 的通知 / 等待 D3">
            <a:extLst xmlns:a="http://schemas.openxmlformats.org/drawingml/2006/main">
              <a:ext uri="{FF2B5EF4-FFF2-40B4-BE49-F238E27FC236}">
                <a16:creationId xmlns:a16="http://schemas.microsoft.com/office/drawing/2014/main" id="{4ACE3BAC-705C-4AE0-9C02-06438C33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14425"/>
            <a:ext cx="2552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Host Thread 的通知 / 等待 D3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BC3F5-9270-4C10-8179-1D3DE97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20955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3FEC0-EBE0-4D7C-92C5-60136FB7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BD5BE938-0527-4F01-A0FB-0A3EBA34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04875"/>
            <a:ext cx="2019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9" name="组装参数并调度 AICPU Kernel">
            <a:extLst xmlns:a="http://schemas.openxmlformats.org/drawingml/2006/main">
              <a:ext uri="{FF2B5EF4-FFF2-40B4-BE49-F238E27FC236}">
                <a16:creationId xmlns:a16="http://schemas.microsoft.com/office/drawing/2014/main" id="{13B44F13-2BD1-4CEE-868D-3E4FD7C6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114425"/>
            <a:ext cx="2019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组装参数并调度 AICPU Kernel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CCCAA-1C27-4753-A017-08BC403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31837-5F2A-4DF1-85D7-B6D5E3B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3342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8BB89-86DA-49D5-BEC2-70DAC39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DC4F0-275A-4044-9CD8-71A6B1E8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0299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BB8A8-D237-44E3-992A-6D55976E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A80DF-E882-4165-BE2A-F80D525B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6588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4277DE-9800-4F0F-97DF-CD5D84F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225CD-55A1-4A04-A82F-3ACFB87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35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754327" y="1315403"/>
            <a:ext cx="0" cy="503777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5D618-9163-4826-BD76-476697E9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71600"/>
            <a:ext cx="57150" cy="494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46B95D-10F6-40B4-9925-2C50E15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90650"/>
            <a:ext cx="571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260B45-2AD3-4534-8832-9DEEB939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768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675D43-E1EB-4EE1-B3AF-C6FCE799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610225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7F00C0-CCCA-4407-AD7A-79DB215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7" name="① HcclAlltoAll">
            <a:extLst xmlns:a="http://schemas.openxmlformats.org/drawingml/2006/main">
              <a:ext uri="{FF2B5EF4-FFF2-40B4-BE49-F238E27FC236}">
                <a16:creationId xmlns:a16="http://schemas.microsoft.com/office/drawing/2014/main" id="{76BB0742-583F-4E79-AE5C-09DDBDD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001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HcclAlltoAll</a:t>
            </a:r>
          </a:p>
        </p:txBody>
      </p:sp>
      <p:sp>
        <p:nvSpPr>
          <p:cNvPr id="38" name="ConvertAlltoAllParam → AlltoAllVOutPlace&#10;AlltoAllVConst">
            <a:extLst xmlns:a="http://schemas.openxmlformats.org/drawingml/2006/main">
              <a:ext uri="{FF2B5EF4-FFF2-40B4-BE49-F238E27FC236}">
                <a16:creationId xmlns:a16="http://schemas.microsoft.com/office/drawing/2014/main" id="{EEDCE630-F2C8-4ADA-9295-9DD63356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0020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AlltoAllVConstructOpParam：counts / displs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027B26-F0E8-4143-A924-6CCDF33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3998E7-210A-4F60-AF9B-6D323807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3363278" y="15244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0DA43C-F0C4-45F4-A4EF-F73757FC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430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cclGetRankSize / RankId / CommName">
            <a:extLst xmlns:a="http://schemas.openxmlformats.org/drawingml/2006/main">
              <a:ext uri="{FF2B5EF4-FFF2-40B4-BE49-F238E27FC236}">
                <a16:creationId xmlns:a16="http://schemas.microsoft.com/office/drawing/2014/main" id="{D4C4007A-4ADF-4CCF-92D7-7540CED1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430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RankId / CommName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CA49D0-4807-4EA1-A259-1A4AF3BA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DDB09E-CFBD-40C8-88D8-0ADAAB5E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363278" y="180070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E9780E-B4E1-40B6-9EA8-0CD7BEB9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cclConfigGetInfo：读取展开方式">
            <a:extLst xmlns:a="http://schemas.openxmlformats.org/drawingml/2006/main">
              <a:ext uri="{FF2B5EF4-FFF2-40B4-BE49-F238E27FC236}">
                <a16:creationId xmlns:a16="http://schemas.microsoft.com/office/drawing/2014/main" id="{DEDD8ADB-7B04-41DB-AEE1-1F5EFA03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HcclConfigGetInfo：读取展开方式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B04EC0-E5B8-4ADB-8DDB-67D23008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838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0" name="② Selector → HcclCalcTopoInfo">
            <a:extLst xmlns:a="http://schemas.openxmlformats.org/drawingml/2006/main">
              <a:ext uri="{FF2B5EF4-FFF2-40B4-BE49-F238E27FC236}">
                <a16:creationId xmlns:a16="http://schemas.microsoft.com/office/drawing/2014/main" id="{48539E55-2B87-4F64-BBD4-86338C48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859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Selector → HcclCalcTopoInfo</a:t>
            </a:r>
          </a:p>
        </p:txBody>
      </p:sp>
      <p:sp>
        <p:nvSpPr>
          <p:cNvPr id="51" name="恢复拓扑或 InitRankInfo&#10;返回 algName / topoInfo">
            <a:extLst xmlns:a="http://schemas.openxmlformats.org/drawingml/2006/main">
              <a:ext uri="{FF2B5EF4-FFF2-40B4-BE49-F238E27FC236}">
                <a16:creationId xmlns:a16="http://schemas.microsoft.com/office/drawing/2014/main" id="{6D34B3B7-276F-437C-9898-FE8C52E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860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恢复拓扑或 InitRankInfo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algName / topoInfo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6E0917-25C7-4785-9806-8C440BF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DCE660-8FC1-44C9-8157-EDA4AA5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363278" y="212455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ADAD5E-476E-439C-9591-D34947BD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4310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cclEngineCtxGet：查拓扑缓存">
            <a:extLst xmlns:a="http://schemas.openxmlformats.org/drawingml/2006/main">
              <a:ext uri="{FF2B5EF4-FFF2-40B4-BE49-F238E27FC236}">
                <a16:creationId xmlns:a16="http://schemas.microsoft.com/office/drawing/2014/main" id="{C8EA66A6-E6C6-449E-8231-B85DA2BC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HcclEngineCtxGet：查拓扑缓存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C61398-9F5D-40F8-8B52-7F4718D0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868250-2FBB-4908-B4DF-BAEE8DA0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363278" y="24007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682C31-A79D-4AFD-BC54-685586AA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193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miss：HcclRankGraphGet* → EngineCtxCreate">
            <a:extLst xmlns:a="http://schemas.openxmlformats.org/drawingml/2006/main">
              <a:ext uri="{FF2B5EF4-FFF2-40B4-BE49-F238E27FC236}">
                <a16:creationId xmlns:a16="http://schemas.microsoft.com/office/drawing/2014/main" id="{72F73360-B7E3-4A13-9A78-F73C4D6F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miss：HcclRankGraphGet* → EngineCtxCreate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3044A5-2B74-4D05-8CDD-E5D58B63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0941C3-6547-4347-8687-2105973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3363278" y="26293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79482D-45FF-49E7-B847-CE9FC3E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opoInfo：网络层、成员、实例、端点、链路">
            <a:extLst xmlns:a="http://schemas.openxmlformats.org/drawingml/2006/main">
              <a:ext uri="{FF2B5EF4-FFF2-40B4-BE49-F238E27FC236}">
                <a16:creationId xmlns:a16="http://schemas.microsoft.com/office/drawing/2014/main" id="{49B5BC67-9804-4112-B193-C083C6F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topoInfo：网络层、成员、实例、端点、链路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314495-C623-4EF2-9C17-E83C8985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8" name="③ HcclExecOp → HcclGetAlgRes">
            <a:extLst xmlns:a="http://schemas.openxmlformats.org/drawingml/2006/main">
              <a:ext uri="{FF2B5EF4-FFF2-40B4-BE49-F238E27FC236}">
                <a16:creationId xmlns:a16="http://schemas.microsoft.com/office/drawing/2014/main" id="{89F71FEA-DBA9-4236-B3F1-4B9080E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098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HcclExecOp → HcclGetAlgRes</a:t>
            </a:r>
          </a:p>
        </p:txBody>
      </p:sp>
      <p:sp>
        <p:nvSpPr>
          <p:cNvPr id="69" name="GetAlgExec → GetAlgoMeta&#10;TryReuseResource：查询算法资源上下文&#10;绑定用">
            <a:extLst xmlns:a="http://schemas.openxmlformats.org/drawingml/2006/main">
              <a:ext uri="{FF2B5EF4-FFF2-40B4-BE49-F238E27FC236}">
                <a16:creationId xmlns:a16="http://schemas.microsoft.com/office/drawing/2014/main" id="{6AA88148-5FD3-491C-8D3D-1989318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0990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GetAlgoMeta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TryReuseResource：查询算法资源上下文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绑定用户流，先导出 CPU Thread 给 AICPU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02554A-4272-4C3C-BA80-F802E3B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95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47EA56-19BA-4A3A-ABCE-B00B6836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3363278" y="28960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DDDDD8-18B3-41E9-AF7C-C0F99C51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146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cclThreadAcquireWithStream〔C1〕">
            <a:extLst xmlns:a="http://schemas.openxmlformats.org/drawingml/2006/main">
              <a:ext uri="{FF2B5EF4-FFF2-40B4-BE49-F238E27FC236}">
                <a16:creationId xmlns:a16="http://schemas.microsoft.com/office/drawing/2014/main" id="{24BDC70C-A245-4FA6-BD5F-7D8B6DF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90A38D-1928-482E-9B7F-E0850FB5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4E94171-F127-4F65-966D-A32597C0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3363278" y="31627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C807AAE-266B-4805-99A3-CE11B98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813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cclThreadExportToCommEngine〔C1〕">
            <a:extLst xmlns:a="http://schemas.openxmlformats.org/drawingml/2006/main">
              <a:ext uri="{FF2B5EF4-FFF2-40B4-BE49-F238E27FC236}">
                <a16:creationId xmlns:a16="http://schemas.microsoft.com/office/drawing/2014/main" id="{6BC91B53-214F-4DA0-886C-355CD20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813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B59986-879F-4010-8775-F2F97DEE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6E8085-28B7-40FE-8759-E534EE6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363278" y="342947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BA1724-59C1-41ED-890A-34C06D2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4802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cclEngineCtxGet(algTag, AICPU_TS)〔C1〕">
            <a:extLst xmlns:a="http://schemas.openxmlformats.org/drawingml/2006/main">
              <a:ext uri="{FF2B5EF4-FFF2-40B4-BE49-F238E27FC236}">
                <a16:creationId xmlns:a16="http://schemas.microsoft.com/office/drawing/2014/main" id="{5D50E017-5484-47F2-A64B-C6BC642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2B53FD-C2DF-4B2D-8E15-9D9B090A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26574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6" name="④ miss：CalcAlgHierarchyInfoV2">
            <a:extLst xmlns:a="http://schemas.openxmlformats.org/drawingml/2006/main">
              <a:ext uri="{FF2B5EF4-FFF2-40B4-BE49-F238E27FC236}">
                <a16:creationId xmlns:a16="http://schemas.microsoft.com/office/drawing/2014/main" id="{4B658A0E-42A9-44E3-9BAA-202F5C1C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9570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miss：CalcAlgHierarchyInfoV2</a:t>
            </a:r>
          </a:p>
        </p:txBody>
      </p:sp>
      <p:sp>
        <p:nvSpPr>
          <p:cNvPr id="87" name="CalcRes → GetAlgResAICPU&#10;HcclAllocAlgResourceAICPU&#10;Hccl">
            <a:extLst xmlns:a="http://schemas.openxmlformats.org/drawingml/2006/main">
              <a:ext uri="{FF2B5EF4-FFF2-40B4-BE49-F238E27FC236}">
                <a16:creationId xmlns:a16="http://schemas.microsoft.com/office/drawing/2014/main" id="{8B3EFCCC-1213-438F-8296-F492CCD1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895725"/>
            <a:ext cx="25431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 → GetAlgResAICPU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/ HcclGetAicpuThread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/ BuildChannelInfo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计算需求，再取得本地 / 远端资源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191EF6D-BE99-4440-BCC8-5758E23B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CD2CD0-41C4-40A7-AF84-87A1A55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363278" y="37914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0A26D20-12BD-48AA-9006-B9F7BAC6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99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cclGetHcclBuffer〔C2〕：本地 CCL">
            <a:extLst xmlns:a="http://schemas.openxmlformats.org/drawingml/2006/main">
              <a:ext uri="{FF2B5EF4-FFF2-40B4-BE49-F238E27FC236}">
                <a16:creationId xmlns:a16="http://schemas.microsoft.com/office/drawing/2014/main" id="{06000CE5-3246-4A7C-B786-EB053D9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99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HcclGetHcclBuffer〔C2〕：本地 CCL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F66D14-07F0-4F0E-B552-A116F1CA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DE4725E-FEAF-4C1C-8602-BCD592A1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3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3363278" y="40581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DFB825-4018-474B-875E-5A342E67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766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cclThreadAcquireWithConfig / Acquire〔C1〕">
            <a:extLst xmlns:a="http://schemas.openxmlformats.org/drawingml/2006/main">
              <a:ext uri="{FF2B5EF4-FFF2-40B4-BE49-F238E27FC236}">
                <a16:creationId xmlns:a16="http://schemas.microsoft.com/office/drawing/2014/main" id="{4077518C-B26E-4F98-9172-1DD54475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766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/ Acquire〔C1〕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C06E010-39BF-4802-830C-ED8B4192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F80BE2-0D12-4253-B8DD-2FA09C4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3363278" y="43248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5A7D63-6235-41EF-B771-E4C75BC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433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cclChannelAcquire〔C1〕：内部建链见第 5 页">
            <a:extLst xmlns:a="http://schemas.openxmlformats.org/drawingml/2006/main">
              <a:ext uri="{FF2B5EF4-FFF2-40B4-BE49-F238E27FC236}">
                <a16:creationId xmlns:a16="http://schemas.microsoft.com/office/drawing/2014/main" id="{797A3846-631D-42B8-ACAC-2E97951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433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HcclChannelAcquire〔C1〕：内部建链见第 5 页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AE68520-0BF9-440F-8155-B9D681CE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E21E34-38D9-4EFD-A81E-A54DBB6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3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3363278" y="45915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5A1ED0-4584-4B9C-A928-BC3C3196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00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cclChannelGetHcclBuffer〔C2〕：远端映射">
            <a:extLst xmlns:a="http://schemas.openxmlformats.org/drawingml/2006/main">
              <a:ext uri="{FF2B5EF4-FFF2-40B4-BE49-F238E27FC236}">
                <a16:creationId xmlns:a16="http://schemas.microsoft.com/office/drawing/2014/main" id="{28A66D27-A1B2-45F0-BA5E-303626BD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00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HcclChannelGetHcclBuffer〔C2〕：远端映射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5880C3A-02B6-4320-82D1-78F8C6FF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4B5418-2469-4AD9-A1E7-BE71BD5C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8" name=""/>
          <p:cNvCxnSpPr>
            <a:stCxn xmlns:a="http://schemas.openxmlformats.org/drawingml/2006/main" id="108" idx="1"/>
            <a:endCxn xmlns:a="http://schemas.openxmlformats.org/drawingml/2006/main" id="109" idx="3"/>
          </p:cNvCxnSpPr>
          <p:nvPr/>
        </p:nvCxnSpPr>
        <p:spPr>
          <a:xfrm xmlns:a="http://schemas.openxmlformats.org/drawingml/2006/main" flipH="1">
            <a:off x="3144203" y="349615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032140E-7B35-4C9E-8AA8-B6B9DB60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172DB0-6D36-4B21-AC0F-F8F5807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1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3143727" y="3496628"/>
            <a:ext cx="0" cy="154209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94B7FAA-2CD6-4630-9601-B1B38B1C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BEBABF7-640C-4BBB-B569-CB3C5E58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3144203" y="50392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D482C7-E066-4630-8DFD-1CBCDC7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14725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it：复用">
            <a:extLst xmlns:a="http://schemas.openxmlformats.org/drawingml/2006/main">
              <a:ext uri="{FF2B5EF4-FFF2-40B4-BE49-F238E27FC236}">
                <a16:creationId xmlns:a16="http://schemas.microsoft.com/office/drawing/2014/main" id="{3BDE8AD1-2026-4475-82A1-D4D291C5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581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hit：复用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BF26E1-BFBD-4FAB-B977-65ECEA0E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91075"/>
            <a:ext cx="26574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0" name="⑤ Serialize → 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680C103E-9F0C-41E3-8E2C-D0DDED5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19650"/>
            <a:ext cx="2543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Serialize → HcclMemcpyCtxHostToDevice</a:t>
            </a:r>
          </a:p>
        </p:txBody>
      </p:sp>
      <p:sp>
        <p:nvSpPr>
          <p:cNvPr id="121" name="取得算法主线程，反向导出到 CPU_TS">
            <a:extLst xmlns:a="http://schemas.openxmlformats.org/drawingml/2006/main">
              <a:ext uri="{FF2B5EF4-FFF2-40B4-BE49-F238E27FC236}">
                <a16:creationId xmlns:a16="http://schemas.microsoft.com/office/drawing/2014/main" id="{33B5F0D8-FEFD-440A-AD51-B6EAAA3B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57775"/>
            <a:ext cx="2619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取得算法主线程，反向导出到 CPU_TS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FBBE61-B06E-4EC3-AFE9-B7A676AC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82CBC81-C1A3-47D1-8EE4-8967623A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122" idx="3"/>
            <a:endCxn xmlns:a="http://schemas.openxmlformats.org/drawingml/2006/main" id="123" idx="1"/>
          </p:cNvCxnSpPr>
          <p:nvPr/>
        </p:nvCxnSpPr>
        <p:spPr>
          <a:xfrm xmlns:a="http://schemas.openxmlformats.org/drawingml/2006/main">
            <a:off x="3363278" y="4858227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B72F9A-E3DF-4C09-80C9-30E12DD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76775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HcclEngineCtxCreate → HcclEngineCtxCopy〔C1〕">
            <a:extLst xmlns:a="http://schemas.openxmlformats.org/drawingml/2006/main">
              <a:ext uri="{FF2B5EF4-FFF2-40B4-BE49-F238E27FC236}">
                <a16:creationId xmlns:a16="http://schemas.microsoft.com/office/drawing/2014/main" id="{8F1F016F-2857-4A8D-BE76-88662FB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76775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HcclEngineCtxCopy〔C1〕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639902D-701E-43D3-B4EA-56663634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0BE670E-6692-4A69-81B0-10C089AA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3363278" y="5134452"/>
            <a:ext cx="3637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9FCAF55-1D65-468B-8A55-C341A316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53000"/>
            <a:ext cx="3324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cclThreadExportToCommEngine〔C1〕">
            <a:extLst xmlns:a="http://schemas.openxmlformats.org/drawingml/2006/main">
              <a:ext uri="{FF2B5EF4-FFF2-40B4-BE49-F238E27FC236}">
                <a16:creationId xmlns:a16="http://schemas.microsoft.com/office/drawing/2014/main" id="{8473903E-537D-46D6-96CA-A91E2793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53000"/>
            <a:ext cx="3286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DD17CCE-6B20-4167-9344-D737653A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53050"/>
            <a:ext cx="283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3" name="⑥ 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49F533DE-FC7B-4648-8D1B-AE7872E2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3816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HcclAicpuKernelEntranceLaunch</a:t>
            </a:r>
          </a:p>
        </p:txBody>
      </p:sp>
      <p:sp>
        <p:nvSpPr>
          <p:cNvPr id="134" name="提交 Host-ready，再调用 AicpuKernelLaunch">
            <a:extLst xmlns:a="http://schemas.openxmlformats.org/drawingml/2006/main">
              <a:ext uri="{FF2B5EF4-FFF2-40B4-BE49-F238E27FC236}">
                <a16:creationId xmlns:a16="http://schemas.microsoft.com/office/drawing/2014/main" id="{EC4B2039-EE8A-4C9E-87B0-36A4C10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581650"/>
            <a:ext cx="2724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Host-ready，再调用 AicpuKernelLaunch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B24B4FE-5D5C-4C7E-B7C5-02FACE0C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DA7BBE3-A998-449C-B132-F77791DB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3363278" y="5382102"/>
            <a:ext cx="626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2567815-7A64-4112-8BFC-5C13F80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00650"/>
            <a:ext cx="2352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E3B86F1C-BFEB-484C-8AB6-AA33027F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0650"/>
            <a:ext cx="2314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40" name="输入就绪 → AICPU Wait 消费">
            <a:extLst xmlns:a="http://schemas.openxmlformats.org/drawingml/2006/main">
              <a:ext uri="{FF2B5EF4-FFF2-40B4-BE49-F238E27FC236}">
                <a16:creationId xmlns:a16="http://schemas.microsoft.com/office/drawing/2014/main" id="{E1D825E3-7F84-4EDF-AFBD-6D412F2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410200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 → AICPU Wait 消费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7D31142-F251-4613-B395-6E52A739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1BE2C77-E1C6-4DD1-914A-0E515C14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1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3334703" y="5744052"/>
            <a:ext cx="65617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E3508FA-550F-4BC9-824C-CCD43A2C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543550"/>
            <a:ext cx="1781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5" name="aclrtBinaryGetFunction&#10;aclrtKernelArgsInit / Append&#10;acl">
            <a:extLst xmlns:a="http://schemas.openxmlformats.org/drawingml/2006/main">
              <a:ext uri="{FF2B5EF4-FFF2-40B4-BE49-F238E27FC236}">
                <a16:creationId xmlns:a16="http://schemas.microsoft.com/office/drawing/2014/main" id="{6203D9A4-FBD4-4EF4-B354-53A6756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721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aclrtKernelArgsInit / Append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24A1196-BC42-4B27-9848-DC32FCF8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102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47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D1E87F83-D082-43AC-90F3-373E9EB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038850"/>
            <a:ext cx="1666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48903D9-18C0-465C-BA46-7CA93B1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BF82402-7914-4AC8-8F12-3A8E5C4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01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0792302" y="5944553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1" name="OpParam + varData + resCtx 指针">
            <a:extLst xmlns:a="http://schemas.openxmlformats.org/drawingml/2006/main">
              <a:ext uri="{FF2B5EF4-FFF2-40B4-BE49-F238E27FC236}">
                <a16:creationId xmlns:a16="http://schemas.microsoft.com/office/drawing/2014/main" id="{50D95578-AC98-487E-AADB-7500AA3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781675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OpParam + varData + resCtx 指针</a:t>
            </a:r>
          </a:p>
        </p:txBody>
      </p:sp>
      <p:sp>
        <p:nvSpPr>
          <p:cNvPr id="152" name="HcclThreadResGetInfo 可选查询 stream">
            <a:extLst xmlns:a="http://schemas.openxmlformats.org/drawingml/2006/main">
              <a:ext uri="{FF2B5EF4-FFF2-40B4-BE49-F238E27FC236}">
                <a16:creationId xmlns:a16="http://schemas.microsoft.com/office/drawing/2014/main" id="{C3AA54E5-1705-459D-B971-5AC9DD5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000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HcclThreadResGetInfo 可选查询 stream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ACE6F50-11CC-4E9B-80E1-1383344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57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4" name="⑦ 发射后：把完成 Wait 排入用户流">
            <a:extLst xmlns:a="http://schemas.openxmlformats.org/drawingml/2006/main">
              <a:ext uri="{FF2B5EF4-FFF2-40B4-BE49-F238E27FC236}">
                <a16:creationId xmlns:a16="http://schemas.microsoft.com/office/drawing/2014/main" id="{F7C4CC09-CEA3-4DF8-9E01-D0A8D17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0864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发射后：把完成 Wait 排入用户流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C0FDDA3-4975-4127-92E3-5D7BB138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625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CEB9FBC-9A79-46FF-B2B9-3CF34D95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5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5" name=""/>
          <p:cNvCxnSpPr>
            <a:stCxn xmlns:a="http://schemas.openxmlformats.org/drawingml/2006/main" id="155" idx="3"/>
            <a:endCxn xmlns:a="http://schemas.openxmlformats.org/drawingml/2006/main" id="156" idx="1"/>
          </p:cNvCxnSpPr>
          <p:nvPr/>
        </p:nvCxnSpPr>
        <p:spPr>
          <a:xfrm xmlns:a="http://schemas.openxmlformats.org/drawingml/2006/main">
            <a:off x="3363278" y="6258402"/>
            <a:ext cx="62664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CB4C186-597B-4B65-9F5F-9B93C7D1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076950"/>
            <a:ext cx="23526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HcommThreadNotifyWaitOnThread*">
            <a:extLst xmlns:a="http://schemas.openxmlformats.org/drawingml/2006/main">
              <a:ext uri="{FF2B5EF4-FFF2-40B4-BE49-F238E27FC236}">
                <a16:creationId xmlns:a16="http://schemas.microsoft.com/office/drawing/2014/main" id="{994DC29E-8EF8-4B8E-93BE-BFE8E10D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076950"/>
            <a:ext cx="2314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HcommThreadNotifyWaitOnThread*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0926406-156C-4405-9944-B36379C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195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dash"/>
          </a:ln>
        </p:spPr>
      </p:sp>
      <p:sp>
        <p:nvSpPr>
          <p:cNvPr id="161" name="两次 Thread 导出对应相反方向：&#10;Host-ready 发给 AICPU&#10;完成通知发给 Host">
            <a:extLst xmlns:a="http://schemas.openxmlformats.org/drawingml/2006/main">
              <a:ext uri="{FF2B5EF4-FFF2-40B4-BE49-F238E27FC236}">
                <a16:creationId xmlns:a16="http://schemas.microsoft.com/office/drawing/2014/main" id="{62EEE972-1DAD-425A-8858-97376AC0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767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两次 Thread 导出对应相反方向：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Host-ready 发给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完成通知发给 Host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C6312F7-6F5E-4E70-BF88-813117C5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7D43F79-A7B3-43B6-A3EC-22114DEA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5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A34B2E42-F21D-4D98-AF70-4C47F56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0C35880-6FE6-4B4D-8C80-A5D9F64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ABB6ACE-B519-4502-8FBD-84D4B3AC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166" idx="3"/>
            <a:endCxn xmlns:a="http://schemas.openxmlformats.org/drawingml/2006/main" id="167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69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A0E835BB-DE77-4464-8C78-63C19124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F7713EC-B3C2-4CA4-B168-D0A88589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8BB87DA-238D-459A-906B-43B5355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0" name=""/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73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862D6A04-3F5A-4417-A263-73680522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74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C343E426-E3B7-4D83-8DB6-56C520F8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BE5BC92-0554-43B9-B525-3B38D260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595BE6F-8C49-45FF-9744-3CF27FBE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5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78" name="* 默认超时 / 显式超时二选一。Hccl 前缀也可能是 HCOMM 接口。源码：all_to_all_v.c">
            <a:extLst xmlns:a="http://schemas.openxmlformats.org/drawingml/2006/main">
              <a:ext uri="{FF2B5EF4-FFF2-40B4-BE49-F238E27FC236}">
                <a16:creationId xmlns:a16="http://schemas.microsoft.com/office/drawing/2014/main" id="{1F447538-21B3-402A-8503-AFC17CA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* 默认超时 / 显式超时二选一。Hccl 前缀也可能是 HCOMM 接口。源码：all_to_all_v.cc；op_common.cc:780,1005,1135,1285–2091；order_launch.cc。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1626447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AICPU 侧泳道：Kernel 管生命周期，Executor 分块，Template 逐 Peer 编排">
            <a:extLst xmlns:a="http://schemas.openxmlformats.org/drawingml/2006/main">
              <a:ext uri="{FF2B5EF4-FFF2-40B4-BE49-F238E27FC236}">
                <a16:creationId xmlns:a16="http://schemas.microsoft.com/office/drawing/2014/main" id="{379471F3-9F62-4910-BAC8-E8E6277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侧泳道：Kernel 管生命周期，Executor 分块，Template 逐 Peer 编排</a:t>
            </a:r>
          </a:p>
        </p:txBody>
      </p:sp>
      <p:sp>
        <p:nvSpPr>
          <p:cNvPr id="2" name="前三条泳道属于 HCCL。右侧为 HCOMM 原语执行。实线向右下钻，虚线逐层返回；全部大块结束后才发本次算子">
            <a:extLst xmlns:a="http://schemas.openxmlformats.org/drawingml/2006/main">
              <a:ext uri="{FF2B5EF4-FFF2-40B4-BE49-F238E27FC236}">
                <a16:creationId xmlns:a16="http://schemas.microsoft.com/office/drawing/2014/main" id="{EE9CCDED-F61F-4F45-AFB4-D7399A7C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28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前三条泳道属于 HCCL。右侧为 HCOMM 原语执行。实线向右下钻，虚线逐层返回；全部大块结束后才发本次算子的完成通知。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4EBF466-B90D-4E12-99F5-ABE69263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19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A7D97-0C27-4F7C-871B-E45683B4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2667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B7C55-5F94-471A-A8CD-2CC1C6A2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6" name="HCCL Kernel 入口">
            <a:extLst xmlns:a="http://schemas.openxmlformats.org/drawingml/2006/main">
              <a:ext uri="{FF2B5EF4-FFF2-40B4-BE49-F238E27FC236}">
                <a16:creationId xmlns:a16="http://schemas.microsoft.com/office/drawing/2014/main" id="{14063DF5-4369-4C89-9364-31DD0AB3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04875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Kernel 入口</a:t>
            </a:r>
          </a:p>
        </p:txBody>
      </p:sp>
      <p:sp>
        <p:nvSpPr>
          <p:cNvPr id="7" name="上下文恢复 · 主流程 · 收尾">
            <a:extLst xmlns:a="http://schemas.openxmlformats.org/drawingml/2006/main">
              <a:ext uri="{FF2B5EF4-FFF2-40B4-BE49-F238E27FC236}">
                <a16:creationId xmlns:a16="http://schemas.microsoft.com/office/drawing/2014/main" id="{17FFBF5E-68A9-4AC0-B141-DB242FC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1442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上下文恢复 · 主流程 · 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B0873-3CA3-45F0-822E-578926CF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"/>
            <a:ext cx="2667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EEDDC-E072-4D5D-926E-9EB5FE6D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0" name="HCCL Executor">
            <a:extLst xmlns:a="http://schemas.openxmlformats.org/drawingml/2006/main">
              <a:ext uri="{FF2B5EF4-FFF2-40B4-BE49-F238E27FC236}">
                <a16:creationId xmlns:a16="http://schemas.microsoft.com/office/drawing/2014/main" id="{B191F0D0-DAAD-4BBE-B2B4-989DB08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904875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Executor</a:t>
            </a:r>
          </a:p>
        </p:txBody>
      </p:sp>
      <p:sp>
        <p:nvSpPr>
          <p:cNvPr id="11" name="资源映射 · 大块切分">
            <a:extLst xmlns:a="http://schemas.openxmlformats.org/drawingml/2006/main">
              <a:ext uri="{FF2B5EF4-FFF2-40B4-BE49-F238E27FC236}">
                <a16:creationId xmlns:a16="http://schemas.microsoft.com/office/drawing/2014/main" id="{F01FFBD3-B338-4D45-946A-A449AD40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11442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资源映射 · 大块切分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B5323-4139-4F7A-A452-559F842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76300"/>
            <a:ext cx="319087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38437-7764-4D06-AD64-CA3ABF29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76300"/>
            <a:ext cx="3190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4" name="HCCL Template / Wrapper">
            <a:extLst xmlns:a="http://schemas.openxmlformats.org/drawingml/2006/main">
              <a:ext uri="{FF2B5EF4-FFF2-40B4-BE49-F238E27FC236}">
                <a16:creationId xmlns:a16="http://schemas.microsoft.com/office/drawing/2014/main" id="{2C719515-5D76-4171-B0A0-B8C3D0F9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04875"/>
            <a:ext cx="3114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Template / Wrapper</a:t>
            </a:r>
          </a:p>
        </p:txBody>
      </p:sp>
      <p:sp>
        <p:nvSpPr>
          <p:cNvPr id="15" name="通信轮次 · Peer · Channel · slice">
            <a:extLst xmlns:a="http://schemas.openxmlformats.org/drawingml/2006/main">
              <a:ext uri="{FF2B5EF4-FFF2-40B4-BE49-F238E27FC236}">
                <a16:creationId xmlns:a16="http://schemas.microsoft.com/office/drawing/2014/main" id="{ED50F4F5-28A8-4348-A74B-8D6551E6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14425"/>
            <a:ext cx="3114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通信轮次 · Peer · Channel · 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CD04F-5430-4CEE-95E9-143DB27F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76300"/>
            <a:ext cx="30956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5715">
            <a:solidFill>
              <a:srgbClr val="D9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236BF-A778-446A-8582-51F6F7C1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76300"/>
            <a:ext cx="3095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715">
            <a:solidFill>
              <a:srgbClr val="797D79"/>
            </a:solidFill>
            <a:prstDash val="solid"/>
          </a:ln>
        </p:spPr>
      </p:sp>
      <p:sp>
        <p:nvSpPr>
          <p:cNvPr id="18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58DEBEFF-F49E-4891-AFE9-32752B8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904875"/>
            <a:ext cx="3019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9" name="提交同步 / 搬运任务">
            <a:extLst xmlns:a="http://schemas.openxmlformats.org/drawingml/2006/main">
              <a:ext uri="{FF2B5EF4-FFF2-40B4-BE49-F238E27FC236}">
                <a16:creationId xmlns:a16="http://schemas.microsoft.com/office/drawing/2014/main" id="{EF8420E1-D46C-4906-BF90-AEC63F7E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114425"/>
            <a:ext cx="3019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提交同步 / 搬运任务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89975-74DE-485B-BEC2-72D246FD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08E31-35AB-40F2-8DAC-95EFA1F0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3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819877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C65EA-CA30-44A6-A819-C6F92313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A8B51-DEF8-4D78-97ED-43D37A4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6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486877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18486-A8ED-49A8-A2DC-F35C9D73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1803F-326A-49B0-AE2F-301E9AF1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9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77752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28881-65C3-45FA-A79A-8FA608B9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31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A57E1-4BCB-4777-BD81-713AF73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763852" y="1315403"/>
            <a:ext cx="0" cy="5018722"/>
          </a:xfrm>
          <a:prstGeom xmlns:a="http://schemas.openxmlformats.org/drawingml/2006/main" prst="straightConnector1">
            <a:avLst/>
          </a:prstGeom>
          <a:ln xmlns:a="http://schemas.openxmlformats.org/drawingml/2006/main" w="6191">
            <a:solidFill>
              <a:srgbClr val="D9DCD8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990C7E-1E2B-4473-904B-67D6CA71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371600"/>
            <a:ext cx="571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4F160-875B-4A35-9274-B7BA02F9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57475"/>
            <a:ext cx="571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1A655-CE1A-43E5-91A0-AB7960AC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F8B0D-3258-433C-BF67-C7AF64A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343025"/>
            <a:ext cx="571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5239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3F79C7-4318-4B03-8FE9-EB32A57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71600"/>
            <a:ext cx="2324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7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A56A60F-1847-45CB-80A7-82B7ABCE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0017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D4C190-BF47-4D56-A6AF-DD652519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6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545BFC-0260-4929-9F66-3FF94A1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46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848928" y="1467327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7A55B4-0DAF-46AF-8411-2D88EC82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285875"/>
            <a:ext cx="26574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commAcquireComm〔D4〕">
            <a:extLst xmlns:a="http://schemas.openxmlformats.org/drawingml/2006/main">
              <a:ext uri="{FF2B5EF4-FFF2-40B4-BE49-F238E27FC236}">
                <a16:creationId xmlns:a16="http://schemas.microsoft.com/office/drawing/2014/main" id="{AA5594F9-22C5-46B8-B324-6FF6537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285875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15ECEE-8EC8-4A77-821F-32C01C1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43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4" name="DeserializeResCtx / 设备缓存">
            <a:extLst xmlns:a="http://schemas.openxmlformats.org/drawingml/2006/main">
              <a:ext uri="{FF2B5EF4-FFF2-40B4-BE49-F238E27FC236}">
                <a16:creationId xmlns:a16="http://schemas.microsoft.com/office/drawing/2014/main" id="{13AF4BFC-227D-45FA-999B-E4D6DA9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716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 / 设备缓存</a:t>
            </a:r>
          </a:p>
        </p:txBody>
      </p:sp>
      <p:sp>
        <p:nvSpPr>
          <p:cNvPr id="45" name="RestoreVarDataAlltoAllV&#10;恢复 counts / displs 指针、主线程">
            <a:extLst xmlns:a="http://schemas.openxmlformats.org/drawingml/2006/main">
              <a:ext uri="{FF2B5EF4-FFF2-40B4-BE49-F238E27FC236}">
                <a16:creationId xmlns:a16="http://schemas.microsoft.com/office/drawing/2014/main" id="{D04C6765-C9A2-493B-AF7F-3457B9D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7167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counts / displs 指针、主线程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09FA5F-D3B9-4123-B099-3A20340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95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A6557C-5CB1-4720-BAC9-12986E20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295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9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848928" y="229600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31BFBD-9E41-41AD-8D38-93932F1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14550"/>
            <a:ext cx="26574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commBatchModeStart〔D4〕">
            <a:extLst xmlns:a="http://schemas.openxmlformats.org/drawingml/2006/main">
              <a:ext uri="{FF2B5EF4-FFF2-40B4-BE49-F238E27FC236}">
                <a16:creationId xmlns:a16="http://schemas.microsoft.com/office/drawing/2014/main" id="{456DC888-441F-469E-AA00-FCFF92D1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14550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2939A5-52F3-482C-A796-5A8C679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86FFF4-834D-42BB-856B-C73A592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4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48928" y="261985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6670F6-D550-4EA9-9E2E-CEEC8971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38400"/>
            <a:ext cx="2695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commThreadNotifyWaitOnThread*〔D3〕">
            <a:extLst xmlns:a="http://schemas.openxmlformats.org/drawingml/2006/main">
              <a:ext uri="{FF2B5EF4-FFF2-40B4-BE49-F238E27FC236}">
                <a16:creationId xmlns:a16="http://schemas.microsoft.com/office/drawing/2014/main" id="{FD810428-26B0-4EC1-9735-AE913104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657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06876D-BC3B-4BA5-9961-2B1EFE3C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2324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OpOrchestrate&#10;等 Host-ready 后取 Executor">
            <a:extLst xmlns:a="http://schemas.openxmlformats.org/drawingml/2006/main">
              <a:ext uri="{FF2B5EF4-FFF2-40B4-BE49-F238E27FC236}">
                <a16:creationId xmlns:a16="http://schemas.microsoft.com/office/drawing/2014/main" id="{701B4E8C-C4EC-45BC-8052-006E62F1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9825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 Host-ready 后取 Executor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28FD11-81C2-4AB7-B8F0-E85C1E8D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EE6B8E-165A-418F-9ED9-512BC64F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2848928" y="2800827"/>
            <a:ext cx="26088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21B371-C9FE-43B9-A576-7DFD48A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2371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etAlgExec → Orchestrate">
            <a:extLst xmlns:a="http://schemas.openxmlformats.org/drawingml/2006/main">
              <a:ext uri="{FF2B5EF4-FFF2-40B4-BE49-F238E27FC236}">
                <a16:creationId xmlns:a16="http://schemas.microsoft.com/office/drawing/2014/main" id="{64075464-0671-418A-A443-AD0BA4D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Orchestrate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CECFF5-4AA0-46D1-9F22-6618EDA0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InsV2AlltoAllVSoleExecutor">
            <a:extLst xmlns:a="http://schemas.openxmlformats.org/drawingml/2006/main">
              <a:ext uri="{FF2B5EF4-FFF2-40B4-BE49-F238E27FC236}">
                <a16:creationId xmlns:a16="http://schemas.microsoft.com/office/drawing/2014/main" id="{235C3639-5C51-48D4-BEAF-6B32557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InsV2AlltoAllVSoleExecutor</a:t>
            </a:r>
          </a:p>
        </p:txBody>
      </p:sp>
      <p:sp>
        <p:nvSpPr>
          <p:cNvPr id="65" name="恢复 Channel 映射、counts / displs&#10;OrchestrateLoop → CalcScr">
            <a:extLst xmlns:a="http://schemas.openxmlformats.org/drawingml/2006/main">
              <a:ext uri="{FF2B5EF4-FFF2-40B4-BE49-F238E27FC236}">
                <a16:creationId xmlns:a16="http://schemas.microsoft.com/office/drawing/2014/main" id="{94E64511-2BB3-435D-BD90-4E28D8B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Channel 映射、counts / displs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0D5B74-48ED-4CEA-B4B4-A9D9821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32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循环：每个大块">
            <a:extLst xmlns:a="http://schemas.openxmlformats.org/drawingml/2006/main">
              <a:ext uri="{FF2B5EF4-FFF2-40B4-BE49-F238E27FC236}">
                <a16:creationId xmlns:a16="http://schemas.microsoft.com/office/drawing/2014/main" id="{12959E31-6323-49EF-82A1-DB9560FE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718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循环：每个大块</a:t>
            </a:r>
          </a:p>
        </p:txBody>
      </p:sp>
      <p:sp>
        <p:nvSpPr>
          <p:cNvPr id="68" name="按 CCL scratch / 传输上限算块大小&#10;更新 processedDataCount、偏移&#10;每块调用一">
            <a:extLst xmlns:a="http://schemas.openxmlformats.org/drawingml/2006/main">
              <a:ext uri="{FF2B5EF4-FFF2-40B4-BE49-F238E27FC236}">
                <a16:creationId xmlns:a16="http://schemas.microsoft.com/office/drawing/2014/main" id="{4F46562B-0E0A-403A-A1FC-558145DA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2209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scratch / 传输上限算块大小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更新 processedDataCount、偏移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每块调用一次 Template::KernelRun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D192B9-85A0-4607-9D3B-420E263F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5C2C9E-418F-45FF-B732-C5F6226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5515928" y="3667602"/>
            <a:ext cx="31327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2A216A-39BD-401E-B3DB-77927D7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8615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KernelRun(param, dataParams, resources)">
            <a:extLst xmlns:a="http://schemas.openxmlformats.org/drawingml/2006/main">
              <a:ext uri="{FF2B5EF4-FFF2-40B4-BE49-F238E27FC236}">
                <a16:creationId xmlns:a16="http://schemas.microsoft.com/office/drawing/2014/main" id="{742C269A-EFD1-4D27-91D9-60463EA7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861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KernelRun(param, dataParams, resources)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53E6919-16CC-4A9D-BDCC-723C7D9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2847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5" name="KernelRun → RunALLtoALL">
            <a:extLst xmlns:a="http://schemas.openxmlformats.org/drawingml/2006/main">
              <a:ext uri="{FF2B5EF4-FFF2-40B4-BE49-F238E27FC236}">
                <a16:creationId xmlns:a16="http://schemas.microsoft.com/office/drawing/2014/main" id="{E1172BC1-1869-4D2A-B2AD-AE5575C4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3857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RunALLtoALL</a:t>
            </a:r>
          </a:p>
        </p:txBody>
      </p:sp>
      <p:sp>
        <p:nvSpPr>
          <p:cNvPr id="76" name="CalcCommLoops；多线程 PreSyncInterThreads">
            <a:extLst xmlns:a="http://schemas.openxmlformats.org/drawingml/2006/main">
              <a:ext uri="{FF2B5EF4-FFF2-40B4-BE49-F238E27FC236}">
                <a16:creationId xmlns:a16="http://schemas.microsoft.com/office/drawing/2014/main" id="{BD5AD1B7-BE71-45EB-9CDE-E0DF9D6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8600"/>
            <a:ext cx="2733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CalcCommLoops；多线程 PreSyncInterThreads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5909EE3-2EFC-49BE-AB97-709A6AF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1FB8F7-EB2E-4E4E-A76F-9E4642D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8706803" y="40105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0" name="HcommThreadNotifyRecordOnThread&#10;HcommThreadNotifyWaitOn">
            <a:extLst xmlns:a="http://schemas.openxmlformats.org/drawingml/2006/main">
              <a:ext uri="{FF2B5EF4-FFF2-40B4-BE49-F238E27FC236}">
                <a16:creationId xmlns:a16="http://schemas.microsoft.com/office/drawing/2014/main" id="{B8D816C4-262B-49E8-91A8-1B2998A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86175"/>
            <a:ext cx="267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</a:t>
            </a:r>
          </a:p>
        </p:txBody>
      </p:sp>
      <p:sp>
        <p:nvSpPr>
          <p:cNvPr id="81" name="主 Thread 通知从 Thread 开始〔D3〕">
            <a:extLst xmlns:a="http://schemas.openxmlformats.org/drawingml/2006/main">
              <a:ext uri="{FF2B5EF4-FFF2-40B4-BE49-F238E27FC236}">
                <a16:creationId xmlns:a16="http://schemas.microsoft.com/office/drawing/2014/main" id="{D015F121-9818-4478-8CDE-1DDBB75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38600"/>
            <a:ext cx="26765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主 Thread 通知从 Thread 开始〔D3〕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A3F09F-6A26-45E6-A5F3-EC3F3EF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76725"/>
            <a:ext cx="28479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3" name="LocalCopyForMyRank → LocalCopy（自分片）">
            <a:extLst xmlns:a="http://schemas.openxmlformats.org/drawingml/2006/main">
              <a:ext uri="{FF2B5EF4-FFF2-40B4-BE49-F238E27FC236}">
                <a16:creationId xmlns:a16="http://schemas.microsoft.com/office/drawing/2014/main" id="{2CCEA4B6-20DC-4A1C-A240-3FECD52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05300"/>
            <a:ext cx="2733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LocalCopy（自分片）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95530D-D5E7-4512-A785-03FF89E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1A84DE-5A7E-48A6-8B95-D107E086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706803" y="44296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57AB48-B7E5-458A-AF55-0BC76CA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481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commLocalCopyOnThread〔D1〕">
            <a:extLst xmlns:a="http://schemas.openxmlformats.org/drawingml/2006/main">
              <a:ext uri="{FF2B5EF4-FFF2-40B4-BE49-F238E27FC236}">
                <a16:creationId xmlns:a16="http://schemas.microsoft.com/office/drawing/2014/main" id="{2BE75952-C4F4-4B1A-A7DF-6AC7F399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481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05168A-7AAD-40EA-83B8-C78C411C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2847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0" name="循环：通信轮次 → Peer → Channel">
            <a:extLst xmlns:a="http://schemas.openxmlformats.org/drawingml/2006/main">
              <a:ext uri="{FF2B5EF4-FFF2-40B4-BE49-F238E27FC236}">
                <a16:creationId xmlns:a16="http://schemas.microsoft.com/office/drawing/2014/main" id="{E22BCC3E-0C2F-4E78-9250-FB29C897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95825"/>
            <a:ext cx="2733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循环：通信轮次 → Peer → Channel</a:t>
            </a:r>
          </a:p>
        </p:txBody>
      </p:sp>
      <p:sp>
        <p:nvSpPr>
          <p:cNvPr id="91" name="CalcCommRankSetForOneLoop&#10;RunSendRecvByLoop / ByChannel">
            <a:extLst xmlns:a="http://schemas.openxmlformats.org/drawingml/2006/main">
              <a:ext uri="{FF2B5EF4-FFF2-40B4-BE49-F238E27FC236}">
                <a16:creationId xmlns:a16="http://schemas.microsoft.com/office/drawing/2014/main" id="{A1D77401-E007-4ADF-ADCD-68CB9F1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2733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 / ByChannel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CalcCclBuffIdx → BuildDataSlices → RunSendRecv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D0550A-BFE8-4FA0-B0FD-BE66BF7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57725"/>
            <a:ext cx="27527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3" name="SendRecvWrite：先握手，再逐 slice 传输">
            <a:extLst xmlns:a="http://schemas.openxmlformats.org/drawingml/2006/main">
              <a:ext uri="{FF2B5EF4-FFF2-40B4-BE49-F238E27FC236}">
                <a16:creationId xmlns:a16="http://schemas.microsoft.com/office/drawing/2014/main" id="{650495F4-A438-4D84-B97D-8DD5D89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86300"/>
            <a:ext cx="2638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SendRecvWrite：先握手，再逐 slice 传输</a:t>
            </a:r>
          </a:p>
        </p:txBody>
      </p:sp>
      <p:sp>
        <p:nvSpPr>
          <p:cNvPr id="94" name="HcommChannelNotifyRecordOnThread(ACK)&#10;HcommChannelNotif">
            <a:extLst xmlns:a="http://schemas.openxmlformats.org/drawingml/2006/main">
              <a:ext uri="{FF2B5EF4-FFF2-40B4-BE49-F238E27FC236}">
                <a16:creationId xmlns:a16="http://schemas.microsoft.com/office/drawing/2014/main" id="{4390F328-1154-4EBB-8D50-DF41B4CF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86325"/>
            <a:ext cx="2638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HcommChannelNotifyRecordOnThread(ACK)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HcommChannelNotifyWaitOnThread*(ACK)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HcommWriteOnThread(slice)〔D1〕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 Record / Wait*(DATA_SIGNAL)〔D3〕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324E96-827C-4E21-BAB5-78738D4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90AC01-7261-49AE-A3BB-6C787312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8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8563928" y="50963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8" name="PostCopy → LocalCopy">
            <a:extLst xmlns:a="http://schemas.openxmlformats.org/drawingml/2006/main">
              <a:ext uri="{FF2B5EF4-FFF2-40B4-BE49-F238E27FC236}">
                <a16:creationId xmlns:a16="http://schemas.microsoft.com/office/drawing/2014/main" id="{76BBBFF8-CDED-40F8-B87A-C86411E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29275"/>
            <a:ext cx="2695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67FEA3-F0E3-4CE8-BF64-CBC81C9A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CB9D06-9EB7-4959-A489-5D148A3E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8706803" y="5763102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41AA79-D98A-4DA4-A048-C026862B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81650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commLocalCopyOnThread：CCL → userOut">
            <a:extLst xmlns:a="http://schemas.openxmlformats.org/drawingml/2006/main">
              <a:ext uri="{FF2B5EF4-FFF2-40B4-BE49-F238E27FC236}">
                <a16:creationId xmlns:a16="http://schemas.microsoft.com/office/drawing/2014/main" id="{71ADC91B-72C4-4F78-9A13-1D5E8044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581650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HcommLocalCopyOnThread：CCL → userOut</a:t>
            </a:r>
          </a:p>
        </p:txBody>
      </p:sp>
      <p:sp>
        <p:nvSpPr>
          <p:cNvPr id="104" name="PostSyncInterThreads：从线程汇合">
            <a:extLst xmlns:a="http://schemas.openxmlformats.org/drawingml/2006/main">
              <a:ext uri="{FF2B5EF4-FFF2-40B4-BE49-F238E27FC236}">
                <a16:creationId xmlns:a16="http://schemas.microsoft.com/office/drawing/2014/main" id="{4385F0BD-75EE-41CE-845B-B012D9FE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19775"/>
            <a:ext cx="2762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PostSyncInterThreads：从线程汇合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1D76236-3932-4022-B7A0-94B9E16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C07AB31-1719-47AA-8685-B5F706A8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00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8706803" y="6001227"/>
            <a:ext cx="3027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1AA0006-C949-49CB-9920-989F278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819775"/>
            <a:ext cx="2714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hread Wait* / Record：主从汇合〔D3〕">
            <a:extLst xmlns:a="http://schemas.openxmlformats.org/drawingml/2006/main">
              <a:ext uri="{FF2B5EF4-FFF2-40B4-BE49-F238E27FC236}">
                <a16:creationId xmlns:a16="http://schemas.microsoft.com/office/drawing/2014/main" id="{296B618A-13E7-48AF-9FAE-720BE18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19775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Wait* / Record：主从汇合〔D3〕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A99ECE-F46C-40BD-8649-C669BEA7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0D6D2AB-23F3-46AA-8251-4FB7A92C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3" name=""/>
          <p:cNvCxnSpPr>
            <a:stCxn xmlns:a="http://schemas.openxmlformats.org/drawingml/2006/main" id="110" idx="1"/>
            <a:endCxn xmlns:a="http://schemas.openxmlformats.org/drawingml/2006/main" id="111" idx="3"/>
          </p:cNvCxnSpPr>
          <p:nvPr/>
        </p:nvCxnSpPr>
        <p:spPr>
          <a:xfrm xmlns:a="http://schemas.openxmlformats.org/drawingml/2006/main" flipH="1">
            <a:off x="5515928" y="6144102"/>
            <a:ext cx="31327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1E1F38E-3FF0-470D-9579-FCA75D14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991225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本大块返回；有剩余数据则继续 KernelRun">
            <a:extLst xmlns:a="http://schemas.openxmlformats.org/drawingml/2006/main">
              <a:ext uri="{FF2B5EF4-FFF2-40B4-BE49-F238E27FC236}">
                <a16:creationId xmlns:a16="http://schemas.microsoft.com/office/drawing/2014/main" id="{40F348E4-485A-4745-8BFE-D87030DB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9912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本大块返回；有剩余数据则继续 KernelRun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EC87271-81E4-4AEC-ACF3-192C7C04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3CD6D0E-202F-4516-B30F-EF01CEF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115" idx="1"/>
            <a:endCxn xmlns:a="http://schemas.openxmlformats.org/drawingml/2006/main" id="116" idx="3"/>
          </p:cNvCxnSpPr>
          <p:nvPr/>
        </p:nvCxnSpPr>
        <p:spPr>
          <a:xfrm xmlns:a="http://schemas.openxmlformats.org/drawingml/2006/main" flipH="1">
            <a:off x="2848928" y="6144102"/>
            <a:ext cx="26088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A759A32-E21A-4098-B268-1DB05C43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91225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全部大块结束后返回 Kernel">
            <a:extLst xmlns:a="http://schemas.openxmlformats.org/drawingml/2006/main">
              <a:ext uri="{FF2B5EF4-FFF2-40B4-BE49-F238E27FC236}">
                <a16:creationId xmlns:a16="http://schemas.microsoft.com/office/drawing/2014/main" id="{E40941C1-F759-4688-B7CF-596E0494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91225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全部大块结束后返回 Kernel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2714D34-93CA-4397-A8E1-88951EC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67400"/>
            <a:ext cx="2324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1" name="Kernel 收尾">
            <a:extLst xmlns:a="http://schemas.openxmlformats.org/drawingml/2006/main">
              <a:ext uri="{FF2B5EF4-FFF2-40B4-BE49-F238E27FC236}">
                <a16:creationId xmlns:a16="http://schemas.microsoft.com/office/drawing/2014/main" id="{13CE7A7F-A6BB-4DF5-9D5E-51F24F4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959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收尾</a:t>
            </a:r>
          </a:p>
        </p:txBody>
      </p:sp>
      <p:sp>
        <p:nvSpPr>
          <p:cNvPr id="122" name="Record 完成通知，批提交结束&#10;ReleaseComm 只释放本次使用保护">
            <a:extLst xmlns:a="http://schemas.openxmlformats.org/drawingml/2006/main">
              <a:ext uri="{FF2B5EF4-FFF2-40B4-BE49-F238E27FC236}">
                <a16:creationId xmlns:a16="http://schemas.microsoft.com/office/drawing/2014/main" id="{9C5DAB7C-648B-488D-AC18-C9D74504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Record 完成通知，批提交结束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ReleaseComm 只释放本次使用保护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0164FB2-59C4-4CB4-B814-15EA75D6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B0954BD-F3F2-42AC-86F1-203B2768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6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48928" y="6334602"/>
            <a:ext cx="8885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26" name="HcommThreadNotifyRecordOnThread（完成）&#10;HcommBatchModeEnd /">
            <a:extLst xmlns:a="http://schemas.openxmlformats.org/drawingml/2006/main">
              <a:ext uri="{FF2B5EF4-FFF2-40B4-BE49-F238E27FC236}">
                <a16:creationId xmlns:a16="http://schemas.microsoft.com/office/drawing/2014/main" id="{8302E64A-4539-49B2-AFB4-75E3887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6048375"/>
            <a:ext cx="2695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HcommThreadNotifyRecordOnThread（完成）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HcommBatchModeEnd / HcommReleaseComm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FFDFD1F-F5DC-4D4A-8634-48FC4615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286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6191">
            <a:solidFill>
              <a:srgbClr val="D9DCD8"/>
            </a:solidFill>
            <a:prstDash val="dash"/>
          </a:ln>
        </p:spPr>
      </p:sp>
      <p:sp>
        <p:nvSpPr>
          <p:cNvPr id="128" name="Kernel 内的 Task Cache 旁路">
            <a:extLst xmlns:a="http://schemas.openxmlformats.org/drawingml/2006/main">
              <a:ext uri="{FF2B5EF4-FFF2-40B4-BE49-F238E27FC236}">
                <a16:creationId xmlns:a16="http://schemas.microsoft.com/office/drawing/2014/main" id="{918A6907-E492-4F5D-8E65-4054C5E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33725"/>
            <a:ext cx="2152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内的 Task Cache 旁路</a:t>
            </a:r>
          </a:p>
        </p:txBody>
      </p:sp>
      <p:sp>
        <p:nvSpPr>
          <p:cNvPr id="129" name="关闭：进入右侧普通编排主线&#10;hit：Execute 刷新地址并重放&#10;miss：Start → 编排 → End">
            <a:extLst xmlns:a="http://schemas.openxmlformats.org/drawingml/2006/main">
              <a:ext uri="{FF2B5EF4-FFF2-40B4-BE49-F238E27FC236}">
                <a16:creationId xmlns:a16="http://schemas.microsoft.com/office/drawing/2014/main" id="{C83133BD-D640-4A1B-BAC7-0C267288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19475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关闭：进入右侧普通编排主线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hit：Execute 刷新地址并重放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重放仍需同步与数据传输任务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0CEB61F-CF9D-4CA8-9BD8-8A08DA0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386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6191">
            <a:solidFill>
              <a:srgbClr val="D9DCD8"/>
            </a:solidFill>
            <a:prstDash val="dash"/>
          </a:ln>
        </p:spPr>
      </p:sp>
      <p:sp>
        <p:nvSpPr>
          <p:cNvPr id="131" name="外层分块与内层循环不同">
            <a:extLst xmlns:a="http://schemas.openxmlformats.org/drawingml/2006/main">
              <a:ext uri="{FF2B5EF4-FFF2-40B4-BE49-F238E27FC236}">
                <a16:creationId xmlns:a16="http://schemas.microsoft.com/office/drawing/2014/main" id="{B235DC67-10F3-4E4D-A874-973BB40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05325"/>
            <a:ext cx="2152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外层分块与内层循环不同</a:t>
            </a:r>
          </a:p>
        </p:txBody>
      </p:sp>
      <p:sp>
        <p:nvSpPr>
          <p:cNvPr id="132" name="Executor：控制一块有多少数据&#10;Template：控制本块与哪些 Peer 交换&#10;一个大块内可有多轮通信">
            <a:extLst xmlns:a="http://schemas.openxmlformats.org/drawingml/2006/main">
              <a:ext uri="{FF2B5EF4-FFF2-40B4-BE49-F238E27FC236}">
                <a16:creationId xmlns:a16="http://schemas.microsoft.com/office/drawing/2014/main" id="{B01CCD82-AB21-4E79-9D19-9FF09B7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81550"/>
            <a:ext cx="2152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Executor：控制一块有多少数据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Template：控制本块与哪些 Peer 交换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一个大块内可有多轮通信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每轮再分 Channel 与非零 slice</a:t>
            </a:r>
          </a:p>
        </p:txBody>
      </p:sp>
      <p:sp>
        <p:nvSpPr>
          <p:cNvPr id="133" name="Wait 消费通知，不发出远端请求。&#10;入队顺序与硬件完成时序要区分。">
            <a:extLst xmlns:a="http://schemas.openxmlformats.org/drawingml/2006/main">
              <a:ext uri="{FF2B5EF4-FFF2-40B4-BE49-F238E27FC236}">
                <a16:creationId xmlns:a16="http://schemas.microsoft.com/office/drawing/2014/main" id="{95CC0B46-AE33-41FC-B464-5E76ECF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529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Wait 消费通知，不发出远端请求。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入队顺序与硬件完成时序要区分。</a:t>
            </a:r>
          </a:p>
        </p:txBody>
      </p:sp>
      <p:sp>
        <p:nvSpPr>
          <p:cNvPr id="134" name="950 Write 内部下钻见备注：&#10;BaseTransportLiteImpl::Write&#10;UB 条件分支">
            <a:extLst xmlns:a="http://schemas.openxmlformats.org/drawingml/2006/main">
              <a:ext uri="{FF2B5EF4-FFF2-40B4-BE49-F238E27FC236}">
                <a16:creationId xmlns:a16="http://schemas.microsoft.com/office/drawing/2014/main" id="{4B787F45-6105-4F8E-83EA-7D07596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38750"/>
            <a:ext cx="2276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950 Write 内部下钻见备注：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9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UB 条件分支生成 WQE / Doorbell。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89FAF5D-19C8-4A40-A08A-4C8FEA69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88163E8-F0A3-45C1-A057-38F8E13C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8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31527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8" name="调用 / 任务提交">
            <a:extLst xmlns:a="http://schemas.openxmlformats.org/drawingml/2006/main">
              <a:ext uri="{FF2B5EF4-FFF2-40B4-BE49-F238E27FC236}">
                <a16:creationId xmlns:a16="http://schemas.microsoft.com/office/drawing/2014/main" id="{61AC7887-C273-4353-9690-0D9A641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 / 任务提交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754871C-640D-484C-8DC4-307F3FF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320DD0A-6280-4358-A337-AEC9CE30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2010728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42" name="返回 / 资源交付">
            <a:extLst xmlns:a="http://schemas.openxmlformats.org/drawingml/2006/main">
              <a:ext uri="{FF2B5EF4-FFF2-40B4-BE49-F238E27FC236}">
                <a16:creationId xmlns:a16="http://schemas.microsoft.com/office/drawing/2014/main" id="{15BE2100-2D49-4D59-936C-1510178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912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/ 资源交付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40B688B-D7E0-4A66-A3C1-50A93B5B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B8D0428-D9BB-4F98-946E-05E48FD2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6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6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3715703" y="6467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46" name="同步依赖（不是数据流）">
            <a:extLst xmlns:a="http://schemas.openxmlformats.org/drawingml/2006/main">
              <a:ext uri="{FF2B5EF4-FFF2-40B4-BE49-F238E27FC236}">
                <a16:creationId xmlns:a16="http://schemas.microsoft.com/office/drawing/2014/main" id="{184AC0B0-5C70-4D3A-8B10-FC0F209B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912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同步依赖（不是数据流）</a:t>
            </a:r>
          </a:p>
        </p:txBody>
      </p:sp>
      <p:sp>
        <p:nvSpPr>
          <p:cNvPr id="147" name="时间向下，泳道固定；异步引擎并行，纵向位置只表达调用与依赖顺序。">
            <a:extLst xmlns:a="http://schemas.openxmlformats.org/drawingml/2006/main">
              <a:ext uri="{FF2B5EF4-FFF2-40B4-BE49-F238E27FC236}">
                <a16:creationId xmlns:a16="http://schemas.microsoft.com/office/drawing/2014/main" id="{617A3828-260D-497C-9DE4-AC97012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391275"/>
            <a:ext cx="555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时间向下，泳道固定；异步引擎并行，纵向位置只表达调用与依赖顺序。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988CFB5-DB6F-43C0-8431-473A033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B9A326A-8849-4075-88E9-75E0579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1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1" name="原语缩写：Channel Record / Wait = HcommChannelNotifyRecordOn">
            <a:extLst xmlns:a="http://schemas.openxmlformats.org/drawingml/2006/main">
              <a:ext uri="{FF2B5EF4-FFF2-40B4-BE49-F238E27FC236}">
                <a16:creationId xmlns:a16="http://schemas.microsoft.com/office/drawing/2014/main" id="{758637BC-28DA-47D8-9BC0-4B0625F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原语缩写：Channel Record / Wait = HcommChannelNotifyRecordOnThread / HcommChannelNotifyWaitOnThread*；Thread 同理。完整名字、分支和源码在备注。</a:t>
            </a:r>
          </a:p>
        </p:txBody>
      </p:sp>
    </p:spTree>
    <p:extLst>
      <p:ext uri="{BB962C8B-B14F-4D97-AF65-F5344CB8AC3E}">
        <p14:creationId xmlns:p14="http://schemas.microsoft.com/office/powerpoint/2010/main" val="458724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6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2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9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3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3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9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3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5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212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6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5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4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5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8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7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3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2026-09-27T11:50:49.1920000Z</dcterms:created>
  <dcterms:modified xsi:type="dcterms:W3CDTF">2026-09-27T11:50:49.1920000Z</dcterms:modified>
</coreProperties>
</file>