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72c98623354cb6" /><Relationship Type="http://schemas.openxmlformats.org/officeDocument/2006/relationships/extended-properties" Target="/docProps/app.xml" Id="R2f27002b406d4562" /><Relationship Type="http://schemas.openxmlformats.org/officeDocument/2006/relationships/officeDocument" Target="/ppt/presentation.xml" Id="Rcf780895b4fd4b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601653a30d4536"/>
  </p:sldMasterIdLst>
  <p:notesMasterIdLst>
    <p:notesMasterId xmlns:r="http://schemas.openxmlformats.org/officeDocument/2006/relationships" r:id="R0c2f67a7962e4b31"/>
  </p:notesMasterIdLst>
  <p:sldIdLst>
    <p:sldId xmlns:r="http://schemas.openxmlformats.org/officeDocument/2006/relationships" id="256" r:id="R6851bcfa527842e3"/>
    <p:sldId xmlns:r="http://schemas.openxmlformats.org/officeDocument/2006/relationships" id="257" r:id="Rc99695e5bd7a45e6"/>
    <p:sldId xmlns:r="http://schemas.openxmlformats.org/officeDocument/2006/relationships" id="258" r:id="R6ef3cf2ed60c4e7e"/>
    <p:sldId xmlns:r="http://schemas.openxmlformats.org/officeDocument/2006/relationships" id="259" r:id="Rc5b6e78414bf4ac9"/>
    <p:sldId xmlns:r="http://schemas.openxmlformats.org/officeDocument/2006/relationships" id="260" r:id="R14ad713d753d4de9"/>
    <p:sldId xmlns:r="http://schemas.openxmlformats.org/officeDocument/2006/relationships" id="261" r:id="R9d3eb29ecebd4784"/>
    <p:sldId xmlns:r="http://schemas.openxmlformats.org/officeDocument/2006/relationships" id="262" r:id="R3fbcc216a3c940f8"/>
    <p:sldId xmlns:r="http://schemas.openxmlformats.org/officeDocument/2006/relationships" id="263" r:id="R29357e9cd5e44d90"/>
    <p:sldId xmlns:r="http://schemas.openxmlformats.org/officeDocument/2006/relationships" id="264" r:id="R562eea1cdab8430a"/>
    <p:sldId xmlns:r="http://schemas.openxmlformats.org/officeDocument/2006/relationships" id="265" r:id="R2d2062bfeba64efd"/>
    <p:sldId xmlns:r="http://schemas.openxmlformats.org/officeDocument/2006/relationships" id="266" r:id="Rbd812c8923024be9"/>
    <p:sldId xmlns:r="http://schemas.openxmlformats.org/officeDocument/2006/relationships" id="267" r:id="R55974537c9e84859"/>
    <p:sldId xmlns:r="http://schemas.openxmlformats.org/officeDocument/2006/relationships" id="268" r:id="R5f70b52840674045"/>
    <p:sldId xmlns:r="http://schemas.openxmlformats.org/officeDocument/2006/relationships" id="269" r:id="R939ba2f73f3f468a"/>
    <p:sldId xmlns:r="http://schemas.openxmlformats.org/officeDocument/2006/relationships" id="270" r:id="Ra30a64d29ab6406c"/>
    <p:sldId xmlns:r="http://schemas.openxmlformats.org/officeDocument/2006/relationships" id="271" r:id="R535f9fede56249d5"/>
    <p:sldId xmlns:r="http://schemas.openxmlformats.org/officeDocument/2006/relationships" id="272" r:id="R49ba53200fea4235"/>
    <p:sldId xmlns:r="http://schemas.openxmlformats.org/officeDocument/2006/relationships" id="273" r:id="R45b771b3830d4982"/>
    <p:sldId xmlns:r="http://schemas.openxmlformats.org/officeDocument/2006/relationships" id="274" r:id="Rd45bdfdd6cb14d41"/>
    <p:sldId xmlns:r="http://schemas.openxmlformats.org/officeDocument/2006/relationships" id="275" r:id="Rf389049dc4ed4a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9be14a18d44161" /><Relationship Type="http://schemas.openxmlformats.org/officeDocument/2006/relationships/slideMaster" Target="/ppt/slideMasters/slideMaster1.xml" Id="R09601653a30d4536" /><Relationship Type="http://schemas.openxmlformats.org/officeDocument/2006/relationships/notesMaster" Target="/ppt/notesMasters/notesMaster1.xml" Id="R0c2f67a7962e4b31" /><Relationship Type="http://schemas.openxmlformats.org/officeDocument/2006/relationships/presProps" Target="/ppt/presProps.xml" Id="R998e6d4fe7c4417c" /><Relationship Type="http://schemas.openxmlformats.org/officeDocument/2006/relationships/tableStyles" Target="/ppt/tableStyles.xml" Id="Rcbd47021c2394235" /><Relationship Type="http://schemas.openxmlformats.org/officeDocument/2006/relationships/slide" Target="/ppt/slides/slide1.xml" Id="R6851bcfa527842e3" /><Relationship Type="http://schemas.openxmlformats.org/officeDocument/2006/relationships/slide" Target="/ppt/slides/slide2.xml" Id="Rc99695e5bd7a45e6" /><Relationship Type="http://schemas.openxmlformats.org/officeDocument/2006/relationships/slide" Target="/ppt/slides/slide3.xml" Id="R6ef3cf2ed60c4e7e" /><Relationship Type="http://schemas.openxmlformats.org/officeDocument/2006/relationships/slide" Target="/ppt/slides/slide4.xml" Id="Rc5b6e78414bf4ac9" /><Relationship Type="http://schemas.openxmlformats.org/officeDocument/2006/relationships/slide" Target="/ppt/slides/slide5.xml" Id="R14ad713d753d4de9" /><Relationship Type="http://schemas.openxmlformats.org/officeDocument/2006/relationships/slide" Target="/ppt/slides/slide6.xml" Id="R9d3eb29ecebd4784" /><Relationship Type="http://schemas.openxmlformats.org/officeDocument/2006/relationships/slide" Target="/ppt/slides/slide7.xml" Id="R3fbcc216a3c940f8" /><Relationship Type="http://schemas.openxmlformats.org/officeDocument/2006/relationships/slide" Target="/ppt/slides/slide8.xml" Id="R29357e9cd5e44d90" /><Relationship Type="http://schemas.openxmlformats.org/officeDocument/2006/relationships/slide" Target="/ppt/slides/slide9.xml" Id="R562eea1cdab8430a" /><Relationship Type="http://schemas.openxmlformats.org/officeDocument/2006/relationships/slide" Target="/ppt/slides/slide10.xml" Id="R2d2062bfeba64efd" /><Relationship Type="http://schemas.openxmlformats.org/officeDocument/2006/relationships/slide" Target="/ppt/slides/slide11.xml" Id="Rbd812c8923024be9" /><Relationship Type="http://schemas.openxmlformats.org/officeDocument/2006/relationships/slide" Target="/ppt/slides/slide12.xml" Id="R55974537c9e84859" /><Relationship Type="http://schemas.openxmlformats.org/officeDocument/2006/relationships/slide" Target="/ppt/slides/slide13.xml" Id="R5f70b52840674045" /><Relationship Type="http://schemas.openxmlformats.org/officeDocument/2006/relationships/slide" Target="/ppt/slides/slide14.xml" Id="R939ba2f73f3f468a" /><Relationship Type="http://schemas.openxmlformats.org/officeDocument/2006/relationships/slide" Target="/ppt/slides/slide15.xml" Id="Ra30a64d29ab6406c" /><Relationship Type="http://schemas.openxmlformats.org/officeDocument/2006/relationships/slide" Target="/ppt/slides/slide16.xml" Id="R535f9fede56249d5" /><Relationship Type="http://schemas.openxmlformats.org/officeDocument/2006/relationships/slide" Target="/ppt/slides/slide17.xml" Id="R49ba53200fea4235" /><Relationship Type="http://schemas.openxmlformats.org/officeDocument/2006/relationships/slide" Target="/ppt/slides/slide18.xml" Id="R45b771b3830d4982" /><Relationship Type="http://schemas.openxmlformats.org/officeDocument/2006/relationships/slide" Target="/ppt/slides/slide19.xml" Id="Rd45bdfdd6cb14d41" /><Relationship Type="http://schemas.openxmlformats.org/officeDocument/2006/relationships/slide" Target="/ppt/slides/slide20.xml" Id="Rf389049dc4ed4a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11841d72f146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955df7fe80435c" /><Relationship Type="http://schemas.openxmlformats.org/officeDocument/2006/relationships/notesMaster" Target="/ppt/notesMasters/notesMaster1.xml" Id="R73960413850647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ee072a0a37401a" /><Relationship Type="http://schemas.openxmlformats.org/officeDocument/2006/relationships/notesMaster" Target="/ppt/notesMasters/notesMaster1.xml" Id="Re8c2c60c1d2d4d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f6182af1f24b7e" /><Relationship Type="http://schemas.openxmlformats.org/officeDocument/2006/relationships/notesMaster" Target="/ppt/notesMasters/notesMaster1.xml" Id="Rbb79e2f064cc46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80e110aa044ebe" /><Relationship Type="http://schemas.openxmlformats.org/officeDocument/2006/relationships/notesMaster" Target="/ppt/notesMasters/notesMaster1.xml" Id="R1b867ff3be1345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52de225fb1431a" /><Relationship Type="http://schemas.openxmlformats.org/officeDocument/2006/relationships/notesMaster" Target="/ppt/notesMasters/notesMaster1.xml" Id="R7ac9346d48ed48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e8899560954791" /><Relationship Type="http://schemas.openxmlformats.org/officeDocument/2006/relationships/notesMaster" Target="/ppt/notesMasters/notesMaster1.xml" Id="Rc9846923a93f43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43bea63ee34853" /><Relationship Type="http://schemas.openxmlformats.org/officeDocument/2006/relationships/notesMaster" Target="/ppt/notesMasters/notesMaster1.xml" Id="Rc033ecd9cc7449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1cf955204540aa" /><Relationship Type="http://schemas.openxmlformats.org/officeDocument/2006/relationships/notesMaster" Target="/ppt/notesMasters/notesMaster1.xml" Id="R1b9ba706965542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12de8940e94f06" /><Relationship Type="http://schemas.openxmlformats.org/officeDocument/2006/relationships/notesMaster" Target="/ppt/notesMasters/notesMaster1.xml" Id="R66c1f93b651649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1b8bc7f549421e" /><Relationship Type="http://schemas.openxmlformats.org/officeDocument/2006/relationships/notesMaster" Target="/ppt/notesMasters/notesMaster1.xml" Id="Rb366070ba84f4f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be71dc66284bf5" /><Relationship Type="http://schemas.openxmlformats.org/officeDocument/2006/relationships/notesMaster" Target="/ppt/notesMasters/notesMaster1.xml" Id="Rb22b525df84747d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b5e9a9c6812458f" /><Relationship Type="http://schemas.openxmlformats.org/officeDocument/2006/relationships/notesMaster" Target="/ppt/notesMasters/notesMaster1.xml" Id="R85671bb6a9f2492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88d8f1590d84003" /><Relationship Type="http://schemas.openxmlformats.org/officeDocument/2006/relationships/notesMaster" Target="/ppt/notesMasters/notesMaster1.xml" Id="Rbd58c078cb83474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9b2defc3fb34384" /><Relationship Type="http://schemas.openxmlformats.org/officeDocument/2006/relationships/notesMaster" Target="/ppt/notesMasters/notesMaster1.xml" Id="Rde2a0db2d7044c9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2dc35fa2734466f" /><Relationship Type="http://schemas.openxmlformats.org/officeDocument/2006/relationships/notesMaster" Target="/ppt/notesMasters/notesMaster1.xml" Id="R2a49ad1428ad457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7f1080091544e2e" /><Relationship Type="http://schemas.openxmlformats.org/officeDocument/2006/relationships/notesMaster" Target="/ppt/notesMasters/notesMaster1.xml" Id="Rd07afa05ea3445d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86d75a0cf8e432e" /><Relationship Type="http://schemas.openxmlformats.org/officeDocument/2006/relationships/notesMaster" Target="/ppt/notesMasters/notesMaster1.xml" Id="R2362af0aa882455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5711621b68a449f" /><Relationship Type="http://schemas.openxmlformats.org/officeDocument/2006/relationships/notesMaster" Target="/ppt/notesMasters/notesMaster1.xml" Id="Rb33105da84e143e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b402815dbf247a8" /><Relationship Type="http://schemas.openxmlformats.org/officeDocument/2006/relationships/notesMaster" Target="/ppt/notesMasters/notesMaster1.xml" Id="R928712b01549466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b21e1dbc5134a14" /><Relationship Type="http://schemas.openxmlformats.org/officeDocument/2006/relationships/notesMaster" Target="/ppt/notesMasters/notesMaster1.xml" Id="Rf437cff56e9247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总览不表示相邻名称都直接调用。HcclGetAlgRes内含规划/缓存/申请包装。Thread和Channel资源是类别概览，并非三接口同时执行。Host输入Record和完成Wait在P8展开。最终完成通知在全部块编排与主从汇合依赖之后。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HcclGetOpExpansionMode：决定本次采用哪种展开方式。本例使用 AICPU_TS，表示把集合算法的任务编排放到 AICPU 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HcclConfigGetInfo：从通信域读取展开模式配置。这是上一项内部实际使用的 HCOMM 配置接口，返回配置给 HCCL 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AlltoAllVExecDispatch：把请求交给选择器和执行器。它先得到算法名称与拓扑信息，再发起后续资源准备和执行。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Selector：统筹选择本次要使用的算法。综合设备、执行方式、拓扑、数据量和配置，不能只凭 AICPU_TS 就确定所有调用。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HcclCommGetStatus：检查通信域是否可用。接口能力支持时检查 READY 状态，域正在挂起等情况不能按正常主线继续。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HcclCalcTopoInfo：恢复或构造拓扑说明。得到成员关系、网络层、端点与链路信息，供算法和建链请求使用。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HcclEngineCtxGet：先查已有的拓扑上下文。命中则直接恢复已有说明。未命中才查询拓扑并保存，具体查询逐项解释在对应详解页。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AlltoAllAutoSelector::SelectAicpuAlgo：按拓扑与数据量选 AICPU 算法。本例每 Rank 共发送 32 字节，在该选择器分支选中单 Channel 的普通 Mesh 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HcclExecOp：进入已选算法的执行准备。读取注册的算法实现，绑定用户 stream，准备或复用这次执行所需资源。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GetAlgResAICPU：进入 AICPU 专用的资源准备流程。把拓扑、分组信息和通信域信息放入资源上下文，组织下面的分配。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HcclAllocAlgResourceAICPU：按清单准备 AICPU 所需资源。先拿本地缓冲区，再取得 Thread，最后取得到各个 Peer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HcclGetHcclBuffer：取得本 Rank 的通信中转缓冲区。返回本地 CCL Buffer 的地址和大小。普通 Write 路径接收远端数据时使用它。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HcclGetThread：组织本次算法的 Thread 获取。AICPU_TS 分支继续取得一个主 Thread 和所需的从 Thread，并保存通知槽位数量。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HcclGetAicpuThread：准备设备主从 Thread 和展开 Thread。还会尝试复用已有展开 Thread，后者用于提交 AICPU Kernel。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HcclThreadAcquireWithConfig：按每个 Thread 的配置获取资源。能力支持时分别指定通知数量，取得任务队列和通知资源。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HcclThreadAcquire：兼容分支中按统一通知数量获取资源。仅在上一接口能力不支持时使用。两者是替代关系，不是每次都顺序调用。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HcclGetChannel：为资源清单中的 Peer 组织通道请求。请求描述包含远端 Rank、协议、端点和通知数，内部进入实际的通道获取函数。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HcclChannelAcquire：取得本 Rank 到对端的通信通道。返回 Channel 句柄。内部创建或复用、注册和连接的具体过程展开在下一页。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HcclAicpuKernelEntranceLaunch：组织输入通知、Kernel 发射和完成等待。把设备资源上下文指针放入算子参数，衔接 Host 与 AICPU。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HcommThreadNotifyRecordOnThread：在用户流中记录“输入就绪”通知。前置任务完成后通知设备主 Thread。设备即使提前开始编排，数据任务也受这项依赖约束。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HcclOrderLaunchToOrderStream：准备按序启动的同步关系。提前展开能力等条件满足时，约束不同 Kernel 的展开顺序，内部细节在备注。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AicpuKernelLaunch：开始组装 ACL 发射参数。下面 5 个 ACL API 位于此函数内部，AllToAll 从这里直接调用 ACL Runtime。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aclrtBinaryGetFunction：找到设备侧函数入口。取得 HcclLaunchAicpuKernel 的函数句柄，明确“设备上要从哪里开始执行”。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aclrtKernelArgsInit：创建本次 Kernel 的参数包。得到空的参数句柄，随后把算子参数加入其中。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aclrtKernelArgsAppend：加入算子参数和变长数据。传入输入输出地址、算法名、资源上下文指针、counts 和位移等描述。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aclrtKernelArgsFinalize：结束参数构造。把参数包整理成可以交给运行时启动的形式。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aclrtLaunchKernelWithConfig：向运行时提交 AICPU Kernel。按能力使用展开 stream，或回退到用户 stream。设备随后进入下一页的 HCCL 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HcclOrderLaunchToKernelStream：完成发射后的按序同步安排。随后还要把“等待本次通信完成”的任务排入用户流，具体完成关系见对应详解页。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[ACL 启动 HCCL / 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HcommChannelNotifyRecordOnThread：告诉 Rank 1：我可以接收你的数据。Rank 0 在接收方向记录 ACK，表示本端接收中转区可以用于本轮交换。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也准备好接收。在发送方向排入 ACK 等待。满足这项依赖后，向 Rank 1 的写操作才可执行。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HcommWriteOnThread：把 [2,3] 写入 Rank 1 的 CCL Buffer。参数给出 Thread、Channel、远端目的地址、本地源地址、8 字节长度。每个非零 slice 都会生成搬运。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HcommChannelNotifyRecordOnThread：通知 Rank 1：我发给你的这一阶段已完成。这次通知索引为 DATA_SIGNAL，它约束 Rank 1 随后的接收处理。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发给我的数据阶段完成。Rank 0 等的是反方向 DATA_SIGNAL，对应从 Rank 1 发来的 [10,11]。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HcommLocalCopyOnThread：把收到的 [10,11] 拷入 Rank 0 输出。模板的 PostCopy 发起此调用，源是本地 CCL，目的从 recvBuf[2] 开始，共 8 字节。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本例算法名为 AicpuAllToAllSoleMeshSingleChannel（普通 Mesh 的单 Channel 版本），对应 InsV2AlltoAllVSoleExecutor&lt;TopoMatchOneLevel, InsTempAlltoAllVMesh1D&gt;。同一分支的每 Rank 总发送字节数大于 150*1024*1024 时选择 AicpuAllToAllSoleMesh（多 Channel 组织）。另有 MultiJetty、Concurrent、插件或配置选择，不纳入主线。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HcclGetThreadWithConfig（内部配置构造方法）先调用 ThreadConfigInit（初始化配置默认值），再调用配置版 ThreadAcquire。SaveMainThreadInfo（保存主 Thread 信息）、SaveUnfoldThreadInfo（保存展开 Thread 信息）通过引擎上下文维护元信息，GetMainThreadInfo/GetUnfoldThreadInfo 分别读取它们。每个 API 获取或复用资源，不代表每次都创建全新对象。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运行时流查询：HcclThreadResGetInfo（HCOMM 控制接口，读取展开 Thread 对应的 stream）有能力分支，不支持时使用 param.stream。AllToAll 不走仅在 Send/Recv 分支使用的导出 HcclAicpuKernelLaunch。OrderLaunch 内部会按配置获取或复用保序 Thread，导出句柄，并使用 HcommThreadNotifyRecordOnThread（排入通知）和 HcommThreadNotifyWaitOnThread（排入等待）约束启动次序。它不是数据搬运，也不替代 Host-ready/算子完成这对通知。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 Wait 符号由包装层按能力选择。HcommChannelNotifyWaitOnThreadWithDefaultTimeout（使用配置好的默认超时等待通知）与 HcommChannelNotifyWaitOnThread（携带显式 timeout 等待通知）在 HCCL 调用点为替代关系。第6项由模板 PostCopy（将收到的中转数据移到用户输出）调用 LocalCopy（本地拷贝包装）后进入 HCOMM。图示 CCL 位置是逻辑槽位，实际偏移由 CalcCclBuffIdx 和分片计算，不是简单把远端 Rank 直接当物理数组下标。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hccl/src/ops/all_to_all_v/selector/alltoall_auto_selector.cc:131–188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hccl/src/ops/op_common/order_launch.cc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[上层调用 HCCL / 算子 API] HcclAlltoAll：接收等长全互换请求。本例 sendCount=recvCount=2，表示“给每个 Rank 发送 2 个数”，不是总共只发 2 个数。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CheckAlltoAllInputPara：检查请求是否合法。检查通信域、指针、stream、数据类型与数量等。本例输入输出分开，参数有效才继续。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HcclGetRankSize：读取通信域的成员数。本例得到 4。HCCL 据此准备 4 个发送数量和 4 个接收数量。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HcclGetCommName：读取通信域名称。用于组成算子标识和后续上下文查找键，避免不同通信域的资源混用。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HcclGetRankId：读取本 Rank 的编号。以 Rank 0 为讲解视角，这里得到 0，后续据此区分本地分片和远端分片。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ConvertAlltoAllParam：计算每份数据在数组中的起点。本例数量数组为 [2,2,2,2]，发送和接收位移数组为 [0,2,4,6]，位移单位是元素。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AlltoAllVOutPlace：进入共用的非原地执行入口。等长 AllToAll 使用可变长框架的实现，算子类型仍然保持 ALLTOALL。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AlltoAllVOutPlaceCommon：进入共用的参数处理与调度流程。它继续构造算子参数、读取展开模式，再进入下一页的选择与执行分发。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AlltoAllVConstructOpParam：把零散参数封成一个执行请求。保存输入输出地址、数量和位移、数据类型及 stream，形成后面要传给 AICPU 的参数。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入口还包含环境配置、tag/rank/count/type检查、日志与对称内存探测。普通内存假设下不会进入对称窗口直访分支。这里只展开决定正常通信链的函数，非所有日志或校验辅助函数清单。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HcclGetOpExpansionMode：决定本次采用哪种展开方式。本例使用 AICPU_TS，表示把集合算法的任务编排放到 AICPU 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HcclConfigGetInfo：从通信域读取展开模式配置。这是上一项内部实际使用的 HCOMM 配置接口，返回配置给 HCCL 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AlltoAllVExecDispatch：把请求交给选择器和执行器。它先得到算法名称与拓扑信息，再发起后续资源准备和执行。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Selector：统筹选择本次要使用的算法。综合设备、执行方式、拓扑、数据量和配置，不能只凭 AICPU_TS 就确定所有调用。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HcclCommGetStatus：检查通信域是否可用。接口能力支持时检查 READY 状态，域正在挂起等情况不能按正常主线继续。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HcclCalcTopoInfo：恢复或构造拓扑说明。得到成员关系、网络层、端点与链路信息，供算法和建链请求使用。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HcclEngineCtxGet：先查已有的拓扑上下文。命中则直接恢复已有说明。未命中才查询拓扑并保存，具体查询逐项解释在对应详解页。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AlltoAllAutoSelector::SelectAicpuAlgo：按拓扑与数据量选 AICPU 算法。本例每 Rank 共发送 32 字节，在该选择器分支选中单 Channel 的普通 Mesh 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HcclExecOp：进入已选算法的执行准备。读取注册的算法实现，绑定用户 stream，准备或复用这次执行所需资源。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HcclRankGraphGetLayers：有哪些网络层。返回网络层标识，用于了解通信域是怎样分层组织的。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HcclRankGraphGetInstSizeListByLayer：这一层各拓扑实例有多大。返回实例规模信息，帮助 HCCL 判断这一层的组织形态。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HcclRankGraphGetRanksByLayer：这一层包含哪些 Rank。给出层级成员，用于构造算法通信分组。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HcclRankGraphGetTopoInstsByLayer：这一层有哪些拓扑实例。列举该层的具体实例，下一步可逐实例查询类型和成员。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HcclRankGraphGetTopoType：指定实例是什么拓扑类型。给出拓扑类型信息，帮助选择能用于该拓扑的算法。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HcclRankGraphGetRanksByTopoInst：指定实例有哪些成员。将拓扑实例与实际 Rank 编号对应起来。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HcclRankGraphGetEndpointNum：一个 Rank 有多少可查询端点。先得到端点数量，准备后续端点描述查询。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HcclRankGraphGetEndpointDesc：这些端点怎样标识。返回端点描述，供链路选择和 Channel 请求使用。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HcclRankGraphGetEndpointInfo：端点还有哪些属性。查询带宽系数、Die 等属性，后面按端口切分数据也会用到。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HcclRankGraphGetLinks：两个 Rank 之间有哪些链路。得到可用链路信息，帮助选定通信端点、协议及建链请求。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本例算法名为 AicpuAllToAllSoleMeshSingleChannel（普通 Mesh 的单 Channel 版本），对应 InsV2AlltoAllVSoleExecutor&lt;TopoMatchOneLevel, InsTempAlltoAllVMesh1D&gt;。同一分支的每 Rank 总发送字节数大于 150*1024*1024 时选择 AicpuAllToAllSoleMesh（多 Channel 组织）。另有 MultiJetty、Concurrent、插件或配置选择，不纳入主线。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此页是拓扑查询接口的含义清单，不宣称十项一定按表中顺序或各调用一次。不同内部构建方法按实际层级和端点需要调用。构造结束后使用 HcclEngineCtxCreate（创建具名拓扑上下文）保存可复用说明。HcclGetRankSize/HcclGetRankId 则分别回答总成员数和本 Rank 编号，已在主流程解释。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hccl/src/ops/all_to_all_v/selector/alltoall_auto_selector.cc:131–188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hcomm/include/hccl/hccl_rank_graph.h; hccl/src/ops/op_common/topo_info/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GetAlgExec：按算法名称取出执行器对象。执行器负责计算资源需求，并在设备侧组织该算法的执行。此处只取得 Host 侧对象。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HcclThreadAcquireWithStream：把用户 stream 包装成通信 Thread。得到 CPU_TS Thread，后面用它提交“输入就绪”和“等待完成”通知。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HcclThreadExportToCommEngine：把用户 Thread 转成 AICPU 可使用的句柄。这是第一个导出方向：CPU_TS 到 AICPU_TS。设备完成后要通过它通知用户流。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HcclGetAlgRes：统一取得本次算法的资源。先尝试复用，资源没有准备过才继续计算与申请。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GetAlgoMeta：读取算法登记的属性。取出算法引擎、算子类型和算法层次等描述，供资源规划使用。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TryReuseResource：判断算法资源是否已经存在。使用算法标识查询资源上下文。命中时跳过下面的重新计算和创建。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HcclEngineCtxGet：查找算法资源上下文。这次查的是算法资源，不是上一页的拓扑缓存。本例按未命中继续。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CalcAlgHierarchyInfoV2：把拓扑整理成算法使用的通信分组。得到各层成员和本 Rank 在组中的位置，为资源数量计算提供依据。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CalcRes：列出算法需要的资源清单。计算主从 Thread、通知槽位以及到哪些 Peer 的 Channel 请求，此时只是算需求。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内部 GetAlgResWithEngine（按执行引擎分派资源取得流程）会进入 GetAlgResAICPU（负责 AICPU 资源申请、序列化与设备上下文交付）。正常 AICPU Thread 分配不能笼统写成必经公开 HcommThreadAlloc，普通资源管理器可能走内部创建。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两种Thread接口按动态能力选择，不是获取失败后无条件重试。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GetAlgResAICPU：进入 AICPU 专用的资源准备流程。把拓扑、分组信息和通信域信息放入资源上下文，组织下面的分配。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HcclAllocAlgResourceAICPU：按清单准备 AICPU 所需资源。先拿本地缓冲区，再取得 Thread，最后取得到各个 Peer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HcclGetHcclBuffer：取得本 Rank 的通信中转缓冲区。返回本地 CCL Buffer 的地址和大小。普通 Write 路径接收远端数据时使用它。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HcclGetThread：组织本次算法的 Thread 获取。AICPU_TS 分支继续取得一个主 Thread 和所需的从 Thread，并保存通知槽位数量。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HcclGetAicpuThread：准备设备主从 Thread 和展开 Thread。还会尝试复用已有展开 Thread，后者用于提交 AICPU Kernel。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HcclThreadAcquireWithConfig：按每个 Thread 的配置获取资源。能力支持时分别指定通知数量，取得任务队列和通知资源。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HcclThreadAcquire：兼容分支中按统一通知数量获取资源。仅在上一接口能力不支持时使用。两者是替代关系，不是每次都顺序调用。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HcclGetChannel：为资源清单中的 Peer 组织通道请求。请求描述包含远端 Rank、协议、端点和通知数，内部进入实际的通道获取函数。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HcclChannelAcquire：取得本 Rank 到对端的通信通道。返回 Channel 句柄。内部创建或复用、注册和连接的具体过程展开在下一页。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HcclGetThreadWithConfig（内部配置构造方法）先调用 ThreadConfigInit（初始化配置默认值），再调用配置版 ThreadAcquire。SaveMainThreadInfo（保存主 Thread 信息）、SaveUnfoldThreadInfo（保存展开 Thread 信息）通过引擎上下文维护元信息，GetMainThreadInfo/GetUnfoldThreadInfo 分别读取它们。每个 API 获取或复用资源，不代表每次都创建全新对象。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MyRank::CreateChannels：统筹这一批通道的建立。安排控制连接、端点、内存、基础通道、连接状态和一致性检查。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BatchCreateSockets：准备与对端交换控制信息的连接。控制信息包括建链所需地址和参数，不能把它当成本次用户数据已开始发送。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BatchCreateChannels：逐项准备底层通信通道。调用端点管理器取得或创建端点，再准备可用内存并建立基础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HcommEndpointCreate：创建底层通信端点。端点缓存未命中才创建，已有匹配端点可以复用。类别：底层通信资源管理。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HcommEndpointStartListen：使本地端点具备接入能力。为后续对端建链做好准备，属于端点资源准备。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HcommMemReg：把通信内存登记为端点可访问的内存。准备内存句柄时按缺失情况注册 CCL 等通信内存。类别：内存管理。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底层资源 API] HcommCollectiveChannelCreate：建立集合通信使用的基础通道。已有匹配 Channel 时复用，不能写成每次都重新创建。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BatchConnectChannels：检查并等待这一批通道连接到位。内部调用 ChannelProcess::ChannelGetStatus 轮询连接状态，不是另一个公开 GetStatus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BatchExchangeAndCheckConsistency：交换并检查双方建链参数。950 路径检查两端信息一致，降低参数不匹配导致的通信错误。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 / 资源管理] FinalizeChannelsByEngine：整理执行引擎能使用的通道句柄。为 AICPU 准备最终 Channel 表示，返回到 Host 的资源构造流程。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BatchCreateChannels 内部顺序：EndpointMgr::Get（查找或准备端点）按需调用 HcommEndpointCreate（创建端点），然后调用 HcommEndpointStartListen（监听）。PrepareMemHandles（准备内存句柄）调用 RegisterCommMemsToEndpoint（把通信内存登记到端点）并按需调用 HcommMemReg（注册内存）。RankPair/EndpointPair::CreateChannel（按 Rank/端点对获取通道）最终按缓存状态调用 HcommCollectiveChannelCreate（创建集合通信基础通道）。ChannelProcess::ChannelGetStatus 是内部状态方法。当前路径不要替换成名字相近的 HcommChannelCreate 或 HcommChannelGetStatus。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hcomm/src/coll_communicator_mgr/resource_mgr/local/my_rank/my_rank.cc:675–850,1228–1303; hcomm/src/base_comm/resources/endpoint_pairs/endpoint_pair.cc:199; hcomm/src/coll_communicator_mgr/resource_mgr/local/my_rank/endpoints/endpoint_mgr.cc:138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BuildChannelInfo：把 Channel 句柄补成算法需要的通道说明。保存远端 Rank、协议、通知数量、端口分片属性，以及远端 CCL 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拓扑] HcclRankGraphGetEndpointInfo：查询所选端点的属性。取得带宽系数等，用于按端口分片。能力允许时也读取 Die 信息。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HcclChannelGetHcclBuffer：查询该通道对应的远端 CCL 缓冲区。得到对端缓冲区可访问地址和大小，后面才知道 Write 的目的地址。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内部调用 / 内存管理 API] HcommChannelGetRemoteMems：查询基础通道上的远端内存映射。供上一项解析远端 CCL。查询返回地址信息，这一步不搬用户数据。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Serialize：把资源上下文打包成连续字节。打包 Thread、Channel、缓冲区地址、拓扑和分组信息，便于交给设备。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HcclMemcpyCtxHostToDevice：组织资源上下文向设备侧的交付。它依次调用下面两个 HCOMM API，传的是资源描述，不是 AllToAll 输入张量。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HcclEngineCtxCreate：为 AICPU 创建具名上下文空间。按算法标识和所需大小取得空间，供后续查询或跨算子复用。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HcclEngineCtxCopy：把打包好的资源描述复制进上下文。设备随后从这里恢复 Thread、Channel 和地址等信息。类别仍是通信域资源管理。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HcclThreadExportToCommEngine：把设备主 Thread 转成 Host 可使用的句柄。第二个导出方向是 AICPU_TS 到 CPU_TS。Host 用它向设备发“输入已经就绪”的通知。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Serialize 的实际对象是 AlgResourceCtxSerializable。第一次导出用户 Thread 是为了设备完成通知，第二次导出设备主 Thread 是为了 Host 输入就绪通知。GetMainThreadInfo（读取保存的主 Thread 和通知数）发生在第二次导出之前。两种导出是句柄视图转换，不是复制用户输入。算法资源缓存命中时可以跳过本页的重新序列化、创建与复制。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hcomm/src/coll_communicator_mgr/resource_mgr/local/my_rank/my_rank.cc:675–850,1228–1303; hcomm/src/base_comm/resources/endpoint_pairs/endpoint_pair.cc:199; hcomm/src/coll_communicator_mgr/resource_mgr/local/my_rank/endpoints/endpoint_mgr.cc:138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Wait由兼容包装选择默认或显式超时接口。图写基础名概括Host完成等待，具体定义见备注。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HcclAicpuKernelEntranceLaunch：组织输入通知、Kernel 发射和完成等待。把设备资源上下文指针放入算子参数，衔接 Host 与 AICPU。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HcommThreadNotifyRecordOnThread：在用户流中记录“输入就绪”通知。前置任务完成后通知设备主 Thread。设备即使提前开始编排，数据任务也受这项依赖约束。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HcclOrderLaunchToOrderStream：准备按序启动的同步关系。提前展开能力等条件满足时，约束不同 Kernel 的展开顺序，内部细节在备注。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AicpuKernelLaunch：开始组装 ACL 发射参数。下面 5 个 ACL API 位于此函数内部，AllToAll 从这里直接调用 ACL Runtime。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aclrtBinaryGetFunction：找到设备侧函数入口。取得 HcclLaunchAicpuKernel 的函数句柄，明确“设备上要从哪里开始执行”。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aclrtKernelArgsInit：创建本次 Kernel 的参数包。得到空的参数句柄，随后把算子参数加入其中。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aclrtKernelArgsAppend：加入算子参数和变长数据。传入输入输出地址、算法名、资源上下文指针、counts 和位移等描述。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aclrtKernelArgsFinalize：结束参数构造。把参数包整理成可以交给运行时启动的形式。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ACL / 运行时 API] aclrtLaunchKernelWithConfig：向运行时提交 AICPU Kernel。按能力使用展开 stream，或回退到用户 stream。设备随后进入下一页的 HCCL 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Host / 内部函数] HcclOrderLaunchToKernelStream：完成发射后的按序同步安排。随后还要把“等待本次通信完成”的任务排入用户流，具体完成关系见对应详解页。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运行时流查询：HcclThreadResGetInfo（HCOMM 控制接口，读取展开 Thread 对应的 stream）有能力分支，不支持时使用 param.stream。AllToAll 不走仅在 Send/Recv 分支使用的导出 HcclAicpuKernelLaunch。OrderLaunch 内部会按配置获取或复用保序 Thread，导出句柄，并使用 HcommThreadNotifyRecordOnThread（排入通知）和 HcommThreadNotifyWaitOnThread（排入等待）约束启动次序。它不是数据搬运，也不替代 Host-ready/算子完成这对通知。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hccl/src/ops/op_common/order_launch.cc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[ACL 启动 HCCL / AICPU 入口] HcclLaunchAicpuKernel：接收运行时交来的算子参数。这个入口读出算法名称和资源上下文，开始本次设备侧执行。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HcommAcquireComm：取得正在使用通信域的保护。保护本次运行期间的通信域使用关系。这里没有新建通信域。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HcclOrderLaunchNotifyRecord：在设备入口发送按序启动通知。与上一页的保序安排配合，满足后续 Kernel 的启动依赖，按配置生效。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DeserializeResCtx：恢复 Host 打包的资源上下文。拿到主从 Thread、Channel、CCL 地址和拓扑。设备缓存有效时可以复用已有反序列化对象。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RestoreVarDataAlltoAllV：恢复数量和位移数组的设备侧指针。本例恢复 [2,2,2,2] 和 [0,2,4,6]，让后续算法能逐 Rank 计算地址。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HcommBatchModeStart：开始批量提交通信任务。接下来生成的任务按批模式管理，收尾时配对结束。它本身不执行数据交换。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OpOrchestrate：组织本次通信任务的生成。设置受支持的等待超时、安排输入就绪依赖，再取出执行器。Task Cache 关闭时进入这里。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HcommThreadNotifyWaitOnThreadWithDefaultTimeout：让设备主 Thread 等待输入就绪。HCCL 包装层能力支持时调用此接口。它排入等待任务，不能理解成 AICPU CPU 在这里一直阻塞。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HcommThreadNotifyWaitOnThread：旧能力下用显式超时排入同一种等待。与上一项为兼容选择关系。通知满足之前，受它约束的数据任务不能使用尚未就绪的输入。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GetAlgExec：在 AICPU 侧取得算法执行器。随后调用执行器的 Orchestrate 方法，进入下一页的分块和逐 Peer 编排。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InsV2AlltoAllVSoleExecutor::Orchestrate：恢复各 Peer 的发送和接收信息。根据资源上下文建立远端 Rank 到 Channel 的映射，读取本次数量和位移。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OrchestrateLoop：按缓冲区容量和传输上限分块。本例每个 Peer 只有 2 个数，可在容量足够时一次处理。大数据则分多块重复下面的过程。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CalcScratchMultiple：计算模板需要多少中转空间。用它约束每块大小，避免为每个 Peer 安排的数据超过可用 CCL Buffer。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InsTempAlltoAllVMesh1D::KernelRun：让普通 Mesh 模板处理当前块。取出 Channel、Thread 和本块地址，判断协议。本例非 PCIe，因此进入 Write 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RunALLtoALL：组织本块的通信轮次和收尾同步。多 Thread 时先安排主从开始通知，第一轮还处理属于自己的那份数据。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CalcCommLoops：计算需要分多少轮覆盖所有远端 Rank。这取决于成员和并行资源，不把“4 Rank”简单等同为固定 4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PreSyncInterThreads：在通信轮次开始前安排主从同步。存在从 Thread 时才调用。下面两项发生在此函数内部，所有从 Thread 都受主 Thread 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HcommThreadNotifyRecordOnThread：由主 Thread 向各从 Thread 发开始通知。通知排在主 Thread 的输入就绪等待之后，让从 Thread 继承“输入可以用了”的条件。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HcommThreadNotifyWaitOnThread：在各从 Thread 上排入开始等待。每条从 Thread 等到主 Thread 的对应通知，才允许执行后续搬运。默认超时能力由包装层选择。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Kernel 还会在能力支持时调用 HcclCommGetStatus（检查通信域状态）。OpOrchestrate 内部通过包装调用 HcommThreadResAcquireTimeOut（设置任务队列资源等待超时）和 HcommSetNotifyWaitTimeOut（设置默认 Notify 等待超时）。这些参数控制失败检测，不决定用户张量的搬运方向。Task Cache 开启时还有查找/录制/重放路径，见对应详解页。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在同一块内 RunALLtoALL 首先 CalcCommLoops（计算轮次），多线程时再调用 PreSyncInterThreads（开始同步）。其内部先逐从 Thread 下发 HcommThreadNotifyRecordOnThread（主到从通知），再逐从 Thread 下发 HcommThreadNotifyWaitOnThread（从等待主通知）。本页只描述任务顺序约束，不表示 AICPU CPU 在这里等待硬件执行完才继续生成任务。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同步接口集合是PreSync内部展开，不表示等待RankSet处理后才下发。首轮LocalCopy在组织远端Peer交换前发生。轮次/Peer/Channel/slice各层均可能重复。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InsV2AlltoAllVSoleExecutor::Orchestrate：恢复各 Peer 的发送和接收信息。根据资源上下文建立远端 Rank 到 Channel 的映射，读取本次数量和位移。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OrchestrateLoop：按缓冲区容量和传输上限分块。本例每个 Peer 只有 2 个数，可在容量足够时一次处理。大数据则分多块重复下面的过程。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CalcScratchMultiple：计算模板需要多少中转空间。用它约束每块大小，避免为每个 Peer 安排的数据超过可用 CCL Buffer。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InsTempAlltoAllVMesh1D::KernelRun：让普通 Mesh 模板处理当前块。取出 Channel、Thread 和本块地址，判断协议。本例非 PCIe，因此进入 Write 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RunALLtoALL：组织本块的通信轮次和收尾同步。多 Thread 时先安排主从开始通知，第一轮还处理属于自己的那份数据。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CalcCommLoops：计算需要分多少轮覆盖所有远端 Rank。这取决于成员和并行资源，不把“4 Rank”简单等同为固定 4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PreSyncInterThreads：在通信轮次开始前安排主从同步。存在从 Thread 时才调用。下面两项发生在此函数内部，所有从 Thread 都受主 Thread 依赖约束。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HcommThreadNotifyRecordOnThread：由主 Thread 向各从 Thread 发开始通知。通知排在主 Thread 的输入就绪等待之后，让从 Thread 继承“输入可以用了”的条件。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HcommThreadNotifyWaitOnThread：在各从 Thread 上排入开始等待。每条从 Thread 等到主 Thread 的对应通知，才允许执行后续搬运。默认超时能力由包装层选择。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LocalCopyForMyRank：在第一轮处理发给自己的分片。先算本 Rank 对应的输入输出位置，再进入本地拷贝包装。其他轮次不重复这项自分片处理。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 Rank 0 的 [0,1] 拷到自己的输出。源是 sendBuf[0]，目的为 recvBuf[0]，长度是 8 字节。这份数据无需经过其他 Rank。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CalcDataSplitByPortGroupCommon：按端口能力把数据分到可用 Channel。分别计算发送和接收的数量、字节数和偏移。单 Channel 时该 Peer 的数据走这一条通道。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RunSendRecvByChannel：逐条 Channel 组织当前 Peer 的交换。取得对应 Thread，准备发送与接收的分片描述，交换后再做需要的后拷贝。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CalcCclBuffIdx：计算双方中转缓冲区使用的槽位。槽位与当前 Peer、并行组织有关，不能直接拿远端 Rank 编号当作物理地址下标。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BuildDataSlices：计算实际源地址、目的地址和字节数。发给 Rank 1 的 [2,3] 从 sendBuf[2] 开始，即第 3 个元素，长度为 8 字节。目的为 Rank 1 的 CCL 槽位。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RunSendRecv：按协议与非零数据选择收发包装。本例普通 Write，当前 Channel 发送和接收均非零，因此进入下面的双向交换。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SendRecvWrite：展开一个 Peer 的握手和远端写任务。它调用的每个 HCOMM API 在下一页单独解释，顺序是接收准备、等待对端、写入和完成通知。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在同一块内 RunALLtoALL 首先 CalcCommLoops（计算轮次），多线程时再调用 PreSyncInterThreads（开始同步）。其内部先逐从 Thread 下发 HcommThreadNotifyRecordOnThread（主到从通知），再逐从 Thread 下发 HcommThreadNotifyWaitOnThread（从等待主通知）。本页只描述任务顺序约束，不表示 AICPU CPU 在这里等待硬件执行完才继续生成任务。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LocalCopyForMyRank 内部调用 LocalCopy（本地拷贝包装），最终进入 HcommLocalCopyOnThread（在指定任务流安排本地复制）。RunSendRecvByChannel 的当前 Rank 主 Thread 下标按 CCL 槽位与每 Rank 通道数计算。多 Channel 时还存在 PreSyncInterThreadsPerRank（Rank 内多个通道开始同步）与 PostSyncInterThreadsPerRank（Rank 内通道汇合），不是本例单 Channel 的必经项。当前块完成后还要回到执行器处理后续大块。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hccl/src/ops/all_to_all_v/algorithm/executor/ins_v2_all_to_all_v_sole_executor.cc:113–380,562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对端只画了本端Wait所需的ACK和DATA_SIGNAL，未展开完整对端算法副本。HcommChannelNotify的换行仅用于版面，拼接后为完整API。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HcommChannelNotifyRecordOnThread：告诉 Rank 1：我可以接收你的数据。Rank 0 在接收方向记录 ACK，表示本端接收中转区可以用于本轮交换。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也准备好接收。在发送方向排入 ACK 等待。满足这项依赖后，向 Rank 1 的写操作才可执行。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HcommWriteOnThread：把 [2,3] 写入 Rank 1 的 CCL Buffer。参数给出 Thread、Channel、远端目的地址、本地源地址、8 字节长度。每个非零 slice 都会生成搬运。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HcommChannelNotifyRecordOnThread：通知 Rank 1：我发给你的这一阶段已完成。这次通知索引为 DATA_SIGNAL，它约束 Rank 1 随后的接收处理。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HcommChannelNotifyWaitOnThread：等待 Rank 1 发给我的数据阶段完成。Rank 0 等的是反方向 DATA_SIGNAL，对应从 Rank 1 发来的 [10,11]。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HcommLocalCopyOnThread：把收到的 [10,11] 拷入 Rank 0 输出。模板的 PostCopy 发起此调用，源是本地 CCL，目的从 recvBuf[2] 开始，共 8 字节。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公开 Wait 符号由包装层按能力选择。HcommChannelNotifyWaitOnThreadWithDefaultTimeout（使用配置好的默认超时等待通知）与 HcommChannelNotifyWaitOnThread（携带显式 timeout 等待通知）在 HCCL 调用点为替代关系。第6项由模板 PostCopy（将收到的中转数据移到用户输出）调用 LocalCopy（本地拷贝包装）后进入 HCOMM。图示 CCL 位置是逻辑槽位，实际偏移由 CalcCclBuffIdx 和分片计算，不是简单把远端 Rank 直接当物理数组下标。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顶图选择R0发往R1的方向，因此R1最终输出位置是recvBuf[0]。P11选择R0接收R1的方向，目的为R0 recvBuf[2]。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[上层调用 HCCL] HcclAlltoAll：发起等长全互换。代码展示省略枚举前缀，FP32 对应 HCCL_DATA_TYPE_FP32。sendCount=recvCount=2，数组占 8 个 FP32。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CalcCommRankSetForOneLoop：列出当前轮要通信的 Peer。例如当前需要处理 Rank 1，则下面进一步取出通往 Rank 1 的 Channel。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LocalCopyForMyRank：在第一轮处理发给自己的分片。先算本 Rank 对应的输入输出位置，再进入本地拷贝包装。其他轮次不重复这项自分片处理。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HcommLocalCopyOnThread：把 Rank 0 的 [0,1] 拷到自己的输出。源是 sendBuf[0]，目的为 recvBuf[0]，长度是 8 字节。这份数据无需经过其他 Rank。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RunSendRecvByLoop：遍历本轮 Peer 并组织每个 Peer 的任务。按端口能力分配数据，再进入每个 Channel 的发送、接收与后拷贝。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CalcDataSplitByPortGroupCommon：按端口能力把数据分到可用 Channel。分别计算发送和接收的数量、字节数和偏移。单 Channel 时该 Peer 的数据走这一条通道。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RunSendRecvByChannel：逐条 Channel 组织当前 Peer 的交换。取得对应 Thread，准备发送与接收的分片描述，交换后再做需要的后拷贝。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CalcCclBuffIdx：计算双方中转缓冲区使用的槽位。槽位与当前 Peer、并行组织有关，不能直接拿远端 Rank 编号当作物理地址下标。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BuildDataSlices：计算实际源地址、目的地址和字节数。发给 Rank 1 的 [2,3] 从 sendBuf[2] 开始，即第 3 个元素，长度为 8 字节。目的为 Rank 1 的 CCL 槽位。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RunSendRecv：按协议与非零数据选择收发包装。本例普通 Write，当前 Channel 发送和接收均非零，因此进入下面的双向交换。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SendRecvWrite：展开一个 Peer 的握手和远端写任务。它调用的每个 HCOMM API 在下一页单独解释，顺序是接收准备、等待对端、写入和完成通知。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HcommWriteOnThread：接收一次远端写任务的描述。输入是执行 Thread、Channel、本地源地址、远端目的地址和字节数。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内部函数] UnwrapChannelHandle：把通道句柄解包为实际通道对象。后续才能访问该 Channel 对应的传输实现。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内部函数] AddThread：把本次使用的 Thread 加入执行管理。为后面的批模式与任务管理记录参与者，不是另外新建一条通信线程。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内部方法] Thread::GetStreamLitePtr：取得 950 的轻量任务流对象。把本次搬运放到这个 Thread 对应的任务流上，保持与握手任务的顺序。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传输层 / 内部方法] BaseTransportLiteImpl::BuildLocRmaBufferLite：构造本地访问描述。将 src 和 len 整理成传输层需要的本地缓冲描述，供后续远端写使用。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传输层 / 内部方法] BaseTransportLiteImpl::Write：向所选传输实现提交远端写。使用本地描述、远端地址和任务流生成后续传输任务。具体进一步下钻取决于 Channel 协议。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本地拷贝 API] HcommLocalCopyOnThread：处理自分片或接收后的本地拷贝。它最终通过 Thread 的本地拷贝能力搬字节，不走同一个跨 Rank 远端写过程。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[HCOMM 数据面 / 内部方法] Thread::LocalCopy：在指定任务流安排本地复制。在后拷贝场景，将本地 CCL 中的数据放入本地用户输出的正确位置。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上层模块名称尚未确认，统一称“上层调用方”，不将 STL 当作已确认源码模块。输入数值为自拟示例。以下各页沿同一次普通 Mesh Write 调用往下讲。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LocalCopyForMyRank 内部调用 LocalCopy（本地拷贝包装），最终进入 HcommLocalCopyOnThread（在指定任务流安排本地复制）。RunSendRecvByChannel 的当前 Rank 主 Thread 下标按 CCL 槽位与每 Rank 通道数计算。多 Channel 时还存在 PreSyncInterThreadsPerRank（Rank 内多个通道开始同步）与 PostSyncInterThreadsPerRank（Rank 内通道汇合），不是本例单 Channel 的必经项。当前块完成后还要回到执行器处理后续大块。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UB 传输分支会继续构造网络工作请求并提交任务/门铃，其他协议使用各自传输实现。这里不把 UB 下钻虚构为所有 950 模式的必经路径。Byte copy 没有归约计算，因此 AllToAll 主线不需要 Reduce 类原语。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hccl/src/ops/all_to_all_v/all_to_all_v.cc:23–80,410–420,641–850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hcomm/src/base_comm/primitives/api_c_adpt/aicpu_ts_primitives_c_adpt.cc:495–535,1118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页码：P1总览；P2参数；P3算法；P4复用；P5资源；P6建链；P7上下文；P8Host发射；P9设备入口；P10循环；P11Peer协议；P12数据路径；P13完成。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横向为逻辑阶段，纵向为调用归属。黑实线为调用或流程推进，灰虚线为查询结果或复用，红虚线为通知依赖，黑粗线为用户字节路径。阶段不是硬件全局时间轴。同列只展开本阶段动作，查询集合不承诺每项必经或彼此顺序。长API换行仅排版，拼接为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范围：Ascend950 / AICPU_TS / OPBASE，普通Mesh Write，普通用户内存，多Rank非零数据。通信域和stream已经存在。资源缓存未命中、TaskCache关闭。示例4Rank，每对2FP32，仅解释地址和数据，不是实测。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PostSyncInterThreads：让主 Thread 等齐从 Thread 的工作。存在从 Thread 时，为本块末尾建立汇合依赖，防止主 Thread 抢先发算子完成通知。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HcommThreadNotifyWaitOnThread：在主 Thread 上排入汇合等待。主 Thread 必须等到各从 Thread 的对应通知。默认超时能力存在时由同义默认超时接口承接。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HcommThreadNotifyRecordOnThread：在从 Thread 上排入完成通知。从 Thread 前面的搬运与后拷贝完成后才满足主 Thread 的等待。C++ 下发顺序可先 Wait 后 Record。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AICPU / 内部函数] OrchestrateLoop：继续下一块或返回 Kernel。仍有数据时更新地址和数量，再调模板。全部大块任务都排好后返回。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同步] HcommThreadNotifyRecordOnThread：在设备主 Thread 上安排算子完成通知。这次目标是 Host 用户流对应的 Thread。通知排在本次通信及汇合依赖之后。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HcommBatchModeEnd：结束批模式并提交剩余任务。把批模式下尚未提交的任务交出去，配对前面的 BatchModeStart。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HcommReleaseComm：释放本次通信域使用保护。退出这次 Kernel 对通信域的使用保护，不销毁通信域，也不要求释放全部缓存资源。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[Host 已排入 / 数据面 / 同步] HcommThreadNotifyWaitOnThread：让用户流等待设备完成通知。此等待在 Host 发射后就已入队。设备通知到达后，用户流中后续任务才能使用本次输出。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域资源] HcclEngineCtxGet：命中算法资源时复用已有上下文。可跳过相应资源计算、建链和上下文复制，数据搬运与通知任务仍需执行。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HcommAicpuTsTaskCacheLookup：查询已经录制的通信任务。须满足任务缓存开关和能力条件。它与 Host 的资源缓存是两件事。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HcommAicpuTsTaskCacheStart：未命中时开始录制新任务。后面仍执行普通编排，把产生的同步和搬运任务录下来。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HcommAicpuTsTaskCacheEnd：结束本次任务录制。保存可重放的任务内容，首次使用仍然要完成真正的通信。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HcommAicpuTsTaskCacheExecute：命中时刷新地址并重放任务。可以跳过本次逐条算法编排，不能据此说本次没有搬运数据。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执行控制] HcommAicpuTsTaskCacheClear：异常或清理时移除缓存任务。不是每次正常执行都调用，不能强行画入收尾主线。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HcommReadOnThread：PCIe 等对应 Read 分支主动读取远端数据。普通 Mesh 模板检测到 PCIe 时可以改为 Read，发送方先准备本地中转数据。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控制面 / 内存] HcclCommSymWinGet：查询可复用的对称内存窗口。版本、能力和注册条件满足时探测。命中后某些算法可直接访问窗口，减少中转。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[HCCL 调 HCOMM / 数据面 / 搬运] HcommBatchTransferOnThread：批量描述多个搬运操作。某些 MultiJetty 模板分支使用，普通 Mesh Write 不能列成每次必调。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本页将任务下发与执行依赖分开解释。Host 的完成 Wait 在发射后提前排入，不是等 AICPU 返回时才由 Host 调用。设备 Record API 返回、BatchModeEnd 返回、ReleaseComm 返回，都不能单独等同于整个网络上所有 Rank 全局完成。上层如果要在 Host 使用完成后的结果，应依上层程序的流同步/完成机制等待。本例未额外假设框架使用哪一个同步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其余归类边界：控制面包括通信域资源管理、内存管理、拓扑管理、算子编排、底层通信资源管理。本例主要算法编排在 HCCL。数据面包括数据搬运、数据计算、同步控制、执行控制及 CCU C++ 数据面操作。本例用到搬运/同步/执行控制，不使用归约计算、不进入 CCU 编程模型。Task Cache 排除 MC2、OFFLOAD、ACL graph、输入输出重叠等条件，资格判断见 hccl/src/ops/op_common/algorithm/template/aicpu/task_cache/aicpu_task_cache_policy.cc。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hccl/src/ops/op_common/algorithm/template/aicpu/kernel_launch.cc:276–327,348–628,912–950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hccl/src/ops/all_to_all_v/algorithm/template/aicpu/ins_temp_all_to_all_v_mesh_1D.cc:167–420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hccl/src/ops/op_common/algorithm/template/wrapper/alg_data_trans_wrapper.cc:428–472,880,1010–1080; hccl/src/common/hcomm_dlsym/hcomm_primitives_dl.cc:176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hccl/src/ops/op_common/op_common.cc:780–918,1005–1214,1285–1429,1670–1845,2000–2091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 hccl 170ddeec539b4d693028ce6e0cf5c58933e4d46d；hcomm 87ce550f8f7c584e0ed89b0ec56699553d9c332d。未上板验证。上层模块未确认，不将 STL/SCL 当作已确认入口。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AICPU_TS / OPBASE，多 Rank、非零数据、普通用户内存、非 PCIe Mesh、无插件、Task Cache 关闭。AllReduce 基线为 FP32 + SUM。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分析口径：基于固定源码基线的静态调用分析，没有硬件运行 trace。API 名称大小写保留。换行仅用于排版，拼接即完整符号。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放大原第6页建链步骤。HcclChannelAcquire通过HCOMM域资源管理进入MyRank::CreateChannels，先BatchCreateSockets，再BatchCreateChannels，再BatchConnectChannels。EndpointMgr按需创建端点，PrepareMemHandles注册或复用CCL。EndpointPair仅在槽位缺失时调用HcommCollectiveChannelCreate。BatchConnectChannels调用内部ChannelProcess::ChannelGetStatus，具体UB_RTP Channel的GetStatus推进ProcessUbRtpState与ProcessUbRtpDataState。SendDataSize/RecvDataSize处理交换长度，SendExchangeData/RecvExchangeData处理描述，RecvDataProcess解析远端内存、通知与连接。是否先接收由isRecvFirst_决定，不能将两端画为完全相同的同步顺序。NotifyVecPack、BufferVecPack、ConnVecPack是内部序列化辅助，不是独立导出API。BatchExchangeAndCheckConsistency处理算子参数一致性，是另一类信息交换。普通算子链路不要求显式调用HcommMemExport/HcommMemImport，不能将导出接口的存在当作本次调用证据。基线范围已创建comm，因此comm创建/销毁不属于每次算子下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hcomm/src/coll_communicator_mgr/resource_mgr/local/my_rank/my_rank.cc:238-252,675-835,1045-1104,1228-1343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hcomm/src/coll_communicator_mgr/resource_mgr/local/my_rank/endpoints/endpoint_mgr.cc:73-113,138-162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hcomm/src/base_comm/primitives/api_c_adpt/hcomm_channel_c_adpt.cc:438-459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hcomm/src/base_comm/resources/endpoint_pairs/channels/channel_process.cc:89-125,284-312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hcomm/src/base_comm/resources/endpoint_pairs/channels/aicpu/aicpu_ts_ub_rtp_channel.cc:91-198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hcomm/src/base_comm/resources/endpoint_pairs/channels/aicpu/aicpu_ts_uboe_ub_rtp_channel_helper.cc:246-449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hccl/src/common/inconsistent_check.cc:18-90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hccl/src/ops/op_common/op_common.cc:1426-1499,2080-2083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hcomm/src/coll_communicator_mgr/resource_mgr/local/my_rank/my_rank.cc:582-605,1295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AICPU_TS / OPBASE，多 Rank、非零数据、普通用户内存、非 PCIe Mesh、无插件、Task Cache 关闭。AllReduce 基线为 FP32 + SUM。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分析口径：基于固定源码基线的静态调用分析，没有硬件运行 trace。API 名称大小写保留。换行仅用于排版，拼接即完整符号。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矩阵的对比算法固定为AllToAll普通Mesh、AicpuAllGatherSoleMesh、AicpuAllReduceSoleMeshOneShot、AicpuAllReduceSoleMeshTwoShot，后两者均FP32+SUM且普通内存。自动选择器受拓扑、消息量、Rank数、配置和确定性要求影响，测试时须记录实际algName。共用接口不代表一个算子通过就证明其它算子无误，因为counts、offsets、Peer、Thread数、通知依赖和缓存键不同。建议每条API事件记录commName/algTag/engine、rank/peer/protocol、thread/channel handle、字节数或count/type/op、notifyIdx、返回码、时间。不要记录用户张量原始敏感内容；使用合成数据可验证布局。对称内存、特殊64位类型或PROD、Task Cache、CCU/AIV、图模式应作为独立扩展矩阵。未执行本页建议的硬件测试。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hccl/src/ops/all_to_all_v/all_to_all_v.cc:641-850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hccl/src/ops/all_gather/all_gather.cc:153-233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hccl/src/ops/all_reduce/all_reduce.cc:159-255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hccl/src/ops/all_to_all_v/selector/alltoall_auto_selector.cc:131-188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hccl/src/ops/all_gather/selector/all_gather_auto_selector.cc:303-405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hccl/src/ops/all_reduce/selector/all_reduce_auto_selector.cc:403-575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hccl/src/ops/op_common/algorithm/template/wrapper/alg_data_trans_wrapper.cc:131-341,428-479,652-704,846-926,1010-1080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hccl/src/ops/all_to_all_v/algorithm/template/aicpu/ins_temp_all_to_all_v_mesh_1D.cc:167-420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hccl/src/ops/all_to_all_v/algorithm/executor/ins_v2_all_to_all_v_sole_executor.cc:113-380,562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hccl/src/ops/all_gather/algorithm/template/aicpu/ins_temp_all_gather_mesh_1D.cc:103-291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hccl/src/ops/all_gather/algorithm/executor/ins_v2_all_gather_sole_executor.cc:383-398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hccl/src/ops/all_reduce/algorithm/template/aicpu/ins_temp_all_reduce_mesh_1D_one_shot.cc:103-266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hccl/src/ops/all_reduce/algorithm/executor/ins_v2_all_reduce_sole_executor.cc:377-398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hccl/src/ops/all_reduce/algorithm/template/aicpu/ins_temp_all_reduce_mesh_1D_two_shot.cc:140-176,230-361,400-547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AICPU_TS / OPBASE，多 Rank、非零数据、普通用户内存、非 PCIe Mesh、无插件、Task Cache 关闭。AllReduce 基线为 FP32 + SUM。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分析口径：基于固定源码基线的静态调用分析，没有硬件运行 trace。API 名称大小写保留。换行仅用于排版，拼接即完整符号。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本页限定路径涉及　✓冷 资源缺失时涉及　△ 按条件/能力选择　— 本页限定路径不经过。均为源码判定，非实测命中。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分类沿用用户给定功能口径：C1通信域资源管理、C2内存管理、C3拓扑管理、C4算子编排、C5底层通信资源管理；D1数据搬运、D2数据计算、D3同步控制、D4执行控制、D5 CCU C++数据面操作。该口径不等同于仓库目录分层。表内主要列通信主干，不穷举DFX/Profiling/日志、所有错误清理、通信域创建销毁与任务缓存接口。C4在本链路由HCCL内部调ACL实现，未经过HCOMM导出HcclAicpuKernelLaunch；D5不进入AICPU_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HcclGetCommName [C1 域资源]</a:t>
            </a:r>
          </a:p>
          <a:p xmlns:a="http://schemas.openxmlformats.org/drawingml/2006/main">
            <a:r>
              <a:t>作用：取得通信域名称，用于 tag、设备入口与执行保护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条件：已创建通信域</a:t>
            </a:r>
          </a:p>
          <a:p xmlns:a="http://schemas.openxmlformats.org/drawingml/2006/main">
            <a:r>
              <a:t>测试点：核对域名与请求的 comm 一致</a:t>
            </a:r>
          </a:p>
          <a:p xmlns:a="http://schemas.openxmlformats.org/drawingml/2006/main">
            <a:r>
              <a:t>证据：hccl/src/ops/all_to_all_v/all_to_all_v.cc:641-850；hccl/src/ops/all_gather/all_gather.cc:153-233；hccl/src/ops/all_reduce/all_reduce.cc:159-255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HcclConfigGetInfo [C1 域资源]</a:t>
            </a:r>
          </a:p>
          <a:p xmlns:a="http://schemas.openxmlformats.org/drawingml/2006/main">
            <a:r>
              <a:t>作用：读取展开模式等域配置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条件：动态接口支持时</a:t>
            </a:r>
          </a:p>
          <a:p xmlns:a="http://schemas.openxmlformats.org/drawingml/2006/main">
            <a:r>
              <a:t>测试点：确认最终 engine=AICPU_TS</a:t>
            </a:r>
          </a:p>
          <a:p xmlns:a="http://schemas.openxmlformats.org/drawingml/2006/main">
            <a:r>
              <a:t>证据：hccl/src/ops/op_common/op_common.cc:3418-3565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HcclCommGetStatus [C1 域资源]</a:t>
            </a:r>
          </a:p>
          <a:p xmlns:a="http://schemas.openxmlformats.org/drawingml/2006/main">
            <a:r>
              <a:t>作用：检查通信域是否允许继续执行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条件：状态查询接口支持时</a:t>
            </a:r>
          </a:p>
          <a:p xmlns:a="http://schemas.openxmlformats.org/drawingml/2006/main">
            <a:r>
              <a:t>测试点：READY 放行，暂停等状态按约定处理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；hccl/src/ops/all_to_all_v/all_to_all_v.cc:641-850；hccl/src/ops/all_gather/all_gather.cc:153-233；hccl/src/ops/all_reduce/all_reduce.cc:159-255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HcclEngineCtxGet [C1 域资源]</a:t>
            </a:r>
          </a:p>
          <a:p xmlns:a="http://schemas.openxmlformats.org/drawingml/2006/main">
            <a:r>
              <a:t>作用：查拓扑、算法资源、主/展开 Thread 上下文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条件：tag 和 engine 决定查询对象</a:t>
            </a:r>
          </a:p>
          <a:p xmlns:a="http://schemas.openxmlformats.org/drawingml/2006/main">
            <a:r>
              <a:t>测试点：分别验证拓扑命中与算法资源命中</a:t>
            </a:r>
          </a:p>
          <a:p xmlns:a="http://schemas.openxmlformats.org/drawingml/2006/main">
            <a:r>
              <a:t>证据：hccl/src/ops/op_common/op_common.cc:780-918,1285-1429,1670-1845,2008-2091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HcclEngineCtxCreate [C1 域资源]</a:t>
            </a:r>
          </a:p>
          <a:p xmlns:a="http://schemas.openxmlformats.org/drawingml/2006/main">
            <a:r>
              <a:t>作用：创建缺失的上下文保存空间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条件：对应上下文尚不存在</a:t>
            </a:r>
          </a:p>
          <a:p xmlns:a="http://schemas.openxmlformats.org/drawingml/2006/main">
            <a:r>
              <a:t>测试点：容量、engine、tag 隔离及重复申请</a:t>
            </a:r>
          </a:p>
          <a:p xmlns:a="http://schemas.openxmlformats.org/drawingml/2006/main">
            <a:r>
              <a:t>证据：hccl/src/ops/op_common/op_common.cc:780-918,1285-1429,1670-1845,2008-2091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HcclEngineCtxCopy [C1 域资源]</a:t>
            </a:r>
          </a:p>
          <a:p xmlns:a="http://schemas.openxmlformats.org/drawingml/2006/main">
            <a:r>
              <a:t>作用：把序列化资源描述复制到设备上下文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条件：重新交付算法资源时</a:t>
            </a:r>
          </a:p>
          <a:p xmlns:a="http://schemas.openxmlformats.org/drawingml/2006/main">
            <a:r>
              <a:t>测试点：描述/句柄完整，不把它统计为张量搬运</a:t>
            </a:r>
          </a:p>
          <a:p xmlns:a="http://schemas.openxmlformats.org/drawingml/2006/main">
            <a:r>
              <a:t>证据：hccl/src/ops/op_common/op_common.cc:780-918,1285-1429,1670-1845,2008-2091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HcclThreadAcquireWithStream [C1 域资源]</a:t>
            </a:r>
          </a:p>
          <a:p xmlns:a="http://schemas.openxmlformats.org/drawingml/2006/main">
            <a:r>
              <a:t>作用：将用户 stream 关联为 CPU_TS Thread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条件：每次执行入口获取，可内部复用</a:t>
            </a:r>
          </a:p>
          <a:p xmlns:a="http://schemas.openxmlformats.org/drawingml/2006/main">
            <a:r>
              <a:t>测试点：用户流绑定正确，重复执行无资源增长</a:t>
            </a:r>
          </a:p>
          <a:p xmlns:a="http://schemas.openxmlformats.org/drawingml/2006/main">
            <a:r>
              <a:t>证据：hccl/src/ops/op_common/op_common.cc:780-918,1285-1429,1670-1845,2008-2091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HcclThreadExportToCommEngine [C1 域资源]</a:t>
            </a:r>
          </a:p>
          <a:p xmlns:a="http://schemas.openxmlformats.org/drawingml/2006/main">
            <a:r>
              <a:t>作用：导出跨引擎 Thread 句柄，建立通知关系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条件：用户 Thread 与设备主 Thread 两个方向</a:t>
            </a:r>
          </a:p>
          <a:p xmlns:a="http://schemas.openxmlformats.org/drawingml/2006/main">
            <a:r>
              <a:t>测试点：输入就绪和最终完成通知均落到正确队列</a:t>
            </a:r>
          </a:p>
          <a:p xmlns:a="http://schemas.openxmlformats.org/drawingml/2006/main">
            <a:r>
              <a:t>证据：hccl/src/ops/op_common/op_common.cc:780-918,1285-1429,1670-1845,2008-2091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HcclThreadAcquireWithConfig [C1 域资源]</a:t>
            </a:r>
          </a:p>
          <a:p xmlns:a="http://schemas.openxmlformats.org/drawingml/2006/main">
            <a:r>
              <a:t>作用：按每条队列的配置申请主/从/展开 Thread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条件：缺资源且支持配置版接口</a:t>
            </a:r>
          </a:p>
          <a:p xmlns:a="http://schemas.openxmlformats.org/drawingml/2006/main">
            <a:r>
              <a:t>测试点：线程数、Notify 槽数符合 CalcRes 结果</a:t>
            </a:r>
          </a:p>
          <a:p xmlns:a="http://schemas.openxmlformats.org/drawingml/2006/main">
            <a:r>
              <a:t>证据：hccl/src/ops/op_common/op_common.cc:780-918,1285-1429,1670-1845,2008-2091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HcclThreadAcquire [C1 域资源]</a:t>
            </a:r>
          </a:p>
          <a:p xmlns:a="http://schemas.openxmlformats.org/drawingml/2006/main">
            <a:r>
              <a:t>作用：按统一 Notify 数申请 Thread 的兼容入口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条件：缺资源且配置版接口不支持</a:t>
            </a:r>
          </a:p>
          <a:p xmlns:a="http://schemas.openxmlformats.org/drawingml/2006/main">
            <a:r>
              <a:t>测试点：与配置版二选一，不应重复申请</a:t>
            </a:r>
          </a:p>
          <a:p xmlns:a="http://schemas.openxmlformats.org/drawingml/2006/main">
            <a:r>
              <a:t>证据：hccl/src/ops/op_common/op_common.cc:780-918,1285-1429,1670-1845,2008-2091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HcclGetHcclBuffer [C2 内存]</a:t>
            </a:r>
          </a:p>
          <a:p xmlns:a="http://schemas.openxmlformats.org/drawingml/2006/main">
            <a:r>
              <a:t>作用：取得本地 CCL 中转区地址与容量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条件：资源准备、参数交换等路径</a:t>
            </a:r>
          </a:p>
          <a:p xmlns:a="http://schemas.openxmlformats.org/drawingml/2006/main">
            <a:r>
              <a:t>测试点：分块不越界，容量与各 Rank 配置一致</a:t>
            </a:r>
          </a:p>
          <a:p xmlns:a="http://schemas.openxmlformats.org/drawingml/2006/main">
            <a:r>
              <a:t>证据：hccl/src/ops/op_common/op_common.cc:780-918,1285-1429,1670-1845,2008-2091；hccl/src/common/inconsistent_check.cc:18-90；hccl/src/ops/op_common/op_common.cc:1426-1499,2080-2083；hcomm/src/coll_communicator_mgr/resource_mgr/local/my_rank/my_rank.cc:582-605,1295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HcclCommSymWinGet [C2 内存]</a:t>
            </a:r>
          </a:p>
          <a:p xmlns:a="http://schemas.openxmlformats.org/drawingml/2006/main">
            <a:r>
              <a:t>作用：探测用户 Buffer 是否位于对称内存窗口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条件：版本与算子条件满足时探测</a:t>
            </a:r>
          </a:p>
          <a:p xmlns:a="http://schemas.openxmlformats.org/drawingml/2006/main">
            <a:r>
              <a:t>测试点：未命中可走普通内存，命中另建测试组</a:t>
            </a:r>
          </a:p>
          <a:p xmlns:a="http://schemas.openxmlformats.org/drawingml/2006/main">
            <a:r>
              <a:t>证据：hccl/src/ops/op_common/op_common.cc:3950-3987；hccl/src/ops/all_gather/all_gather.cc:224-231；hccl/src/ops/all_reduce/all_reduce.cc:228-253；hccl/src/ops/all_to_all_v/all_to_all_v.cc:730-850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hccl/src/ops/all_to_all_v/all_to_all_v.cc:641-850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hccl/src/ops/all_gather/all_gather.cc:153-233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hccl/src/ops/all_reduce/all_reduce.cc:159-255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hccl/src/ops/op_common/op_common.cc:3418-3565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hccl/src/ops/op_common/op_common.cc:1005-1214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hccl/src/ops/op_common/algorithm/template/aicpu/kernel_launch.cc:276-327,348-628,725-729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hccl/src/common/inconsistent_check.cc:18-90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hccl/src/ops/op_common/op_common.cc:1426-1499,2080-2083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hcomm/src/coll_communicator_mgr/resource_mgr/local/my_rank/my_rank.cc:582-605,1295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hccl/src/ops/op_common/op_common.cc:3950-3987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hccl/src/ops/all_gather/all_gather.cc:224-231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hccl/src/ops/all_reduce/all_reduce.cc:228-253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hccl/src/ops/all_to_all_v/all_to_all_v.cc:730-850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AICPU_TS / OPBASE，多 Rank、非零数据、普通用户内存、非 PCIe Mesh、无插件、Task Cache 关闭。AllReduce 基线为 FP32 + SUM。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分析口径：基于固定源码基线的静态调用分析，没有硬件运行 trace。API 名称大小写保留。换行仅用于排版，拼接即完整符号。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本页限定路径涉及　✓冷 资源缺失时涉及　△ 按条件/能力选择　— 本页限定路径不经过。均为源码判定，非实测命中。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分类沿用用户给定功能口径：C1通信域资源管理、C2内存管理、C3拓扑管理、C4算子编排、C5底层通信资源管理；D1数据搬运、D2数据计算、D3同步控制、D4执行控制、D5 CCU C++数据面操作。该口径不等同于仓库目录分层。表内主要列通信主干，不穷举DFX/Profiling/日志、所有错误清理、通信域创建销毁与任务缓存接口。C4在本链路由HCCL内部调ACL实现，未经过HCOMM导出HcclAicpuKernelLaunch；D5不进入AICPU_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HcclGetRankSize [C3 拓扑]</a:t>
            </a:r>
          </a:p>
          <a:p xmlns:a="http://schemas.openxmlformats.org/drawingml/2006/main">
            <a:r>
              <a:t>作用：取得通信域的 Rank 总数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条件：入口或拓扑构建</a:t>
            </a:r>
          </a:p>
          <a:p xmlns:a="http://schemas.openxmlformats.org/drawingml/2006/main">
            <a:r>
              <a:t>测试点：输出尺寸与 Rank 数一致</a:t>
            </a:r>
          </a:p>
          <a:p xmlns:a="http://schemas.openxmlformats.org/drawingml/2006/main">
            <a:r>
              <a:t>证据：hccl/src/ops/all_to_all_v/all_to_all_v.cc:641-850；hccl/src/ops/all_gather/all_gather.cc:153-233；hccl/src/ops/all_reduce/all_reduce.cc:159-255；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HcclGetRankId [C3 拓扑]</a:t>
            </a:r>
          </a:p>
          <a:p xmlns:a="http://schemas.openxmlformats.org/drawingml/2006/main">
            <a:r>
              <a:t>作用：取得本 Rank 在通信域中的编号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条件：拓扑构建等调用点，AllToAll 入口也查询</a:t>
            </a:r>
          </a:p>
          <a:p xmlns:a="http://schemas.openxmlformats.org/drawingml/2006/main">
            <a:r>
              <a:t>测试点：本 Rank 与算法 Rank 映射正确</a:t>
            </a:r>
          </a:p>
          <a:p xmlns:a="http://schemas.openxmlformats.org/drawingml/2006/main">
            <a:r>
              <a:t>证据：hccl/src/ops/all_to_all_v/all_to_all_v.cc:641-850；hccl/src/ops/all_gather/all_gather.cc:153-233；hccl/src/ops/all_reduce/all_reduce.cc:159-255；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HcclRankGraphGetLayers [C3 拓扑]</a:t>
            </a:r>
          </a:p>
          <a:p xmlns:a="http://schemas.openxmlformats.org/drawingml/2006/main">
            <a:r>
              <a:t>作用：枚举通信域网络层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条件：构建拓扑时</a:t>
            </a:r>
          </a:p>
          <a:p xmlns:a="http://schemas.openxmlformats.org/drawingml/2006/main">
            <a:r>
              <a:t>测试点：网络层数量和编号正确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HcclRankGraphGetRanksByLayer [C3 拓扑]</a:t>
            </a:r>
          </a:p>
          <a:p xmlns:a="http://schemas.openxmlformats.org/drawingml/2006/main">
            <a:r>
              <a:t>作用：取得某一网络层的成员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条件：相应拓扑构建分支</a:t>
            </a:r>
          </a:p>
          <a:p xmlns:a="http://schemas.openxmlformats.org/drawingml/2006/main">
            <a:r>
              <a:t>测试点：成员不遗漏、不重复，范围正确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HcclRankGraphGetInstSizeListByLayer [C3 拓扑]</a:t>
            </a:r>
          </a:p>
          <a:p xmlns:a="http://schemas.openxmlformats.org/drawingml/2006/main">
            <a:r>
              <a:t>作用：取得某层各拓扑实例的规模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条件：拓扑形态计算需要时</a:t>
            </a:r>
          </a:p>
          <a:p xmlns:a="http://schemas.openxmlformats.org/drawingml/2006/main">
            <a:r>
              <a:t>测试点：实例规模与 Rank 分组相符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HcclRankGraphGetTopoInstsByLayer [C3 拓扑]</a:t>
            </a:r>
          </a:p>
          <a:p xmlns:a="http://schemas.openxmlformats.org/drawingml/2006/main">
            <a:r>
              <a:t>作用：枚举网络层内的拓扑实例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条件：按实例构建拓扑时</a:t>
            </a:r>
          </a:p>
          <a:p xmlns:a="http://schemas.openxmlformats.org/drawingml/2006/main">
            <a:r>
              <a:t>测试点：实例 ID 和数量正确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HcclRankGraphGetTopoType [C3 拓扑]</a:t>
            </a:r>
          </a:p>
          <a:p xmlns:a="http://schemas.openxmlformats.org/drawingml/2006/main">
            <a:r>
              <a:t>作用：查询实例的拓扑类型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条件：需要识别 Mesh / Clos 等形态</a:t>
            </a:r>
          </a:p>
          <a:p xmlns:a="http://schemas.openxmlformats.org/drawingml/2006/main">
            <a:r>
              <a:t>测试点：类型与选择到的算法匹配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；hccl/src/ops/all_to_all_v/selector/alltoall_auto_selector.cc:131-188；hccl/src/ops/all_gather/selector/all_gather_auto_selector.cc:303-405；hccl/src/ops/all_reduce/selector/all_reduce_auto_selector.cc:403-575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HcclRankGraphGetRanksByTopoInst [C3 拓扑]</a:t>
            </a:r>
          </a:p>
          <a:p xmlns:a="http://schemas.openxmlformats.org/drawingml/2006/main">
            <a:r>
              <a:t>作用：取得某个拓扑实例中的 Rank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条件：按实例建立分组时</a:t>
            </a:r>
          </a:p>
          <a:p xmlns:a="http://schemas.openxmlformats.org/drawingml/2006/main">
            <a:r>
              <a:t>测试点：本地实例与 Peer 集合正确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HcclRankGraphGetEndpointNum [C3 拓扑]</a:t>
            </a:r>
          </a:p>
          <a:p xmlns:a="http://schemas.openxmlformats.org/drawingml/2006/main">
            <a:r>
              <a:t>作用：查询实例的端点数量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条件：端点枚举路径</a:t>
            </a:r>
          </a:p>
          <a:p xmlns:a="http://schemas.openxmlformats.org/drawingml/2006/main">
            <a:r>
              <a:t>测试点：先取数量，再分配描述列表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HcclRankGraphGetEndpointDesc [C3 拓扑]</a:t>
            </a:r>
          </a:p>
          <a:p xmlns:a="http://schemas.openxmlformats.org/drawingml/2006/main">
            <a:r>
              <a:t>作用：取得端点位置与协议描述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条件：端点枚举路径</a:t>
            </a:r>
          </a:p>
          <a:p xmlns:a="http://schemas.openxmlformats.org/drawingml/2006/main">
            <a:r>
              <a:t>测试点：端点与设备位置、协议一致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HcclRankGraphGetEndpointInfo [C3 拓扑]</a:t>
            </a:r>
          </a:p>
          <a:p xmlns:a="http://schemas.openxmlformats.org/drawingml/2006/main">
            <a:r>
              <a:t>作用：查询端点带宽系数、Die 等属性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条件：构造 ChannelInfo 等路径</a:t>
            </a:r>
          </a:p>
          <a:p xmlns:a="http://schemas.openxmlformats.org/drawingml/2006/main">
            <a:r>
              <a:t>测试点：带宽系数有效，属性失败按分支处理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证据：hccl/src/ops/op_common/topo_info/topo_host.cc:75-92,267-334,960-1091,1110-1289；hccl/src/ops/op_common/topo_info/physical_level_build.cc:69-138,290-334；hccl/src/ops/op_common/op_common.cc:780-918,1285-1429,1670-1845,2008-2091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HcclRankGraphGetLinks [C3 拓扑]</a:t>
            </a:r>
          </a:p>
          <a:p xmlns:a="http://schemas.openxmlformats.org/drawingml/2006/main">
            <a:r>
              <a:t>作用：查询本 Rank 到 Peer 的可用链路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条件：计算 Mesh 通道需求</a:t>
            </a:r>
          </a:p>
          <a:p xmlns:a="http://schemas.openxmlformats.org/drawingml/2006/main">
            <a:r>
              <a:t>测试点：无效链路不入请求，多链路切片不重叠</a:t>
            </a:r>
          </a:p>
          <a:p xmlns:a="http://schemas.openxmlformats.org/drawingml/2006/main">
            <a:r>
              <a:t>证据：hccl/src/ops/op_common/topo_info/topo_host.cc:75-92,267-334,960-1091,1110-1289；hccl/src/ops/op_common/topo_info/physical_level_build.cc:69-138,290-334；hccl/src/ops/all_to_all_v/selector/alltoall_auto_selector.cc:131-188；hccl/src/ops/all_gather/selector/all_gather_auto_selector.cc:303-405；hccl/src/ops/all_reduce/selector/all_reduce_auto_selector.cc:403-575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hccl/src/ops/all_to_all_v/all_to_all_v.cc:641-850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hccl/src/ops/all_gather/all_gather.cc:153-233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hccl/src/ops/all_reduce/all_reduce.cc:159-255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hccl/src/ops/op_common/topo_info/topo_host.cc:75-92,267-334,960-1091,1110-1289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hccl/src/ops/op_common/topo_info/physical_level_build.cc:69-138,290-334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hccl/src/ops/all_to_all_v/selector/alltoall_auto_selector.cc:131-188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hccl/src/ops/all_gather/selector/all_gather_auto_selector.cc:303-405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hccl/src/ops/all_reduce/selector/all_reduce_auto_selector.cc:403-575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hccl/src/ops/op_common/op_common.cc:780-918,1285-1429,1670-1845,2008-2091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AICPU_TS / OPBASE，多 Rank、非零数据、普通用户内存、非 PCIe Mesh、无插件、Task Cache 关闭。AllReduce 基线为 FP32 + SUM。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分析口径：基于固定源码基线的静态调用分析，没有硬件运行 trace。API 名称大小写保留。换行仅用于排版，拼接即完整符号。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本页限定路径涉及　✓冷 资源缺失时涉及　△ 按条件/能力选择　— 本页限定路径不经过。均为源码判定，非实测命中。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分类沿用用户给定功能口径：C1通信域资源管理、C2内存管理、C3拓扑管理、C4算子编排、C5底层通信资源管理；D1数据搬运、D2数据计算、D3同步控制、D4执行控制、D5 CCU C++数据面操作。该口径不等同于仓库目录分层。表内主要列通信主干，不穷举DFX/Profiling/日志、所有错误清理、通信域创建销毁与任务缓存接口。C4在本链路由HCCL内部调ACL实现，未经过HCOMM导出HcclAicpuKernelLaunch；D5不进入AICPU_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HcclCommAddExchangeInfo [C1 域资源]</a:t>
            </a:r>
          </a:p>
          <a:p xmlns:a="http://schemas.openxmlformats.org/drawingml/2006/main">
            <a:r>
              <a:t>作用：登记本次算子的参数一致性信息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条件：检查使能且接口支持，建链前注入</a:t>
            </a:r>
          </a:p>
          <a:p xmlns:a="http://schemas.openxmlformats.org/drawingml/2006/main">
            <a:r>
              <a:t>测试点：算子类型/count/type 等字段与请求一致</a:t>
            </a:r>
          </a:p>
          <a:p xmlns:a="http://schemas.openxmlformats.org/drawingml/2006/main">
            <a:r>
              <a:t>证据：hccl/src/common/inconsistent_check.cc:18-90；hccl/src/ops/op_common/op_common.cc:1426-1499,2080-2083；hcomm/src/coll_communicator_mgr/resource_mgr/local/my_rank/my_rank.cc:582-605,1295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HcclChannelAcquire [C1 域资源]</a:t>
            </a:r>
          </a:p>
          <a:p xmlns:a="http://schemas.openxmlformats.org/drawingml/2006/main">
            <a:r>
              <a:t>作用：按 Peer、协议、端点获取 ChannelHandle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条件：算法资源缺失且请求通道非空</a:t>
            </a:r>
          </a:p>
          <a:p xmlns:a="http://schemas.openxmlformats.org/drawingml/2006/main">
            <a:r>
              <a:t>测试点：区分获取成功、复用、新建和失败清理</a:t>
            </a:r>
          </a:p>
          <a:p xmlns:a="http://schemas.openxmlformats.org/drawingml/2006/main">
            <a:r>
              <a:t>证据：hccl/src/ops/op_common/op_common.cc:780-918,1285-1429,1670-1845,2008-2091；hcomm/src/coll_communicator_mgr/resource_mgr/local/my_rank/my_rank.cc:238-252,675-835,1045-1104,1228-1343；hcomm/src/coll_communicator_mgr/resource_mgr/local/my_rank/endpoints/endpoint_mgr.cc:73-113,138-162；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HcommEndpointCreate [C5 底层资源]</a:t>
            </a:r>
          </a:p>
          <a:p xmlns:a="http://schemas.openxmlformats.org/drawingml/2006/main">
            <a:r>
              <a:t>作用：创建本地通信端点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条件：所需 Endpoint 尚不存在</a:t>
            </a:r>
          </a:p>
          <a:p xmlns:a="http://schemas.openxmlformats.org/drawingml/2006/main">
            <a:r>
              <a:t>测试点：同端点复用，设备/协议归属正确</a:t>
            </a:r>
          </a:p>
          <a:p xmlns:a="http://schemas.openxmlformats.org/drawingml/2006/main">
            <a:r>
              <a:t>证据：hcomm/src/coll_communicator_mgr/resource_mgr/local/my_rank/my_rank.cc:238-252,675-835,1045-1104,1228-1343；hcomm/src/coll_communicator_mgr/resource_mgr/local/my_rank/endpoints/endpoint_mgr.cc:73-113,138-162；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HcommEndpointStartListen [C5 底层资源]</a:t>
            </a:r>
          </a:p>
          <a:p xmlns:a="http://schemas.openxmlformats.org/drawingml/2006/main">
            <a:r>
              <a:t>作用：为端点准备接受连接的监听能力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条件：进入 BatchCreateChannels 时</a:t>
            </a:r>
          </a:p>
          <a:p xmlns:a="http://schemas.openxmlformats.org/drawingml/2006/main">
            <a:r>
              <a:t>测试点：监听配置、端口和对端连接匹配</a:t>
            </a:r>
          </a:p>
          <a:p xmlns:a="http://schemas.openxmlformats.org/drawingml/2006/main">
            <a:r>
              <a:t>证据：hcomm/src/coll_communicator_mgr/resource_mgr/local/my_rank/my_rank.cc:238-252,675-835,1045-1104,1228-1343；hcomm/src/coll_communicator_mgr/resource_mgr/local/my_rank/endpoints/endpoint_mgr.cc:73-113,138-162；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HcommMemReg [C2 内存]</a:t>
            </a:r>
          </a:p>
          <a:p xmlns:a="http://schemas.openxmlformats.org/drawingml/2006/main">
            <a:r>
              <a:t>作用：把 CCL 等内存注册到端点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条件：端点缺相应 tag 或内存版本变化</a:t>
            </a:r>
          </a:p>
          <a:p xmlns:a="http://schemas.openxmlformats.org/drawingml/2006/main">
            <a:r>
              <a:t>测试点：地址/长度有效，重复注册复用</a:t>
            </a:r>
          </a:p>
          <a:p xmlns:a="http://schemas.openxmlformats.org/drawingml/2006/main">
            <a:r>
              <a:t>证据：hcomm/src/coll_communicator_mgr/resource_mgr/local/my_rank/my_rank.cc:238-252,675-835,1045-1104,1228-1343；hcomm/src/coll_communicator_mgr/resource_mgr/local/my_rank/endpoints/endpoint_mgr.cc:73-113,138-162；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HcommCollectiveChannelCreate [C5 底层资源]</a:t>
            </a:r>
          </a:p>
          <a:p xmlns:a="http://schemas.openxmlformats.org/drawingml/2006/main">
            <a:r>
              <a:t>作用：创建集合通信使用的基础 Channel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条件：EndpointPair 无可复用槽位</a:t>
            </a:r>
          </a:p>
          <a:p xmlns:a="http://schemas.openxmlformats.org/drawingml/2006/main">
            <a:r>
              <a:t>测试点：返回句柄有效，随后能推进到 READY</a:t>
            </a:r>
          </a:p>
          <a:p xmlns:a="http://schemas.openxmlformats.org/drawingml/2006/main">
            <a:r>
              <a:t>证据：hcomm/src/coll_communicator_mgr/resource_mgr/local/my_rank/my_rank.cc:238-252,675-835,1045-1104,1228-1343；hcomm/src/coll_communicator_mgr/resource_mgr/local/my_rank/endpoints/endpoint_mgr.cc:73-113,138-162；hcomm/src/base_comm/resources/endpoint_pairs/endpoint_pair.cc:199-225；hcomm/src/base_comm/primitives/api_c_adpt/hcomm_channel_c_adpt.cc:438-459；hcomm/src/base_comm/resources/endpoint_pairs/channels/channel_process.cc:89-125,284-312；hcomm/src/base_comm/resources/endpoint_pairs/channels/aicpu/aicpu_ts_ub_rtp_channel.cc:91-198；hcomm/src/base_comm/resources/endpoint_pairs/channels/aicpu/aicpu_ts_uboe_ub_rtp_channel_helper.cc:246-449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HcclChannelGetHcclBuffer [C2 内存]</a:t>
            </a:r>
          </a:p>
          <a:p xmlns:a="http://schemas.openxmlformats.org/drawingml/2006/main">
            <a:r>
              <a:t>作用：取得该通道对应的远端 CCL 地址与容量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条件：构建 ChannelInfo 时</a:t>
            </a:r>
          </a:p>
          <a:p xmlns:a="http://schemas.openxmlformats.org/drawingml/2006/main">
            <a:r>
              <a:t>测试点：远端地址属于正确 Peer，容量不越界</a:t>
            </a:r>
          </a:p>
          <a:p xmlns:a="http://schemas.openxmlformats.org/drawingml/2006/main">
            <a:r>
              <a:t>证据：hccl/src/ops/op_common/op_common.cc:780-918,1285-1429,1670-1845,2008-2091；hcomm/src/coll_communicator_mgr/resource_mgr/local/my_rank/my_rank.cc:238-252,675-835,1045-1104,1228-1343；hcomm/src/coll_communicator_mgr/resource_mgr/local/my_rank/endpoints/endpoint_mgr.cc:73-113,138-162；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HcommChannelGetRemoteMems [C2 内存]</a:t>
            </a:r>
          </a:p>
          <a:p xmlns:a="http://schemas.openxmlformats.org/drawingml/2006/main">
            <a:r>
              <a:t>作用：读取底层 Channel 已交换的远端内存映射</a:t>
            </a:r>
          </a:p>
          <a:p xmlns:a="http://schemas.openxmlformats.org/drawingml/2006/main">
            <a:r>
              <a:t>A2A/AG/AR1/AR2：✓冷 / ✓冷 / ✓冷 / ✓冷</a:t>
            </a:r>
          </a:p>
          <a:p xmlns:a="http://schemas.openxmlformats.org/drawingml/2006/main">
            <a:r>
              <a:t>条件：上行缓冲区查询的内部调用</a:t>
            </a:r>
          </a:p>
          <a:p xmlns:a="http://schemas.openxmlformats.org/drawingml/2006/main">
            <a:r>
              <a:t>测试点：CCL tag 与远端描述正确对应</a:t>
            </a:r>
          </a:p>
          <a:p xmlns:a="http://schemas.openxmlformats.org/drawingml/2006/main">
            <a:r>
              <a:t>证据：hcomm/src/coll_communicator_mgr/resource_mgr/local/my_rank/my_rank.cc:238-252,675-835,1045-1104,1228-1343；hcomm/src/coll_communicator_mgr/resource_mgr/local/my_rank/endpoints/endpoint_mgr.cc:73-113,138-162；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HcclCommGetExchangeInfo [C1 域资源]</a:t>
            </a:r>
          </a:p>
          <a:p xmlns:a="http://schemas.openxmlformats.org/drawingml/2006/main">
            <a:r>
              <a:t>作用：读取远端参数交换结果进行一致性比较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条件：检查使能且接口支持，交换后读取</a:t>
            </a:r>
          </a:p>
          <a:p xmlns:a="http://schemas.openxmlformats.org/drawingml/2006/main">
            <a:r>
              <a:t>测试点：不一致应报错，不误读上次交换结果</a:t>
            </a:r>
          </a:p>
          <a:p xmlns:a="http://schemas.openxmlformats.org/drawingml/2006/main">
            <a:r>
              <a:t>证据：hccl/src/common/inconsistent_check.cc:18-90；hccl/src/ops/op_common/op_common.cc:1426-1499,2080-2083；hcomm/src/coll_communicator_mgr/resource_mgr/local/my_rank/my_rank.cc:582-605,1295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HcclDedicatedThreadAcquire [C1 域资源]</a:t>
            </a:r>
          </a:p>
          <a:p xmlns:a="http://schemas.openxmlformats.org/drawingml/2006/main">
            <a:r>
              <a:t>作用：获取 Host/Device 按序下发专用 Thread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条件：OrderLaunch 能力和路径需要</a:t>
            </a:r>
          </a:p>
          <a:p xmlns:a="http://schemas.openxmlformats.org/drawingml/2006/main">
            <a:r>
              <a:t>测试点：并发下发顺序正确，专用 Thread 可复用</a:t>
            </a:r>
          </a:p>
          <a:p xmlns:a="http://schemas.openxmlformats.org/drawingml/2006/main">
            <a:r>
              <a:t>证据：hccl/src/ops/op_common/order_launch.cc:18-62,151-264；hcomm/src/coll_communicator_mgr/resource_mgr/local/my_rank/comm_engine/threads/thread_manager.cc:678-710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HcommThreadAlloc [C5 底层资源]</a:t>
            </a:r>
          </a:p>
          <a:p xmlns:a="http://schemas.openxmlformats.org/drawingml/2006/main">
            <a:r>
              <a:t>作用：创建底层专用 Thread 资源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条件：上述专用 Thread 缺失时</a:t>
            </a:r>
          </a:p>
          <a:p xmlns:a="http://schemas.openxmlformats.org/drawingml/2006/main">
            <a:r>
              <a:t>测试点：不能当作所有普通 Thread 的必经 API</a:t>
            </a:r>
          </a:p>
          <a:p xmlns:a="http://schemas.openxmlformats.org/drawingml/2006/main">
            <a:r>
              <a:t>证据：hccl/src/ops/op_common/order_launch.cc:18-62,151-264；hcomm/src/coll_communicator_mgr/resource_mgr/local/my_rank/comm_engine/threads/thread_manager.cc:678-710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HcclThreadResGetInfo [C1 域资源]</a:t>
            </a:r>
          </a:p>
          <a:p xmlns:a="http://schemas.openxmlformats.org/drawingml/2006/main">
            <a:r>
              <a:t>作用：从域级 Thread 查询展开 stream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条件：能力支持时用于 Kernel 发射/保序</a:t>
            </a:r>
          </a:p>
          <a:p xmlns:a="http://schemas.openxmlformats.org/drawingml/2006/main">
            <a:r>
              <a:t>测试点：发射到正确 stream，兼容分支可工作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；hccl/src/ops/op_common/order_launch.cc:18-62,151-264；hcomm/src/coll_communicator_mgr/resource_mgr/local/my_rank/comm_engine/threads/thread_manager.cc:678-710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HcommThreadResGetInfo [C5 底层资源]</a:t>
            </a:r>
          </a:p>
          <a:p xmlns:a="http://schemas.openxmlformats.org/drawingml/2006/main">
            <a:r>
              <a:t>作用：从底层专用 Thread 查询 stream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条件：Host 保序 stream 获取路径</a:t>
            </a:r>
          </a:p>
          <a:p xmlns:a="http://schemas.openxmlformats.org/drawingml/2006/main">
            <a:r>
              <a:t>测试点：保序队列和执行队列关系正确</a:t>
            </a:r>
          </a:p>
          <a:p xmlns:a="http://schemas.openxmlformats.org/drawingml/2006/main">
            <a:r>
              <a:t>证据：hccl/src/ops/op_common/order_launch.cc:18-62,151-264；hcomm/src/coll_communicator_mgr/resource_mgr/local/my_rank/comm_engine/threads/thread_manager.cc:678-710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hccl/src/common/inconsistent_check.cc:18-90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hccl/src/ops/op_common/op_common.cc:1426-1499,2080-2083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hcomm/src/coll_communicator_mgr/resource_mgr/local/my_rank/my_rank.cc:582-605,1295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hccl/src/ops/op_common/op_common.cc:780-918,1285-1429,1670-1845,2008-2091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hcomm/src/coll_communicator_mgr/resource_mgr/local/my_rank/my_rank.cc:238-252,675-835,1045-1104,1228-1343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hcomm/src/coll_communicator_mgr/resource_mgr/local/my_rank/endpoints/endpoint_mgr.cc:73-113,138-162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hcomm/src/base_comm/primitives/api_c_adpt/hcomm_channel_c_adpt.cc:438-459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hcomm/src/base_comm/resources/endpoint_pairs/channels/channel_process.cc:89-125,284-312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hcomm/src/base_comm/resources/endpoint_pairs/channels/aicpu/aicpu_ts_ub_rtp_channel.cc:91-198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hcomm/src/base_comm/resources/endpoint_pairs/channels/aicpu/aicpu_ts_uboe_ub_rtp_channel_helper.cc:246-449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hccl/src/ops/op_common/order_launch.cc:18-62,151-264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hcomm/src/coll_communicator_mgr/resource_mgr/local/my_rank/comm_engine/threads/thread_manager.cc:678-710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hccl/src/ops/op_common/op_common.cc:1005-1214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hccl/src/ops/op_common/algorithm/template/aicpu/kernel_launch.cc:276-327,348-628,725-729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AICPU_TS / OPBASE，多 Rank、非零数据、普通用户内存、非 PCIe Mesh、无插件、Task Cache 关闭。AllReduce 基线为 FP32 + SUM。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分析口径：基于固定源码基线的静态调用分析，没有硬件运行 trace。API 名称大小写保留。换行仅用于排版，拼接即完整符号。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本页限定路径涉及　✓冷 资源缺失时涉及　△ 按条件/能力选择　— 本页限定路径不经过。均为源码判定，非实测命中。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分类沿用用户给定功能口径：C1通信域资源管理、C2内存管理、C3拓扑管理、C4算子编排、C5底层通信资源管理；D1数据搬运、D2数据计算、D3同步控制、D4执行控制、D5 CCU C++数据面操作。该口径不等同于仓库目录分层。表内主要列通信主干，不穷举DFX/Profiling/日志、所有错误清理、通信域创建销毁与任务缓存接口。C4在本链路由HCCL内部调ACL实现，未经过HCOMM导出HcclAicpuKernelLaunch；D5不进入AICPU_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HcommAcquireComm [D4 执行]</a:t>
            </a:r>
          </a:p>
          <a:p xmlns:a="http://schemas.openxmlformats.org/drawingml/2006/main">
            <a:r>
              <a:t>作用：进入设备侧通信域使用保护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条件：AICPU 算子入口</a:t>
            </a:r>
          </a:p>
          <a:p xmlns:a="http://schemas.openxmlformats.org/drawingml/2006/main">
            <a:r>
              <a:t>测试点：与 Release 配对，不等于创建通信域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HcommBatchModeStart [D4 执行]</a:t>
            </a:r>
          </a:p>
          <a:p xmlns:a="http://schemas.openxmlformats.org/drawingml/2006/main">
            <a:r>
              <a:t>作用：开始批模式，组织本轮任务下发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条件：Task Cache 关闭的正常编排路径</a:t>
            </a:r>
          </a:p>
          <a:p xmlns:a="http://schemas.openxmlformats.org/drawingml/2006/main">
            <a:r>
              <a:t>测试点：跟踪 algTag 及批模式状态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HcommThreadNotifyRecordOnThread [D3 同步]</a:t>
            </a:r>
          </a:p>
          <a:p xmlns:a="http://schemas.openxmlformats.org/drawingml/2006/main">
            <a:r>
              <a:t>作用：跨 Thread 发输入就绪、主从或完成通知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条件：Host 与设备均可调用</a:t>
            </a:r>
          </a:p>
          <a:p xmlns:a="http://schemas.openxmlformats.org/drawingml/2006/main">
            <a:r>
              <a:t>测试点：匹配目标 Thread/notifyIdx，检查最终完成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；hccl/src/ops/op_common/algorithm/template/wrapper/alg_data_trans_wrapper.cc:131-341,428-479,652-704,846-926,1010-1080；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HcommThreadNotifyWaitOnThread [D3 同步]</a:t>
            </a:r>
          </a:p>
          <a:p xmlns:a="http://schemas.openxmlformats.org/drawingml/2006/main">
            <a:r>
              <a:t>作用：等待 Thread 通知，显式传入超时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条件：默认超时能力不满足的兼容分支</a:t>
            </a:r>
          </a:p>
          <a:p xmlns:a="http://schemas.openxmlformats.org/drawingml/2006/main">
            <a:r>
              <a:t>测试点：和相应 Record 匹配，延迟时不提前继续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；hccl/src/ops/op_common/algorithm/template/wrapper/alg_data_trans_wrapper.cc:131-341,428-479,652-704,846-926,1010-1080；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HcommThreadNotifyWaitOnThreadWithDefaultTimeout [D3 同步]</a:t>
            </a:r>
          </a:p>
          <a:p xmlns:a="http://schemas.openxmlformats.org/drawingml/2006/main">
            <a:r>
              <a:t>作用：等待 Thread 通知，使用已配置超时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条件：默认超时接口与配置能力均支持</a:t>
            </a:r>
          </a:p>
          <a:p xmlns:a="http://schemas.openxmlformats.org/drawingml/2006/main">
            <a:r>
              <a:t>测试点：与上行二选一，确认超时配置生效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HcommChannelNotifyRecordOnThread [D3 同步]</a:t>
            </a:r>
          </a:p>
          <a:p xmlns:a="http://schemas.openxmlformats.org/drawingml/2006/main">
            <a:r>
              <a:t>作用：向对端发布握手或数据阶段通知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条件：非零远端通信协议阶段</a:t>
            </a:r>
          </a:p>
          <a:p xmlns:a="http://schemas.openxmlformats.org/drawingml/2006/main">
            <a:r>
              <a:t>测试点：读/写方向不同，ACK 与 DATA_SIGNAL 区分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；hccl/src/ops/all_to_all_v/algorithm/template/aicpu/ins_temp_all_to_all_v_mesh_1D.cc:167-420；hccl/src/ops/all_to_all_v/algorithm/executor/ins_v2_all_to_all_v_sole_executor.cc:113-380,562；hccl/src/ops/all_gather/algorithm/template/aicpu/ins_temp_all_gather_mesh_1D.cc:103-291；hccl/src/ops/all_gather/algorithm/executor/ins_v2_all_gather_sole_executor.cc:383-398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HcommChannelNotifyWaitOnThread [D3 同步]</a:t>
            </a:r>
          </a:p>
          <a:p xmlns:a="http://schemas.openxmlformats.org/drawingml/2006/main">
            <a:r>
              <a:t>作用：等待通道通知，显式传入超时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条件：默认超时能力不满足的兼容分支</a:t>
            </a:r>
          </a:p>
          <a:p xmlns:a="http://schemas.openxmlformats.org/drawingml/2006/main">
            <a:r>
              <a:t>测试点：Peer、Channel、槽号正确，不丢通知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HcommChannelNotifyWaitOnThreadWithDefaultTimeout [D3 同步]</a:t>
            </a:r>
          </a:p>
          <a:p xmlns:a="http://schemas.openxmlformats.org/drawingml/2006/main">
            <a:r>
              <a:t>作用：等待通道通知，使用已配置超时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条件：默认超时接口与配置能力均支持</a:t>
            </a:r>
          </a:p>
          <a:p xmlns:a="http://schemas.openxmlformats.org/drawingml/2006/main">
            <a:r>
              <a:t>测试点：与上行二选一，检查相同协议依赖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HcommSetNotifyWaitTimeOut [D3 同步]</a:t>
            </a:r>
          </a:p>
          <a:p xmlns:a="http://schemas.openxmlformats.org/drawingml/2006/main">
            <a:r>
              <a:t>作用：配置默认 Notify 等待超时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条件：接口能力支持时</a:t>
            </a:r>
          </a:p>
          <a:p xmlns:a="http://schemas.openxmlformats.org/drawingml/2006/main">
            <a:r>
              <a:t>测试点：默认 Wait 使用同一预期超时口径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；hccl/src/ops/op_common/algorithm/template/wrapper/alg_data_trans_wrapper.cc:131-341,428-479,652-704,846-926,1010-1080；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HcommThreadResAcquireTimeOut [D4 执行]</a:t>
            </a:r>
          </a:p>
          <a:p xmlns:a="http://schemas.openxmlformats.org/drawingml/2006/main">
            <a:r>
              <a:t>作用：配置 Thread 任务资源获取超时</a:t>
            </a:r>
          </a:p>
          <a:p xmlns:a="http://schemas.openxmlformats.org/drawingml/2006/main">
            <a:r>
              <a:t>A2A/AG/AR1/AR2：△ / △ / △ / △</a:t>
            </a:r>
          </a:p>
          <a:p xmlns:a="http://schemas.openxmlformats.org/drawingml/2006/main">
            <a:r>
              <a:t>条件：接口能力支持时</a:t>
            </a:r>
          </a:p>
          <a:p xmlns:a="http://schemas.openxmlformats.org/drawingml/2006/main">
            <a:r>
              <a:t>测试点：资源等待的超时与 Notify 超时分开验证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；hccl/src/ops/op_common/algorithm/template/wrapper/alg_data_trans_wrapper.cc:131-341,428-479,652-704,846-926,1010-1080；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HcommBatchModeEnd [D4 执行]</a:t>
            </a:r>
          </a:p>
          <a:p xmlns:a="http://schemas.openxmlformats.org/drawingml/2006/main">
            <a:r>
              <a:t>作用：结束批模式，提交剩余通信任务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条件：正常编排收尾</a:t>
            </a:r>
          </a:p>
          <a:p xmlns:a="http://schemas.openxmlformats.org/drawingml/2006/main">
            <a:r>
              <a:t>测试点：不能把 API 返回直接当作用户数据可读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HcommReleaseComm [D4 执行]</a:t>
            </a:r>
          </a:p>
          <a:p xmlns:a="http://schemas.openxmlformats.org/drawingml/2006/main">
            <a:r>
              <a:t>作用：退出通信域使用保护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条件：设备入口退出</a:t>
            </a:r>
          </a:p>
          <a:p xmlns:a="http://schemas.openxmlformats.org/drawingml/2006/main">
            <a:r>
              <a:t>测试点：不销毁可复用通信资源，检查配对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hccl/src/ops/op_common/op_common.cc:1005-1214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hccl/src/ops/op_common/algorithm/template/aicpu/kernel_launch.cc:276-327,348-628,725-729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hccl/src/ops/op_common/algorithm/template/wrapper/alg_data_trans_wrapper.cc:131-341,428-479,652-704,846-926,1010-1080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hccl/src/ops/all_to_all_v/algorithm/template/aicpu/ins_temp_all_to_all_v_mesh_1D.cc:167-420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hccl/src/ops/all_to_all_v/algorithm/executor/ins_v2_all_to_all_v_sole_executor.cc:113-380,562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hccl/src/ops/all_gather/algorithm/template/aicpu/ins_temp_all_gather_mesh_1D.cc:103-291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hccl/src/ops/all_gather/algorithm/executor/ins_v2_all_gather_sole_executor.cc:383-398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hccl/src/ops/all_reduce/algorithm/template/aicpu/ins_temp_all_reduce_mesh_1D_one_shot.cc:103-266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hccl/src/ops/all_reduce/algorithm/executor/ins_v2_all_reduce_sole_executor.cc:377-398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hccl/src/ops/all_reduce/algorithm/template/aicpu/ins_temp_all_reduce_mesh_1D_two_shot.cc:140-176,230-361,400-547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Ascend 950 / AICPU_TS / OPBASE，多 Rank、非零数据、普通用户内存、非 PCIe Mesh、无插件、Task Cache 关闭。AllReduce 基线为 FP32 + SUM。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 170ddeec539b4d693028ce6e0cf5c58933e4d46d；hcomm 87ce550f8f7c584e0ed89b0ec56699553d9c332d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分析口径：基于固定源码基线的静态调用分析，没有硬件运行 trace。API 名称大小写保留。换行仅用于排版，拼接即完整符号。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✓ 本页限定路径涉及　✓冷 资源缺失时涉及　△ 按条件/能力选择　— 本页限定路径不经过。均为源码判定，非实测命中。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分类沿用用户给定功能口径：C1通信域资源管理、C2内存管理、C3拓扑管理、C4算子编排、C5底层通信资源管理；D1数据搬运、D2数据计算、D3同步控制、D4执行控制、D5 CCU C++数据面操作。该口径不等同于仓库目录分层。表内主要列通信主干，不穷举DFX/Profiling/日志、所有错误清理、通信域创建销毁与任务缓存接口。C4在本链路由HCCL内部调ACL实现，未经过HCOMM导出HcclAicpuKernelLaunch；D5不进入AICPU_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HcommLocalCopyOnThread [D1 搬运]</a:t>
            </a:r>
          </a:p>
          <a:p xmlns:a="http://schemas.openxmlformats.org/drawingml/2006/main">
            <a:r>
              <a:t>作用：本机 Buffer 之间拷贝原始字节</a:t>
            </a:r>
          </a:p>
          <a:p xmlns:a="http://schemas.openxmlformats.org/drawingml/2006/main">
            <a:r>
              <a:t>A2A/AG/AR1/AR2：✓ / ✓ / ✓ / ✓</a:t>
            </a:r>
          </a:p>
          <a:p xmlns:a="http://schemas.openxmlformats.org/drawingml/2006/main">
            <a:r>
              <a:t>条件：非零且源/目的不构成可跳过拷贝</a:t>
            </a:r>
          </a:p>
          <a:p xmlns:a="http://schemas.openxmlformats.org/drawingml/2006/main">
            <a:r>
              <a:t>测试点：核对偏移、长度、自 Rank 数据与输出布局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；hccl/src/ops/all_to_all_v/algorithm/template/aicpu/ins_temp_all_to_all_v_mesh_1D.cc:167-420；hccl/src/ops/all_to_all_v/algorithm/executor/ins_v2_all_to_all_v_sole_executor.cc:113-380,562；hccl/src/ops/all_gather/algorithm/template/aicpu/ins_temp_all_gather_mesh_1D.cc:103-291；hccl/src/ops/all_gather/algorithm/executor/ins_v2_all_gather_sole_executor.cc:383-398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HcommWriteOnThread [D1 搬运]</a:t>
            </a:r>
          </a:p>
          <a:p xmlns:a="http://schemas.openxmlformats.org/drawingml/2006/main">
            <a:r>
              <a:t>作用：把本端分片写到远端 CCL</a:t>
            </a:r>
          </a:p>
          <a:p xmlns:a="http://schemas.openxmlformats.org/drawingml/2006/main">
            <a:r>
              <a:t>A2A/AG/AR1/AR2：✓ / — / △ / △</a:t>
            </a:r>
          </a:p>
          <a:p xmlns:a="http://schemas.openxmlformats.org/drawingml/2006/main">
            <a:r>
              <a:t>条件：AR：批量能力不支持时走单次写</a:t>
            </a:r>
          </a:p>
          <a:p xmlns:a="http://schemas.openxmlformats.org/drawingml/2006/main">
            <a:r>
              <a:t>测试点：A2A 按目标分片；AR 按算法片段写入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；hccl/src/ops/all_to_all_v/algorithm/template/aicpu/ins_temp_all_to_all_v_mesh_1D.cc:167-420；hccl/src/ops/all_to_all_v/algorithm/executor/ins_v2_all_to_all_v_sole_executor.cc:113-380,562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HcommReadOnThread [D1 搬运]</a:t>
            </a:r>
          </a:p>
          <a:p xmlns:a="http://schemas.openxmlformats.org/drawingml/2006/main">
            <a:r>
              <a:t>作用：主动读取远端数据到本端</a:t>
            </a:r>
          </a:p>
          <a:p xmlns:a="http://schemas.openxmlformats.org/drawingml/2006/main">
            <a:r>
              <a:t>A2A/AG/AR1/AR2：— / △ / — / △</a:t>
            </a:r>
          </a:p>
          <a:p xmlns:a="http://schemas.openxmlformats.org/drawingml/2006/main">
            <a:r>
              <a:t>条件：AG/AR2：批量能力不支持时走单次读</a:t>
            </a:r>
          </a:p>
          <a:p xmlns:a="http://schemas.openxmlformats.org/drawingml/2006/main">
            <a:r>
              <a:t>测试点：验证远端源地址、Rank 段序及接收长度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；hccl/src/ops/all_gather/algorithm/template/aicpu/ins_temp_all_gather_mesh_1D.cc:103-291；hccl/src/ops/all_gather/algorithm/executor/ins_v2_all_gather_sole_executor.cc:383-398；hccl/src/ops/all_reduce/algorithm/template/aicpu/ins_temp_all_reduce_mesh_1D_two_shot.cc:140-176,230-361,400-547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HcommBatchTransferOnThread [D1 搬运]</a:t>
            </a:r>
          </a:p>
          <a:p xmlns:a="http://schemas.openxmlformats.org/drawingml/2006/main">
            <a:r>
              <a:t>作用：按描述数组提交 READ/WRITE 等操作</a:t>
            </a:r>
          </a:p>
          <a:p xmlns:a="http://schemas.openxmlformats.org/drawingml/2006/main">
            <a:r>
              <a:t>A2A/AG/AR1/AR2：— / △ / △ / △</a:t>
            </a:r>
          </a:p>
          <a:p xmlns:a="http://schemas.openxmlformats.org/drawingml/2006/main">
            <a:r>
              <a:t>条件：接口能力支持且至少一个非零片段</a:t>
            </a:r>
          </a:p>
          <a:p xmlns:a="http://schemas.openxmlformats.org/drawingml/2006/main">
            <a:r>
              <a:t>测试点：AG=READ，AR1=WRITE，AR2=WRITE+READ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；hccl/src/ops/all_gather/algorithm/template/aicpu/ins_temp_all_gather_mesh_1D.cc:103-291；hccl/src/ops/all_gather/algorithm/executor/ins_v2_all_gather_sole_executor.cc:383-398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；hcomm/include/hcomm_primitives.h；hcomm/src/base_comm/primitives/api_c_adpt/aicpu_ts_primitives_c_adpt.cc:495-535,910-949,1118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HcommLocalReduceOnThread [D2 计算]</a:t>
            </a:r>
          </a:p>
          <a:p xmlns:a="http://schemas.openxmlformats.org/drawingml/2006/main">
            <a:r>
              <a:t>作用：把本地 CCL 数据归约到本地结果</a:t>
            </a:r>
          </a:p>
          <a:p xmlns:a="http://schemas.openxmlformats.org/drawingml/2006/main">
            <a:r>
              <a:t>A2A/AG/AR1/AR2：— / — / ✓ / ✓</a:t>
            </a:r>
          </a:p>
          <a:p xmlns:a="http://schemas.openxmlformats.org/drawingml/2006/main">
            <a:r>
              <a:t>条件：本表 FP32+SUM、普通内存基线</a:t>
            </a:r>
          </a:p>
          <a:p xmlns:a="http://schemas.openxmlformats.org/drawingml/2006/main">
            <a:r>
              <a:t>测试点：核对 count/type/op、结果与浮点误差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HcommReadReduceOnThread [D2 计算]</a:t>
            </a:r>
          </a:p>
          <a:p xmlns:a="http://schemas.openxmlformats.org/drawingml/2006/main">
            <a:r>
              <a:t>作用：读取远端数据并在本端归约</a:t>
            </a:r>
          </a:p>
          <a:p xmlns:a="http://schemas.openxmlformats.org/drawingml/2006/main">
            <a:r>
              <a:t>A2A/AG/AR1/AR2：— / — / △扩 / △扩</a:t>
            </a:r>
          </a:p>
          <a:p xmlns:a="http://schemas.openxmlformats.org/drawingml/2006/main">
            <a:r>
              <a:t>条件：扩展：对称内存且不用批量传输</a:t>
            </a:r>
          </a:p>
          <a:p xmlns:a="http://schemas.openxmlformats.org/drawingml/2006/main">
            <a:r>
              <a:t>测试点：窗口命中后另测，不算普通内存必经</a:t>
            </a:r>
          </a:p>
          <a:p xmlns:a="http://schemas.openxmlformats.org/drawingml/2006/main">
            <a:r>
              <a:t>证据：hccl/src/ops/op_common/algorithm/template/wrapper/alg_data_trans_wrapper.cc:131-341,428-479,652-704,846-926,1010-1080；hccl/src/common/hcomm_dlsym/hcomm_primitives_dl.cc:79-95,137-143,149-200；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HcommThreadJoin [D4 执行]</a:t>
            </a:r>
          </a:p>
          <a:p xmlns:a="http://schemas.openxmlformats.org/drawingml/2006/main">
            <a:r>
              <a:t>作用：等待 Thread 任务完成后再做 CPU 计算</a:t>
            </a:r>
          </a:p>
          <a:p xmlns:a="http://schemas.openxmlformats.org/drawingml/2006/main">
            <a:r>
              <a:t>A2A/AG/AR1/AR2：— / — / △扩 / △扩</a:t>
            </a:r>
          </a:p>
          <a:p xmlns:a="http://schemas.openxmlformats.org/drawingml/2006/main">
            <a:r>
              <a:t>条件：扩展：INT64/UINT64/FP64 或 PROD 分支</a:t>
            </a:r>
          </a:p>
          <a:p xmlns:a="http://schemas.openxmlformats.org/drawingml/2006/main">
            <a:r>
              <a:t>测试点：等待后走 HCCL AicpuReduce，非 LocalReduce API</a:t>
            </a:r>
          </a:p>
          <a:p xmlns:a="http://schemas.openxmlformats.org/drawingml/2006/main">
            <a:r>
              <a:t>证据：hccl/src/ops/all_reduce/algorithm/template/aicpu/ins_temp_all_reduce_mesh_1D_one_shot.cc:103-266；hccl/src/ops/all_reduce/algorithm/executor/ins_v2_all_reduce_sole_executor.cc:377-398；hccl/src/ops/all_reduce/algorithm/template/aicpu/ins_temp_all_reduce_mesh_1D_two_shot.cc:140-176,230-361,400-547；hccl/src/ops/op_common/algorithm/template/wrapper/alg_data_trans_wrapper.cc:131-341,428-479,652-704,846-926,1010-1080；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HcclAicpuKernelLaunch [C4 编排]</a:t>
            </a:r>
          </a:p>
          <a:p xmlns:a="http://schemas.openxmlformats.org/drawingml/2006/main">
            <a:r>
              <a:t>作用：HCOMM 提供的 AICPU Kernel 发射入口</a:t>
            </a:r>
          </a:p>
          <a:p xmlns:a="http://schemas.openxmlformats.org/drawingml/2006/main">
            <a:r>
              <a:t>A2A/AG/AR1/AR2：— / — / — / —</a:t>
            </a:r>
          </a:p>
          <a:p xmlns:a="http://schemas.openxmlformats.org/drawingml/2006/main">
            <a:r>
              <a:t>条件：这三个算子当前走内部 AicpuKernelLaunch</a:t>
            </a:r>
          </a:p>
          <a:p xmlns:a="http://schemas.openxmlformats.org/drawingml/2006/main">
            <a:r>
              <a:t>测试点：实际边界是 ACL 的 aclrtLaunchKernelWithConfig</a:t>
            </a:r>
          </a:p>
          <a:p xmlns:a="http://schemas.openxmlformats.org/drawingml/2006/main">
            <a:r>
              <a:t>证据：hccl/src/ops/op_common/op_common.cc:1005-1214；hccl/src/ops/op_common/algorithm/template/aicpu/kernel_launch.cc:276-327,348-628,725-729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HcommChannelGetStatus [C5 底层资源]</a:t>
            </a:r>
          </a:p>
          <a:p xmlns:a="http://schemas.openxmlformats.org/drawingml/2006/main">
            <a:r>
              <a:t>作用：导出接口，用于查询 Channel 状态</a:t>
            </a:r>
          </a:p>
          <a:p xmlns:a="http://schemas.openxmlformats.org/drawingml/2006/main">
            <a:r>
              <a:t>A2A/AG/AR1/AR2：— / — / — / —</a:t>
            </a:r>
          </a:p>
          <a:p xmlns:a="http://schemas.openxmlformats.org/drawingml/2006/main">
            <a:r>
              <a:t>条件：本建链路径直接用内部 ChannelProcess 方法</a:t>
            </a:r>
          </a:p>
          <a:p xmlns:a="http://schemas.openxmlformats.org/drawingml/2006/main">
            <a:r>
              <a:t>测试点：建链观测内部状态机，不误判此 API 漏调用</a:t>
            </a:r>
          </a:p>
          <a:p xmlns:a="http://schemas.openxmlformats.org/drawingml/2006/main">
            <a:r>
              <a:t>证据：hcomm/src/coll_communicator_mgr/resource_mgr/local/my_rank/my_rank.cc:238-252,675-835,1045-1104,1228-1343；hcomm/src/coll_communicator_mgr/resource_mgr/local/my_rank/endpoints/endpoint_mgr.cc:73-113,138-162；hcomm/src/base_comm/resources/endpoint_pairs/endpoint_pair.cc:199-225；hcomm/src/base_comm/primitives/api_c_adpt/hcomm_channel_c_adpt.cc:438-459；hcomm/src/base_comm/resources/endpoint_pairs/channels/channel_process.cc:89-125,284-312；hcomm/src/base_comm/resources/endpoint_pairs/channels/aicpu/aicpu_ts_ub_rtp_channel.cc:91-198；hcomm/src/base_comm/resources/endpoint_pairs/channels/aicpu/aicpu_ts_uboe_ub_rtp_channel_helper.cc:246-449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hccl/src/ops/op_common/algorithm/template/wrapper/alg_data_trans_wrapper.cc:131-341,428-479,652-704,846-926,1010-1080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hccl/src/common/hcomm_dlsym/hcomm_primitives_dl.cc:79-95,137-143,149-200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hccl/src/ops/all_to_all_v/algorithm/template/aicpu/ins_temp_all_to_all_v_mesh_1D.cc:167-420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hccl/src/ops/all_to_all_v/algorithm/executor/ins_v2_all_to_all_v_sole_executor.cc:113-380,562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hccl/src/ops/all_gather/algorithm/template/aicpu/ins_temp_all_gather_mesh_1D.cc:103-291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hccl/src/ops/all_gather/algorithm/executor/ins_v2_all_gather_sole_executor.cc:383-398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hccl/src/ops/all_reduce/algorithm/template/aicpu/ins_temp_all_reduce_mesh_1D_one_shot.cc:103-266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hccl/src/ops/all_reduce/algorithm/executor/ins_v2_all_reduce_sole_executor.cc:377-398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hccl/src/ops/all_reduce/algorithm/template/aicpu/ins_temp_all_reduce_mesh_1D_two_shot.cc:140-176,230-361,400-547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hcomm/include/hcomm_primitives.h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hcomm/src/base_comm/primitives/api_c_adpt/aicpu_ts_primitives_c_adpt.cc:495-535,910-949,1118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hccl/src/ops/op_common/op_common.cc:1005-1214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hccl/src/ops/op_common/algorithm/template/aicpu/kernel_launch.cc:276-327,348-628,725-729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hcomm/src/coll_communicator_mgr/resource_mgr/local/my_rank/my_rank.cc:238-252,675-835,1045-1104,1228-1343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hcomm/src/coll_communicator_mgr/resource_mgr/local/my_rank/endpoints/endpoint_mgr.cc:73-113,138-162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hcomm/src/base_comm/resources/endpoint_pairs/endpoint_pair.cc:199-225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hcomm/src/base_comm/primitives/api_c_adpt/hcomm_channel_c_adpt.cc:438-459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hcomm/src/base_comm/resources/endpoint_pairs/channels/channel_process.cc:89-125,284-312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hcomm/src/base_comm/resources/endpoint_pairs/channels/aicpu/aicpu_ts_ub_rtp_channel.cc:91-198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hcomm/src/base_comm/resources/endpoint_pairs/channels/aicpu/aicpu_ts_uboe_ub_rtp_channel_helper.cc:246-449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5e4ce4700948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7af08af3f74b49" /><Relationship Type="http://schemas.openxmlformats.org/officeDocument/2006/relationships/slideLayout" Target="/ppt/slideLayouts/slideLayout1.xml" Id="R8fbbfd91a93841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bbfd91a93841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b24415a274408" /><Relationship Type="http://schemas.openxmlformats.org/officeDocument/2006/relationships/notesSlide" Target="/ppt/notesSlides/notesSlide1.xml" Id="Re244b0230c144e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53afd6a3546fe" /><Relationship Type="http://schemas.openxmlformats.org/officeDocument/2006/relationships/notesSlide" Target="/ppt/notesSlides/notesSlide2.xml" Id="Rea0d7332fb814a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3d9d6f79d4848" /><Relationship Type="http://schemas.openxmlformats.org/officeDocument/2006/relationships/notesSlide" Target="/ppt/notesSlides/notesSlide3.xml" Id="Rdf59180b9e844b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1d7ad60c4840da" /><Relationship Type="http://schemas.openxmlformats.org/officeDocument/2006/relationships/notesSlide" Target="/ppt/notesSlides/notesSlide4.xml" Id="R26119f702c2a40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a3abdfed04d8d" /><Relationship Type="http://schemas.openxmlformats.org/officeDocument/2006/relationships/notesSlide" Target="/ppt/notesSlides/notesSlide5.xml" Id="R3fac5b15a0b243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0d1a9059c4f66" /><Relationship Type="http://schemas.openxmlformats.org/officeDocument/2006/relationships/notesSlide" Target="/ppt/notesSlides/notesSlide6.xml" Id="Rf6e434e97a3741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889428dab74626" /><Relationship Type="http://schemas.openxmlformats.org/officeDocument/2006/relationships/notesSlide" Target="/ppt/notesSlides/notesSlide7.xml" Id="R655c191ebd7f40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40a270fc44efc" /><Relationship Type="http://schemas.openxmlformats.org/officeDocument/2006/relationships/notesSlide" Target="/ppt/notesSlides/notesSlide8.xml" Id="R37947044012044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f1a9f4252b409a" /><Relationship Type="http://schemas.openxmlformats.org/officeDocument/2006/relationships/notesSlide" Target="/ppt/notesSlides/notesSlide9.xml" Id="R9638ad509cc94f8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294b707066459a" /><Relationship Type="http://schemas.openxmlformats.org/officeDocument/2006/relationships/notesSlide" Target="/ppt/notesSlides/notesSlide10.xml" Id="Rb3ca3b94954d4d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de273459914550" /><Relationship Type="http://schemas.openxmlformats.org/officeDocument/2006/relationships/notesSlide" Target="/ppt/notesSlides/notesSlide11.xml" Id="Ra5ed573f0d3043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05762a7ab4a7f" /><Relationship Type="http://schemas.openxmlformats.org/officeDocument/2006/relationships/notesSlide" Target="/ppt/notesSlides/notesSlide12.xml" Id="R1b4d90f9d20b4d7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df5142f784470" /><Relationship Type="http://schemas.openxmlformats.org/officeDocument/2006/relationships/notesSlide" Target="/ppt/notesSlides/notesSlide13.xml" Id="Rf1c36e1588834ed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f3407db2d44a0" /><Relationship Type="http://schemas.openxmlformats.org/officeDocument/2006/relationships/notesSlide" Target="/ppt/notesSlides/notesSlide14.xml" Id="R5a85d081886946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0453fd037493c" /><Relationship Type="http://schemas.openxmlformats.org/officeDocument/2006/relationships/notesSlide" Target="/ppt/notesSlides/notesSlide15.xml" Id="R6f05efc6c976453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82cc5363241e3" /><Relationship Type="http://schemas.openxmlformats.org/officeDocument/2006/relationships/notesSlide" Target="/ppt/notesSlides/notesSlide16.xml" Id="R853506fb8ef74cc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56a167b8e495c" /><Relationship Type="http://schemas.openxmlformats.org/officeDocument/2006/relationships/notesSlide" Target="/ppt/notesSlides/notesSlide17.xml" Id="R7319133ec32c4c7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252e96f684ccc" /><Relationship Type="http://schemas.openxmlformats.org/officeDocument/2006/relationships/notesSlide" Target="/ppt/notesSlides/notesSlide18.xml" Id="R5369074df8034eb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79ec3242d47d3" /><Relationship Type="http://schemas.openxmlformats.org/officeDocument/2006/relationships/notesSlide" Target="/ppt/notesSlides/notesSlide19.xml" Id="R79c99133e33a48c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685f6bb6943e2" /><Relationship Type="http://schemas.openxmlformats.org/officeDocument/2006/relationships/notesSlide" Target="/ppt/notesSlides/notesSlide20.xml" Id="R7bf736e52c4b43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7" name="AllToAll 跨层执行总览">
            <a:extLst xmlns:a="http://schemas.openxmlformats.org/drawingml/2006/main">
              <a:ext uri="{FF2B5EF4-FFF2-40B4-BE49-F238E27FC236}">
                <a16:creationId xmlns:a16="http://schemas.microsoft.com/office/drawing/2014/main" id="{1EC7EC04-F5B5-4DA2-8AF4-4CF0AE88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跨层执行总览</a:t>
            </a:r>
          </a:p>
        </p:txBody>
      </p:sp>
      <p:sp>
        <p:nvSpPr>
          <p:cNvPr id="2" name="横向看执行阶段，纵向看接口归属。详解页沿相同阶段展开。">
            <a:extLst xmlns:a="http://schemas.openxmlformats.org/drawingml/2006/main">
              <a:ext uri="{FF2B5EF4-FFF2-40B4-BE49-F238E27FC236}">
                <a16:creationId xmlns:a16="http://schemas.microsoft.com/office/drawing/2014/main" id="{6F5EE142-6098-46B2-8F0B-FC6C07A2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横向看执行阶段，纵向看接口归属。详解页沿相同阶段展开。</a:t>
            </a:r>
          </a:p>
        </p:txBody>
      </p:sp>
      <p:sp>
        <p:nvSpPr>
          <p:cNvPr id="3" name="1 / 13">
            <a:extLst xmlns:a="http://schemas.openxmlformats.org/drawingml/2006/main">
              <a:ext uri="{FF2B5EF4-FFF2-40B4-BE49-F238E27FC236}">
                <a16:creationId xmlns:a16="http://schemas.microsoft.com/office/drawing/2014/main" id="{DE0765EE-7D3D-456E-B37F-669ED207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545018-60BD-43C6-90FB-8E12223F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请求与选算法">
            <a:extLst xmlns:a="http://schemas.openxmlformats.org/drawingml/2006/main">
              <a:ext uri="{FF2B5EF4-FFF2-40B4-BE49-F238E27FC236}">
                <a16:creationId xmlns:a16="http://schemas.microsoft.com/office/drawing/2014/main" id="{8E6E85EA-51CF-4925-A224-CD35A020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请求与选算法</a:t>
            </a:r>
          </a:p>
        </p:txBody>
      </p:sp>
      <p:sp>
        <p:nvSpPr>
          <p:cNvPr id="6" name="HcclAlltoAll 接收请求&#10;参数、配置、拓扑：P2–3">
            <a:extLst xmlns:a="http://schemas.openxmlformats.org/drawingml/2006/main">
              <a:ext uri="{FF2B5EF4-FFF2-40B4-BE49-F238E27FC236}">
                <a16:creationId xmlns:a16="http://schemas.microsoft.com/office/drawing/2014/main" id="{E3855233-1B77-448D-B077-AD828962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HcclAlltoAll 接收请求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参数、配置与拓扑查询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E7B710-610C-4F63-8755-C3D6DF80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准备通信资源">
            <a:extLst xmlns:a="http://schemas.openxmlformats.org/drawingml/2006/main">
              <a:ext uri="{FF2B5EF4-FFF2-40B4-BE49-F238E27FC236}">
                <a16:creationId xmlns:a16="http://schemas.microsoft.com/office/drawing/2014/main" id="{1CF879CA-4295-481B-8091-0483A150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准备通信资源</a:t>
            </a:r>
          </a:p>
        </p:txBody>
      </p:sp>
      <p:sp>
        <p:nvSpPr>
          <p:cNvPr id="9" name="绑定用户流，准备句柄和地址&#10;缓存、资源与建链：P4–7">
            <a:extLst xmlns:a="http://schemas.openxmlformats.org/drawingml/2006/main">
              <a:ext uri="{FF2B5EF4-FFF2-40B4-BE49-F238E27FC236}">
                <a16:creationId xmlns:a16="http://schemas.microsoft.com/office/drawing/2014/main" id="{43383253-BE63-4CA2-B4EE-C4768C93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绑定用户流，准备句柄和地址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资源复用、申请与建链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D0C33-99BD-4AB9-B20F-9761DAC74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78DF7D-1512-4752-9B9F-72355BF5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2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5723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916ACE-C3BC-44E1-A5C5-68D7E3FD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Host 发射">
            <a:extLst xmlns:a="http://schemas.openxmlformats.org/drawingml/2006/main">
              <a:ext uri="{FF2B5EF4-FFF2-40B4-BE49-F238E27FC236}">
                <a16:creationId xmlns:a16="http://schemas.microsoft.com/office/drawing/2014/main" id="{11AF5755-A44D-4590-A4EE-F73EE58A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Host 发射</a:t>
            </a:r>
          </a:p>
        </p:txBody>
      </p:sp>
      <p:sp>
        <p:nvSpPr>
          <p:cNvPr id="15" name="输入就绪通知与 Kernel 提交&#10;发射流程：P8">
            <a:extLst xmlns:a="http://schemas.openxmlformats.org/drawingml/2006/main">
              <a:ext uri="{FF2B5EF4-FFF2-40B4-BE49-F238E27FC236}">
                <a16:creationId xmlns:a16="http://schemas.microsoft.com/office/drawing/2014/main" id="{1B8E9D5F-F723-40E0-B6F3-C73D1561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输入就绪通知与 Kernel 提交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组织入口与 Kernel 参数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EB70CF-FC65-4C62-840F-EDB21F40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863722-DED9-4645-AC6F-F1F35839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8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6488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4CE109-45EC-49E4-8703-0D87443D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设备执行与搬运">
            <a:extLst xmlns:a="http://schemas.openxmlformats.org/drawingml/2006/main">
              <a:ext uri="{FF2B5EF4-FFF2-40B4-BE49-F238E27FC236}">
                <a16:creationId xmlns:a16="http://schemas.microsoft.com/office/drawing/2014/main" id="{09B843B6-AD12-4693-B327-B51C59CD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设备执行与搬运</a:t>
            </a:r>
          </a:p>
        </p:txBody>
      </p:sp>
      <p:sp>
        <p:nvSpPr>
          <p:cNvPr id="21" name="设备恢复资源，展开 Peer 通信&#10;入口、算法、字节路径：P9–12">
            <a:extLst xmlns:a="http://schemas.openxmlformats.org/drawingml/2006/main">
              <a:ext uri="{FF2B5EF4-FFF2-40B4-BE49-F238E27FC236}">
                <a16:creationId xmlns:a16="http://schemas.microsoft.com/office/drawing/2014/main" id="{0B568E74-CA07-4D66-9164-B283B5E3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设备恢复资源，展开 Peer 通信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恢复上下文并编排搬运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FD45BA-4076-4AEE-96FE-F1EA714A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F87764-EB7C-4F61-B01D-732925F2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4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7252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8E7179-513A-4FBF-84F4-B1249413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6" name="收尾与用户流">
            <a:extLst xmlns:a="http://schemas.openxmlformats.org/drawingml/2006/main">
              <a:ext uri="{FF2B5EF4-FFF2-40B4-BE49-F238E27FC236}">
                <a16:creationId xmlns:a16="http://schemas.microsoft.com/office/drawing/2014/main" id="{BF01794A-A0C5-4E20-B849-8B421B51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收尾与用户流</a:t>
            </a:r>
          </a:p>
        </p:txBody>
      </p:sp>
      <p:sp>
        <p:nvSpPr>
          <p:cNvPr id="27" name="主从汇合，发送完成通知&#10;完成依赖：P13">
            <a:extLst xmlns:a="http://schemas.openxmlformats.org/drawingml/2006/main">
              <a:ext uri="{FF2B5EF4-FFF2-40B4-BE49-F238E27FC236}">
                <a16:creationId xmlns:a16="http://schemas.microsoft.com/office/drawing/2014/main" id="{83F6CA87-D875-4685-8DF9-32B545E8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主从汇合，发送完成通知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完成通知放行后续任务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EFCF79-2DE2-4534-A0FC-0A6B30EF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DD10F7-4158-48F1-BCA4-F83BF0B5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0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98017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58AA79-0A61-4602-A65B-7A4C4B23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2ECF18-2358-402B-8D5B-DABCC90A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3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D7D0F3-673D-4A79-A226-795F8EDB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478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5" name="HCCL Host&#10;上层用户流">
            <a:extLst xmlns:a="http://schemas.openxmlformats.org/drawingml/2006/main">
              <a:ext uri="{FF2B5EF4-FFF2-40B4-BE49-F238E27FC236}">
                <a16:creationId xmlns:a16="http://schemas.microsoft.com/office/drawing/2014/main" id="{7B534355-CD56-4CA4-BC99-94BCBC73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9859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 Host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上层用户流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34395F-7B5E-439F-A605-A486E69C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5BA04A-267C-44B2-AC5A-5EE1B700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8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1448753" y="26389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18B7A2-560E-4CFB-8B34-BFD6B07A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8432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0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71F818E7-BE0E-4496-A4C3-FF2A7E93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8813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0DD26B-E32E-4ECD-A547-C41629E1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81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CEEE7F4-AAFD-4F1E-AB3B-51A03C9F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581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3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1448753" y="35818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5393D0-2B89-4823-A128-F24C8B8F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7052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5" name="ACL&#10;Runtime">
            <a:extLst xmlns:a="http://schemas.openxmlformats.org/drawingml/2006/main">
              <a:ext uri="{FF2B5EF4-FFF2-40B4-BE49-F238E27FC236}">
                <a16:creationId xmlns:a16="http://schemas.microsoft.com/office/drawing/2014/main" id="{216252F5-48DE-43C5-9B0B-58C12068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7433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Runtime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F535A7-3644-41B9-B3F6-18875B27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62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FB78C3A-5214-49B5-9FEC-A85FF70A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362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8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448753" y="43629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BEE20C-FE25-4709-84DC-1D985E6D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053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0" name="HCCL&#10;AICPU 算法">
            <a:extLst xmlns:a="http://schemas.openxmlformats.org/drawingml/2006/main">
              <a:ext uri="{FF2B5EF4-FFF2-40B4-BE49-F238E27FC236}">
                <a16:creationId xmlns:a16="http://schemas.microsoft.com/office/drawing/2014/main" id="{C7944CDD-1CAF-41EA-8D4F-57B43B7E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5434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算法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A5F9F4-6E60-4B36-9B04-6A40D3E0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81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D6E57B-B4FA-4C86-BC0C-38F0C1AE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81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3" name=""/>
          <p:cNvCxnSpPr>
            <a:stCxn xmlns:a="http://schemas.openxmlformats.org/drawingml/2006/main" id="51" idx="3"/>
            <a:endCxn xmlns:a="http://schemas.openxmlformats.org/drawingml/2006/main" id="52" idx="1"/>
          </p:cNvCxnSpPr>
          <p:nvPr/>
        </p:nvCxnSpPr>
        <p:spPr>
          <a:xfrm xmlns:a="http://schemas.openxmlformats.org/drawingml/2006/main">
            <a:off x="1448753" y="51820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CC74392-9422-49A4-990E-31CE4DF8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482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5" name="HCOMM&#10;数据面">
            <a:extLst xmlns:a="http://schemas.openxmlformats.org/drawingml/2006/main">
              <a:ext uri="{FF2B5EF4-FFF2-40B4-BE49-F238E27FC236}">
                <a16:creationId xmlns:a16="http://schemas.microsoft.com/office/drawing/2014/main" id="{50379F90-3B01-41C0-B05D-349ADE3E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863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6424CD9-B822-4FC0-8CA2-2585F91B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3912410-25C1-4734-9239-12E094CD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8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4E15347-88E2-4DB3-B8EF-BA36C451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2D91641-97FC-479A-A8D2-8CEA0F40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1" name=""/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62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7E37469A-F880-43D6-812C-3B731A62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63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215F5C43-EA0A-4BC8-B8AF-10D70175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7DE8FCA-FCBB-4BFE-957E-3F6D468F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05000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5" name="HcclAlltoAll">
            <a:extLst xmlns:a="http://schemas.openxmlformats.org/drawingml/2006/main">
              <a:ext uri="{FF2B5EF4-FFF2-40B4-BE49-F238E27FC236}">
                <a16:creationId xmlns:a16="http://schemas.microsoft.com/office/drawing/2014/main" id="{7B938B6A-A47A-4851-974D-83F2CE27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5262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</p:txBody>
      </p:sp>
      <p:sp>
        <p:nvSpPr>
          <p:cNvPr id="66" name="接收请求，进入 Selector">
            <a:extLst xmlns:a="http://schemas.openxmlformats.org/drawingml/2006/main">
              <a:ext uri="{FF2B5EF4-FFF2-40B4-BE49-F238E27FC236}">
                <a16:creationId xmlns:a16="http://schemas.microsoft.com/office/drawing/2014/main" id="{95C0354B-BFE9-44A2-B4DC-E7F180F7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0268"/>
            <a:ext cx="1714500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接收请求，进入 Selector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91DD980-C514-46CF-8939-07095C01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05000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8" name="HcclGetAlgRes">
            <a:extLst xmlns:a="http://schemas.openxmlformats.org/drawingml/2006/main">
              <a:ext uri="{FF2B5EF4-FFF2-40B4-BE49-F238E27FC236}">
                <a16:creationId xmlns:a16="http://schemas.microsoft.com/office/drawing/2014/main" id="{ADCC8507-A6C4-4F2C-AD61-3A756A9C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5262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HcclGetAlgRes</a:t>
            </a:r>
          </a:p>
        </p:txBody>
      </p:sp>
      <p:sp>
        <p:nvSpPr>
          <p:cNvPr id="69" name="规划并取得算法资源">
            <a:extLst xmlns:a="http://schemas.openxmlformats.org/drawingml/2006/main">
              <a:ext uri="{FF2B5EF4-FFF2-40B4-BE49-F238E27FC236}">
                <a16:creationId xmlns:a16="http://schemas.microsoft.com/office/drawing/2014/main" id="{48271B6F-C919-40D7-93A5-09883A57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40268"/>
            <a:ext cx="1714500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规划并取得算法资源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26135EE-E1AA-4A58-A53B-1B7C3329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905000"/>
            <a:ext cx="1866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1" name="HcclAicpuKernelEntrance&#10;Launch">
            <a:extLst xmlns:a="http://schemas.openxmlformats.org/drawingml/2006/main">
              <a:ext uri="{FF2B5EF4-FFF2-40B4-BE49-F238E27FC236}">
                <a16:creationId xmlns:a16="http://schemas.microsoft.com/office/drawing/2014/main" id="{73C2855C-A1F9-47BE-88B7-43A060B9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526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HcclAicpuKernelEntrance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Launch</a:t>
            </a:r>
          </a:p>
        </p:txBody>
      </p:sp>
      <p:sp>
        <p:nvSpPr>
          <p:cNvPr id="72" name="组织设备发射">
            <a:extLst xmlns:a="http://schemas.openxmlformats.org/drawingml/2006/main">
              <a:ext uri="{FF2B5EF4-FFF2-40B4-BE49-F238E27FC236}">
                <a16:creationId xmlns:a16="http://schemas.microsoft.com/office/drawing/2014/main" id="{F15B2920-CBE9-4E30-A647-34B20426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2669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组织设备发射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C7CC35B-94A2-4C84-AA4B-2337A948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914525"/>
            <a:ext cx="1866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4" name="用户流后续任务">
            <a:extLst xmlns:a="http://schemas.openxmlformats.org/drawingml/2006/main">
              <a:ext uri="{FF2B5EF4-FFF2-40B4-BE49-F238E27FC236}">
                <a16:creationId xmlns:a16="http://schemas.microsoft.com/office/drawing/2014/main" id="{CBED4C2C-6D20-4C0D-BE31-E13DE9AD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62150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用户流后续任务</a:t>
            </a:r>
          </a:p>
        </p:txBody>
      </p:sp>
      <p:sp>
        <p:nvSpPr>
          <p:cNvPr id="75" name="Wait 满足后使用 recvBuf">
            <a:extLst xmlns:a="http://schemas.openxmlformats.org/drawingml/2006/main">
              <a:ext uri="{FF2B5EF4-FFF2-40B4-BE49-F238E27FC236}">
                <a16:creationId xmlns:a16="http://schemas.microsoft.com/office/drawing/2014/main" id="{7E5B98DC-1BBA-47A9-A38B-A5421977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49793"/>
            <a:ext cx="1714500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Wait 满足后使用 recvBuf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81EA0AA-0821-4FED-BD0C-E05BB09F9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3302728-73F1-42E4-8A77-FA526A62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8" name=""/>
          <p:cNvCxnSpPr>
            <a:stCxn xmlns:a="http://schemas.openxmlformats.org/drawingml/2006/main" id="76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3487103" y="2219802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641B400-0645-427E-8CAF-45B7FB78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CF88A74-6A44-4C72-A487-39C31D4F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19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1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5563553" y="2219802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6046505-169D-4892-B70E-3A596453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33675"/>
            <a:ext cx="18669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3" name="HcclConfigGetInfo&#10;HcclRankGraphGetLinks">
            <a:extLst xmlns:a="http://schemas.openxmlformats.org/drawingml/2006/main">
              <a:ext uri="{FF2B5EF4-FFF2-40B4-BE49-F238E27FC236}">
                <a16:creationId xmlns:a16="http://schemas.microsoft.com/office/drawing/2014/main" id="{9DCC764F-EF71-4421-AC41-78EE0BAB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81300"/>
            <a:ext cx="1714500" cy="2647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HcclConfigGetInfo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HcclRankGraphGetLinks</a:t>
            </a:r>
          </a:p>
        </p:txBody>
      </p:sp>
      <p:sp>
        <p:nvSpPr>
          <p:cNvPr id="84" name="返回模式配置与可用链路">
            <a:extLst xmlns:a="http://schemas.openxmlformats.org/drawingml/2006/main">
              <a:ext uri="{FF2B5EF4-FFF2-40B4-BE49-F238E27FC236}">
                <a16:creationId xmlns:a16="http://schemas.microsoft.com/office/drawing/2014/main" id="{BF96DA84-BA06-4DA6-807A-AAD5D93E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93720"/>
            <a:ext cx="171450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返回模式配置与可用链路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734BC57-6B6B-4792-AA60-2800CD14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BDE46E7-A68F-4A16-89D1-AE0982C1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7" name=""/>
          <p:cNvCxnSpPr>
            <a:stCxn xmlns:a="http://schemas.openxmlformats.org/drawingml/2006/main" id="85" idx="2"/>
            <a:endCxn xmlns:a="http://schemas.openxmlformats.org/drawingml/2006/main" id="86" idx="0"/>
          </p:cNvCxnSpPr>
          <p:nvPr/>
        </p:nvCxnSpPr>
        <p:spPr>
          <a:xfrm xmlns:a="http://schemas.openxmlformats.org/drawingml/2006/main">
            <a:off x="2553177" y="2534603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C952257-482F-47D4-B599-474E1B0A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14625"/>
            <a:ext cx="1866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9" name="HcclGetHcclBuffer&#10;HcclThreadAcquireWith&#10;Config&#10;HcclChannelAcquire">
            <a:extLst xmlns:a="http://schemas.openxmlformats.org/drawingml/2006/main">
              <a:ext uri="{FF2B5EF4-FFF2-40B4-BE49-F238E27FC236}">
                <a16:creationId xmlns:a16="http://schemas.microsoft.com/office/drawing/2014/main" id="{165D6AE4-3AFE-46DB-8583-9EB1720C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62250"/>
            <a:ext cx="1714500" cy="487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HcclGetHcclBuffer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HcclThreadAcquireWith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Config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90" name="CCL 地址、设备队列、Peer 通道">
            <a:extLst xmlns:a="http://schemas.openxmlformats.org/drawingml/2006/main">
              <a:ext uri="{FF2B5EF4-FFF2-40B4-BE49-F238E27FC236}">
                <a16:creationId xmlns:a16="http://schemas.microsoft.com/office/drawing/2014/main" id="{2A286876-0918-4DBC-8B74-4FDDB5BD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97555"/>
            <a:ext cx="1714500" cy="1885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CCL 地址、设备队列、Peer 通道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7DB0B5A-F4EE-4104-8B8E-E684ECEF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75A0FEA-0DE5-4B6D-A77B-20282A53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1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3" name=""/>
          <p:cNvCxnSpPr>
            <a:stCxn xmlns:a="http://schemas.openxmlformats.org/drawingml/2006/main" id="91" idx="2"/>
            <a:endCxn xmlns:a="http://schemas.openxmlformats.org/drawingml/2006/main" id="92" idx="0"/>
          </p:cNvCxnSpPr>
          <p:nvPr/>
        </p:nvCxnSpPr>
        <p:spPr>
          <a:xfrm xmlns:a="http://schemas.openxmlformats.org/drawingml/2006/main">
            <a:off x="4629627" y="2534603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99C9596-7DC4-45D9-8B7C-4689F626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76650"/>
            <a:ext cx="18669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5" name="aclrtLaunchKernelWith&#10;Config">
            <a:extLst xmlns:a="http://schemas.openxmlformats.org/drawingml/2006/main">
              <a:ext uri="{FF2B5EF4-FFF2-40B4-BE49-F238E27FC236}">
                <a16:creationId xmlns:a16="http://schemas.microsoft.com/office/drawing/2014/main" id="{D0D08D54-1326-44E4-AF63-21EF9712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724275"/>
            <a:ext cx="1714500" cy="2628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aclrtLaunchKernelWith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Config</a:t>
            </a:r>
          </a:p>
        </p:txBody>
      </p:sp>
      <p:sp>
        <p:nvSpPr>
          <p:cNvPr id="96" name="提交设备入口">
            <a:extLst xmlns:a="http://schemas.openxmlformats.org/drawingml/2006/main">
              <a:ext uri="{FF2B5EF4-FFF2-40B4-BE49-F238E27FC236}">
                <a16:creationId xmlns:a16="http://schemas.microsoft.com/office/drawing/2014/main" id="{BF6BAF3E-936B-4828-B1C8-40E1C252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34790"/>
            <a:ext cx="1714500" cy="19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提交设备入口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76BA14D-15E1-4D26-BB91-48E5E857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4AE92DD-58BE-4F25-B610-EA6A62BA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76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9" name=""/>
          <p:cNvCxnSpPr>
            <a:stCxn xmlns:a="http://schemas.openxmlformats.org/drawingml/2006/main" id="97" idx="2"/>
            <a:endCxn xmlns:a="http://schemas.openxmlformats.org/drawingml/2006/main" id="98" idx="0"/>
          </p:cNvCxnSpPr>
          <p:nvPr/>
        </p:nvCxnSpPr>
        <p:spPr>
          <a:xfrm xmlns:a="http://schemas.openxmlformats.org/drawingml/2006/main">
            <a:off x="6706077" y="2534603"/>
            <a:ext cx="0" cy="11420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68BDD11-ABBF-4A5B-9BC1-5BFD8919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57700"/>
            <a:ext cx="1866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1" name="HcclLaunchAicpuKernel&#10;OpOrchestrate">
            <a:extLst xmlns:a="http://schemas.openxmlformats.org/drawingml/2006/main">
              <a:ext uri="{FF2B5EF4-FFF2-40B4-BE49-F238E27FC236}">
                <a16:creationId xmlns:a16="http://schemas.microsoft.com/office/drawing/2014/main" id="{72E50B04-CA2A-494F-A8FC-EEB36CA5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05325"/>
            <a:ext cx="1714500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HcclLaunchAicpuKernel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OpOrchestrate</a:t>
            </a:r>
          </a:p>
        </p:txBody>
      </p:sp>
      <p:sp>
        <p:nvSpPr>
          <p:cNvPr id="102" name="恢复资源，按块 / Peer 编排">
            <a:extLst xmlns:a="http://schemas.openxmlformats.org/drawingml/2006/main">
              <a:ext uri="{FF2B5EF4-FFF2-40B4-BE49-F238E27FC236}">
                <a16:creationId xmlns:a16="http://schemas.microsoft.com/office/drawing/2014/main" id="{E0394A8B-E54E-4479-AA89-9AD843BA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06315"/>
            <a:ext cx="1714500" cy="222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恢复资源，按块 / Peer 编排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A701F04-AC80-4216-B768-05A4AA58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76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BC18A6E-A804-419F-884F-EE165A5B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976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5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7640003" y="39771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10CB703-2438-4C9A-A5D2-93A2747C9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976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4A50CF5-6A88-4224-9BBC-D1519273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8" name=""/>
          <p:cNvCxnSpPr>
            <a:stCxn xmlns:a="http://schemas.openxmlformats.org/drawingml/2006/main" id="106" idx="2"/>
            <a:endCxn xmlns:a="http://schemas.openxmlformats.org/drawingml/2006/main" id="107" idx="0"/>
          </p:cNvCxnSpPr>
          <p:nvPr/>
        </p:nvCxnSpPr>
        <p:spPr>
          <a:xfrm xmlns:a="http://schemas.openxmlformats.org/drawingml/2006/main">
            <a:off x="7744302" y="3977641"/>
            <a:ext cx="0" cy="789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C9E630D-45E4-49B0-82B0-9B39C219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0CC384D-182E-4273-A094-46B836D2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1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7744778" y="47677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B1CAA8C-B605-4D67-BE63-39633182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57700"/>
            <a:ext cx="18669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3" name="PostSyncInterThreads">
            <a:extLst xmlns:a="http://schemas.openxmlformats.org/drawingml/2006/main">
              <a:ext uri="{FF2B5EF4-FFF2-40B4-BE49-F238E27FC236}">
                <a16:creationId xmlns:a16="http://schemas.microsoft.com/office/drawing/2014/main" id="{1CABEFB6-25C3-41A6-B49E-0C831179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0532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PostSyncInterThreads</a:t>
            </a:r>
          </a:p>
        </p:txBody>
      </p:sp>
      <p:sp>
        <p:nvSpPr>
          <p:cNvPr id="114" name="当前块内主从 Thread 汇合">
            <a:extLst xmlns:a="http://schemas.openxmlformats.org/drawingml/2006/main">
              <a:ext uri="{FF2B5EF4-FFF2-40B4-BE49-F238E27FC236}">
                <a16:creationId xmlns:a16="http://schemas.microsoft.com/office/drawing/2014/main" id="{8005EEDC-96E8-4530-817E-1AD99E1F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92968"/>
            <a:ext cx="17145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当前块内主从 Thread 汇合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C7938BE-A118-4B7F-BDAE-0158F6D9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76850"/>
            <a:ext cx="18669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6" name="HcommWriteOnThread&#10;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6E326608-FDE5-4028-8D98-B14F0C1F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324475"/>
            <a:ext cx="1714500" cy="255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117" name="远端写 CCL，接收端拷至输出">
            <a:extLst xmlns:a="http://schemas.openxmlformats.org/drawingml/2006/main">
              <a:ext uri="{FF2B5EF4-FFF2-40B4-BE49-F238E27FC236}">
                <a16:creationId xmlns:a16="http://schemas.microsoft.com/office/drawing/2014/main" id="{05C0FFB4-46FC-4039-B9D4-6903DFC2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627370"/>
            <a:ext cx="17145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远端写 CCL，接收端拷至输出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CD1F6C5-C9CE-4814-A0FA-9CF60E27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7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F8D218A-EADF-4339-AB2F-B24774A0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76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0" name=""/>
          <p:cNvCxnSpPr>
            <a:stCxn xmlns:a="http://schemas.openxmlformats.org/drawingml/2006/main" id="118" idx="2"/>
            <a:endCxn xmlns:a="http://schemas.openxmlformats.org/drawingml/2006/main" id="119" idx="0"/>
          </p:cNvCxnSpPr>
          <p:nvPr/>
        </p:nvCxnSpPr>
        <p:spPr>
          <a:xfrm xmlns:a="http://schemas.openxmlformats.org/drawingml/2006/main">
            <a:off x="8782527" y="50777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5F13FA7-A2E3-41AC-AA19-EF760889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AE49BF5B-AF28-46F7-84CE-D4522220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3" name=""/>
          <p:cNvCxnSpPr>
            <a:stCxn xmlns:a="http://schemas.openxmlformats.org/drawingml/2006/main" id="121" idx="3"/>
            <a:endCxn xmlns:a="http://schemas.openxmlformats.org/drawingml/2006/main" id="122" idx="1"/>
          </p:cNvCxnSpPr>
          <p:nvPr/>
        </p:nvCxnSpPr>
        <p:spPr>
          <a:xfrm xmlns:a="http://schemas.openxmlformats.org/drawingml/2006/main">
            <a:off x="9716453" y="56249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E987C43-605A-49D4-A50E-6C9F04F6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2269248-5720-43BF-8CC1-8AB55B28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6" name=""/>
          <p:cNvCxnSpPr>
            <a:stCxn xmlns:a="http://schemas.openxmlformats.org/drawingml/2006/main" id="124" idx="0"/>
            <a:endCxn xmlns:a="http://schemas.openxmlformats.org/drawingml/2006/main" id="125" idx="2"/>
          </p:cNvCxnSpPr>
          <p:nvPr/>
        </p:nvCxnSpPr>
        <p:spPr>
          <a:xfrm xmlns:a="http://schemas.openxmlformats.org/drawingml/2006/main" flipV="1">
            <a:off x="9820752" y="4768216"/>
            <a:ext cx="0" cy="856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6796555-DA9B-4B05-A442-F7813B6C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0540A73-F488-4FD0-B958-28FD0FE5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7672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9" name=""/>
          <p:cNvCxnSpPr>
            <a:stCxn xmlns:a="http://schemas.openxmlformats.org/drawingml/2006/main" id="127" idx="3"/>
            <a:endCxn xmlns:a="http://schemas.openxmlformats.org/drawingml/2006/main" id="128" idx="1"/>
          </p:cNvCxnSpPr>
          <p:nvPr/>
        </p:nvCxnSpPr>
        <p:spPr>
          <a:xfrm xmlns:a="http://schemas.openxmlformats.org/drawingml/2006/main">
            <a:off x="9821228" y="47677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97700D01-FA2C-4ABC-8E35-E7CA30DB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276850"/>
            <a:ext cx="1866900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1" name="HcommThreadNotifyRecord&#10;OnThread">
            <a:extLst xmlns:a="http://schemas.openxmlformats.org/drawingml/2006/main">
              <a:ext uri="{FF2B5EF4-FFF2-40B4-BE49-F238E27FC236}">
                <a16:creationId xmlns:a16="http://schemas.microsoft.com/office/drawing/2014/main" id="{CA123F69-F9DD-4EA3-9992-243C47C1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24475"/>
            <a:ext cx="17145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OnThread</a:t>
            </a:r>
          </a:p>
        </p:txBody>
      </p:sp>
      <p:sp>
        <p:nvSpPr>
          <p:cNvPr id="132" name="全部块编排后通知用户流">
            <a:extLst xmlns:a="http://schemas.openxmlformats.org/drawingml/2006/main">
              <a:ext uri="{FF2B5EF4-FFF2-40B4-BE49-F238E27FC236}">
                <a16:creationId xmlns:a16="http://schemas.microsoft.com/office/drawing/2014/main" id="{CE7E462E-4A06-40C2-AA41-EE6F7D54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631180"/>
            <a:ext cx="17145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全部块编排后通知用户流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D6218E0-7FFE-4062-AD5D-04C1F472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07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EBF4264-54F2-420F-82EC-AF9D10F7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276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5" name=""/>
          <p:cNvCxnSpPr>
            <a:stCxn xmlns:a="http://schemas.openxmlformats.org/drawingml/2006/main" id="133" idx="2"/>
            <a:endCxn xmlns:a="http://schemas.openxmlformats.org/drawingml/2006/main" id="134" idx="0"/>
          </p:cNvCxnSpPr>
          <p:nvPr/>
        </p:nvCxnSpPr>
        <p:spPr>
          <a:xfrm xmlns:a="http://schemas.openxmlformats.org/drawingml/2006/main">
            <a:off x="10858977" y="50777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53FE241-E2B8-4215-8C61-5910B01F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901D8C8-213D-4AD5-8756-2BFBF777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8" name=""/>
          <p:cNvCxnSpPr>
            <a:stCxn xmlns:a="http://schemas.openxmlformats.org/drawingml/2006/main" id="136" idx="3"/>
            <a:endCxn xmlns:a="http://schemas.openxmlformats.org/drawingml/2006/main" id="137" idx="1"/>
          </p:cNvCxnSpPr>
          <p:nvPr/>
        </p:nvCxnSpPr>
        <p:spPr>
          <a:xfrm xmlns:a="http://schemas.openxmlformats.org/drawingml/2006/main">
            <a:off x="11792903" y="5624990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FFE11A0-A480-4A9B-B93D-42FB82B7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5624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43193E7-B760-4AA4-B5E7-A093724A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214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1" name=""/>
          <p:cNvCxnSpPr>
            <a:stCxn xmlns:a="http://schemas.openxmlformats.org/drawingml/2006/main" id="139" idx="0"/>
            <a:endCxn xmlns:a="http://schemas.openxmlformats.org/drawingml/2006/main" id="140" idx="2"/>
          </p:cNvCxnSpPr>
          <p:nvPr/>
        </p:nvCxnSpPr>
        <p:spPr>
          <a:xfrm xmlns:a="http://schemas.openxmlformats.org/drawingml/2006/main" flipV="1">
            <a:off x="11916252" y="2215516"/>
            <a:ext cx="0" cy="34089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A35EA64-C3E7-4AEE-B488-626D128D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2214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F427F86F-067A-43BB-ADEE-9A530C4E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2214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4" name=""/>
          <p:cNvCxnSpPr>
            <a:stCxn xmlns:a="http://schemas.openxmlformats.org/drawingml/2006/main" id="142" idx="1"/>
            <a:endCxn xmlns:a="http://schemas.openxmlformats.org/drawingml/2006/main" id="143" idx="3"/>
          </p:cNvCxnSpPr>
          <p:nvPr/>
        </p:nvCxnSpPr>
        <p:spPr>
          <a:xfrm xmlns:a="http://schemas.openxmlformats.org/drawingml/2006/main" flipH="1">
            <a:off x="11792903" y="2215040"/>
            <a:ext cx="12287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8461DB1-3FAB-412B-B44F-67ABECF9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46" name="控制面先备好句柄与地址，数据面再执行拷贝和通知。总览保留主关系，完整 API 与条件见对应页。">
            <a:extLst xmlns:a="http://schemas.openxmlformats.org/drawingml/2006/main">
              <a:ext uri="{FF2B5EF4-FFF2-40B4-BE49-F238E27FC236}">
                <a16:creationId xmlns:a16="http://schemas.microsoft.com/office/drawing/2014/main" id="{41197B3C-29EF-4B3F-84D2-4F5B66DD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控制面先备好句柄与地址，数据面再执行拷贝和通知。总览保留主关系，完整 API 与条件见对应页。</a:t>
            </a:r>
          </a:p>
        </p:txBody>
      </p:sp>
    </p:spTree>
    <p:extLst>
      <p:ext uri="{BB962C8B-B14F-4D97-AF65-F5344CB8AC3E}">
        <p14:creationId xmlns:p14="http://schemas.microsoft.com/office/powerpoint/2010/main" val="1684735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请求接入与 AllToAll 参数整理">
            <a:extLst xmlns:a="http://schemas.openxmlformats.org/drawingml/2006/main">
              <a:ext uri="{FF2B5EF4-FFF2-40B4-BE49-F238E27FC236}">
                <a16:creationId xmlns:a16="http://schemas.microsoft.com/office/drawing/2014/main" id="{A0A98729-8E69-4827-A058-91CE9E5C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请求接入与 AllToAll 参数整理</a:t>
            </a:r>
          </a:p>
        </p:txBody>
      </p:sp>
      <p:sp>
        <p:nvSpPr>
          <p:cNvPr id="2" name="HCCL 把等长请求转换成每个 Peer 的数量与位移，再进入共用调度。">
            <a:extLst xmlns:a="http://schemas.openxmlformats.org/drawingml/2006/main">
              <a:ext uri="{FF2B5EF4-FFF2-40B4-BE49-F238E27FC236}">
                <a16:creationId xmlns:a16="http://schemas.microsoft.com/office/drawing/2014/main" id="{48BAFBD9-8A4F-408F-90CB-6688F444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把等长请求转换成每个 Peer 的数量与位移，再进入共用调度。</a:t>
            </a:r>
          </a:p>
        </p:txBody>
      </p:sp>
      <p:sp>
        <p:nvSpPr>
          <p:cNvPr id="3" name="2 / 13">
            <a:extLst xmlns:a="http://schemas.openxmlformats.org/drawingml/2006/main">
              <a:ext uri="{FF2B5EF4-FFF2-40B4-BE49-F238E27FC236}">
                <a16:creationId xmlns:a16="http://schemas.microsoft.com/office/drawing/2014/main" id="{C629B0AE-24DE-4116-9E3E-34B27C43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2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17BBB-6CFE-4423-90EE-54B28D16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接收与校验">
            <a:extLst xmlns:a="http://schemas.openxmlformats.org/drawingml/2006/main">
              <a:ext uri="{FF2B5EF4-FFF2-40B4-BE49-F238E27FC236}">
                <a16:creationId xmlns:a16="http://schemas.microsoft.com/office/drawing/2014/main" id="{208B574F-CEDB-4481-9183-F5352752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接收与校验</a:t>
            </a:r>
          </a:p>
        </p:txBody>
      </p:sp>
      <p:sp>
        <p:nvSpPr>
          <p:cNvPr id="6" name="输入：地址、count、type、comm、stream">
            <a:extLst xmlns:a="http://schemas.openxmlformats.org/drawingml/2006/main">
              <a:ext uri="{FF2B5EF4-FFF2-40B4-BE49-F238E27FC236}">
                <a16:creationId xmlns:a16="http://schemas.microsoft.com/office/drawing/2014/main" id="{CCD5B43C-D534-41E6-BDB8-835949C4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输入：地址、count、type、comm、stream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3EB6A-6C77-4686-A69B-9720161E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查询通信域">
            <a:extLst xmlns:a="http://schemas.openxmlformats.org/drawingml/2006/main">
              <a:ext uri="{FF2B5EF4-FFF2-40B4-BE49-F238E27FC236}">
                <a16:creationId xmlns:a16="http://schemas.microsoft.com/office/drawing/2014/main" id="{6C7DBBC0-409E-4AAE-9106-92F9B583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查询通信域</a:t>
            </a:r>
          </a:p>
        </p:txBody>
      </p:sp>
      <p:sp>
        <p:nvSpPr>
          <p:cNvPr id="9" name="取得成员数、域名与本 Rank">
            <a:extLst xmlns:a="http://schemas.openxmlformats.org/drawingml/2006/main">
              <a:ext uri="{FF2B5EF4-FFF2-40B4-BE49-F238E27FC236}">
                <a16:creationId xmlns:a16="http://schemas.microsoft.com/office/drawing/2014/main" id="{E3B915DB-7B2A-4102-88E7-8CB56257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取得成员数、域名与本 Rank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C64E31-F41C-47BC-BE44-287586A0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1B821A-E7F0-450D-B00E-2C3EE676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8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DC5CA-E1C3-4C4B-BB38-178F8824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转换收发数组">
            <a:extLst xmlns:a="http://schemas.openxmlformats.org/drawingml/2006/main">
              <a:ext uri="{FF2B5EF4-FFF2-40B4-BE49-F238E27FC236}">
                <a16:creationId xmlns:a16="http://schemas.microsoft.com/office/drawing/2014/main" id="{2D0DA2ED-40AB-4810-B775-D44AF2DA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转换收发数组</a:t>
            </a:r>
          </a:p>
        </p:txBody>
      </p:sp>
      <p:sp>
        <p:nvSpPr>
          <p:cNvPr id="15" name="生成 counts 与 displacements">
            <a:extLst xmlns:a="http://schemas.openxmlformats.org/drawingml/2006/main">
              <a:ext uri="{FF2B5EF4-FFF2-40B4-BE49-F238E27FC236}">
                <a16:creationId xmlns:a16="http://schemas.microsoft.com/office/drawing/2014/main" id="{5FD2225E-1D9C-4F3B-AAE3-64BCE87C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生成 counts 与 displacements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F5A73E-371C-4BED-967E-3D7160A2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EB07EF-1755-427E-89D0-FC411F1B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4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C370D9-FF73-4972-8468-DE113E09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进入共用调度">
            <a:extLst xmlns:a="http://schemas.openxmlformats.org/drawingml/2006/main">
              <a:ext uri="{FF2B5EF4-FFF2-40B4-BE49-F238E27FC236}">
                <a16:creationId xmlns:a16="http://schemas.microsoft.com/office/drawing/2014/main" id="{4402B3AA-BF33-4C55-A5D7-4339DC19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进入共用调度</a:t>
            </a:r>
          </a:p>
        </p:txBody>
      </p:sp>
      <p:sp>
        <p:nvSpPr>
          <p:cNvPr id="21" name="ALLTOALL 类型保持不变，继续 P3">
            <a:extLst xmlns:a="http://schemas.openxmlformats.org/drawingml/2006/main">
              <a:ext uri="{FF2B5EF4-FFF2-40B4-BE49-F238E27FC236}">
                <a16:creationId xmlns:a16="http://schemas.microsoft.com/office/drawing/2014/main" id="{805A20D3-0732-4800-8041-AF09BFD8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ALLTOALL 类型保持不变，继续 P3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E8CC7E-EFF6-44B5-B977-5A1E289C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5DC528-3CC2-4E5E-ABFD-BAB58C18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0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559B80-AA18-4775-8676-7D4D965F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80A262-AB68-4FD1-93F8-760B81F8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3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82413A-BB3D-431E-84FC-0D5FE42A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050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上层&#10;调用方">
            <a:extLst xmlns:a="http://schemas.openxmlformats.org/drawingml/2006/main">
              <a:ext uri="{FF2B5EF4-FFF2-40B4-BE49-F238E27FC236}">
                <a16:creationId xmlns:a16="http://schemas.microsoft.com/office/drawing/2014/main" id="{1F117582-0428-4B4C-BC01-07D494F4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19431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上层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调用方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1CBE5C-F66D-48E0-9AA0-EA2D930D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52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1554F5-9238-46EA-8CBE-741F881E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552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8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5531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C6144E-D38E-452E-8F79-4971EAF9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3432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8E9C782E-68EA-4E4D-AD82-4A234F24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3813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19BCB8-C717-47D0-962C-BEDAAC36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BB5741-0302-417F-BFAD-02A50EBE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3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46677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8CB22D-8F14-48B2-85FF-3BFA8252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0911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9F6BE347-BEC7-4CB7-A0B8-8EC39E56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1292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D5F465-BCC8-488A-9893-AB22EB36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B0EC7E-236B-4C78-B754-A2FB802D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8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4789BD-03D0-4E25-B288-BDE9233B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379F59-05F4-4A29-BDE6-ED36F4C2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1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0E6F9A48-2564-4769-BD65-CE5F39AD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F5B6F41B-A0DD-4911-B0B2-FFC98D36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DCFEEE-B501-4C23-A984-42D40405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14525"/>
            <a:ext cx="2386013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AllToAll 请求">
            <a:extLst xmlns:a="http://schemas.openxmlformats.org/drawingml/2006/main">
              <a:ext uri="{FF2B5EF4-FFF2-40B4-BE49-F238E27FC236}">
                <a16:creationId xmlns:a16="http://schemas.microsoft.com/office/drawing/2014/main" id="{90340EEE-ED81-40F4-BDFD-E7262072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621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 请求</a:t>
            </a:r>
          </a:p>
        </p:txBody>
      </p:sp>
      <p:sp>
        <p:nvSpPr>
          <p:cNvPr id="50" name="本例每个目标 2 个 FP32">
            <a:extLst xmlns:a="http://schemas.openxmlformats.org/drawingml/2006/main">
              <a:ext uri="{FF2B5EF4-FFF2-40B4-BE49-F238E27FC236}">
                <a16:creationId xmlns:a16="http://schemas.microsoft.com/office/drawing/2014/main" id="{C90C49D9-5585-4A5E-9AD6-7FB15899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9793"/>
            <a:ext cx="2233613" cy="240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本例每个目标 2 个 FP32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414E87-7292-4AE7-BE29-B2920C2A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62250"/>
            <a:ext cx="2386013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AlltoAll">
            <a:extLst xmlns:a="http://schemas.openxmlformats.org/drawingml/2006/main">
              <a:ext uri="{FF2B5EF4-FFF2-40B4-BE49-F238E27FC236}">
                <a16:creationId xmlns:a16="http://schemas.microsoft.com/office/drawing/2014/main" id="{C4F9214D-6E10-4B04-80B5-AB1D0E38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098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HcclAlltoAll</a:t>
            </a:r>
          </a:p>
        </p:txBody>
      </p:sp>
      <p:sp>
        <p:nvSpPr>
          <p:cNvPr id="53" name="接收全互换请求">
            <a:extLst xmlns:a="http://schemas.openxmlformats.org/drawingml/2006/main">
              <a:ext uri="{FF2B5EF4-FFF2-40B4-BE49-F238E27FC236}">
                <a16:creationId xmlns:a16="http://schemas.microsoft.com/office/drawing/2014/main" id="{F811B1B2-5932-426A-8CEE-E27E0D56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97518"/>
            <a:ext cx="2233613" cy="37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接收全互换请求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6BB9919-ABE8-4553-BE7A-4C90EA07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438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F69C142-35A3-48B3-9E4B-9ED5D8B2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6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2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439353"/>
            <a:ext cx="0" cy="322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E6D5DFA-ADD2-4F14-93EF-3714C750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433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CheckAlltoAllInputPara">
            <a:extLst xmlns:a="http://schemas.openxmlformats.org/drawingml/2006/main">
              <a:ext uri="{FF2B5EF4-FFF2-40B4-BE49-F238E27FC236}">
                <a16:creationId xmlns:a16="http://schemas.microsoft.com/office/drawing/2014/main" id="{82928E61-9465-434A-8071-919F4F73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90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CheckAlltoAllInputPara</a:t>
            </a:r>
          </a:p>
        </p:txBody>
      </p:sp>
      <p:sp>
        <p:nvSpPr>
          <p:cNvPr id="59" name="检查地址、类型、数量与通信域">
            <a:extLst xmlns:a="http://schemas.openxmlformats.org/drawingml/2006/main">
              <a:ext uri="{FF2B5EF4-FFF2-40B4-BE49-F238E27FC236}">
                <a16:creationId xmlns:a16="http://schemas.microsoft.com/office/drawing/2014/main" id="{A12ABDAD-1BCE-450D-A5A6-B8B91400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78593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检查地址、类型、数量与通信域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97492B5-4039-4D38-8EBE-4222C2EA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CD63045-7601-4711-A696-026226C9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743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8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2812733" y="3420428"/>
            <a:ext cx="0" cy="322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57F50BC-EA9F-4F45-AA21-FF105C1A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743450"/>
            <a:ext cx="2386013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4" name="HcclGetRankSize">
            <a:extLst xmlns:a="http://schemas.openxmlformats.org/drawingml/2006/main">
              <a:ext uri="{FF2B5EF4-FFF2-40B4-BE49-F238E27FC236}">
                <a16:creationId xmlns:a16="http://schemas.microsoft.com/office/drawing/2014/main" id="{701907CE-F5F7-4C27-9D2A-5174C850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7910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HcclGetRankSize</a:t>
            </a:r>
          </a:p>
        </p:txBody>
      </p:sp>
      <p:sp>
        <p:nvSpPr>
          <p:cNvPr id="65" name="成员数 = 4（拓扑）">
            <a:extLst xmlns:a="http://schemas.openxmlformats.org/drawingml/2006/main">
              <a:ext uri="{FF2B5EF4-FFF2-40B4-BE49-F238E27FC236}">
                <a16:creationId xmlns:a16="http://schemas.microsoft.com/office/drawing/2014/main" id="{574D0099-7F80-4286-9B61-FEE8F237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940618"/>
            <a:ext cx="2233613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成员数 = 4（拓扑）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834B22A-1578-48E9-9D71-2EFE6CA1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172075"/>
            <a:ext cx="2386013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7" name="HcclGetCommName">
            <a:extLst xmlns:a="http://schemas.openxmlformats.org/drawingml/2006/main">
              <a:ext uri="{FF2B5EF4-FFF2-40B4-BE49-F238E27FC236}">
                <a16:creationId xmlns:a16="http://schemas.microsoft.com/office/drawing/2014/main" id="{448B4A87-D3A8-4CAD-BB09-4EA9A992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219700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HcclGetCommName</a:t>
            </a:r>
          </a:p>
        </p:txBody>
      </p:sp>
      <p:sp>
        <p:nvSpPr>
          <p:cNvPr id="68" name="通信域名称（域资源）">
            <a:extLst xmlns:a="http://schemas.openxmlformats.org/drawingml/2006/main">
              <a:ext uri="{FF2B5EF4-FFF2-40B4-BE49-F238E27FC236}">
                <a16:creationId xmlns:a16="http://schemas.microsoft.com/office/drawing/2014/main" id="{5583F7D5-3E6A-4EF6-BFF1-29EF6ED5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69243"/>
            <a:ext cx="2233613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通信域名称（域资源）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630003C-1603-4943-99B2-DAD6430E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600700"/>
            <a:ext cx="2386013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GetRankId">
            <a:extLst xmlns:a="http://schemas.openxmlformats.org/drawingml/2006/main">
              <a:ext uri="{FF2B5EF4-FFF2-40B4-BE49-F238E27FC236}">
                <a16:creationId xmlns:a16="http://schemas.microsoft.com/office/drawing/2014/main" id="{F0073B30-976C-4745-B6E0-767CF308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64832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HcclGetRankId</a:t>
            </a:r>
          </a:p>
        </p:txBody>
      </p:sp>
      <p:sp>
        <p:nvSpPr>
          <p:cNvPr id="71" name="本端编号 = 0（拓扑）">
            <a:extLst xmlns:a="http://schemas.openxmlformats.org/drawingml/2006/main">
              <a:ext uri="{FF2B5EF4-FFF2-40B4-BE49-F238E27FC236}">
                <a16:creationId xmlns:a16="http://schemas.microsoft.com/office/drawing/2014/main" id="{E7FBB0E1-8544-4F8D-B8D2-7422BCB9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797868"/>
            <a:ext cx="2233613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本端编号 = 0（拓扑）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12013CE-FC40-4088-8CB5-494C6942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188" y="4695825"/>
            <a:ext cx="2481263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9B9F97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3FCD6D5-B359-4476-A84C-ED44FDC8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5CBE1A4-FF21-421E-9B9C-E71A55B1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1" name="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4006216" y="4058127"/>
            <a:ext cx="800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6ADF6C4-5C9A-4AB1-B0C0-B658D310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345D62B-D6C3-475F-8599-43232FB6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4" name=""/>
          <p:cNvCxnSpPr>
            <a:stCxn xmlns:a="http://schemas.openxmlformats.org/drawingml/2006/main" id="76" idx="2"/>
            <a:endCxn xmlns:a="http://schemas.openxmlformats.org/drawingml/2006/main" id="77" idx="0"/>
          </p:cNvCxnSpPr>
          <p:nvPr/>
        </p:nvCxnSpPr>
        <p:spPr>
          <a:xfrm xmlns:a="http://schemas.openxmlformats.org/drawingml/2006/main">
            <a:off x="4086702" y="4058603"/>
            <a:ext cx="0" cy="12992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5F05D8E-0742-4268-A9C2-0B7D7007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F48E976-0CAB-4351-B293-1BCBF9A2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188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7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4087178" y="5358290"/>
            <a:ext cx="8001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6639871-FA95-42FE-B041-56D1DA5E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71825"/>
            <a:ext cx="2386013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3" name="ConvertAlltoAllParam">
            <a:extLst xmlns:a="http://schemas.openxmlformats.org/drawingml/2006/main">
              <a:ext uri="{FF2B5EF4-FFF2-40B4-BE49-F238E27FC236}">
                <a16:creationId xmlns:a16="http://schemas.microsoft.com/office/drawing/2014/main" id="{193B37DA-3E0A-402E-B0A4-D9CB5770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219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ConvertAlltoAllParam</a:t>
            </a:r>
          </a:p>
        </p:txBody>
      </p:sp>
      <p:sp>
        <p:nvSpPr>
          <p:cNvPr id="84" name="counts=[2,2,2,2]&#10;位移=[0,2,4,6]，单位为元素">
            <a:extLst xmlns:a="http://schemas.openxmlformats.org/drawingml/2006/main">
              <a:ext uri="{FF2B5EF4-FFF2-40B4-BE49-F238E27FC236}">
                <a16:creationId xmlns:a16="http://schemas.microsoft.com/office/drawing/2014/main" id="{A91430FC-24C7-4B9F-8DB1-C74B3184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407093"/>
            <a:ext cx="2233613" cy="5172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counts=[2,2,2,2]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位移=[0,2,4,6]，单位为元素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4C98243-B9D6-4031-A548-8518B093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57C1921-9B63-47E6-B121-34CA5E95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3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6649403" y="5358290"/>
            <a:ext cx="8001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24F8702-2288-4695-AAC4-1C8F7520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5357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98C6302-81F7-4354-BB83-0542377F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6" name=""/>
          <p:cNvCxnSpPr>
            <a:stCxn xmlns:a="http://schemas.openxmlformats.org/drawingml/2006/main" id="88" idx="0"/>
            <a:endCxn xmlns:a="http://schemas.openxmlformats.org/drawingml/2006/main" id="89" idx="2"/>
          </p:cNvCxnSpPr>
          <p:nvPr/>
        </p:nvCxnSpPr>
        <p:spPr>
          <a:xfrm xmlns:a="http://schemas.openxmlformats.org/drawingml/2006/main" flipV="1">
            <a:off x="6729890" y="3572828"/>
            <a:ext cx="0" cy="1784985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0C70E78-0222-4DBB-8849-153BA395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DD879F4-3D72-429A-A953-BA412EC2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9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6730366" y="3572352"/>
            <a:ext cx="800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B319A42-89EB-4E43-8C0E-14B577CA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714625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5" name="AlltoAllVOutPlace">
            <a:extLst xmlns:a="http://schemas.openxmlformats.org/drawingml/2006/main">
              <a:ext uri="{FF2B5EF4-FFF2-40B4-BE49-F238E27FC236}">
                <a16:creationId xmlns:a16="http://schemas.microsoft.com/office/drawing/2014/main" id="{80A304D2-83A3-4ED2-954D-3A42C49D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762250"/>
            <a:ext cx="2233613" cy="134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AlltoAllVOutPlace</a:t>
            </a:r>
          </a:p>
        </p:txBody>
      </p:sp>
      <p:sp>
        <p:nvSpPr>
          <p:cNvPr id="96" name="进入共用非原地实现">
            <a:extLst xmlns:a="http://schemas.openxmlformats.org/drawingml/2006/main">
              <a:ext uri="{FF2B5EF4-FFF2-40B4-BE49-F238E27FC236}">
                <a16:creationId xmlns:a16="http://schemas.microsoft.com/office/drawing/2014/main" id="{E1CE207B-D578-4646-B5C6-708C8C1F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944178"/>
            <a:ext cx="2233613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进入共用非原地实现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9F741B8-F382-40EA-B294-7BF86E2F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381375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8" name="AlltoAllVOutPlaceCommon">
            <a:extLst xmlns:a="http://schemas.openxmlformats.org/drawingml/2006/main">
              <a:ext uri="{FF2B5EF4-FFF2-40B4-BE49-F238E27FC236}">
                <a16:creationId xmlns:a16="http://schemas.microsoft.com/office/drawing/2014/main" id="{ED1C29C1-F495-4245-955A-39AA953B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429000"/>
            <a:ext cx="2233613" cy="134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AlltoAllVOutPlaceCommon</a:t>
            </a:r>
          </a:p>
        </p:txBody>
      </p:sp>
      <p:sp>
        <p:nvSpPr>
          <p:cNvPr id="99" name="组织参数处理与调度">
            <a:extLst xmlns:a="http://schemas.openxmlformats.org/drawingml/2006/main">
              <a:ext uri="{FF2B5EF4-FFF2-40B4-BE49-F238E27FC236}">
                <a16:creationId xmlns:a16="http://schemas.microsoft.com/office/drawing/2014/main" id="{C6DE8051-EE8C-43DE-B4E1-E0F21CE2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610928"/>
            <a:ext cx="2233613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组织参数处理与调度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6C53478-138E-440B-A388-60D12374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048125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1" name="AlltoAllVConstructOpParam">
            <a:extLst xmlns:a="http://schemas.openxmlformats.org/drawingml/2006/main">
              <a:ext uri="{FF2B5EF4-FFF2-40B4-BE49-F238E27FC236}">
                <a16:creationId xmlns:a16="http://schemas.microsoft.com/office/drawing/2014/main" id="{EAF903A4-91C4-4D88-AFD5-F07B67F4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095750"/>
            <a:ext cx="2233613" cy="1343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AlltoAllVConstructOpParam</a:t>
            </a:r>
          </a:p>
        </p:txBody>
      </p:sp>
      <p:sp>
        <p:nvSpPr>
          <p:cNvPr id="102" name="封装地址、stream、数量与位移">
            <a:extLst xmlns:a="http://schemas.openxmlformats.org/drawingml/2006/main">
              <a:ext uri="{FF2B5EF4-FFF2-40B4-BE49-F238E27FC236}">
                <a16:creationId xmlns:a16="http://schemas.microsoft.com/office/drawing/2014/main" id="{62998100-291E-4FEC-A9B0-C91E5ECD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277678"/>
            <a:ext cx="2233613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封装地址、stream、数量与位移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ACED167-DC88-40AD-A22E-A875E5F0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0C34A65-37BC-4A57-9626-33E2D2D1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1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9197341" y="357235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D721057-7678-4A98-BC45-5065E421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571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CE26BE6-91C3-482D-83EB-096DDF462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995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4" name=""/>
          <p:cNvCxnSpPr>
            <a:stCxn xmlns:a="http://schemas.openxmlformats.org/drawingml/2006/main" id="106" idx="0"/>
            <a:endCxn xmlns:a="http://schemas.openxmlformats.org/drawingml/2006/main" id="107" idx="2"/>
          </p:cNvCxnSpPr>
          <p:nvPr/>
        </p:nvCxnSpPr>
        <p:spPr>
          <a:xfrm xmlns:a="http://schemas.openxmlformats.org/drawingml/2006/main" flipV="1">
            <a:off x="9301640" y="2996566"/>
            <a:ext cx="0" cy="575309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A804088-2F78-4A6B-982A-56A21FF8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995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5F6A09D-33F7-402F-BE61-4D01B272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995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7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9302116" y="2996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DE59A3F-E081-4EC1-8A9A-4D78E116A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276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EA5273B-FD1A-4892-BEA0-92950F1F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381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0" name=""/>
          <p:cNvCxnSpPr>
            <a:stCxn xmlns:a="http://schemas.openxmlformats.org/drawingml/2006/main" id="112" idx="2"/>
            <a:endCxn xmlns:a="http://schemas.openxmlformats.org/drawingml/2006/main" id="113" idx="0"/>
          </p:cNvCxnSpPr>
          <p:nvPr/>
        </p:nvCxnSpPr>
        <p:spPr>
          <a:xfrm xmlns:a="http://schemas.openxmlformats.org/drawingml/2006/main">
            <a:off x="10599421" y="3277553"/>
            <a:ext cx="0" cy="1038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FEB9351-B32C-4A25-B122-6061461D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943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AE943323-D913-4690-988C-AE3D3D7E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4048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3" name=""/>
          <p:cNvCxnSpPr>
            <a:stCxn xmlns:a="http://schemas.openxmlformats.org/drawingml/2006/main" id="115" idx="2"/>
            <a:endCxn xmlns:a="http://schemas.openxmlformats.org/drawingml/2006/main" id="116" idx="0"/>
          </p:cNvCxnSpPr>
          <p:nvPr/>
        </p:nvCxnSpPr>
        <p:spPr>
          <a:xfrm xmlns:a="http://schemas.openxmlformats.org/drawingml/2006/main">
            <a:off x="10599421" y="3944303"/>
            <a:ext cx="0" cy="1038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8DDF3C7-BE8F-47A6-A59B-9999AE06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9" name="4 个 Rank × 每目标 2 个 FP32：每个 Rank 总输入 8 个 FP32。AllToAll 复用 AllToAllV 框架，不改算子类型。">
            <a:extLst xmlns:a="http://schemas.openxmlformats.org/drawingml/2006/main">
              <a:ext uri="{FF2B5EF4-FFF2-40B4-BE49-F238E27FC236}">
                <a16:creationId xmlns:a16="http://schemas.microsoft.com/office/drawing/2014/main" id="{14F4344E-1F18-49CA-8293-07012313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4 个 Rank × 每目标 2 个 FP32：每个 Rank 总输入 8 个 FP32。AllToAll 复用 AllToAllV 框架，不改算子类型。</a:t>
            </a:r>
          </a:p>
        </p:txBody>
      </p:sp>
    </p:spTree>
    <p:extLst>
      <p:ext uri="{BB962C8B-B14F-4D97-AF65-F5344CB8AC3E}">
        <p14:creationId xmlns:p14="http://schemas.microsoft.com/office/powerpoint/2010/main" val="21474023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0" name="展开模式、拓扑与算法选择">
            <a:extLst xmlns:a="http://schemas.openxmlformats.org/drawingml/2006/main">
              <a:ext uri="{FF2B5EF4-FFF2-40B4-BE49-F238E27FC236}">
                <a16:creationId xmlns:a16="http://schemas.microsoft.com/office/drawing/2014/main" id="{548B18D0-DD0A-4BA1-8E08-07918AE6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展开模式、拓扑与算法选择</a:t>
            </a:r>
          </a:p>
        </p:txBody>
      </p:sp>
      <p:sp>
        <p:nvSpPr>
          <p:cNvPr id="2" name="本分析固定 AICPU_TS。拓扑缓存未命中时才发起下方的 RankGraph 查询。">
            <a:extLst xmlns:a="http://schemas.openxmlformats.org/drawingml/2006/main">
              <a:ext uri="{FF2B5EF4-FFF2-40B4-BE49-F238E27FC236}">
                <a16:creationId xmlns:a16="http://schemas.microsoft.com/office/drawing/2014/main" id="{2FEA6B40-1E94-41AC-9DDC-17B52065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本分析固定 AICPU_TS。拓扑缓存未命中时才发起下方的 RankGraph 查询。</a:t>
            </a:r>
          </a:p>
        </p:txBody>
      </p:sp>
      <p:sp>
        <p:nvSpPr>
          <p:cNvPr id="3" name="3 / 13">
            <a:extLst xmlns:a="http://schemas.openxmlformats.org/drawingml/2006/main">
              <a:ext uri="{FF2B5EF4-FFF2-40B4-BE49-F238E27FC236}">
                <a16:creationId xmlns:a16="http://schemas.microsoft.com/office/drawing/2014/main" id="{26F48C5D-D41E-4B02-B8F4-DA93482C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3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B0D82-4DEB-4C58-8BE5-F4644787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读取展开配置">
            <a:extLst xmlns:a="http://schemas.openxmlformats.org/drawingml/2006/main">
              <a:ext uri="{FF2B5EF4-FFF2-40B4-BE49-F238E27FC236}">
                <a16:creationId xmlns:a16="http://schemas.microsoft.com/office/drawing/2014/main" id="{7DE3B366-1A13-4DB0-BBA1-0463CF09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读取展开配置</a:t>
            </a:r>
          </a:p>
        </p:txBody>
      </p:sp>
      <p:sp>
        <p:nvSpPr>
          <p:cNvPr id="6" name="决定算法编排位于 Host 还是 AICPU">
            <a:extLst xmlns:a="http://schemas.openxmlformats.org/drawingml/2006/main">
              <a:ext uri="{FF2B5EF4-FFF2-40B4-BE49-F238E27FC236}">
                <a16:creationId xmlns:a16="http://schemas.microsoft.com/office/drawing/2014/main" id="{4E3050B6-8AAD-4B86-BAC0-B6ADE351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决定算法编排位于 Host 还是 AICPU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97497-3284-4D09-ABBC-1A5DB76A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进入选择器">
            <a:extLst xmlns:a="http://schemas.openxmlformats.org/drawingml/2006/main">
              <a:ext uri="{FF2B5EF4-FFF2-40B4-BE49-F238E27FC236}">
                <a16:creationId xmlns:a16="http://schemas.microsoft.com/office/drawing/2014/main" id="{127C0DDA-C233-45B8-A83B-8DEEE7A1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进入选择器</a:t>
            </a:r>
          </a:p>
        </p:txBody>
      </p:sp>
      <p:sp>
        <p:nvSpPr>
          <p:cNvPr id="9" name="能力支持时先检查通信域状态">
            <a:extLst xmlns:a="http://schemas.openxmlformats.org/drawingml/2006/main">
              <a:ext uri="{FF2B5EF4-FFF2-40B4-BE49-F238E27FC236}">
                <a16:creationId xmlns:a16="http://schemas.microsoft.com/office/drawing/2014/main" id="{1F574BE3-C598-4FFB-959D-DE28B206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能力支持时先检查通信域状态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0AC65-3D8E-42B3-A02E-429CC2BC4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60E8B6-D9BE-475C-824B-4819AEBF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C4E0A-759E-430E-89C2-9B7AE003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恢复或补齐拓扑">
            <a:extLst xmlns:a="http://schemas.openxmlformats.org/drawingml/2006/main">
              <a:ext uri="{FF2B5EF4-FFF2-40B4-BE49-F238E27FC236}">
                <a16:creationId xmlns:a16="http://schemas.microsoft.com/office/drawing/2014/main" id="{0EDE5348-020B-4EA4-8951-F354B0D7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恢复或补齐拓扑</a:t>
            </a:r>
          </a:p>
        </p:txBody>
      </p:sp>
      <p:sp>
        <p:nvSpPr>
          <p:cNvPr id="15" name="命中复用，未命中按需查询">
            <a:extLst xmlns:a="http://schemas.openxmlformats.org/drawingml/2006/main">
              <a:ext uri="{FF2B5EF4-FFF2-40B4-BE49-F238E27FC236}">
                <a16:creationId xmlns:a16="http://schemas.microsoft.com/office/drawing/2014/main" id="{A9176AC1-AC2B-4F3C-B5DE-19F7F36F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命中复用，未命中按需查询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6F0463-DF3C-433F-A64B-85EDB5E9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B4CAC-B3E8-4275-BDB7-12032145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981967-EFD1-4AB1-B219-B21F6D0A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确定执行器">
            <a:extLst xmlns:a="http://schemas.openxmlformats.org/drawingml/2006/main">
              <a:ext uri="{FF2B5EF4-FFF2-40B4-BE49-F238E27FC236}">
                <a16:creationId xmlns:a16="http://schemas.microsoft.com/office/drawing/2014/main" id="{63EB7B92-7268-442A-8E77-E471B0EB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确定执行器</a:t>
            </a:r>
          </a:p>
        </p:txBody>
      </p:sp>
      <p:sp>
        <p:nvSpPr>
          <p:cNvPr id="21" name="选择普通 Mesh，进入资源准备">
            <a:extLst xmlns:a="http://schemas.openxmlformats.org/drawingml/2006/main">
              <a:ext uri="{FF2B5EF4-FFF2-40B4-BE49-F238E27FC236}">
                <a16:creationId xmlns:a16="http://schemas.microsoft.com/office/drawing/2014/main" id="{C477429F-BEA4-483A-A977-1657D78A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选择普通 Mesh，进入资源准备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874DBA-6698-4DBF-BD12-9E7C1BC74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5969D4-8DDF-48CD-9863-A70FB39B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8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469F5D-7997-43E1-97F5-D6620225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F8BA3E-F12A-43F2-BB58-1D71B7635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1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01120F-02E6-40F5-BCCF-49376A0E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288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50363CD2-B15E-4E3E-A50F-0E591AB7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4669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B12DF7-070D-47BA-95DF-CCB4C91E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5EE808-758E-4161-8108-93ECD62B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6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6009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8898A6-7CFB-4C64-868A-369DFCCE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766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域资源管理">
            <a:extLst xmlns:a="http://schemas.openxmlformats.org/drawingml/2006/main">
              <a:ext uri="{FF2B5EF4-FFF2-40B4-BE49-F238E27FC236}">
                <a16:creationId xmlns:a16="http://schemas.microsoft.com/office/drawing/2014/main" id="{FFF82FBA-A1DC-48A4-9D8D-9432C3A8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9147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域资源管理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039320-4483-4D58-84F5-E9BF7B7C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86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A068DA-8B70-4658-B8A4-57D7F8E2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86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1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46867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7FE344-1621-4BA3-8C43-1DF79AC5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1006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HCOMM&#10;拓扑管理">
            <a:extLst xmlns:a="http://schemas.openxmlformats.org/drawingml/2006/main">
              <a:ext uri="{FF2B5EF4-FFF2-40B4-BE49-F238E27FC236}">
                <a16:creationId xmlns:a16="http://schemas.microsoft.com/office/drawing/2014/main" id="{23BF71D0-10F0-44CF-B78A-F8F41C3E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1387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拓扑管理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BF8528-76CD-48F5-99AC-F1C42008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B5EA46-70D0-49AE-9E5B-745C12ED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6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2FB747-8430-4B5F-8B21-6F5B6ABC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AA3207-E748-4CCF-AE2B-58DE8DC9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9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E6F72058-0C1D-4972-A835-E2B67F10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602860FB-C4AD-4B60-99DC-2797EB61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D076A9-A9C9-4D71-888A-862CA448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62150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clGetOpExpansionMode">
            <a:extLst xmlns:a="http://schemas.openxmlformats.org/drawingml/2006/main">
              <a:ext uri="{FF2B5EF4-FFF2-40B4-BE49-F238E27FC236}">
                <a16:creationId xmlns:a16="http://schemas.microsoft.com/office/drawing/2014/main" id="{510C0521-5115-41BA-BE13-C6FB2A3F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097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HcclGetOpExpansionMode</a:t>
            </a:r>
          </a:p>
        </p:txBody>
      </p:sp>
      <p:sp>
        <p:nvSpPr>
          <p:cNvPr id="50" name="解释通信域展开配置">
            <a:extLst xmlns:a="http://schemas.openxmlformats.org/drawingml/2006/main">
              <a:ext uri="{FF2B5EF4-FFF2-40B4-BE49-F238E27FC236}">
                <a16:creationId xmlns:a16="http://schemas.microsoft.com/office/drawing/2014/main" id="{6B27A718-3757-45C2-A242-A2E886AC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97418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解释通信域展开配置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7A5CE80-1E18-4B60-AD16-EA6E57EF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909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ConfigGetInfo">
            <a:extLst xmlns:a="http://schemas.openxmlformats.org/drawingml/2006/main">
              <a:ext uri="{FF2B5EF4-FFF2-40B4-BE49-F238E27FC236}">
                <a16:creationId xmlns:a16="http://schemas.microsoft.com/office/drawing/2014/main" id="{B5F95AAE-7D40-4363-9C61-443D66761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385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HcclConfigGetInfo</a:t>
            </a:r>
          </a:p>
        </p:txBody>
      </p:sp>
      <p:sp>
        <p:nvSpPr>
          <p:cNvPr id="53" name="返回 AICPU_TS 配置">
            <a:extLst xmlns:a="http://schemas.openxmlformats.org/drawingml/2006/main">
              <a:ext uri="{FF2B5EF4-FFF2-40B4-BE49-F238E27FC236}">
                <a16:creationId xmlns:a16="http://schemas.microsoft.com/office/drawing/2014/main" id="{0A365925-8283-4C50-A322-390E59EB3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262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返回 AICPU_TS 配置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F0DA9AE-0D42-44FF-8D8E-2D414468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5ED3A8B-19FF-419C-9F26-7398D763A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790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0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591753"/>
            <a:ext cx="0" cy="1199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34DCDCF-459D-42E9-91B2-6AA94832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9145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AlltoAllVExecDispatch / Selector">
            <a:extLst xmlns:a="http://schemas.openxmlformats.org/drawingml/2006/main">
              <a:ext uri="{FF2B5EF4-FFF2-40B4-BE49-F238E27FC236}">
                <a16:creationId xmlns:a16="http://schemas.microsoft.com/office/drawing/2014/main" id="{2384285F-8203-44B2-8EBA-A9192FC0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62150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AlltoAllVExecDispatch / Selector</a:t>
            </a:r>
          </a:p>
        </p:txBody>
      </p:sp>
      <p:sp>
        <p:nvSpPr>
          <p:cNvPr id="59" name="统筹算法选择">
            <a:extLst xmlns:a="http://schemas.openxmlformats.org/drawingml/2006/main">
              <a:ext uri="{FF2B5EF4-FFF2-40B4-BE49-F238E27FC236}">
                <a16:creationId xmlns:a16="http://schemas.microsoft.com/office/drawing/2014/main" id="{2D3D9AA1-C9A9-4CE2-BB1B-64D655DB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140268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统筹算法选择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B593D9B-A796-404A-93C0-94F27D27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B82B45-2FE7-4ACA-B6D9-81E17A7E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6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006216" y="4139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538C7D2-10F1-4091-A543-ACDCDCAC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A1AD581-F272-481B-A4BC-0B48C1DA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9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110515" y="2225041"/>
            <a:ext cx="0" cy="19135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7C12565-1B88-4C9C-A4B9-0082FF31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94D33DF-26C8-4E2B-A48D-098B1473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2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110991" y="22245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EAC16FB-E999-4BFE-AB23-9A69BB2D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7909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CommGetStatus">
            <a:extLst xmlns:a="http://schemas.openxmlformats.org/drawingml/2006/main">
              <a:ext uri="{FF2B5EF4-FFF2-40B4-BE49-F238E27FC236}">
                <a16:creationId xmlns:a16="http://schemas.microsoft.com/office/drawing/2014/main" id="{1CE9265D-BE4D-4DAA-B9CD-DB147E81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8385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HcclCommGetStatus</a:t>
            </a:r>
          </a:p>
        </p:txBody>
      </p:sp>
      <p:sp>
        <p:nvSpPr>
          <p:cNvPr id="71" name="能力支持时检查 READY 状态">
            <a:extLst xmlns:a="http://schemas.openxmlformats.org/drawingml/2006/main">
              <a:ext uri="{FF2B5EF4-FFF2-40B4-BE49-F238E27FC236}">
                <a16:creationId xmlns:a16="http://schemas.microsoft.com/office/drawing/2014/main" id="{11AF8F50-715C-42C7-A65B-CA574AF6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0262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能力支持时检查 READY 状态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9D71C97-B26B-4EE0-AF8C-9CEFBF2F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8885ECC-9F64-4B18-AC9D-3BC44D55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790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8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5408296" y="2534603"/>
            <a:ext cx="0" cy="12563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51C1166-1BF2-475B-B46D-CDED5A52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62150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HcclCalcTopoInfo">
            <a:extLst xmlns:a="http://schemas.openxmlformats.org/drawingml/2006/main">
              <a:ext uri="{FF2B5EF4-FFF2-40B4-BE49-F238E27FC236}">
                <a16:creationId xmlns:a16="http://schemas.microsoft.com/office/drawing/2014/main" id="{8CE9EBA6-B1A7-40EC-B792-77A266C8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097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HcclCalcTopoInfo</a:t>
            </a:r>
          </a:p>
        </p:txBody>
      </p:sp>
      <p:sp>
        <p:nvSpPr>
          <p:cNvPr id="77" name="恢复或构造算法拓扑">
            <a:extLst xmlns:a="http://schemas.openxmlformats.org/drawingml/2006/main">
              <a:ext uri="{FF2B5EF4-FFF2-40B4-BE49-F238E27FC236}">
                <a16:creationId xmlns:a16="http://schemas.microsoft.com/office/drawing/2014/main" id="{1CB835AE-7D36-42EB-BEB3-0D5890DA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197418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恢复或构造算法拓扑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FF77C40-135C-4F59-9913-B798C054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EA02FD4-7313-461B-BC8F-5CE09C79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4" name=""/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6601778" y="4139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9E1CCEA-115C-4BE2-8B1A-C89E2DC5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38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5771E8D-8783-478A-8592-5446004E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7" name=""/>
          <p:cNvCxnSpPr>
            <a:stCxn xmlns:a="http://schemas.openxmlformats.org/drawingml/2006/main" id="81" idx="0"/>
            <a:endCxn xmlns:a="http://schemas.openxmlformats.org/drawingml/2006/main" id="82" idx="2"/>
          </p:cNvCxnSpPr>
          <p:nvPr/>
        </p:nvCxnSpPr>
        <p:spPr>
          <a:xfrm xmlns:a="http://schemas.openxmlformats.org/drawingml/2006/main" flipV="1">
            <a:off x="6706077" y="2277428"/>
            <a:ext cx="0" cy="1861185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D872028-66F0-4D64-858C-2164A542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6035326-24A7-4781-98D0-03A3BD23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76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0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6706553" y="227695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8255760-265C-4552-8EBF-B91E7B0F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71900"/>
            <a:ext cx="238601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8" name="HcclEngineCtxGet">
            <a:extLst xmlns:a="http://schemas.openxmlformats.org/drawingml/2006/main">
              <a:ext uri="{FF2B5EF4-FFF2-40B4-BE49-F238E27FC236}">
                <a16:creationId xmlns:a16="http://schemas.microsoft.com/office/drawing/2014/main" id="{8D442325-540B-41BD-B952-2513D3B0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8195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</p:txBody>
      </p:sp>
      <p:sp>
        <p:nvSpPr>
          <p:cNvPr id="89" name="查询已有拓扑上下文">
            <a:extLst xmlns:a="http://schemas.openxmlformats.org/drawingml/2006/main">
              <a:ext uri="{FF2B5EF4-FFF2-40B4-BE49-F238E27FC236}">
                <a16:creationId xmlns:a16="http://schemas.microsoft.com/office/drawing/2014/main" id="{437D9EE5-8753-42D7-9D78-98A9F39B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007168"/>
            <a:ext cx="2233613" cy="42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查询已有拓扑上下文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EFAFDF7-39A7-4CB3-86F2-B8477F74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4BCA8BD-DD54-4F6B-BF44-BAE8C12B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771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6" name=""/>
          <p:cNvCxnSpPr>
            <a:stCxn xmlns:a="http://schemas.openxmlformats.org/drawingml/2006/main" id="90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8003858" y="2591753"/>
            <a:ext cx="0" cy="11801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839C720-82E3-4376-A6BA-7F35EB3C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76250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4" name="HcclRankGraphGetLayers&#10;HcclRankGraphGetRanksByLayer">
            <a:extLst xmlns:a="http://schemas.openxmlformats.org/drawingml/2006/main">
              <a:ext uri="{FF2B5EF4-FFF2-40B4-BE49-F238E27FC236}">
                <a16:creationId xmlns:a16="http://schemas.microsoft.com/office/drawing/2014/main" id="{EBE68B22-B669-4DC4-AFB1-64E7E612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810125"/>
            <a:ext cx="2233613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HcclRankGraphGetLayers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HcclRankGraphGetRanksByLayer</a:t>
            </a:r>
          </a:p>
        </p:txBody>
      </p:sp>
      <p:sp>
        <p:nvSpPr>
          <p:cNvPr id="95" name="网络层与层内 Rank">
            <a:extLst xmlns:a="http://schemas.openxmlformats.org/drawingml/2006/main">
              <a:ext uri="{FF2B5EF4-FFF2-40B4-BE49-F238E27FC236}">
                <a16:creationId xmlns:a16="http://schemas.microsoft.com/office/drawing/2014/main" id="{7F5E48F1-E0B4-4D4A-AC4D-39525F9F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111115"/>
            <a:ext cx="2233613" cy="18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网络层与层内 Rank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162903F-F24A-4086-82A3-5A51643F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419725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7" name="HcclRankGraphGetTopoType&#10;HcclRankGraphGetLinks">
            <a:extLst xmlns:a="http://schemas.openxmlformats.org/drawingml/2006/main">
              <a:ext uri="{FF2B5EF4-FFF2-40B4-BE49-F238E27FC236}">
                <a16:creationId xmlns:a16="http://schemas.microsoft.com/office/drawing/2014/main" id="{D55B63B0-03BD-4E62-916C-2DA0FCFB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467350"/>
            <a:ext cx="2233613" cy="253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HcclRankGraphGetTopoType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HcclRankGraphGetLinks</a:t>
            </a:r>
          </a:p>
        </p:txBody>
      </p:sp>
      <p:sp>
        <p:nvSpPr>
          <p:cNvPr id="98" name="实例类型与 Rank 间链路">
            <a:extLst xmlns:a="http://schemas.openxmlformats.org/drawingml/2006/main">
              <a:ext uri="{FF2B5EF4-FFF2-40B4-BE49-F238E27FC236}">
                <a16:creationId xmlns:a16="http://schemas.microsoft.com/office/drawing/2014/main" id="{4FB15D8C-6268-4127-9A64-5F3F3E9C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768340"/>
            <a:ext cx="2233613" cy="184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实例类型与 Rank 间链路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79F1A74-DC89-4D87-924A-51A589AE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14875"/>
            <a:ext cx="2481263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9B9F97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7B9AEC0-BAFC-4480-B206-62294037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476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D83396F-57CC-4C31-8A89-3BCFC5D5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7148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6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8003858" y="4477703"/>
            <a:ext cx="0" cy="2371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88E1095-1805-4BF3-81DA-31C7E3FA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05325"/>
            <a:ext cx="8001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04" name="未命中">
            <a:extLst xmlns:a="http://schemas.openxmlformats.org/drawingml/2006/main">
              <a:ext uri="{FF2B5EF4-FFF2-40B4-BE49-F238E27FC236}">
                <a16:creationId xmlns:a16="http://schemas.microsoft.com/office/drawing/2014/main" id="{DDF5B26C-E495-447B-9324-A21CC0EE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05325"/>
            <a:ext cx="762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9E16CE4-0264-476D-BDD4-BEBD8067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038350"/>
            <a:ext cx="2386013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6" name="AlltoAllAutoSelector::&#10;SelectAicpuAlgo">
            <a:extLst xmlns:a="http://schemas.openxmlformats.org/drawingml/2006/main">
              <a:ext uri="{FF2B5EF4-FFF2-40B4-BE49-F238E27FC236}">
                <a16:creationId xmlns:a16="http://schemas.microsoft.com/office/drawing/2014/main" id="{6A0E57E3-4017-4985-8267-31201103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85975"/>
            <a:ext cx="2233613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AlltoAllAutoSelector::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SelectAicpuAlgo</a:t>
            </a:r>
          </a:p>
        </p:txBody>
      </p:sp>
      <p:sp>
        <p:nvSpPr>
          <p:cNvPr id="107" name="结合拓扑与数据量选择 Mesh">
            <a:extLst xmlns:a="http://schemas.openxmlformats.org/drawingml/2006/main">
              <a:ext uri="{FF2B5EF4-FFF2-40B4-BE49-F238E27FC236}">
                <a16:creationId xmlns:a16="http://schemas.microsoft.com/office/drawing/2014/main" id="{5815C205-8E00-4CAA-B82E-835A8EDA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400300"/>
            <a:ext cx="2233613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结合拓扑与数据量选择 Mesh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DD3F73C-881E-451A-8B4C-5E1DA4A3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013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5E4D13A-540F-4C9C-A05D-30ED2ADB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4" name=""/>
          <p:cNvCxnSpPr>
            <a:stCxn xmlns:a="http://schemas.openxmlformats.org/drawingml/2006/main" id="108" idx="3"/>
            <a:endCxn xmlns:a="http://schemas.openxmlformats.org/drawingml/2006/main" id="109" idx="1"/>
          </p:cNvCxnSpPr>
          <p:nvPr/>
        </p:nvCxnSpPr>
        <p:spPr>
          <a:xfrm xmlns:a="http://schemas.openxmlformats.org/drawingml/2006/main">
            <a:off x="9244966" y="5382102"/>
            <a:ext cx="800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A49D469-FCD7-48B3-91EB-E66C8607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381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3E29D83-A7B8-45E0-B36F-252C3758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7" name=""/>
          <p:cNvCxnSpPr>
            <a:stCxn xmlns:a="http://schemas.openxmlformats.org/drawingml/2006/main" id="111" idx="0"/>
            <a:endCxn xmlns:a="http://schemas.openxmlformats.org/drawingml/2006/main" id="112" idx="2"/>
          </p:cNvCxnSpPr>
          <p:nvPr/>
        </p:nvCxnSpPr>
        <p:spPr>
          <a:xfrm xmlns:a="http://schemas.openxmlformats.org/drawingml/2006/main" flipV="1">
            <a:off x="9325452" y="2448878"/>
            <a:ext cx="0" cy="29327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A1D3081-FE80-4630-A919-784B1390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11A3638-5862-4CAE-BE94-75EE65C0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0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9325928" y="2448402"/>
            <a:ext cx="8001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23BF08B-F5CF-4C90-B09F-B5928B5D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028950"/>
            <a:ext cx="2386013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8" name="HcclExecOp">
            <a:extLst xmlns:a="http://schemas.openxmlformats.org/drawingml/2006/main">
              <a:ext uri="{FF2B5EF4-FFF2-40B4-BE49-F238E27FC236}">
                <a16:creationId xmlns:a16="http://schemas.microsoft.com/office/drawing/2014/main" id="{8D8CB50B-CD30-4316-9188-C9A4F2B8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0765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HcclExecOp</a:t>
            </a:r>
          </a:p>
        </p:txBody>
      </p:sp>
      <p:sp>
        <p:nvSpPr>
          <p:cNvPr id="119" name="进入资源准备（P4）">
            <a:extLst xmlns:a="http://schemas.openxmlformats.org/drawingml/2006/main">
              <a:ext uri="{FF2B5EF4-FFF2-40B4-BE49-F238E27FC236}">
                <a16:creationId xmlns:a16="http://schemas.microsoft.com/office/drawing/2014/main" id="{07191C5B-346A-4E21-AD86-80A5F5A7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235643"/>
            <a:ext cx="2233613" cy="231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进入资源准备（P4）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DEEB625-54E5-41E9-8E7C-D4889B74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857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5A38929-138F-4D75-83F7-32532927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028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6" name=""/>
          <p:cNvCxnSpPr>
            <a:stCxn xmlns:a="http://schemas.openxmlformats.org/drawingml/2006/main" id="120" idx="2"/>
            <a:endCxn xmlns:a="http://schemas.openxmlformats.org/drawingml/2006/main" id="121" idx="0"/>
          </p:cNvCxnSpPr>
          <p:nvPr/>
        </p:nvCxnSpPr>
        <p:spPr>
          <a:xfrm xmlns:a="http://schemas.openxmlformats.org/drawingml/2006/main">
            <a:off x="10599421" y="2858453"/>
            <a:ext cx="0" cy="1704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0444357-A3DE-4693-B374-7F4C098F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4124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1C00F748-A803-41D2-9D98-76890A4D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124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9" name=""/>
          <p:cNvCxnSpPr>
            <a:stCxn xmlns:a="http://schemas.openxmlformats.org/drawingml/2006/main" id="123" idx="3"/>
            <a:endCxn xmlns:a="http://schemas.openxmlformats.org/drawingml/2006/main" id="124" idx="1"/>
          </p:cNvCxnSpPr>
          <p:nvPr/>
        </p:nvCxnSpPr>
        <p:spPr>
          <a:xfrm xmlns:a="http://schemas.openxmlformats.org/drawingml/2006/main">
            <a:off x="9197341" y="4124802"/>
            <a:ext cx="127634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4CA9826B-CF53-4E93-8514-61F71294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943350"/>
            <a:ext cx="2105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7" name="命中：直接复用拓扑">
            <a:extLst xmlns:a="http://schemas.openxmlformats.org/drawingml/2006/main">
              <a:ext uri="{FF2B5EF4-FFF2-40B4-BE49-F238E27FC236}">
                <a16:creationId xmlns:a16="http://schemas.microsoft.com/office/drawing/2014/main" id="{0520BFDA-0188-482E-A5C0-A3365F89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943350"/>
            <a:ext cx="20669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命中：直接复用拓扑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EF0D17F-1B58-452A-94F9-9F8DAD68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9" name="RankGraph 区域是按需查询集合，未画成每项必调的流水线。实例、端点等完整查询与解释见本页备注。">
            <a:extLst xmlns:a="http://schemas.openxmlformats.org/drawingml/2006/main">
              <a:ext uri="{FF2B5EF4-FFF2-40B4-BE49-F238E27FC236}">
                <a16:creationId xmlns:a16="http://schemas.microsoft.com/office/drawing/2014/main" id="{C5B31D00-6ED4-4953-AE90-3010DEBC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RankGraph 区域是按需查询集合，未画成每项必调的流水线。实例、端点等完整查询与解释见本页备注。</a:t>
            </a:r>
          </a:p>
        </p:txBody>
      </p:sp>
    </p:spTree>
    <p:extLst>
      <p:ext uri="{BB962C8B-B14F-4D97-AF65-F5344CB8AC3E}">
        <p14:creationId xmlns:p14="http://schemas.microsoft.com/office/powerpoint/2010/main" val="12634397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用户流绑定与算法资源复用">
            <a:extLst xmlns:a="http://schemas.openxmlformats.org/drawingml/2006/main">
              <a:ext uri="{FF2B5EF4-FFF2-40B4-BE49-F238E27FC236}">
                <a16:creationId xmlns:a16="http://schemas.microsoft.com/office/drawing/2014/main" id="{12752854-FBB1-4656-B458-A53EB492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用户流绑定与算法资源复用</a:t>
            </a:r>
          </a:p>
        </p:txBody>
      </p:sp>
      <p:sp>
        <p:nvSpPr>
          <p:cNvPr id="2" name="先导出用户 Thread 供设备完成通知使用，再检查是否需要重新准备算法资源。">
            <a:extLst xmlns:a="http://schemas.openxmlformats.org/drawingml/2006/main">
              <a:ext uri="{FF2B5EF4-FFF2-40B4-BE49-F238E27FC236}">
                <a16:creationId xmlns:a16="http://schemas.microsoft.com/office/drawing/2014/main" id="{BF97D79D-28E8-4391-B0FB-54B50632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先导出用户 Thread 供设备完成通知使用，再检查是否需要重新准备算法资源。</a:t>
            </a:r>
          </a:p>
        </p:txBody>
      </p:sp>
      <p:sp>
        <p:nvSpPr>
          <p:cNvPr id="3" name="4 / 13">
            <a:extLst xmlns:a="http://schemas.openxmlformats.org/drawingml/2006/main">
              <a:ext uri="{FF2B5EF4-FFF2-40B4-BE49-F238E27FC236}">
                <a16:creationId xmlns:a16="http://schemas.microsoft.com/office/drawing/2014/main" id="{F26FB41E-E83D-43A6-93F1-DF524CD4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4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0D401F-5C89-4A4C-AFBE-35C86DB8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342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绑定用户流">
            <a:extLst xmlns:a="http://schemas.openxmlformats.org/drawingml/2006/main">
              <a:ext uri="{FF2B5EF4-FFF2-40B4-BE49-F238E27FC236}">
                <a16:creationId xmlns:a16="http://schemas.microsoft.com/office/drawing/2014/main" id="{5D07E6BB-8F80-402D-9F15-43A36BB0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327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绑定用户流</a:t>
            </a:r>
          </a:p>
        </p:txBody>
      </p:sp>
      <p:sp>
        <p:nvSpPr>
          <p:cNvPr id="6" name="GetAlgExec 取得 Host 执行器">
            <a:extLst xmlns:a="http://schemas.openxmlformats.org/drawingml/2006/main">
              <a:ext uri="{FF2B5EF4-FFF2-40B4-BE49-F238E27FC236}">
                <a16:creationId xmlns:a16="http://schemas.microsoft.com/office/drawing/2014/main" id="{4242A784-8181-4CDD-AE07-A4624F12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327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GetAlgExec 取得 Host 执行器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BEA45-8A22-4704-A1F9-C336B0A2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0" y="981075"/>
            <a:ext cx="342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查找已准备资源">
            <a:extLst xmlns:a="http://schemas.openxmlformats.org/drawingml/2006/main">
              <a:ext uri="{FF2B5EF4-FFF2-40B4-BE49-F238E27FC236}">
                <a16:creationId xmlns:a16="http://schemas.microsoft.com/office/drawing/2014/main" id="{5DEE01FA-30DA-41A1-AF6E-1DCAD10A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990600"/>
            <a:ext cx="327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查找已准备资源</a:t>
            </a:r>
          </a:p>
        </p:txBody>
      </p:sp>
      <p:sp>
        <p:nvSpPr>
          <p:cNvPr id="9" name="HcclGetAlgRes 组织资源复用判断">
            <a:extLst xmlns:a="http://schemas.openxmlformats.org/drawingml/2006/main">
              <a:ext uri="{FF2B5EF4-FFF2-40B4-BE49-F238E27FC236}">
                <a16:creationId xmlns:a16="http://schemas.microsoft.com/office/drawing/2014/main" id="{5B69E6BC-0462-47D6-9C47-DAD705EF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1295400"/>
            <a:ext cx="327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HcclGetAlgRes 组织资源复用判断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040E7-4AA5-411F-A08B-3B29CD38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24B8D-D192-468A-B96C-22A189BA9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4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9566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954967-F655-40EB-B5E9-4290244B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500" y="981075"/>
            <a:ext cx="3422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缺失才规划与申请">
            <a:extLst xmlns:a="http://schemas.openxmlformats.org/drawingml/2006/main">
              <a:ext uri="{FF2B5EF4-FFF2-40B4-BE49-F238E27FC236}">
                <a16:creationId xmlns:a16="http://schemas.microsoft.com/office/drawing/2014/main" id="{F8A1BFD1-49F7-47BA-91D1-9E85DAA0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990600"/>
            <a:ext cx="327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缺失才规划与申请</a:t>
            </a:r>
          </a:p>
        </p:txBody>
      </p:sp>
      <p:sp>
        <p:nvSpPr>
          <p:cNvPr id="15" name="命中直接复用，未命中展开 P5–7">
            <a:extLst xmlns:a="http://schemas.openxmlformats.org/drawingml/2006/main">
              <a:ext uri="{FF2B5EF4-FFF2-40B4-BE49-F238E27FC236}">
                <a16:creationId xmlns:a16="http://schemas.microsoft.com/office/drawing/2014/main" id="{09B597C0-FF2F-43AA-8101-A1710B6B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1295400"/>
            <a:ext cx="327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命中直接复用，未命中展开 P5–7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FFD6C-EF82-4AE5-BFEE-2FB79C33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EBA92A-5341-4B0C-B7E5-A51E8CDD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0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84174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74BE56-7068-4DFA-8359-302B91D8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4001D5-B7AA-4103-9709-FC90A36B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3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450447-F1D1-48B5-BB63-46CCB2C3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6695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3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45B247BA-1C0E-49AC-8CA6-38C25B4A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30505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3297B4-7CDE-4D5E-8FB2-C340C46D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76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BFC705-480C-4453-8F08-60B2A8E5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276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8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1448753" y="32770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77F3BF-3CE8-4718-958B-D2CCFE45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766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8" name="HCOMM&#10;域资源管理">
            <a:extLst xmlns:a="http://schemas.openxmlformats.org/drawingml/2006/main">
              <a:ext uri="{FF2B5EF4-FFF2-40B4-BE49-F238E27FC236}">
                <a16:creationId xmlns:a16="http://schemas.microsoft.com/office/drawing/2014/main" id="{91E9C1F9-F4A9-4744-A7AE-DFC14D61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9147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域资源管理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7EA2EF-7E8A-4B84-808C-4849AE41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1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32FB95-02F9-4C12-8788-A14FEB45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010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3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1448753" y="50106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69D695-AABE-4E68-85CA-C572FB33B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2625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3" name="资源&#10;产物">
            <a:extLst xmlns:a="http://schemas.openxmlformats.org/drawingml/2006/main">
              <a:ext uri="{FF2B5EF4-FFF2-40B4-BE49-F238E27FC236}">
                <a16:creationId xmlns:a16="http://schemas.microsoft.com/office/drawing/2014/main" id="{39592E2E-AF24-4620-A463-96DBB71C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006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资源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产物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A83224C-05E1-494C-8BCD-02B4B581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3BDAEF-9272-4016-BB2C-70A39B52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8" name="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9D412C-6AF2-41AD-B2F7-F1650D6B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A0535A-0A59-4060-985D-FFA3F33E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1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0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B56205BE-C5F7-43CE-9B59-41D7F0E5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1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007BEECA-522D-4F79-8BC2-F401BC9E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A194E3-C85D-4D3A-9C38-728B077B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71675"/>
            <a:ext cx="32512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3" name="GetAlgExec">
            <a:extLst xmlns:a="http://schemas.openxmlformats.org/drawingml/2006/main">
              <a:ext uri="{FF2B5EF4-FFF2-40B4-BE49-F238E27FC236}">
                <a16:creationId xmlns:a16="http://schemas.microsoft.com/office/drawing/2014/main" id="{38624008-D6E3-4575-818E-9139B2F5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193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GetAlgExec</a:t>
            </a:r>
          </a:p>
        </p:txBody>
      </p:sp>
      <p:sp>
        <p:nvSpPr>
          <p:cNvPr id="44" name="按算法名称取得执行器">
            <a:extLst xmlns:a="http://schemas.openxmlformats.org/drawingml/2006/main">
              <a:ext uri="{FF2B5EF4-FFF2-40B4-BE49-F238E27FC236}">
                <a16:creationId xmlns:a16="http://schemas.microsoft.com/office/drawing/2014/main" id="{86BA84CC-8CAC-4AF0-91D5-F77E2EB5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06943"/>
            <a:ext cx="30988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按算法名称取得执行器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27ED71-F39B-4474-A63C-B40B9A20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29000"/>
            <a:ext cx="325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6" name="HcclThreadAcquireWithStream">
            <a:extLst xmlns:a="http://schemas.openxmlformats.org/drawingml/2006/main">
              <a:ext uri="{FF2B5EF4-FFF2-40B4-BE49-F238E27FC236}">
                <a16:creationId xmlns:a16="http://schemas.microsoft.com/office/drawing/2014/main" id="{F2C4EB58-8FAD-4923-A70F-43FD4233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76625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HcclThreadAcquireWithStream</a:t>
            </a:r>
          </a:p>
        </p:txBody>
      </p:sp>
      <p:sp>
        <p:nvSpPr>
          <p:cNvPr id="47" name="把用户 stream 包装成 CPU_TS Thread">
            <a:extLst xmlns:a="http://schemas.openxmlformats.org/drawingml/2006/main">
              <a:ext uri="{FF2B5EF4-FFF2-40B4-BE49-F238E27FC236}">
                <a16:creationId xmlns:a16="http://schemas.microsoft.com/office/drawing/2014/main" id="{E20B80EF-97FA-49C4-A150-4A80E9A1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64268"/>
            <a:ext cx="30988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把用户 stream 包装成 CPU_TS Thread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2A970A-FC6B-4575-A46A-B6316084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8DFC3C-97B2-4C44-88F1-6439AAE4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3429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" name=""/>
          <p:cNvCxnSpPr>
            <a:stCxn xmlns:a="http://schemas.openxmlformats.org/drawingml/2006/main" id="48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3245327" y="2591753"/>
            <a:ext cx="0" cy="837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E3337F0-145F-4E71-A229-BF669A33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76725"/>
            <a:ext cx="32512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ThreadExportToCommEngine">
            <a:extLst xmlns:a="http://schemas.openxmlformats.org/drawingml/2006/main">
              <a:ext uri="{FF2B5EF4-FFF2-40B4-BE49-F238E27FC236}">
                <a16:creationId xmlns:a16="http://schemas.microsoft.com/office/drawing/2014/main" id="{B04D1AFF-A4B3-42FB-B2BE-4C6DDADA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2435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</a:p>
        </p:txBody>
      </p:sp>
      <p:sp>
        <p:nvSpPr>
          <p:cNvPr id="53" name="用户 Thread：CPU_TS 导出给 AICPU_TS">
            <a:extLst xmlns:a="http://schemas.openxmlformats.org/drawingml/2006/main">
              <a:ext uri="{FF2B5EF4-FFF2-40B4-BE49-F238E27FC236}">
                <a16:creationId xmlns:a16="http://schemas.microsoft.com/office/drawing/2014/main" id="{836F1F13-CF91-4DFF-AAA7-CA789AEC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11993"/>
            <a:ext cx="3098800" cy="3552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 Thread：CPU_TS 导出给 AICPU_TS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E54E141-B06C-4A0E-BEE0-07FF10C4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4095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7F29E2-70ED-4D06-B04A-940254ED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8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3245327" y="4096703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8B58F3E-B75B-4F4E-8432-69722656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1971675"/>
            <a:ext cx="32512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HcclGetAlgRes / GetAlgoMeta">
            <a:extLst xmlns:a="http://schemas.openxmlformats.org/drawingml/2006/main">
              <a:ext uri="{FF2B5EF4-FFF2-40B4-BE49-F238E27FC236}">
                <a16:creationId xmlns:a16="http://schemas.microsoft.com/office/drawing/2014/main" id="{5BF64A6C-D415-484B-8962-32A84953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20193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HcclGetAlgRes / GetAlgoMeta</a:t>
            </a:r>
          </a:p>
        </p:txBody>
      </p:sp>
      <p:sp>
        <p:nvSpPr>
          <p:cNvPr id="59" name="读取算法属性，TryReuseResource 检查复用">
            <a:extLst xmlns:a="http://schemas.openxmlformats.org/drawingml/2006/main">
              <a:ext uri="{FF2B5EF4-FFF2-40B4-BE49-F238E27FC236}">
                <a16:creationId xmlns:a16="http://schemas.microsoft.com/office/drawing/2014/main" id="{ADFC4476-7955-4A6B-91A0-8AE845EE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2206943"/>
            <a:ext cx="30988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读取算法属性，TryReuseResource 检查复用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5CF4F3F-307C-481D-B30F-BCF825D9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450" y="4595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FCC38FC-9916-4C22-AA12-D7C61402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4595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4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871403" y="45962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1236AF6-DCE6-40CB-98A8-77457C1A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4595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6D4846-4715-4813-BB91-00B93F83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22812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7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975702" y="2282191"/>
            <a:ext cx="0" cy="2313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60527C0-A069-4AC0-9D85-6328336D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25" y="22812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E41E03B-1CB1-400D-80DA-DF3A0F90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22812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0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976178" y="22817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1BFA248-66BF-4929-818D-8E47EC4C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3762375"/>
            <a:ext cx="3251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EngineCtxGet">
            <a:extLst xmlns:a="http://schemas.openxmlformats.org/drawingml/2006/main">
              <a:ext uri="{FF2B5EF4-FFF2-40B4-BE49-F238E27FC236}">
                <a16:creationId xmlns:a16="http://schemas.microsoft.com/office/drawing/2014/main" id="{5E80BAC8-0C11-4A75-9651-FFA7B1AD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8100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HcclEngineCtxGet</a:t>
            </a:r>
          </a:p>
        </p:txBody>
      </p:sp>
      <p:sp>
        <p:nvSpPr>
          <p:cNvPr id="71" name="查询此算法已有资源上下文">
            <a:extLst xmlns:a="http://schemas.openxmlformats.org/drawingml/2006/main">
              <a:ext uri="{FF2B5EF4-FFF2-40B4-BE49-F238E27FC236}">
                <a16:creationId xmlns:a16="http://schemas.microsoft.com/office/drawing/2014/main" id="{D5460E22-97D3-47A6-92DF-FF805C48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997643"/>
            <a:ext cx="3098800" cy="4600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查询此算法已有资源上下文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9AB89CD-3D2C-4F00-983E-2431AC62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699C655-ADEC-4C30-A4F3-C8E99D74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62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6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6706077" y="2591753"/>
            <a:ext cx="0" cy="1170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C26EC03-8B55-40FB-8B7A-C4FAA9E8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1914525"/>
            <a:ext cx="32512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CalcAlgHierarchyInfoV2 / CalcRes">
            <a:extLst xmlns:a="http://schemas.openxmlformats.org/drawingml/2006/main">
              <a:ext uri="{FF2B5EF4-FFF2-40B4-BE49-F238E27FC236}">
                <a16:creationId xmlns:a16="http://schemas.microsoft.com/office/drawing/2014/main" id="{26138966-C901-440B-8EAD-8D68E7E7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196215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CalcAlgHierarchyInfoV2 / CalcRes</a:t>
            </a:r>
          </a:p>
        </p:txBody>
      </p:sp>
      <p:sp>
        <p:nvSpPr>
          <p:cNvPr id="77" name="按拓扑分组，计算 Thread / Channel 需求">
            <a:extLst xmlns:a="http://schemas.openxmlformats.org/drawingml/2006/main">
              <a:ext uri="{FF2B5EF4-FFF2-40B4-BE49-F238E27FC236}">
                <a16:creationId xmlns:a16="http://schemas.microsoft.com/office/drawing/2014/main" id="{CB65C47D-8302-45E4-B52D-87673B34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2149793"/>
            <a:ext cx="3098800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按拓扑分组，计算 Thread / Channel 需求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BB02239-4D4F-4EA6-A076-28D599C5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42914EA-AA14-4E22-AAB0-9983C5CD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2" name=""/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8332153" y="4134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6060D10-300D-497A-BEF5-2158CED8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43DB59C-CD41-4136-88E1-66AFB34D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5" name=""/>
          <p:cNvCxnSpPr>
            <a:stCxn xmlns:a="http://schemas.openxmlformats.org/drawingml/2006/main" id="81" idx="0"/>
            <a:endCxn xmlns:a="http://schemas.openxmlformats.org/drawingml/2006/main" id="82" idx="2"/>
          </p:cNvCxnSpPr>
          <p:nvPr/>
        </p:nvCxnSpPr>
        <p:spPr>
          <a:xfrm xmlns:a="http://schemas.openxmlformats.org/drawingml/2006/main" flipV="1">
            <a:off x="8436452" y="2225041"/>
            <a:ext cx="0" cy="1908809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ABDABB8-88BF-469D-B88E-0DC4217B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94CD963-4043-4E23-8034-EA2A907A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22240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8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8436928" y="22245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D608878-6FC7-42F4-A825-D7D96B4C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14700"/>
            <a:ext cx="7715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88" name="未命中">
            <a:extLst xmlns:a="http://schemas.openxmlformats.org/drawingml/2006/main">
              <a:ext uri="{FF2B5EF4-FFF2-40B4-BE49-F238E27FC236}">
                <a16:creationId xmlns:a16="http://schemas.microsoft.com/office/drawing/2014/main" id="{E4DF0E6B-3C9A-40CF-AA77-0D0A6CC9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14700"/>
            <a:ext cx="7334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未命中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7DB7F71-12BF-4E2A-98EB-7C572CF7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2695575"/>
            <a:ext cx="325120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0" name="GetAlgResAICPU">
            <a:extLst xmlns:a="http://schemas.openxmlformats.org/drawingml/2006/main">
              <a:ext uri="{FF2B5EF4-FFF2-40B4-BE49-F238E27FC236}">
                <a16:creationId xmlns:a16="http://schemas.microsoft.com/office/drawing/2014/main" id="{5E5CAF66-E1FA-4659-B29E-6D85729F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2743200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GetAlgResAICPU</a:t>
            </a:r>
          </a:p>
        </p:txBody>
      </p:sp>
      <p:sp>
        <p:nvSpPr>
          <p:cNvPr id="91" name="申请所缺资源，展开 P5–7">
            <a:extLst xmlns:a="http://schemas.openxmlformats.org/drawingml/2006/main">
              <a:ext uri="{FF2B5EF4-FFF2-40B4-BE49-F238E27FC236}">
                <a16:creationId xmlns:a16="http://schemas.microsoft.com/office/drawing/2014/main" id="{D995BABC-AC89-4987-9F4B-1A07EE5F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2902268"/>
            <a:ext cx="3098800" cy="250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申请所缺资源，展开 P5–7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E75386D-D689-49B9-AF33-E61260C8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533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B6785D9-69EE-4153-B845-28341E5B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695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6" name=""/>
          <p:cNvCxnSpPr>
            <a:stCxn xmlns:a="http://schemas.openxmlformats.org/drawingml/2006/main" id="92" idx="2"/>
            <a:endCxn xmlns:a="http://schemas.openxmlformats.org/drawingml/2006/main" id="93" idx="0"/>
          </p:cNvCxnSpPr>
          <p:nvPr/>
        </p:nvCxnSpPr>
        <p:spPr>
          <a:xfrm xmlns:a="http://schemas.openxmlformats.org/drawingml/2006/main">
            <a:off x="10166827" y="2534603"/>
            <a:ext cx="0" cy="1609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F5ED187-272C-4629-9EB5-C2C281B0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5200650"/>
            <a:ext cx="325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6" name="可用算法资源">
            <a:extLst xmlns:a="http://schemas.openxmlformats.org/drawingml/2006/main">
              <a:ext uri="{FF2B5EF4-FFF2-40B4-BE49-F238E27FC236}">
                <a16:creationId xmlns:a16="http://schemas.microsoft.com/office/drawing/2014/main" id="{EA35E6A8-D566-4AEE-B63D-D4C4DA49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5248275"/>
            <a:ext cx="30988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可用算法资源</a:t>
            </a:r>
          </a:p>
        </p:txBody>
      </p:sp>
      <p:sp>
        <p:nvSpPr>
          <p:cNvPr id="97" name="设备 Thread、CCL、Channel 与地址描述">
            <a:extLst xmlns:a="http://schemas.openxmlformats.org/drawingml/2006/main">
              <a:ext uri="{FF2B5EF4-FFF2-40B4-BE49-F238E27FC236}">
                <a16:creationId xmlns:a16="http://schemas.microsoft.com/office/drawing/2014/main" id="{BA7E2814-B354-4CEF-A103-206FF84B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5435918"/>
            <a:ext cx="3098800" cy="3838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设备 Thread、CCL、Channel 与地址描述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1E2F398-48B8-4C68-9FC7-1B640090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3200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2F61C16-0A6C-48FC-858D-2BF09BB0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5200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2" name=""/>
          <p:cNvCxnSpPr>
            <a:stCxn xmlns:a="http://schemas.openxmlformats.org/drawingml/2006/main" id="98" idx="2"/>
            <a:endCxn xmlns:a="http://schemas.openxmlformats.org/drawingml/2006/main" id="99" idx="0"/>
          </p:cNvCxnSpPr>
          <p:nvPr/>
        </p:nvCxnSpPr>
        <p:spPr>
          <a:xfrm xmlns:a="http://schemas.openxmlformats.org/drawingml/2006/main">
            <a:off x="10166827" y="3201353"/>
            <a:ext cx="0" cy="1999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576518E-E591-4FD8-9C37-5A0520FA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408F02E-F6A5-4218-9C23-8C9636F8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5" name=""/>
          <p:cNvCxnSpPr>
            <a:stCxn xmlns:a="http://schemas.openxmlformats.org/drawingml/2006/main" id="101" idx="3"/>
            <a:endCxn xmlns:a="http://schemas.openxmlformats.org/drawingml/2006/main" id="102" idx="1"/>
          </p:cNvCxnSpPr>
          <p:nvPr/>
        </p:nvCxnSpPr>
        <p:spPr>
          <a:xfrm xmlns:a="http://schemas.openxmlformats.org/drawingml/2006/main">
            <a:off x="8332153" y="4134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4E9AA1A-F6E9-43F3-8BF4-06A9ACBE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A975472-F1D7-4D7C-B4CA-CD9B05CC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553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8" name=""/>
          <p:cNvCxnSpPr>
            <a:stCxn xmlns:a="http://schemas.openxmlformats.org/drawingml/2006/main" id="104" idx="2"/>
            <a:endCxn xmlns:a="http://schemas.openxmlformats.org/drawingml/2006/main" id="105" idx="0"/>
          </p:cNvCxnSpPr>
          <p:nvPr/>
        </p:nvCxnSpPr>
        <p:spPr>
          <a:xfrm xmlns:a="http://schemas.openxmlformats.org/drawingml/2006/main">
            <a:off x="8436452" y="4134803"/>
            <a:ext cx="0" cy="13992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DEFF37E-FDF9-41B1-BB9C-24F7AC7A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975" y="553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0262409-4DFD-4C6D-8AD5-425DC42F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553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1" name=""/>
          <p:cNvCxnSpPr>
            <a:stCxn xmlns:a="http://schemas.openxmlformats.org/drawingml/2006/main" id="107" idx="3"/>
            <a:endCxn xmlns:a="http://schemas.openxmlformats.org/drawingml/2006/main" id="108" idx="1"/>
          </p:cNvCxnSpPr>
          <p:nvPr/>
        </p:nvCxnSpPr>
        <p:spPr>
          <a:xfrm xmlns:a="http://schemas.openxmlformats.org/drawingml/2006/main">
            <a:off x="8436928" y="55345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12984F8-4340-4F2B-A01A-68B8CB51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867275"/>
            <a:ext cx="134302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11" name="命中：复用">
            <a:extLst xmlns:a="http://schemas.openxmlformats.org/drawingml/2006/main">
              <a:ext uri="{FF2B5EF4-FFF2-40B4-BE49-F238E27FC236}">
                <a16:creationId xmlns:a16="http://schemas.microsoft.com/office/drawing/2014/main" id="{4FE62FEA-A7F7-4F34-935F-668768B9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67275"/>
            <a:ext cx="13049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命中：复用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192BA5A-E7F2-4FA5-ACEC-8B5589B0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3" name="资源复用跳过相应创建，不跳过后续数据通信。Thread 是通信任务队列句柄，不等同于 OS 线程。">
            <a:extLst xmlns:a="http://schemas.openxmlformats.org/drawingml/2006/main">
              <a:ext uri="{FF2B5EF4-FFF2-40B4-BE49-F238E27FC236}">
                <a16:creationId xmlns:a16="http://schemas.microsoft.com/office/drawing/2014/main" id="{5A9EAAA9-6836-4B92-9FDC-12AB2E3B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资源复用跳过相应创建，不跳过后续数据通信。Thread 是通信任务队列句柄，不等同于 OS 线程。</a:t>
            </a:r>
          </a:p>
        </p:txBody>
      </p:sp>
    </p:spTree>
    <p:extLst>
      <p:ext uri="{BB962C8B-B14F-4D97-AF65-F5344CB8AC3E}">
        <p14:creationId xmlns:p14="http://schemas.microsoft.com/office/powerpoint/2010/main" val="16548338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CCL、设备 Thread 与 Peer 通道申请">
            <a:extLst xmlns:a="http://schemas.openxmlformats.org/drawingml/2006/main">
              <a:ext uri="{FF2B5EF4-FFF2-40B4-BE49-F238E27FC236}">
                <a16:creationId xmlns:a16="http://schemas.microsoft.com/office/drawing/2014/main" id="{B700D031-7E41-4DC4-8C28-A1D02F4B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CCL、设备 Thread 与 Peer 通道申请</a:t>
            </a:r>
          </a:p>
        </p:txBody>
      </p:sp>
      <p:sp>
        <p:nvSpPr>
          <p:cNvPr id="2" name="HCCL 组织资源请求，HCOMM 返回句柄和地址。Thread 获取接口按能力二选一。">
            <a:extLst xmlns:a="http://schemas.openxmlformats.org/drawingml/2006/main">
              <a:ext uri="{FF2B5EF4-FFF2-40B4-BE49-F238E27FC236}">
                <a16:creationId xmlns:a16="http://schemas.microsoft.com/office/drawing/2014/main" id="{5D1E96AD-B9B9-4C29-9457-05935C18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组织资源请求，HCOMM 返回句柄和地址。Thread 获取接口按能力二选一。</a:t>
            </a:r>
          </a:p>
        </p:txBody>
      </p:sp>
      <p:sp>
        <p:nvSpPr>
          <p:cNvPr id="3" name="5 / 13">
            <a:extLst xmlns:a="http://schemas.openxmlformats.org/drawingml/2006/main">
              <a:ext uri="{FF2B5EF4-FFF2-40B4-BE49-F238E27FC236}">
                <a16:creationId xmlns:a16="http://schemas.microsoft.com/office/drawing/2014/main" id="{5D820523-67F0-42FF-8887-469F10B9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5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93FC9-9845-4342-AED6-75347AB3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取得本地缓冲">
            <a:extLst xmlns:a="http://schemas.openxmlformats.org/drawingml/2006/main">
              <a:ext uri="{FF2B5EF4-FFF2-40B4-BE49-F238E27FC236}">
                <a16:creationId xmlns:a16="http://schemas.microsoft.com/office/drawing/2014/main" id="{2073D458-E43D-4CFB-9477-1A248C50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取得本地缓冲</a:t>
            </a:r>
          </a:p>
        </p:txBody>
      </p:sp>
      <p:sp>
        <p:nvSpPr>
          <p:cNvPr id="6" name="HcclAllocAlgResourceAICPU">
            <a:extLst xmlns:a="http://schemas.openxmlformats.org/drawingml/2006/main">
              <a:ext uri="{FF2B5EF4-FFF2-40B4-BE49-F238E27FC236}">
                <a16:creationId xmlns:a16="http://schemas.microsoft.com/office/drawing/2014/main" id="{B06E1E10-67C6-44BE-867D-096A94EF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FB8C7-C2B8-4EBB-8C18-5B6F11BA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取得设备 Thread">
            <a:extLst xmlns:a="http://schemas.openxmlformats.org/drawingml/2006/main">
              <a:ext uri="{FF2B5EF4-FFF2-40B4-BE49-F238E27FC236}">
                <a16:creationId xmlns:a16="http://schemas.microsoft.com/office/drawing/2014/main" id="{171269E8-8A0D-44C4-8A9F-24D11F66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取得设备 Thread</a:t>
            </a:r>
          </a:p>
        </p:txBody>
      </p:sp>
      <p:sp>
        <p:nvSpPr>
          <p:cNvPr id="9" name="主从 Thread 与通知槽配置">
            <a:extLst xmlns:a="http://schemas.openxmlformats.org/drawingml/2006/main">
              <a:ext uri="{FF2B5EF4-FFF2-40B4-BE49-F238E27FC236}">
                <a16:creationId xmlns:a16="http://schemas.microsoft.com/office/drawing/2014/main" id="{971EC80E-04F0-4682-83AF-B102450C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主从 Thread 与通知槽配置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5C5344-936F-4433-98F7-65A3F625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49DA8-93F9-4646-9299-61A02CFC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4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21640-E366-4083-A9C5-49FD771E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取得 Peer 通道">
            <a:extLst xmlns:a="http://schemas.openxmlformats.org/drawingml/2006/main">
              <a:ext uri="{FF2B5EF4-FFF2-40B4-BE49-F238E27FC236}">
                <a16:creationId xmlns:a16="http://schemas.microsoft.com/office/drawing/2014/main" id="{6C354658-87B5-4876-8EAC-8B0F2F8C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 Peer 通道</a:t>
            </a:r>
          </a:p>
        </p:txBody>
      </p:sp>
      <p:sp>
        <p:nvSpPr>
          <p:cNvPr id="15" name="按 Peer、协议、端点描述申请">
            <a:extLst xmlns:a="http://schemas.openxmlformats.org/drawingml/2006/main">
              <a:ext uri="{FF2B5EF4-FFF2-40B4-BE49-F238E27FC236}">
                <a16:creationId xmlns:a16="http://schemas.microsoft.com/office/drawing/2014/main" id="{5D78E1DF-D4CD-4692-A0F7-6EE22206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 Peer、协议、端点描述申请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B3D20E-5EB1-4DC8-8B68-67840765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D1E477-A917-48B1-B076-97311E12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0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3F8373-7C5B-412B-B3B6-17E65AF81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准备设备描述">
            <a:extLst xmlns:a="http://schemas.openxmlformats.org/drawingml/2006/main">
              <a:ext uri="{FF2B5EF4-FFF2-40B4-BE49-F238E27FC236}">
                <a16:creationId xmlns:a16="http://schemas.microsoft.com/office/drawing/2014/main" id="{7B68F7DF-C289-4A23-87F7-412D3640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准备设备描述</a:t>
            </a:r>
          </a:p>
        </p:txBody>
      </p:sp>
      <p:sp>
        <p:nvSpPr>
          <p:cNvPr id="21" name="拿到资源后进入上下文交付">
            <a:extLst xmlns:a="http://schemas.openxmlformats.org/drawingml/2006/main">
              <a:ext uri="{FF2B5EF4-FFF2-40B4-BE49-F238E27FC236}">
                <a16:creationId xmlns:a16="http://schemas.microsoft.com/office/drawing/2014/main" id="{585E8B1F-4E78-4587-A9CD-C5296166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拿到资源后进入上下文交付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04AA55-FF0F-4BA2-862C-F2EDEEFF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79BCA9-73BA-45D1-AD57-93993B3F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6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8775C0-D39C-441A-BF42-C7D4C864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60797B-ED41-4425-AC68-42823A4B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9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98AD3D-EBE0-40F9-A7CC-267080C5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574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244C914D-7A74-42C0-AEB0-85672D1C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955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D810DD-AA03-46F0-BE9C-991625B3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57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95F151-A014-418D-9669-FF4A05F2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857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4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8579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00EC39-1BC7-4CC2-8BA0-2D0A2010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7290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A975D263-6EC2-46FA-9C7C-3E182783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7671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22AF22-10E9-42B7-B175-4A370436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3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35161A-A563-49E2-A152-8740A2FE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33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9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51344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5F76DE-72FD-43AB-9950-A921DE74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244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资源&#10;产物">
            <a:extLst xmlns:a="http://schemas.openxmlformats.org/drawingml/2006/main">
              <a:ext uri="{FF2B5EF4-FFF2-40B4-BE49-F238E27FC236}">
                <a16:creationId xmlns:a16="http://schemas.microsoft.com/office/drawing/2014/main" id="{6D743DFF-A507-4E52-A242-DC68AFC0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625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资源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产物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44A255-8F19-4FD2-BD00-EBAEABD1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F6F7F95-BDEF-4493-B5B3-A2973D63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4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36732B-4400-4F11-8E43-CC852AF8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E0CD7F-B936-4E49-8959-8783F4CE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7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8CC1C758-B574-4564-BE09-8A8B9BCB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0BFC15C3-D599-452B-9F2A-270A2AED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4FD2BA-E82A-4E56-A829-A6F077C4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clAllocAlgResourceAICPU">
            <a:extLst xmlns:a="http://schemas.openxmlformats.org/drawingml/2006/main">
              <a:ext uri="{FF2B5EF4-FFF2-40B4-BE49-F238E27FC236}">
                <a16:creationId xmlns:a16="http://schemas.microsoft.com/office/drawing/2014/main" id="{8DC0B6A6-D61F-4647-BCB0-12F28CC8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716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HcclAllocAlgResourceAICPU</a:t>
            </a:r>
          </a:p>
        </p:txBody>
      </p:sp>
      <p:sp>
        <p:nvSpPr>
          <p:cNvPr id="50" name="执行 AICPU 资源申请">
            <a:extLst xmlns:a="http://schemas.openxmlformats.org/drawingml/2006/main">
              <a:ext uri="{FF2B5EF4-FFF2-40B4-BE49-F238E27FC236}">
                <a16:creationId xmlns:a16="http://schemas.microsoft.com/office/drawing/2014/main" id="{E9AE0F95-FB56-4F7E-9871-BFBEDB95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5931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 AICPU 资源申请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B6D83C1-ED40-4F93-B6C4-374E934D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2386013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clGetHcclBuffer">
            <a:extLst xmlns:a="http://schemas.openxmlformats.org/drawingml/2006/main">
              <a:ext uri="{FF2B5EF4-FFF2-40B4-BE49-F238E27FC236}">
                <a16:creationId xmlns:a16="http://schemas.microsoft.com/office/drawing/2014/main" id="{AC08D9AB-A8F9-47B7-8C57-C720FBC4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19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HcclGetHcclBuffer</a:t>
            </a:r>
          </a:p>
        </p:txBody>
      </p:sp>
      <p:sp>
        <p:nvSpPr>
          <p:cNvPr id="53" name="内存管理：本地 CCL 地址、容量">
            <a:extLst xmlns:a="http://schemas.openxmlformats.org/drawingml/2006/main">
              <a:ext uri="{FF2B5EF4-FFF2-40B4-BE49-F238E27FC236}">
                <a16:creationId xmlns:a16="http://schemas.microsoft.com/office/drawing/2014/main" id="{7347BFC0-81B8-4B66-BD0E-8259C963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07118"/>
            <a:ext cx="2233613" cy="488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内存管理：本地 CCL 地址、容量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9D1D2F5-96D3-4A85-9DE5-78028172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4FB0292-2C8C-4203-B8DA-CBAA6D65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371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8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687003"/>
            <a:ext cx="0" cy="6848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33364C6-531A-4D81-BD78-76DAFB45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HcclGetThread /&#10;HcclGetAicpuThread">
            <a:extLst xmlns:a="http://schemas.openxmlformats.org/drawingml/2006/main">
              <a:ext uri="{FF2B5EF4-FFF2-40B4-BE49-F238E27FC236}">
                <a16:creationId xmlns:a16="http://schemas.microsoft.com/office/drawing/2014/main" id="{36937E40-EBA7-48B8-9A25-824E0D74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71675"/>
            <a:ext cx="2233613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HcclGetThread /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HcclGetAicpuThread</a:t>
            </a:r>
          </a:p>
        </p:txBody>
      </p:sp>
      <p:sp>
        <p:nvSpPr>
          <p:cNvPr id="59" name="组织设备主从队列获取">
            <a:extLst xmlns:a="http://schemas.openxmlformats.org/drawingml/2006/main">
              <a:ext uri="{FF2B5EF4-FFF2-40B4-BE49-F238E27FC236}">
                <a16:creationId xmlns:a16="http://schemas.microsoft.com/office/drawing/2014/main" id="{23FCBDAE-5FD6-4D81-BA09-2C8901D2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299335"/>
            <a:ext cx="2233613" cy="339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组织设备主从队列获取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9EABF54-F5ED-4A11-86A3-66C4569A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7DD1AD-C4B8-4BF9-94C7-0BC973AF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4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006216" y="3758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F9C3681-29D4-45DB-83E8-40B637B6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6C10525-A0DD-4758-AAED-D8A5477A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7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110515" y="2306003"/>
            <a:ext cx="0" cy="14516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8BC39E3-CF4F-4343-9434-9D8E96D3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2948FB9-CC0B-4111-8E2A-79F50F84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0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110991" y="2305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6F36163-A862-4E4A-ADD9-0EB77827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095625"/>
            <a:ext cx="2386013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clThreadAcquireWithConfig">
            <a:extLst xmlns:a="http://schemas.openxmlformats.org/drawingml/2006/main">
              <a:ext uri="{FF2B5EF4-FFF2-40B4-BE49-F238E27FC236}">
                <a16:creationId xmlns:a16="http://schemas.microsoft.com/office/drawing/2014/main" id="{6145B018-4E49-40C0-AC3F-8D7AEDCF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1432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HcclThreadAcquireWithConfig</a:t>
            </a:r>
          </a:p>
        </p:txBody>
      </p:sp>
      <p:sp>
        <p:nvSpPr>
          <p:cNvPr id="71" name="支持时：按各 Thread 的配置获取">
            <a:extLst xmlns:a="http://schemas.openxmlformats.org/drawingml/2006/main">
              <a:ext uri="{FF2B5EF4-FFF2-40B4-BE49-F238E27FC236}">
                <a16:creationId xmlns:a16="http://schemas.microsoft.com/office/drawing/2014/main" id="{71CBCEFC-67CB-4C03-B871-9B73994D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330893"/>
            <a:ext cx="2233613" cy="507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支持时：按各 Thread 的配置获取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D3BABDC-0208-489E-9D6B-EA0E20CB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257675"/>
            <a:ext cx="238601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3" name="HcclThreadAcquire">
            <a:extLst xmlns:a="http://schemas.openxmlformats.org/drawingml/2006/main">
              <a:ext uri="{FF2B5EF4-FFF2-40B4-BE49-F238E27FC236}">
                <a16:creationId xmlns:a16="http://schemas.microsoft.com/office/drawing/2014/main" id="{446F49DE-D069-4142-A8C8-7208EC38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3053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HcclThreadAcquire</a:t>
            </a:r>
          </a:p>
        </p:txBody>
      </p:sp>
      <p:sp>
        <p:nvSpPr>
          <p:cNvPr id="74" name="兼容能力：按统一通知数量获取">
            <a:extLst xmlns:a="http://schemas.openxmlformats.org/drawingml/2006/main">
              <a:ext uri="{FF2B5EF4-FFF2-40B4-BE49-F238E27FC236}">
                <a16:creationId xmlns:a16="http://schemas.microsoft.com/office/drawing/2014/main" id="{E8E02D52-3EB7-482E-BDE8-3B2128BA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492943"/>
            <a:ext cx="2233613" cy="42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兼容能力：按统一通知数量获取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E27D804-62EA-4B8C-A932-A2C77CC2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283C882-EF06-4726-BFC0-591E5EC7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095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9" name=""/>
          <p:cNvCxnSpPr>
            <a:stCxn xmlns:a="http://schemas.openxmlformats.org/drawingml/2006/main" id="75" idx="2"/>
            <a:endCxn xmlns:a="http://schemas.openxmlformats.org/drawingml/2006/main" id="76" idx="0"/>
          </p:cNvCxnSpPr>
          <p:nvPr/>
        </p:nvCxnSpPr>
        <p:spPr>
          <a:xfrm xmlns:a="http://schemas.openxmlformats.org/drawingml/2006/main">
            <a:off x="5408296" y="2687003"/>
            <a:ext cx="0" cy="408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A0C1B8B-26EA-448F-A1BD-993D7821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4E2D6AF-EC4A-4DD5-BCA7-859E318E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2" name=""/>
          <p:cNvCxnSpPr>
            <a:stCxn xmlns:a="http://schemas.openxmlformats.org/drawingml/2006/main" id="78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5408296" y="2687003"/>
            <a:ext cx="0" cy="2562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EF25671-C951-43B7-B771-3FE3C58C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6A8C1A5-F009-42FC-9FB5-17F4D773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5" name=""/>
          <p:cNvCxnSpPr>
            <a:stCxn xmlns:a="http://schemas.openxmlformats.org/drawingml/2006/main" id="81" idx="1"/>
            <a:endCxn xmlns:a="http://schemas.openxmlformats.org/drawingml/2006/main" id="82" idx="3"/>
          </p:cNvCxnSpPr>
          <p:nvPr/>
        </p:nvCxnSpPr>
        <p:spPr>
          <a:xfrm xmlns:a="http://schemas.openxmlformats.org/drawingml/2006/main" flipH="1">
            <a:off x="4163378" y="2943702"/>
            <a:ext cx="1244441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94DE925-06BB-47CF-B3B1-57DA40DA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943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D09F5F1-C2E9-4AFF-894E-FB65B41E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8" name=""/>
          <p:cNvCxnSpPr>
            <a:stCxn xmlns:a="http://schemas.openxmlformats.org/drawingml/2006/main" id="84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>
            <a:off x="4162902" y="2944178"/>
            <a:ext cx="0" cy="16659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AD15B72-0D22-4B59-A7C1-3894E99C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EF23C2C-AC4E-4607-973F-E76596C0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1" name=""/>
          <p:cNvCxnSpPr>
            <a:stCxn xmlns:a="http://schemas.openxmlformats.org/drawingml/2006/main" id="87" idx="3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4163378" y="4610577"/>
            <a:ext cx="51435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0" name="二选一，非重复申请">
            <a:extLst xmlns:a="http://schemas.openxmlformats.org/drawingml/2006/main">
              <a:ext uri="{FF2B5EF4-FFF2-40B4-BE49-F238E27FC236}">
                <a16:creationId xmlns:a16="http://schemas.microsoft.com/office/drawing/2014/main" id="{F4BEABF7-6EE1-4405-9A8E-165B3950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962400"/>
            <a:ext cx="2386013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二选一，非重复申请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0631B65-3F2E-443F-A7EB-923B4B60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2" name="HcclGetChannel">
            <a:extLst xmlns:a="http://schemas.openxmlformats.org/drawingml/2006/main">
              <a:ext uri="{FF2B5EF4-FFF2-40B4-BE49-F238E27FC236}">
                <a16:creationId xmlns:a16="http://schemas.microsoft.com/office/drawing/2014/main" id="{ED6D10BD-E37D-46AE-9C88-F51828FB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9716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HcclGetChannel</a:t>
            </a:r>
          </a:p>
        </p:txBody>
      </p:sp>
      <p:sp>
        <p:nvSpPr>
          <p:cNvPr id="93" name="组织 Peer 通道请求">
            <a:extLst xmlns:a="http://schemas.openxmlformats.org/drawingml/2006/main">
              <a:ext uri="{FF2B5EF4-FFF2-40B4-BE49-F238E27FC236}">
                <a16:creationId xmlns:a16="http://schemas.microsoft.com/office/drawing/2014/main" id="{B6194604-73FF-470C-B3BC-04192238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15931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 Peer 通道请求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0A20F0F-565E-4C64-9246-CAB86224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4909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5EF17C4-1EEE-4917-89AD-AFBB1CAC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909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8" name=""/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>
            <a:off x="6601778" y="34913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42325BF-8B11-4976-A544-B39E62FD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909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B0DFCE5-BAA4-41D8-B288-4531CCE5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1" name=""/>
          <p:cNvCxnSpPr>
            <a:stCxn xmlns:a="http://schemas.openxmlformats.org/drawingml/2006/main" id="97" idx="0"/>
            <a:endCxn xmlns:a="http://schemas.openxmlformats.org/drawingml/2006/main" id="98" idx="2"/>
          </p:cNvCxnSpPr>
          <p:nvPr/>
        </p:nvCxnSpPr>
        <p:spPr>
          <a:xfrm xmlns:a="http://schemas.openxmlformats.org/drawingml/2006/main" flipV="1">
            <a:off x="6706077" y="2306003"/>
            <a:ext cx="0" cy="11849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BBFF4B9-79C1-44DE-B8D4-B7417733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78F44F9-196D-4A69-9D2E-DB8CA856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4" name=""/>
          <p:cNvCxnSpPr>
            <a:stCxn xmlns:a="http://schemas.openxmlformats.org/drawingml/2006/main" id="100" idx="3"/>
            <a:endCxn xmlns:a="http://schemas.openxmlformats.org/drawingml/2006/main" id="101" idx="1"/>
          </p:cNvCxnSpPr>
          <p:nvPr/>
        </p:nvCxnSpPr>
        <p:spPr>
          <a:xfrm xmlns:a="http://schemas.openxmlformats.org/drawingml/2006/main">
            <a:off x="6706553" y="2305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7F70D90-8051-40B9-BD43-95687001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84A27CE-1A2F-4F6E-AF26-1610AA27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7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6601778" y="46105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2C0BE83-FD63-4103-8D26-FD6631DC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A1DAD8C-A5FB-4DB8-8953-0024D59F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0" name=""/>
          <p:cNvCxnSpPr>
            <a:stCxn xmlns:a="http://schemas.openxmlformats.org/drawingml/2006/main" id="106" idx="0"/>
            <a:endCxn xmlns:a="http://schemas.openxmlformats.org/drawingml/2006/main" id="107" idx="2"/>
          </p:cNvCxnSpPr>
          <p:nvPr/>
        </p:nvCxnSpPr>
        <p:spPr>
          <a:xfrm xmlns:a="http://schemas.openxmlformats.org/drawingml/2006/main" flipV="1">
            <a:off x="6706077" y="2306003"/>
            <a:ext cx="0" cy="23040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9735F92-1FEA-4142-8F89-08AA2A36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9196497-F0B0-4EDE-90AB-4DBE59E3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3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6706553" y="2305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001850B-B63F-429A-8BCE-093C6560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71850"/>
            <a:ext cx="2386013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3" name="HcclChannelAcquire">
            <a:extLst xmlns:a="http://schemas.openxmlformats.org/drawingml/2006/main">
              <a:ext uri="{FF2B5EF4-FFF2-40B4-BE49-F238E27FC236}">
                <a16:creationId xmlns:a16="http://schemas.microsoft.com/office/drawing/2014/main" id="{07E06BFE-1DE7-40C8-A83A-4A37E0F2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419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114" name="域资源管理：未命中则建链（P6）">
            <a:extLst xmlns:a="http://schemas.openxmlformats.org/drawingml/2006/main">
              <a:ext uri="{FF2B5EF4-FFF2-40B4-BE49-F238E27FC236}">
                <a16:creationId xmlns:a16="http://schemas.microsoft.com/office/drawing/2014/main" id="{F3A5D1D0-4372-47E7-B559-1663CFB0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607118"/>
            <a:ext cx="2233613" cy="4886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域资源管理：未命中则建链（P6）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944D6B1-804D-42E8-A323-0FCC0A8D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2686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D0DD7C4-7F27-4B43-80EA-A0492B12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371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9" name=""/>
          <p:cNvCxnSpPr>
            <a:stCxn xmlns:a="http://schemas.openxmlformats.org/drawingml/2006/main" id="115" idx="2"/>
            <a:endCxn xmlns:a="http://schemas.openxmlformats.org/drawingml/2006/main" id="116" idx="0"/>
          </p:cNvCxnSpPr>
          <p:nvPr/>
        </p:nvCxnSpPr>
        <p:spPr>
          <a:xfrm xmlns:a="http://schemas.openxmlformats.org/drawingml/2006/main">
            <a:off x="8003858" y="2687003"/>
            <a:ext cx="0" cy="6848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F5D7E9E-A9E9-4868-9ACF-1ED155C5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240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9" name="BuildChannelInfo">
            <a:extLst xmlns:a="http://schemas.openxmlformats.org/drawingml/2006/main">
              <a:ext uri="{FF2B5EF4-FFF2-40B4-BE49-F238E27FC236}">
                <a16:creationId xmlns:a16="http://schemas.microsoft.com/office/drawing/2014/main" id="{E83906F1-D067-4130-A58F-E22C3016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19716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BuildChannelInfo</a:t>
            </a:r>
          </a:p>
        </p:txBody>
      </p:sp>
      <p:sp>
        <p:nvSpPr>
          <p:cNvPr id="120" name="补齐通道、端点、远端内存说明">
            <a:extLst xmlns:a="http://schemas.openxmlformats.org/drawingml/2006/main">
              <a:ext uri="{FF2B5EF4-FFF2-40B4-BE49-F238E27FC236}">
                <a16:creationId xmlns:a16="http://schemas.microsoft.com/office/drawing/2014/main" id="{2214418A-0C0F-4131-8A19-D828513B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5931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补齐通道、端点、远端内存说明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A631A25-725E-4656-8C41-EED67D12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3F0EC99-1E32-4BF9-9CE2-403CD141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5" name=""/>
          <p:cNvCxnSpPr>
            <a:stCxn xmlns:a="http://schemas.openxmlformats.org/drawingml/2006/main" id="121" idx="3"/>
            <a:endCxn xmlns:a="http://schemas.openxmlformats.org/drawingml/2006/main" id="122" idx="1"/>
          </p:cNvCxnSpPr>
          <p:nvPr/>
        </p:nvCxnSpPr>
        <p:spPr>
          <a:xfrm xmlns:a="http://schemas.openxmlformats.org/drawingml/2006/main">
            <a:off x="9197341" y="37580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7D18D9C-D601-4C2C-8457-1C5F8013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3757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0C3AE72-2A71-4E4D-9D97-1ECA0245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8" name=""/>
          <p:cNvCxnSpPr>
            <a:stCxn xmlns:a="http://schemas.openxmlformats.org/drawingml/2006/main" id="124" idx="0"/>
            <a:endCxn xmlns:a="http://schemas.openxmlformats.org/drawingml/2006/main" id="125" idx="2"/>
          </p:cNvCxnSpPr>
          <p:nvPr/>
        </p:nvCxnSpPr>
        <p:spPr>
          <a:xfrm xmlns:a="http://schemas.openxmlformats.org/drawingml/2006/main" flipV="1">
            <a:off x="9301640" y="2306003"/>
            <a:ext cx="0" cy="14516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293A319-BD81-44B7-A643-A8A99E9C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037B5D3A-A106-45EE-A2A3-E373852A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305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1" name=""/>
          <p:cNvCxnSpPr>
            <a:stCxn xmlns:a="http://schemas.openxmlformats.org/drawingml/2006/main" id="127" idx="3"/>
            <a:endCxn xmlns:a="http://schemas.openxmlformats.org/drawingml/2006/main" id="128" idx="1"/>
          </p:cNvCxnSpPr>
          <p:nvPr/>
        </p:nvCxnSpPr>
        <p:spPr>
          <a:xfrm xmlns:a="http://schemas.openxmlformats.org/drawingml/2006/main">
            <a:off x="9302116" y="2305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790D9C0-E89F-4B3B-8C21-47DB6773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1" name="本地 CCL">
            <a:extLst xmlns:a="http://schemas.openxmlformats.org/drawingml/2006/main">
              <a:ext uri="{FF2B5EF4-FFF2-40B4-BE49-F238E27FC236}">
                <a16:creationId xmlns:a16="http://schemas.microsoft.com/office/drawing/2014/main" id="{8B235F60-9CFC-4696-A491-3BF63184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本地 CCL</a:t>
            </a:r>
          </a:p>
        </p:txBody>
      </p:sp>
      <p:sp>
        <p:nvSpPr>
          <p:cNvPr id="132" name="通信中转空间">
            <a:extLst xmlns:a="http://schemas.openxmlformats.org/drawingml/2006/main">
              <a:ext uri="{FF2B5EF4-FFF2-40B4-BE49-F238E27FC236}">
                <a16:creationId xmlns:a16="http://schemas.microsoft.com/office/drawing/2014/main" id="{42B7DFA7-B788-4610-950B-3A608055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通信中转空间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FD77DE1-7724-4A4A-8A3E-D5D9BB4C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4" name="设备主从 Thread">
            <a:extLst xmlns:a="http://schemas.openxmlformats.org/drawingml/2006/main">
              <a:ext uri="{FF2B5EF4-FFF2-40B4-BE49-F238E27FC236}">
                <a16:creationId xmlns:a16="http://schemas.microsoft.com/office/drawing/2014/main" id="{DEB4B923-9BCA-455E-BC16-F3932377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设备主从 Thread</a:t>
            </a:r>
          </a:p>
        </p:txBody>
      </p:sp>
      <p:sp>
        <p:nvSpPr>
          <p:cNvPr id="135" name="承载本次通信任务">
            <a:extLst xmlns:a="http://schemas.openxmlformats.org/drawingml/2006/main">
              <a:ext uri="{FF2B5EF4-FFF2-40B4-BE49-F238E27FC236}">
                <a16:creationId xmlns:a16="http://schemas.microsoft.com/office/drawing/2014/main" id="{27BB243A-7E62-44D1-A646-BC185C47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承载本次通信任务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AE66292-A066-480C-855E-66FE8C42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7" name="Channel 句柄">
            <a:extLst xmlns:a="http://schemas.openxmlformats.org/drawingml/2006/main">
              <a:ext uri="{FF2B5EF4-FFF2-40B4-BE49-F238E27FC236}">
                <a16:creationId xmlns:a16="http://schemas.microsoft.com/office/drawing/2014/main" id="{E1509AB8-85F7-4F1B-8428-761079E9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Channel 句柄</a:t>
            </a:r>
          </a:p>
        </p:txBody>
      </p:sp>
      <p:sp>
        <p:nvSpPr>
          <p:cNvPr id="138" name="指向每个 Peer 的通信通道">
            <a:extLst xmlns:a="http://schemas.openxmlformats.org/drawingml/2006/main">
              <a:ext uri="{FF2B5EF4-FFF2-40B4-BE49-F238E27FC236}">
                <a16:creationId xmlns:a16="http://schemas.microsoft.com/office/drawing/2014/main" id="{240EF27B-C684-4F9B-B3DB-8477353F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指向每个 Peer 的通信通道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F72B98B-8AB0-44E5-8E41-332B1D1B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267325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40" name="序列化输入（P7）">
            <a:extLst xmlns:a="http://schemas.openxmlformats.org/drawingml/2006/main">
              <a:ext uri="{FF2B5EF4-FFF2-40B4-BE49-F238E27FC236}">
                <a16:creationId xmlns:a16="http://schemas.microsoft.com/office/drawing/2014/main" id="{ED5D9ACD-1E23-4E2F-8BE3-9FC45196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314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序列化输入（P7）</a:t>
            </a:r>
          </a:p>
        </p:txBody>
      </p:sp>
      <p:sp>
        <p:nvSpPr>
          <p:cNvPr id="141" name="整理设备执行需要的资源描述">
            <a:extLst xmlns:a="http://schemas.openxmlformats.org/drawingml/2006/main">
              <a:ext uri="{FF2B5EF4-FFF2-40B4-BE49-F238E27FC236}">
                <a16:creationId xmlns:a16="http://schemas.microsoft.com/office/drawing/2014/main" id="{C80BE486-8C8E-4A99-B448-AD84096B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502593"/>
            <a:ext cx="2233613" cy="336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整理设备执行需要的资源描述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8ABF298A-651B-4BE3-AEE1-726D862D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43" name="此阶段只准备资源。本次用户张量的跨 Rank 搬运发生在设备算法编排之后。">
            <a:extLst xmlns:a="http://schemas.openxmlformats.org/drawingml/2006/main">
              <a:ext uri="{FF2B5EF4-FFF2-40B4-BE49-F238E27FC236}">
                <a16:creationId xmlns:a16="http://schemas.microsoft.com/office/drawing/2014/main" id="{E3ABCFB3-BABF-4A8E-A109-FDD9A66C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此阶段只准备资源。本次用户张量的跨 Rank 搬运发生在设备算法编排之后。</a:t>
            </a:r>
          </a:p>
        </p:txBody>
      </p:sp>
    </p:spTree>
    <p:extLst>
      <p:ext uri="{BB962C8B-B14F-4D97-AF65-F5344CB8AC3E}">
        <p14:creationId xmlns:p14="http://schemas.microsoft.com/office/powerpoint/2010/main" val="2466855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HcclChannelAcquire 建链内部展开">
            <a:extLst xmlns:a="http://schemas.openxmlformats.org/drawingml/2006/main">
              <a:ext uri="{FF2B5EF4-FFF2-40B4-BE49-F238E27FC236}">
                <a16:creationId xmlns:a16="http://schemas.microsoft.com/office/drawing/2014/main" id="{B8FFF3B1-DBE8-4448-97AE-59CFA03C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HcclChannelAcquire 建链内部展开</a:t>
            </a:r>
          </a:p>
        </p:txBody>
      </p:sp>
      <p:sp>
        <p:nvSpPr>
          <p:cNvPr id="2" name="上方是域级资源统筹，下方是底层通信资源接口。端点和内存已有时可以复用。">
            <a:extLst xmlns:a="http://schemas.openxmlformats.org/drawingml/2006/main">
              <a:ext uri="{FF2B5EF4-FFF2-40B4-BE49-F238E27FC236}">
                <a16:creationId xmlns:a16="http://schemas.microsoft.com/office/drawing/2014/main" id="{BF2EC8F8-3D02-4D84-B548-D8709D80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上方是域级资源统筹，下方是底层通信资源接口。端点和内存已有时可以复用。</a:t>
            </a:r>
          </a:p>
        </p:txBody>
      </p:sp>
      <p:sp>
        <p:nvSpPr>
          <p:cNvPr id="3" name="6 / 13">
            <a:extLst xmlns:a="http://schemas.openxmlformats.org/drawingml/2006/main">
              <a:ext uri="{FF2B5EF4-FFF2-40B4-BE49-F238E27FC236}">
                <a16:creationId xmlns:a16="http://schemas.microsoft.com/office/drawing/2014/main" id="{7FC793AA-4D1F-4304-8F00-5D3125A6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6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AFE90-C5D6-4C8A-B41C-71EC8354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统筹建链请求">
            <a:extLst xmlns:a="http://schemas.openxmlformats.org/drawingml/2006/main">
              <a:ext uri="{FF2B5EF4-FFF2-40B4-BE49-F238E27FC236}">
                <a16:creationId xmlns:a16="http://schemas.microsoft.com/office/drawing/2014/main" id="{83920FA0-2061-43DC-B199-F0D2FF6C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统筹建链请求</a:t>
            </a:r>
          </a:p>
        </p:txBody>
      </p:sp>
      <p:sp>
        <p:nvSpPr>
          <p:cNvPr id="6" name="组织控制信息交换连接">
            <a:extLst xmlns:a="http://schemas.openxmlformats.org/drawingml/2006/main">
              <a:ext uri="{FF2B5EF4-FFF2-40B4-BE49-F238E27FC236}">
                <a16:creationId xmlns:a16="http://schemas.microsoft.com/office/drawing/2014/main" id="{905297EF-05EE-46DF-94EA-E2B441CD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组织控制信息交换连接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C1394-8810-4B32-851D-BE6BB8D9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准备端点与内存">
            <a:extLst xmlns:a="http://schemas.openxmlformats.org/drawingml/2006/main">
              <a:ext uri="{FF2B5EF4-FFF2-40B4-BE49-F238E27FC236}">
                <a16:creationId xmlns:a16="http://schemas.microsoft.com/office/drawing/2014/main" id="{72C8D966-6D1D-4117-96FC-1F804978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准备端点与内存</a:t>
            </a:r>
          </a:p>
        </p:txBody>
      </p:sp>
      <p:sp>
        <p:nvSpPr>
          <p:cNvPr id="9" name="BatchCreateChannels 内部展开">
            <a:extLst xmlns:a="http://schemas.openxmlformats.org/drawingml/2006/main">
              <a:ext uri="{FF2B5EF4-FFF2-40B4-BE49-F238E27FC236}">
                <a16:creationId xmlns:a16="http://schemas.microsoft.com/office/drawing/2014/main" id="{3D9283F2-9855-4272-B2DD-E03D58AC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BatchCreateChannels 内部展开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9270BA-FF94-4F8A-AFFD-301DCC92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9A9934-3E70-4FDA-88B8-608AB580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0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B0974-EF8C-46B3-9833-2A91E006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创建基础通道">
            <a:extLst xmlns:a="http://schemas.openxmlformats.org/drawingml/2006/main">
              <a:ext uri="{FF2B5EF4-FFF2-40B4-BE49-F238E27FC236}">
                <a16:creationId xmlns:a16="http://schemas.microsoft.com/office/drawing/2014/main" id="{B0B9A626-08E5-48F9-B980-7B39B78C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创建基础通道</a:t>
            </a:r>
          </a:p>
        </p:txBody>
      </p:sp>
      <p:sp>
        <p:nvSpPr>
          <p:cNvPr id="15" name="供集合通信访问 Peer">
            <a:extLst xmlns:a="http://schemas.openxmlformats.org/drawingml/2006/main">
              <a:ext uri="{FF2B5EF4-FFF2-40B4-BE49-F238E27FC236}">
                <a16:creationId xmlns:a16="http://schemas.microsoft.com/office/drawing/2014/main" id="{F674DB1D-10C6-4360-B0E8-D2467946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供集合通信访问 Peer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BF18B0-EF39-41FF-AA0D-BFE76280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1EC34D-F631-4EC0-A282-8D8E976C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8F89AF-16C2-4C60-8146-E1330A04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连接、校验与返回">
            <a:extLst xmlns:a="http://schemas.openxmlformats.org/drawingml/2006/main">
              <a:ext uri="{FF2B5EF4-FFF2-40B4-BE49-F238E27FC236}">
                <a16:creationId xmlns:a16="http://schemas.microsoft.com/office/drawing/2014/main" id="{A160B5BB-8D8D-46F8-A8CA-9FA0B865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连接、校验与返回</a:t>
            </a:r>
          </a:p>
        </p:txBody>
      </p:sp>
      <p:sp>
        <p:nvSpPr>
          <p:cNvPr id="21" name="返回引擎可以使用的通道句柄">
            <a:extLst xmlns:a="http://schemas.openxmlformats.org/drawingml/2006/main">
              <a:ext uri="{FF2B5EF4-FFF2-40B4-BE49-F238E27FC236}">
                <a16:creationId xmlns:a16="http://schemas.microsoft.com/office/drawing/2014/main" id="{1D0002DE-58EA-4FE9-8277-9DF72744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返回引擎可以使用的通道句柄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C7357B-C4DC-49CF-BB61-E465200B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E0655A-C948-4FC7-850F-A9801FB4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372564-E7F0-4684-8E2A-D51302C3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507C16-4215-4DC3-8AFE-D9035E50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5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36A962-38D2-4528-B90D-D60B622B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5908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OMM 内部&#10;域级资源管理">
            <a:extLst xmlns:a="http://schemas.openxmlformats.org/drawingml/2006/main">
              <a:ext uri="{FF2B5EF4-FFF2-40B4-BE49-F238E27FC236}">
                <a16:creationId xmlns:a16="http://schemas.microsoft.com/office/drawing/2014/main" id="{EBD38A64-822A-4A74-BA2F-B780B034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6289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内部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域级资源管理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EB8C88-8B39-4768-A5CE-EFC82FF3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924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29DAE7-917B-4465-8356-AABC3344F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924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0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9247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2B1853-5C1A-439E-A2AA-31B8EE08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7196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底层资源 / 内存">
            <a:extLst xmlns:a="http://schemas.openxmlformats.org/drawingml/2006/main">
              <a:ext uri="{FF2B5EF4-FFF2-40B4-BE49-F238E27FC236}">
                <a16:creationId xmlns:a16="http://schemas.microsoft.com/office/drawing/2014/main" id="{D85FD992-91B8-4D15-8FD1-99F764E1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7577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底层资源 / 内存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2DE0E6-6CEF-4580-A15A-E5EC3C49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11EB1E-8AD3-44C5-99D7-D6DE877F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5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5FDA8B-A6DB-4EC7-9369-5364BD29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6BF9E8-7A6C-46BD-A2AE-0A8E0316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8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9ABE433D-77CE-46F6-99D0-1EC49A24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3CCD20A3-CB76-4DC7-995D-632E1B94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D531DD-E30B-4469-8BC6-1C0BF799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05000"/>
            <a:ext cx="238601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4" name="HcclChannelAcquire">
            <a:extLst xmlns:a="http://schemas.openxmlformats.org/drawingml/2006/main">
              <a:ext uri="{FF2B5EF4-FFF2-40B4-BE49-F238E27FC236}">
                <a16:creationId xmlns:a16="http://schemas.microsoft.com/office/drawing/2014/main" id="{1DD9ED13-0DCF-41AD-9A8B-633E82A7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526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45" name="接收 Peer 通道请求">
            <a:extLst xmlns:a="http://schemas.openxmlformats.org/drawingml/2006/main">
              <a:ext uri="{FF2B5EF4-FFF2-40B4-BE49-F238E27FC236}">
                <a16:creationId xmlns:a16="http://schemas.microsoft.com/office/drawing/2014/main" id="{1A2DB952-F5C3-492F-9F29-A26E4AAF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0268"/>
            <a:ext cx="2233613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 Peer 通道请求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4C2B9E-91E6-4C57-BD09-BA7DDE0D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28900"/>
            <a:ext cx="2386013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7" name="MyRank::CreateChannels">
            <a:extLst xmlns:a="http://schemas.openxmlformats.org/drawingml/2006/main">
              <a:ext uri="{FF2B5EF4-FFF2-40B4-BE49-F238E27FC236}">
                <a16:creationId xmlns:a16="http://schemas.microsoft.com/office/drawing/2014/main" id="{6421FB49-FC74-429B-A050-22354B88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765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MyRank::CreateChannels</a:t>
            </a:r>
          </a:p>
        </p:txBody>
      </p:sp>
      <p:sp>
        <p:nvSpPr>
          <p:cNvPr id="48" name="统筹一批通道建立">
            <a:extLst xmlns:a="http://schemas.openxmlformats.org/drawingml/2006/main">
              <a:ext uri="{FF2B5EF4-FFF2-40B4-BE49-F238E27FC236}">
                <a16:creationId xmlns:a16="http://schemas.microsoft.com/office/drawing/2014/main" id="{9B8FD9D9-922E-42FE-AFF5-1E6C3F0B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64168"/>
            <a:ext cx="2233613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统筹一批通道建立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5EA1377-78F6-4C39-A27F-00D1AF4B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52800"/>
            <a:ext cx="2386013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0" name="BatchCreateSockets">
            <a:extLst xmlns:a="http://schemas.openxmlformats.org/drawingml/2006/main">
              <a:ext uri="{FF2B5EF4-FFF2-40B4-BE49-F238E27FC236}">
                <a16:creationId xmlns:a16="http://schemas.microsoft.com/office/drawing/2014/main" id="{DAC18B15-CFDC-4EC9-973B-F9AE524E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004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BatchCreateSockets</a:t>
            </a:r>
          </a:p>
        </p:txBody>
      </p:sp>
      <p:sp>
        <p:nvSpPr>
          <p:cNvPr id="51" name="准备控制信息交换连接">
            <a:extLst xmlns:a="http://schemas.openxmlformats.org/drawingml/2006/main">
              <a:ext uri="{FF2B5EF4-FFF2-40B4-BE49-F238E27FC236}">
                <a16:creationId xmlns:a16="http://schemas.microsoft.com/office/drawing/2014/main" id="{3AC3E581-9530-4C66-89E4-0D683DEE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59493"/>
            <a:ext cx="2233613" cy="2409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准备控制信息交换连接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A63913F-35A3-4BD5-8A90-DD716F2A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4479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D9391D1-46B3-4821-A945-2EE3338B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6289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2" name=""/>
          <p:cNvCxnSpPr>
            <a:stCxn xmlns:a="http://schemas.openxmlformats.org/drawingml/2006/main" id="52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2812733" y="2448878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7DFE70-B028-4BEC-81CF-6CEA3748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171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7B446C3-970F-4747-83C0-FD7D314A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5" name=""/>
          <p:cNvCxnSpPr>
            <a:stCxn xmlns:a="http://schemas.openxmlformats.org/drawingml/2006/main" id="55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2812733" y="3172778"/>
            <a:ext cx="0" cy="1800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3C2ECF1-02A8-466D-AC44-D227064A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219325"/>
            <a:ext cx="2386013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9" name="BatchCreateChannels">
            <a:extLst xmlns:a="http://schemas.openxmlformats.org/drawingml/2006/main">
              <a:ext uri="{FF2B5EF4-FFF2-40B4-BE49-F238E27FC236}">
                <a16:creationId xmlns:a16="http://schemas.microsoft.com/office/drawing/2014/main" id="{CE8BCEE7-E321-42BD-B4F5-9FCA4107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2669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BatchCreateChannels</a:t>
            </a:r>
          </a:p>
        </p:txBody>
      </p:sp>
      <p:sp>
        <p:nvSpPr>
          <p:cNvPr id="60" name="逐项准备端点、内存、基础通道">
            <a:extLst xmlns:a="http://schemas.openxmlformats.org/drawingml/2006/main">
              <a:ext uri="{FF2B5EF4-FFF2-40B4-BE49-F238E27FC236}">
                <a16:creationId xmlns:a16="http://schemas.microsoft.com/office/drawing/2014/main" id="{AB4E5FF9-5A50-4666-A50B-DEF80247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454593"/>
            <a:ext cx="2233613" cy="4029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逐项准备端点、内存、基础通道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A4E3CAD-0ABF-43A7-BC41-6A87AACF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A2D7E37-B08E-4175-A833-ADB97746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1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4006216" y="36009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6C385EC-E7B2-43C3-A197-92FCADC4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B825E13-99C1-4862-97FE-4E4CF383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4" name=""/>
          <p:cNvCxnSpPr>
            <a:stCxn xmlns:a="http://schemas.openxmlformats.org/drawingml/2006/main" id="64" idx="0"/>
            <a:endCxn xmlns:a="http://schemas.openxmlformats.org/drawingml/2006/main" id="65" idx="2"/>
          </p:cNvCxnSpPr>
          <p:nvPr/>
        </p:nvCxnSpPr>
        <p:spPr>
          <a:xfrm xmlns:a="http://schemas.openxmlformats.org/drawingml/2006/main" flipV="1">
            <a:off x="4110515" y="2563178"/>
            <a:ext cx="0" cy="10372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857EA6E-E206-41A0-832F-C0A81E6E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5F71FCC-AE8F-4FBA-9F5A-3A132CFD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562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7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4110991" y="25627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99F698B-89C7-4D04-BC5F-D2BFBB3F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01955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1" name="HcommEndpointCreate">
            <a:extLst xmlns:a="http://schemas.openxmlformats.org/drawingml/2006/main">
              <a:ext uri="{FF2B5EF4-FFF2-40B4-BE49-F238E27FC236}">
                <a16:creationId xmlns:a16="http://schemas.microsoft.com/office/drawing/2014/main" id="{EC439C0E-1DFF-491D-8417-92BC13AE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0671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HcommEndpointCreate</a:t>
            </a:r>
          </a:p>
        </p:txBody>
      </p:sp>
      <p:sp>
        <p:nvSpPr>
          <p:cNvPr id="72" name="缺少端点时创建">
            <a:extLst xmlns:a="http://schemas.openxmlformats.org/drawingml/2006/main">
              <a:ext uri="{FF2B5EF4-FFF2-40B4-BE49-F238E27FC236}">
                <a16:creationId xmlns:a16="http://schemas.microsoft.com/office/drawing/2014/main" id="{873EDAAA-8FD1-4FB1-87A6-7875BEAF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245293"/>
            <a:ext cx="2233613" cy="307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缺少端点时创建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37CE01B-4C85-43A9-BC5C-8F8B49B7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66725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4" name="HcommEndpointStartListen">
            <a:extLst xmlns:a="http://schemas.openxmlformats.org/drawingml/2006/main">
              <a:ext uri="{FF2B5EF4-FFF2-40B4-BE49-F238E27FC236}">
                <a16:creationId xmlns:a16="http://schemas.microsoft.com/office/drawing/2014/main" id="{DF6219EC-1C61-492B-9F92-25ED0650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7148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HcommEndpointStartListen</a:t>
            </a:r>
          </a:p>
        </p:txBody>
      </p:sp>
      <p:sp>
        <p:nvSpPr>
          <p:cNvPr id="75" name="使端点可接受对端连接">
            <a:extLst xmlns:a="http://schemas.openxmlformats.org/drawingml/2006/main">
              <a:ext uri="{FF2B5EF4-FFF2-40B4-BE49-F238E27FC236}">
                <a16:creationId xmlns:a16="http://schemas.microsoft.com/office/drawing/2014/main" id="{3CEBD369-90F3-410A-93A3-80926A94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892993"/>
            <a:ext cx="2233613" cy="307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使端点可接受对端连接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A7690C7-7E52-4A04-9D88-63C5DFF6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31495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7" name="HcommMemReg">
            <a:extLst xmlns:a="http://schemas.openxmlformats.org/drawingml/2006/main">
              <a:ext uri="{FF2B5EF4-FFF2-40B4-BE49-F238E27FC236}">
                <a16:creationId xmlns:a16="http://schemas.microsoft.com/office/drawing/2014/main" id="{D9E139D6-048C-463D-A77D-B7A1DF76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625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HcommMemReg</a:t>
            </a:r>
          </a:p>
        </p:txBody>
      </p:sp>
      <p:sp>
        <p:nvSpPr>
          <p:cNvPr id="78" name="按需注册可访问的通信内存">
            <a:extLst xmlns:a="http://schemas.openxmlformats.org/drawingml/2006/main">
              <a:ext uri="{FF2B5EF4-FFF2-40B4-BE49-F238E27FC236}">
                <a16:creationId xmlns:a16="http://schemas.microsoft.com/office/drawing/2014/main" id="{55A0717C-A6FF-488F-A4A2-C2983C19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540693"/>
            <a:ext cx="2233613" cy="307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按需注册可访问的通信内存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C3187DD-6B49-4CCD-B04C-D68A1461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905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268A95A-584E-4842-A3FF-73CBE9EC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019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9" name=""/>
          <p:cNvCxnSpPr>
            <a:stCxn xmlns:a="http://schemas.openxmlformats.org/drawingml/2006/main" id="79" idx="2"/>
            <a:endCxn xmlns:a="http://schemas.openxmlformats.org/drawingml/2006/main" id="80" idx="0"/>
          </p:cNvCxnSpPr>
          <p:nvPr/>
        </p:nvCxnSpPr>
        <p:spPr>
          <a:xfrm xmlns:a="http://schemas.openxmlformats.org/drawingml/2006/main">
            <a:off x="5408296" y="2906078"/>
            <a:ext cx="0" cy="1113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81C4992-EF83-4EB6-9347-3E1746F6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600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CBBE9E4-2FF4-4CDA-B9F6-4C56438B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667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2" name=""/>
          <p:cNvCxnSpPr>
            <a:stCxn xmlns:a="http://schemas.openxmlformats.org/drawingml/2006/main" id="82" idx="2"/>
            <a:endCxn xmlns:a="http://schemas.openxmlformats.org/drawingml/2006/main" id="83" idx="0"/>
          </p:cNvCxnSpPr>
          <p:nvPr/>
        </p:nvCxnSpPr>
        <p:spPr>
          <a:xfrm xmlns:a="http://schemas.openxmlformats.org/drawingml/2006/main">
            <a:off x="5408296" y="4601528"/>
            <a:ext cx="0" cy="657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EC0B258-9D6A-458D-9BE9-D77D7B88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248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38B1C48-03EA-4444-8E9A-B252F3BB5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314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5" name=""/>
          <p:cNvCxnSpPr>
            <a:stCxn xmlns:a="http://schemas.openxmlformats.org/drawingml/2006/main" id="85" idx="2"/>
            <a:endCxn xmlns:a="http://schemas.openxmlformats.org/drawingml/2006/main" id="86" idx="0"/>
          </p:cNvCxnSpPr>
          <p:nvPr/>
        </p:nvCxnSpPr>
        <p:spPr>
          <a:xfrm xmlns:a="http://schemas.openxmlformats.org/drawingml/2006/main">
            <a:off x="5408296" y="5249228"/>
            <a:ext cx="0" cy="657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A98E369-6F46-47D6-B2A5-DFC49C8C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14850"/>
            <a:ext cx="2386013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9" name="HcommCollectiveChannelCreate">
            <a:extLst xmlns:a="http://schemas.openxmlformats.org/drawingml/2006/main">
              <a:ext uri="{FF2B5EF4-FFF2-40B4-BE49-F238E27FC236}">
                <a16:creationId xmlns:a16="http://schemas.microsoft.com/office/drawing/2014/main" id="{76B58457-E4D4-414B-95FF-9200201F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562475"/>
            <a:ext cx="2233613" cy="1314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</a:p>
        </p:txBody>
      </p:sp>
      <p:sp>
        <p:nvSpPr>
          <p:cNvPr id="90" name="创建集合通信所用基础 Channel">
            <a:extLst xmlns:a="http://schemas.openxmlformats.org/drawingml/2006/main">
              <a:ext uri="{FF2B5EF4-FFF2-40B4-BE49-F238E27FC236}">
                <a16:creationId xmlns:a16="http://schemas.microsoft.com/office/drawing/2014/main" id="{787BFF91-E57B-4D08-93BD-8A442AFE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741545"/>
            <a:ext cx="2233613" cy="601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创建集合通信所用基础 Channel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AE8DAEA-7E6C-4D0C-8576-DB6D9093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8FDF367-AF84-4344-91B2-7ED82C92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1" name=""/>
          <p:cNvCxnSpPr>
            <a:stCxn xmlns:a="http://schemas.openxmlformats.org/drawingml/2006/main" id="91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6601778" y="56059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FA2F156-2700-4A22-8EE2-F75A3D9B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5887756-E727-4FBA-BE86-B420EBEF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4" name=""/>
          <p:cNvCxnSpPr>
            <a:stCxn xmlns:a="http://schemas.openxmlformats.org/drawingml/2006/main" id="94" idx="0"/>
            <a:endCxn xmlns:a="http://schemas.openxmlformats.org/drawingml/2006/main" id="95" idx="2"/>
          </p:cNvCxnSpPr>
          <p:nvPr/>
        </p:nvCxnSpPr>
        <p:spPr>
          <a:xfrm xmlns:a="http://schemas.openxmlformats.org/drawingml/2006/main" flipV="1">
            <a:off x="6706077" y="4953953"/>
            <a:ext cx="0" cy="6515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BC2CEFB-3DE6-41B2-A379-18182818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195BC87-6434-44B9-9C11-AED53798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7" name=""/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6706553" y="49534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E6CE4E7-6CAE-4426-914C-31DF6321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14525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1" name="BatchConnectChannels">
            <a:extLst xmlns:a="http://schemas.openxmlformats.org/drawingml/2006/main">
              <a:ext uri="{FF2B5EF4-FFF2-40B4-BE49-F238E27FC236}">
                <a16:creationId xmlns:a16="http://schemas.microsoft.com/office/drawing/2014/main" id="{87EECA7B-8BC6-4BFA-9303-B97AD664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1962150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BatchConnectChannels</a:t>
            </a:r>
          </a:p>
        </p:txBody>
      </p:sp>
      <p:sp>
        <p:nvSpPr>
          <p:cNvPr id="102" name="等待这一批连接到位">
            <a:extLst xmlns:a="http://schemas.openxmlformats.org/drawingml/2006/main">
              <a:ext uri="{FF2B5EF4-FFF2-40B4-BE49-F238E27FC236}">
                <a16:creationId xmlns:a16="http://schemas.microsoft.com/office/drawing/2014/main" id="{35D4E19A-52DE-4D24-822F-CA6E1387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39315"/>
            <a:ext cx="2233613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等待这一批连接到位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6432515-F4AA-42E5-84C1-6292BAFF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590800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4" name="BatchExchangeAndCheckConsistency">
            <a:extLst xmlns:a="http://schemas.openxmlformats.org/drawingml/2006/main">
              <a:ext uri="{FF2B5EF4-FFF2-40B4-BE49-F238E27FC236}">
                <a16:creationId xmlns:a16="http://schemas.microsoft.com/office/drawing/2014/main" id="{C181F451-7ECF-4951-A36E-B9E79DE8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638425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BatchExchangeAndCheckConsistency</a:t>
            </a:r>
          </a:p>
        </p:txBody>
      </p:sp>
      <p:sp>
        <p:nvSpPr>
          <p:cNvPr id="105" name="交换并校验建链参数">
            <a:extLst xmlns:a="http://schemas.openxmlformats.org/drawingml/2006/main">
              <a:ext uri="{FF2B5EF4-FFF2-40B4-BE49-F238E27FC236}">
                <a16:creationId xmlns:a16="http://schemas.microsoft.com/office/drawing/2014/main" id="{5D0CBB8F-4759-48E3-B1CF-1586457F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815590"/>
            <a:ext cx="2233613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交换并校验建链参数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CA87187-BB7C-40CC-A9A9-97ECA2AB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267075"/>
            <a:ext cx="2386013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7" name="FinalizeChannelsByEngine">
            <a:extLst xmlns:a="http://schemas.openxmlformats.org/drawingml/2006/main">
              <a:ext uri="{FF2B5EF4-FFF2-40B4-BE49-F238E27FC236}">
                <a16:creationId xmlns:a16="http://schemas.microsoft.com/office/drawing/2014/main" id="{FB1E00B3-01BA-469B-8D28-0A6C5E9D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314700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FinalizeChannelsByEngine</a:t>
            </a:r>
          </a:p>
        </p:txBody>
      </p:sp>
      <p:sp>
        <p:nvSpPr>
          <p:cNvPr id="108" name="整理引擎可用句柄，返回 HCCL">
            <a:extLst xmlns:a="http://schemas.openxmlformats.org/drawingml/2006/main">
              <a:ext uri="{FF2B5EF4-FFF2-40B4-BE49-F238E27FC236}">
                <a16:creationId xmlns:a16="http://schemas.microsoft.com/office/drawing/2014/main" id="{970D45ED-02E8-4A4A-ADEA-1284C473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491865"/>
            <a:ext cx="2233613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整理引擎可用句柄，返回 HCCL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5B2025C-3C7F-4922-A052-764F760D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9253E14-282D-4CA0-938F-93C5BF14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9" name=""/>
          <p:cNvCxnSpPr>
            <a:stCxn xmlns:a="http://schemas.openxmlformats.org/drawingml/2006/main" id="109" idx="3"/>
            <a:endCxn xmlns:a="http://schemas.openxmlformats.org/drawingml/2006/main" id="110" idx="1"/>
          </p:cNvCxnSpPr>
          <p:nvPr/>
        </p:nvCxnSpPr>
        <p:spPr>
          <a:xfrm xmlns:a="http://schemas.openxmlformats.org/drawingml/2006/main">
            <a:off x="9197341" y="49534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F54ACA4-063B-4F69-AF4C-BA5484D7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53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D247292-5C92-4E42-B3A2-C296B4F7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205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2" name=""/>
          <p:cNvCxnSpPr>
            <a:stCxn xmlns:a="http://schemas.openxmlformats.org/drawingml/2006/main" id="112" idx="0"/>
            <a:endCxn xmlns:a="http://schemas.openxmlformats.org/drawingml/2006/main" id="113" idx="2"/>
          </p:cNvCxnSpPr>
          <p:nvPr/>
        </p:nvCxnSpPr>
        <p:spPr>
          <a:xfrm xmlns:a="http://schemas.openxmlformats.org/drawingml/2006/main" flipV="1">
            <a:off x="9301640" y="2205991"/>
            <a:ext cx="0" cy="2747009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6557AF3-9295-4A5D-8A07-50C36AA3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205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28AF34D-86AB-4C45-904F-D73B4BC2C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2050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5" name=""/>
          <p:cNvCxnSpPr>
            <a:stCxn xmlns:a="http://schemas.openxmlformats.org/drawingml/2006/main" id="115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9302116" y="22055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BAF10FE-4A86-4A34-B01E-1808382A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C6324F8-3D15-453E-8B26-C05B0D93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8" name=""/>
          <p:cNvCxnSpPr>
            <a:stCxn xmlns:a="http://schemas.openxmlformats.org/drawingml/2006/main" id="118" idx="2"/>
            <a:endCxn xmlns:a="http://schemas.openxmlformats.org/drawingml/2006/main" id="119" idx="0"/>
          </p:cNvCxnSpPr>
          <p:nvPr/>
        </p:nvCxnSpPr>
        <p:spPr>
          <a:xfrm xmlns:a="http://schemas.openxmlformats.org/drawingml/2006/main">
            <a:off x="10599421" y="2496503"/>
            <a:ext cx="0" cy="94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6BA40F7-29F4-4728-8589-6C76B7C8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171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E134F6E7-FF1E-4378-B86E-4BA485EB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267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1" name=""/>
          <p:cNvCxnSpPr>
            <a:stCxn xmlns:a="http://schemas.openxmlformats.org/drawingml/2006/main" id="121" idx="2"/>
            <a:endCxn xmlns:a="http://schemas.openxmlformats.org/drawingml/2006/main" id="122" idx="0"/>
          </p:cNvCxnSpPr>
          <p:nvPr/>
        </p:nvCxnSpPr>
        <p:spPr>
          <a:xfrm xmlns:a="http://schemas.openxmlformats.org/drawingml/2006/main">
            <a:off x="10599421" y="3172778"/>
            <a:ext cx="0" cy="942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72430C2-4C93-40BA-80AE-98495331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5" name="连接状态检查使用内部 ChannelProcess::ChannelGetStatus。底层对象也各自有复用条件，不保证每个对象都新建。">
            <a:extLst xmlns:a="http://schemas.openxmlformats.org/drawingml/2006/main">
              <a:ext uri="{FF2B5EF4-FFF2-40B4-BE49-F238E27FC236}">
                <a16:creationId xmlns:a16="http://schemas.microsoft.com/office/drawing/2014/main" id="{8C3C39AD-4B30-438D-BB7A-72F77067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连接状态检查使用内部 ChannelProcess::ChannelGetStatus。底层对象也各自有复用条件，不保证每个对象都新建。</a:t>
            </a:r>
          </a:p>
        </p:txBody>
      </p:sp>
    </p:spTree>
    <p:extLst>
      <p:ext uri="{BB962C8B-B14F-4D97-AF65-F5344CB8AC3E}">
        <p14:creationId xmlns:p14="http://schemas.microsoft.com/office/powerpoint/2010/main" val="18852908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通道信息、上下文复制与主 Thread 导出">
            <a:extLst xmlns:a="http://schemas.openxmlformats.org/drawingml/2006/main">
              <a:ext uri="{FF2B5EF4-FFF2-40B4-BE49-F238E27FC236}">
                <a16:creationId xmlns:a16="http://schemas.microsoft.com/office/drawing/2014/main" id="{C3D33876-2B51-46FB-9747-9C7246CD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通道信息、上下文复制与主 Thread 导出</a:t>
            </a:r>
          </a:p>
        </p:txBody>
      </p:sp>
      <p:sp>
        <p:nvSpPr>
          <p:cNvPr id="2" name="Host 将资源描述交给设备，同时取得可从 Host 通知设备主 Thread 的句柄。">
            <a:extLst xmlns:a="http://schemas.openxmlformats.org/drawingml/2006/main">
              <a:ext uri="{FF2B5EF4-FFF2-40B4-BE49-F238E27FC236}">
                <a16:creationId xmlns:a16="http://schemas.microsoft.com/office/drawing/2014/main" id="{422CC974-0E4E-4C12-850E-E88A2FA1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Host 将资源描述交给设备，同时取得可从 Host 通知设备主 Thread 的句柄。</a:t>
            </a:r>
          </a:p>
        </p:txBody>
      </p:sp>
      <p:sp>
        <p:nvSpPr>
          <p:cNvPr id="3" name="7 / 13">
            <a:extLst xmlns:a="http://schemas.openxmlformats.org/drawingml/2006/main">
              <a:ext uri="{FF2B5EF4-FFF2-40B4-BE49-F238E27FC236}">
                <a16:creationId xmlns:a16="http://schemas.microsoft.com/office/drawing/2014/main" id="{5C903EC3-6C00-4691-8EE7-99F4C272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7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DA0D7-B630-4C37-92AD-7C04A547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补齐 Channel 描述">
            <a:extLst xmlns:a="http://schemas.openxmlformats.org/drawingml/2006/main">
              <a:ext uri="{FF2B5EF4-FFF2-40B4-BE49-F238E27FC236}">
                <a16:creationId xmlns:a16="http://schemas.microsoft.com/office/drawing/2014/main" id="{AA43D1CD-F9F5-4477-A5EB-78906D37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补齐 Channel 描述</a:t>
            </a:r>
          </a:p>
        </p:txBody>
      </p:sp>
      <p:sp>
        <p:nvSpPr>
          <p:cNvPr id="6" name="查询端点属性和远端 CCL">
            <a:extLst xmlns:a="http://schemas.openxmlformats.org/drawingml/2006/main">
              <a:ext uri="{FF2B5EF4-FFF2-40B4-BE49-F238E27FC236}">
                <a16:creationId xmlns:a16="http://schemas.microsoft.com/office/drawing/2014/main" id="{AFAF5B00-2E5F-4CAD-B934-C9EE0361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查询端点属性和远端 CCL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2B3851-9351-4BA1-BBDA-4B89B242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序列化资源">
            <a:extLst xmlns:a="http://schemas.openxmlformats.org/drawingml/2006/main">
              <a:ext uri="{FF2B5EF4-FFF2-40B4-BE49-F238E27FC236}">
                <a16:creationId xmlns:a16="http://schemas.microsoft.com/office/drawing/2014/main" id="{B9E904A5-C3A5-43A0-88BD-B3444857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序列化资源</a:t>
            </a:r>
          </a:p>
        </p:txBody>
      </p:sp>
      <p:sp>
        <p:nvSpPr>
          <p:cNvPr id="9" name="把句柄和地址打包成字节">
            <a:extLst xmlns:a="http://schemas.openxmlformats.org/drawingml/2006/main">
              <a:ext uri="{FF2B5EF4-FFF2-40B4-BE49-F238E27FC236}">
                <a16:creationId xmlns:a16="http://schemas.microsoft.com/office/drawing/2014/main" id="{B70DA97A-CBF7-47DE-906F-ECF91D25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把句柄和地址打包成字节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D5415-5D36-4A2A-90AD-81A3A55B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BCE36-669A-4BD5-8A62-E8AAEC67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2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1DDAC-A868-424F-9B13-E219F274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交付设备上下文">
            <a:extLst xmlns:a="http://schemas.openxmlformats.org/drawingml/2006/main">
              <a:ext uri="{FF2B5EF4-FFF2-40B4-BE49-F238E27FC236}">
                <a16:creationId xmlns:a16="http://schemas.microsoft.com/office/drawing/2014/main" id="{29474872-D150-4F1E-BA71-923653AD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交付设备上下文</a:t>
            </a:r>
          </a:p>
        </p:txBody>
      </p:sp>
      <p:sp>
        <p:nvSpPr>
          <p:cNvPr id="15" name="创建保存空间并复制元数据">
            <a:extLst xmlns:a="http://schemas.openxmlformats.org/drawingml/2006/main">
              <a:ext uri="{FF2B5EF4-FFF2-40B4-BE49-F238E27FC236}">
                <a16:creationId xmlns:a16="http://schemas.microsoft.com/office/drawing/2014/main" id="{C80126AF-49F4-4F79-8036-E0DBAD10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创建保存空间并复制元数据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B0864C-FC94-4FDD-B1D7-AB81F0A3A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1C505-73AF-4C72-9C6C-31CA1933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8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989053-33AB-496A-8C27-8593021E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导出主 Thread">
            <a:extLst xmlns:a="http://schemas.openxmlformats.org/drawingml/2006/main">
              <a:ext uri="{FF2B5EF4-FFF2-40B4-BE49-F238E27FC236}">
                <a16:creationId xmlns:a16="http://schemas.microsoft.com/office/drawing/2014/main" id="{B440D559-D1CE-4911-9EFA-2338ABAB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导出主 Thread</a:t>
            </a:r>
          </a:p>
        </p:txBody>
      </p:sp>
      <p:sp>
        <p:nvSpPr>
          <p:cNvPr id="21" name="使 Host 能发送输入就绪通知">
            <a:extLst xmlns:a="http://schemas.openxmlformats.org/drawingml/2006/main">
              <a:ext uri="{FF2B5EF4-FFF2-40B4-BE49-F238E27FC236}">
                <a16:creationId xmlns:a16="http://schemas.microsoft.com/office/drawing/2014/main" id="{523616E8-7CF7-49C8-A4BD-59A20DE3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使 Host 能发送输入就绪通知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CC10B1-6C90-4839-B975-F3D0522C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E1BD17-A806-44C9-9568-7F9A3575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4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71B2C6-4DDC-4F88-95EA-A823D9B8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B8A436-5711-4E0E-B94B-24C4101D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7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3060F8-5C11-4C00-A24E-9A125F6B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574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1B37065F-9C9F-4D24-BFE0-4132A3D9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2955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72E9C2-A528-415C-A06F-AC666F65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257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BE514F-6809-428E-A9E6-ACC1C918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257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2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2580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292038-DED4-4067-91FF-81B7D8DD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3862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控制面">
            <a:extLst xmlns:a="http://schemas.openxmlformats.org/drawingml/2006/main">
              <a:ext uri="{FF2B5EF4-FFF2-40B4-BE49-F238E27FC236}">
                <a16:creationId xmlns:a16="http://schemas.microsoft.com/office/drawing/2014/main" id="{A51E7407-48CA-4208-BDF0-FF119298C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4243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控制面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D2B7EB-A5D9-4D6C-9490-6A301F19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46649B-9401-4263-8CE8-D797C44C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7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4D41DD-ED0A-4358-AE8D-54ABABCB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E9EB49-0644-459A-8E80-E3F386DF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0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762D365D-CA1A-47AF-BCDD-B22B8718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697D8BFD-4459-4E1B-B3B0-D39B2352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4ADD2D-1508-481D-884C-F495D38C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4" name="BuildChannelInfo">
            <a:extLst xmlns:a="http://schemas.openxmlformats.org/drawingml/2006/main">
              <a:ext uri="{FF2B5EF4-FFF2-40B4-BE49-F238E27FC236}">
                <a16:creationId xmlns:a16="http://schemas.microsoft.com/office/drawing/2014/main" id="{EABDB73C-CBA4-4C86-A52F-8153BBD3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BuildChannelInfo</a:t>
            </a:r>
          </a:p>
        </p:txBody>
      </p:sp>
      <p:sp>
        <p:nvSpPr>
          <p:cNvPr id="45" name="整理算法使用的通道信息">
            <a:extLst xmlns:a="http://schemas.openxmlformats.org/drawingml/2006/main">
              <a:ext uri="{FF2B5EF4-FFF2-40B4-BE49-F238E27FC236}">
                <a16:creationId xmlns:a16="http://schemas.microsoft.com/office/drawing/2014/main" id="{022D6B09-82E6-4F05-9857-CDFC3F0E5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整理算法使用的通道信息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3B3296-4806-4DF7-B123-B938C016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71850"/>
            <a:ext cx="238601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7" name="HcclRankGraphGetEndpointInfo">
            <a:extLst xmlns:a="http://schemas.openxmlformats.org/drawingml/2006/main">
              <a:ext uri="{FF2B5EF4-FFF2-40B4-BE49-F238E27FC236}">
                <a16:creationId xmlns:a16="http://schemas.microsoft.com/office/drawing/2014/main" id="{515FF5D6-C099-4667-9CDB-CBE060C4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194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HcclRankGraphGetEndpointInfo</a:t>
            </a:r>
          </a:p>
        </p:txBody>
      </p:sp>
      <p:sp>
        <p:nvSpPr>
          <p:cNvPr id="48" name="拓扑：查询所选端点属性">
            <a:extLst xmlns:a="http://schemas.openxmlformats.org/drawingml/2006/main">
              <a:ext uri="{FF2B5EF4-FFF2-40B4-BE49-F238E27FC236}">
                <a16:creationId xmlns:a16="http://schemas.microsoft.com/office/drawing/2014/main" id="{37C3A23A-0F61-43EC-B541-184B4585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59759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拓扑：查询所选端点属性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8E3DD25-A641-44E0-9EFB-956AC57C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29100"/>
            <a:ext cx="238601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0" name="HcclChannelGetHcclBuffer">
            <a:extLst xmlns:a="http://schemas.openxmlformats.org/drawingml/2006/main">
              <a:ext uri="{FF2B5EF4-FFF2-40B4-BE49-F238E27FC236}">
                <a16:creationId xmlns:a16="http://schemas.microsoft.com/office/drawing/2014/main" id="{2DB5F042-0432-44E2-8752-FEC49F40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7672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</a:p>
        </p:txBody>
      </p:sp>
      <p:sp>
        <p:nvSpPr>
          <p:cNvPr id="51" name="内存：查询远端 CCL 地址与大小">
            <a:extLst xmlns:a="http://schemas.openxmlformats.org/drawingml/2006/main">
              <a:ext uri="{FF2B5EF4-FFF2-40B4-BE49-F238E27FC236}">
                <a16:creationId xmlns:a16="http://schemas.microsoft.com/office/drawing/2014/main" id="{2C4B2FFE-67DF-449D-BB5C-9CDFDAA1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548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内存：查询远端 CCL 地址与大小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B29D271-1328-4925-A1DF-7849FAC2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86350"/>
            <a:ext cx="2386013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3" name="HcommChannelGetRemoteMems">
            <a:extLst xmlns:a="http://schemas.openxmlformats.org/drawingml/2006/main">
              <a:ext uri="{FF2B5EF4-FFF2-40B4-BE49-F238E27FC236}">
                <a16:creationId xmlns:a16="http://schemas.microsoft.com/office/drawing/2014/main" id="{5660A425-2B54-4B3C-8784-8B395043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339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HcommChannelGetRemoteMems</a:t>
            </a:r>
          </a:p>
        </p:txBody>
      </p:sp>
      <p:sp>
        <p:nvSpPr>
          <p:cNvPr id="54" name="内存：取得底层远端内存映射">
            <a:extLst xmlns:a="http://schemas.openxmlformats.org/drawingml/2006/main">
              <a:ext uri="{FF2B5EF4-FFF2-40B4-BE49-F238E27FC236}">
                <a16:creationId xmlns:a16="http://schemas.microsoft.com/office/drawing/2014/main" id="{F67B5E67-5415-40DF-8F23-BC50D3AC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1209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内存：取得底层远端内存映射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2BD872-A16F-407C-987E-53591131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24225"/>
            <a:ext cx="2481263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9B9F97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A3EA59A-9AF1-40E9-B36F-310E0DD8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81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D95128D-F1FF-47BB-976E-EE201079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3242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8" name=""/>
          <p:cNvCxnSpPr>
            <a:stCxn xmlns:a="http://schemas.openxmlformats.org/drawingml/2006/main" id="56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2812733" y="2782253"/>
            <a:ext cx="0" cy="5419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2AE62F2-1AA7-469C-916B-8EA066B3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4943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D751606-EED8-46D3-90D3-26C9B687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5086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1" name=""/>
          <p:cNvCxnSpPr>
            <a:stCxn xmlns:a="http://schemas.openxmlformats.org/drawingml/2006/main" id="59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2812733" y="4944428"/>
            <a:ext cx="0" cy="1419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DCB846B-F108-450B-BDFA-8B94A199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3" name="Serialize">
            <a:extLst xmlns:a="http://schemas.openxmlformats.org/drawingml/2006/main">
              <a:ext uri="{FF2B5EF4-FFF2-40B4-BE49-F238E27FC236}">
                <a16:creationId xmlns:a16="http://schemas.microsoft.com/office/drawing/2014/main" id="{857D3170-F8A8-4635-8443-6F94B83B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Serialize</a:t>
            </a:r>
          </a:p>
        </p:txBody>
      </p:sp>
      <p:sp>
        <p:nvSpPr>
          <p:cNvPr id="64" name="把 Thread、Channel、地址编码为字节">
            <a:extLst xmlns:a="http://schemas.openxmlformats.org/drawingml/2006/main">
              <a:ext uri="{FF2B5EF4-FFF2-40B4-BE49-F238E27FC236}">
                <a16:creationId xmlns:a16="http://schemas.microsoft.com/office/drawing/2014/main" id="{F07CB48E-404E-4E72-A018-2E3D84B1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 Thread、Channel、地址编码为字节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74FA38D-CAA3-4584-A7AA-CAFC8AAC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2888" y="45862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7D6E41D-AD2C-47BC-BB89-1A1904D0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862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7" name=""/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4053841" y="4586765"/>
            <a:ext cx="800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61B7523-3A9C-4B8D-8A29-E9E395E3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5862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B6452C8-709E-40F6-9EBB-18750137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0" name=""/>
          <p:cNvCxnSpPr>
            <a:stCxn xmlns:a="http://schemas.openxmlformats.org/drawingml/2006/main" id="68" idx="0"/>
            <a:endCxn xmlns:a="http://schemas.openxmlformats.org/drawingml/2006/main" id="69" idx="2"/>
          </p:cNvCxnSpPr>
          <p:nvPr/>
        </p:nvCxnSpPr>
        <p:spPr>
          <a:xfrm xmlns:a="http://schemas.openxmlformats.org/drawingml/2006/main" flipV="1">
            <a:off x="4134327" y="2406016"/>
            <a:ext cx="0" cy="21802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</a:ln>
        </p:spPr>
      </p:cxn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4DB53D1-3A58-4A91-962B-BDBF8827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B09D7F6-68B9-4D5C-A8AD-84C0E29C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3" name="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4134803" y="2405540"/>
            <a:ext cx="80010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dash"/>
            <a:tailEnd type="triangle" w="sm" len="sm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028550A-110E-4262-A93A-9CB9F375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5" name="HcclMemcpyCtxHostToDevice">
            <a:extLst xmlns:a="http://schemas.openxmlformats.org/drawingml/2006/main">
              <a:ext uri="{FF2B5EF4-FFF2-40B4-BE49-F238E27FC236}">
                <a16:creationId xmlns:a16="http://schemas.microsoft.com/office/drawing/2014/main" id="{386B966A-410E-43EB-B2BD-C614D204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HcclMemcpyCtxHostToDevice</a:t>
            </a:r>
          </a:p>
        </p:txBody>
      </p:sp>
      <p:sp>
        <p:nvSpPr>
          <p:cNvPr id="76" name="组织资源上下文的设备交付">
            <a:extLst xmlns:a="http://schemas.openxmlformats.org/drawingml/2006/main">
              <a:ext uri="{FF2B5EF4-FFF2-40B4-BE49-F238E27FC236}">
                <a16:creationId xmlns:a16="http://schemas.microsoft.com/office/drawing/2014/main" id="{7EBC90B5-3C1F-43AF-94DC-B77F0826F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组织资源上下文的设备交付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68ADA5A-F98C-4504-9C5F-7B0CDFBA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E8C3401-ED26-4A6F-B633-7545AF87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9" name=""/>
          <p:cNvCxnSpPr>
            <a:stCxn xmlns:a="http://schemas.openxmlformats.org/drawingml/2006/main" id="77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6601778" y="240554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D564B49-66AF-476D-B3DF-2A30ED3D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6004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1" name="HcclEngineCtxCreate">
            <a:extLst xmlns:a="http://schemas.openxmlformats.org/drawingml/2006/main">
              <a:ext uri="{FF2B5EF4-FFF2-40B4-BE49-F238E27FC236}">
                <a16:creationId xmlns:a16="http://schemas.microsoft.com/office/drawing/2014/main" id="{237F7D1D-280E-4699-9401-838C556A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6480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HcclEngineCtxCreate</a:t>
            </a:r>
          </a:p>
        </p:txBody>
      </p:sp>
      <p:sp>
        <p:nvSpPr>
          <p:cNvPr id="82" name="域资源：取得设备上下文保存空间">
            <a:extLst xmlns:a="http://schemas.openxmlformats.org/drawingml/2006/main">
              <a:ext uri="{FF2B5EF4-FFF2-40B4-BE49-F238E27FC236}">
                <a16:creationId xmlns:a16="http://schemas.microsoft.com/office/drawing/2014/main" id="{30D1EAB1-8F6C-4396-9588-155FE207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8357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域资源：取得设备上下文保存空间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5530D13-88B1-47B0-B588-D22E6286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895850"/>
            <a:ext cx="2386013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4" name="HcclEngineCtxCopy">
            <a:extLst xmlns:a="http://schemas.openxmlformats.org/drawingml/2006/main">
              <a:ext uri="{FF2B5EF4-FFF2-40B4-BE49-F238E27FC236}">
                <a16:creationId xmlns:a16="http://schemas.microsoft.com/office/drawing/2014/main" id="{49F5D422-689B-4253-A512-C0979E0D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943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HcclEngineCtxCopy</a:t>
            </a:r>
          </a:p>
        </p:txBody>
      </p:sp>
      <p:sp>
        <p:nvSpPr>
          <p:cNvPr id="85" name="域资源：复制打包的资源描述">
            <a:extLst xmlns:a="http://schemas.openxmlformats.org/drawingml/2006/main">
              <a:ext uri="{FF2B5EF4-FFF2-40B4-BE49-F238E27FC236}">
                <a16:creationId xmlns:a16="http://schemas.microsoft.com/office/drawing/2014/main" id="{70DA8809-C78A-4137-9683-D3D9E500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131118"/>
            <a:ext cx="2233613" cy="45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域资源：复制打包的资源描述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7147208-AEAF-4052-9D6C-F3A02E5C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2781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124107E-0596-4721-9B8C-38C28A20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600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8" name=""/>
          <p:cNvCxnSpPr>
            <a:stCxn xmlns:a="http://schemas.openxmlformats.org/drawingml/2006/main" id="86" idx="2"/>
            <a:endCxn xmlns:a="http://schemas.openxmlformats.org/drawingml/2006/main" id="87" idx="0"/>
          </p:cNvCxnSpPr>
          <p:nvPr/>
        </p:nvCxnSpPr>
        <p:spPr>
          <a:xfrm xmlns:a="http://schemas.openxmlformats.org/drawingml/2006/main">
            <a:off x="8003858" y="2782253"/>
            <a:ext cx="0" cy="818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67464CC-811A-48EC-8480-5B16B439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ABF7ED9-7460-478F-8F02-D88AF3E7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895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1" name=""/>
          <p:cNvCxnSpPr>
            <a:stCxn xmlns:a="http://schemas.openxmlformats.org/drawingml/2006/main" id="89" idx="2"/>
            <a:endCxn xmlns:a="http://schemas.openxmlformats.org/drawingml/2006/main" id="90" idx="0"/>
          </p:cNvCxnSpPr>
          <p:nvPr/>
        </p:nvCxnSpPr>
        <p:spPr>
          <a:xfrm xmlns:a="http://schemas.openxmlformats.org/drawingml/2006/main">
            <a:off x="8003858" y="4325303"/>
            <a:ext cx="0" cy="5705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3E2800D-F302-4FF2-A029-04EF50FB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0288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3" name="GetMainThreadInfo">
            <a:extLst xmlns:a="http://schemas.openxmlformats.org/drawingml/2006/main">
              <a:ext uri="{FF2B5EF4-FFF2-40B4-BE49-F238E27FC236}">
                <a16:creationId xmlns:a16="http://schemas.microsoft.com/office/drawing/2014/main" id="{E21BA2EC-E4F9-456F-B8CC-BC48C6A0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764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GetMainThreadInfo</a:t>
            </a:r>
          </a:p>
        </p:txBody>
      </p:sp>
      <p:sp>
        <p:nvSpPr>
          <p:cNvPr id="94" name="读取设备主 Thread 信息">
            <a:extLst xmlns:a="http://schemas.openxmlformats.org/drawingml/2006/main">
              <a:ext uri="{FF2B5EF4-FFF2-40B4-BE49-F238E27FC236}">
                <a16:creationId xmlns:a16="http://schemas.microsoft.com/office/drawing/2014/main" id="{918A8A5D-7E16-47D5-8F45-22D27AC4A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2640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读取设备主 Thread 信息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535A339-1E8C-4ED8-AB36-9C01DB4B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5262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2263FE8-C3BA-45A1-80FA-F1E5104F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262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7" name=""/>
          <p:cNvCxnSpPr>
            <a:stCxn xmlns:a="http://schemas.openxmlformats.org/drawingml/2006/main" id="95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9197341" y="52630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46B5F8D-6C34-4B65-93A6-57225007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2625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B33DEF0-9E88-4D12-9697-533ABB9B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0" name=""/>
          <p:cNvCxnSpPr>
            <a:stCxn xmlns:a="http://schemas.openxmlformats.org/drawingml/2006/main" id="98" idx="0"/>
            <a:endCxn xmlns:a="http://schemas.openxmlformats.org/drawingml/2006/main" id="99" idx="2"/>
          </p:cNvCxnSpPr>
          <p:nvPr/>
        </p:nvCxnSpPr>
        <p:spPr>
          <a:xfrm xmlns:a="http://schemas.openxmlformats.org/drawingml/2006/main" flipV="1">
            <a:off x="9301640" y="2406016"/>
            <a:ext cx="0" cy="28565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4A3D02C-BD39-415B-902C-FC17A852D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B6B3D59-423B-435C-8C1A-A470704D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4050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3" name=""/>
          <p:cNvCxnSpPr>
            <a:stCxn xmlns:a="http://schemas.openxmlformats.org/drawingml/2006/main" id="101" idx="3"/>
            <a:endCxn xmlns:a="http://schemas.openxmlformats.org/drawingml/2006/main" id="102" idx="1"/>
          </p:cNvCxnSpPr>
          <p:nvPr/>
        </p:nvCxnSpPr>
        <p:spPr>
          <a:xfrm xmlns:a="http://schemas.openxmlformats.org/drawingml/2006/main">
            <a:off x="9302116" y="24055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5AB7298-73D4-4D66-A543-EC6393E7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133850"/>
            <a:ext cx="2386013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5" name="HcclThreadExportToCommEngine">
            <a:extLst xmlns:a="http://schemas.openxmlformats.org/drawingml/2006/main">
              <a:ext uri="{FF2B5EF4-FFF2-40B4-BE49-F238E27FC236}">
                <a16:creationId xmlns:a16="http://schemas.microsoft.com/office/drawing/2014/main" id="{C78FBB69-0A0E-4CB4-B5D9-41AC7607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181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HcclThreadExportToCommEngine</a:t>
            </a:r>
          </a:p>
        </p:txBody>
      </p:sp>
      <p:sp>
        <p:nvSpPr>
          <p:cNvPr id="106" name="主 Thread：AICPU_TS 导出给 CPU_TS">
            <a:extLst xmlns:a="http://schemas.openxmlformats.org/drawingml/2006/main">
              <a:ext uri="{FF2B5EF4-FFF2-40B4-BE49-F238E27FC236}">
                <a16:creationId xmlns:a16="http://schemas.microsoft.com/office/drawing/2014/main" id="{001512B6-A3ED-467E-945E-BD3661DB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369118"/>
            <a:ext cx="2233613" cy="555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 Thread：AICPU_TS 导出给 CPU_TS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2A1BC71-FC88-415F-924A-3B107D5B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781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E60367F-8730-42F3-A37D-CB75E78D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4133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9" name=""/>
          <p:cNvCxnSpPr>
            <a:stCxn xmlns:a="http://schemas.openxmlformats.org/drawingml/2006/main" id="107" idx="2"/>
            <a:endCxn xmlns:a="http://schemas.openxmlformats.org/drawingml/2006/main" id="108" idx="0"/>
          </p:cNvCxnSpPr>
          <p:nvPr/>
        </p:nvCxnSpPr>
        <p:spPr>
          <a:xfrm xmlns:a="http://schemas.openxmlformats.org/drawingml/2006/main">
            <a:off x="10599421" y="2782253"/>
            <a:ext cx="0" cy="13515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6C80902-B806-4FBF-A0EE-0A131E8F2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1" name="这里复制的是资源元数据，用户张量仍在原 Buffer。P4 导出用户 Thread 供设备通知完成，本页导出方向相反。">
            <a:extLst xmlns:a="http://schemas.openxmlformats.org/drawingml/2006/main">
              <a:ext uri="{FF2B5EF4-FFF2-40B4-BE49-F238E27FC236}">
                <a16:creationId xmlns:a16="http://schemas.microsoft.com/office/drawing/2014/main" id="{64505E49-0CA6-40E2-9849-47EFCC22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这里复制的是资源元数据，用户张量仍在原 Buffer。P4 导出用户 Thread 供设备通知完成，本页导出方向相反。</a:t>
            </a:r>
          </a:p>
        </p:txBody>
      </p:sp>
    </p:spTree>
    <p:extLst>
      <p:ext uri="{BB962C8B-B14F-4D97-AF65-F5344CB8AC3E}">
        <p14:creationId xmlns:p14="http://schemas.microsoft.com/office/powerpoint/2010/main" val="11396552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Host 输入通知、Kernel 发射与完成等待">
            <a:extLst xmlns:a="http://schemas.openxmlformats.org/drawingml/2006/main">
              <a:ext uri="{FF2B5EF4-FFF2-40B4-BE49-F238E27FC236}">
                <a16:creationId xmlns:a16="http://schemas.microsoft.com/office/drawing/2014/main" id="{7DF07F0F-CD67-4534-895B-30BAD27A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Host 输入通知、Kernel 发射与完成等待</a:t>
            </a:r>
          </a:p>
        </p:txBody>
      </p:sp>
      <p:sp>
        <p:nvSpPr>
          <p:cNvPr id="2" name="黑线表示 Host 下发流程。Kernel 启动后可与 Host 后续提交并发，用户流仍受完成依赖约束。">
            <a:extLst xmlns:a="http://schemas.openxmlformats.org/drawingml/2006/main">
              <a:ext uri="{FF2B5EF4-FFF2-40B4-BE49-F238E27FC236}">
                <a16:creationId xmlns:a16="http://schemas.microsoft.com/office/drawing/2014/main" id="{CAC3B271-40C7-4289-BC9B-2241CB92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黑线表示 Host 下发流程。Kernel 启动后可与 Host 后续提交并发，用户流仍受完成依赖约束。</a:t>
            </a:r>
          </a:p>
        </p:txBody>
      </p:sp>
      <p:sp>
        <p:nvSpPr>
          <p:cNvPr id="3" name="8 / 13">
            <a:extLst xmlns:a="http://schemas.openxmlformats.org/drawingml/2006/main">
              <a:ext uri="{FF2B5EF4-FFF2-40B4-BE49-F238E27FC236}">
                <a16:creationId xmlns:a16="http://schemas.microsoft.com/office/drawing/2014/main" id="{6F686259-9445-4E06-881A-D9DEAF82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8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5610D-B78E-4A0F-A636-7C2CFF03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输入就绪">
            <a:extLst xmlns:a="http://schemas.openxmlformats.org/drawingml/2006/main">
              <a:ext uri="{FF2B5EF4-FFF2-40B4-BE49-F238E27FC236}">
                <a16:creationId xmlns:a16="http://schemas.microsoft.com/office/drawing/2014/main" id="{8A0398F6-4371-49AD-A8D2-B6E79C20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输入就绪</a:t>
            </a:r>
          </a:p>
        </p:txBody>
      </p:sp>
      <p:sp>
        <p:nvSpPr>
          <p:cNvPr id="6" name="用户流先发通知，放行设备主 Thread">
            <a:extLst xmlns:a="http://schemas.openxmlformats.org/drawingml/2006/main">
              <a:ext uri="{FF2B5EF4-FFF2-40B4-BE49-F238E27FC236}">
                <a16:creationId xmlns:a16="http://schemas.microsoft.com/office/drawing/2014/main" id="{0B23546F-2B08-490A-8CEA-A8325E74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用户流先发通知，放行设备主 Thread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A8739-A407-453D-9368-0C18F33F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准备入口和参数">
            <a:extLst xmlns:a="http://schemas.openxmlformats.org/drawingml/2006/main">
              <a:ext uri="{FF2B5EF4-FFF2-40B4-BE49-F238E27FC236}">
                <a16:creationId xmlns:a16="http://schemas.microsoft.com/office/drawing/2014/main" id="{647158A9-7433-4F91-91D0-6B224388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准备入口和参数</a:t>
            </a:r>
          </a:p>
        </p:txBody>
      </p:sp>
      <p:sp>
        <p:nvSpPr>
          <p:cNvPr id="9" name="配置按序关系，构造 ACL Kernel 参数">
            <a:extLst xmlns:a="http://schemas.openxmlformats.org/drawingml/2006/main">
              <a:ext uri="{FF2B5EF4-FFF2-40B4-BE49-F238E27FC236}">
                <a16:creationId xmlns:a16="http://schemas.microsoft.com/office/drawing/2014/main" id="{BE66DA24-BEFD-4558-87BC-E78F4ABD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配置按序关系，构造 ACL Kernel 参数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025BD-2F4F-4C2F-B965-1AF8F44A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BFDDD-A1BD-4762-8C23-AA5DB16A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1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A9EFB-05F2-4814-9FFF-55731458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提交设备任务">
            <a:extLst xmlns:a="http://schemas.openxmlformats.org/drawingml/2006/main">
              <a:ext uri="{FF2B5EF4-FFF2-40B4-BE49-F238E27FC236}">
                <a16:creationId xmlns:a16="http://schemas.microsoft.com/office/drawing/2014/main" id="{BA00E5FE-4352-4205-9ADC-E5478F08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提交设备任务</a:t>
            </a:r>
          </a:p>
        </p:txBody>
      </p:sp>
      <p:sp>
        <p:nvSpPr>
          <p:cNvPr id="15" name="封装参数并发射 HcclLaunchAicpuKernel">
            <a:extLst xmlns:a="http://schemas.openxmlformats.org/drawingml/2006/main">
              <a:ext uri="{FF2B5EF4-FFF2-40B4-BE49-F238E27FC236}">
                <a16:creationId xmlns:a16="http://schemas.microsoft.com/office/drawing/2014/main" id="{336A23CB-89E1-40EC-B731-15C2845B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封装参数并发射 HcclLaunchAicpuKernel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C5D5F2-9F93-4272-A727-CE12D474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84C7B8-1C1E-44B3-BF45-E6619DB1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7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18D9AA-EF4E-439D-BA03-D84FE8EF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排入完成等待">
            <a:extLst xmlns:a="http://schemas.openxmlformats.org/drawingml/2006/main">
              <a:ext uri="{FF2B5EF4-FFF2-40B4-BE49-F238E27FC236}">
                <a16:creationId xmlns:a16="http://schemas.microsoft.com/office/drawing/2014/main" id="{CB5D224A-F8B0-40CE-9AFD-0AE714C2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排入完成等待</a:t>
            </a:r>
          </a:p>
        </p:txBody>
      </p:sp>
      <p:sp>
        <p:nvSpPr>
          <p:cNvPr id="21" name="用户流后续工作等待设备最终通知">
            <a:extLst xmlns:a="http://schemas.openxmlformats.org/drawingml/2006/main">
              <a:ext uri="{FF2B5EF4-FFF2-40B4-BE49-F238E27FC236}">
                <a16:creationId xmlns:a16="http://schemas.microsoft.com/office/drawing/2014/main" id="{D1A2F01B-83AF-4F1B-BBD8-4E7E75F4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用户流后续工作等待设备最终通知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295C0B-0F48-439C-AB02-D830366C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BF076F-4DDC-4362-A38C-95624FB9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3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475DCC-12A4-43D0-AFEE-05DEBC8B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789352-0861-410C-9359-3BF2B3A8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6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BC6DFB-BFFD-49AC-A7B6-64993311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286000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Host">
            <a:extLst xmlns:a="http://schemas.openxmlformats.org/drawingml/2006/main">
              <a:ext uri="{FF2B5EF4-FFF2-40B4-BE49-F238E27FC236}">
                <a16:creationId xmlns:a16="http://schemas.microsoft.com/office/drawing/2014/main" id="{A19EF3FF-98EE-4AEE-937A-6FCAAC1F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324100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2D58AE-8B7F-4350-B820-A1D9D0F7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14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249B83-37B7-403E-B171-27B4F95E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314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1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33151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C9F4E5-1863-461A-A641-06DDE7AC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5385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 数据面&#10;Host 调用">
            <a:extLst xmlns:a="http://schemas.openxmlformats.org/drawingml/2006/main">
              <a:ext uri="{FF2B5EF4-FFF2-40B4-BE49-F238E27FC236}">
                <a16:creationId xmlns:a16="http://schemas.microsoft.com/office/drawing/2014/main" id="{5548C98E-8927-431C-B2EC-627DC000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5766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Host 调用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60712B-E869-4EC6-B02D-574907B2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95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70F195-98DC-4887-AB58-94C7ED6D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295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6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42962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418FC4-1351-46DA-9CC0-8B2E9A7D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053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ACL&#10;Runtime">
            <a:extLst xmlns:a="http://schemas.openxmlformats.org/drawingml/2006/main">
              <a:ext uri="{FF2B5EF4-FFF2-40B4-BE49-F238E27FC236}">
                <a16:creationId xmlns:a16="http://schemas.microsoft.com/office/drawing/2014/main" id="{AFB7A9D0-B8DE-4D5F-8F63-3F0C8CC2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9434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Runtime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29246E-EED9-4DBC-B64C-A86E83DC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E5E960-B8BC-4964-9928-2C608381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1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1CA29F-E769-4E38-8AAB-06E61686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EF2AF6-9C78-4E05-912D-931CB4C9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4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9570F2CD-2675-442C-B961-698830C3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145F006E-2F53-4894-9F5E-D4840857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44ABDB-33EF-4BEA-8437-6E146EF2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526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clAicpuKernelEntranceLaunch">
            <a:extLst xmlns:a="http://schemas.openxmlformats.org/drawingml/2006/main">
              <a:ext uri="{FF2B5EF4-FFF2-40B4-BE49-F238E27FC236}">
                <a16:creationId xmlns:a16="http://schemas.microsoft.com/office/drawing/2014/main" id="{13AD168B-66F9-4AC3-B2C2-DF957C9C4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002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</a:p>
        </p:txBody>
      </p:sp>
      <p:sp>
        <p:nvSpPr>
          <p:cNvPr id="50" name="组织本次设备发射">
            <a:extLst xmlns:a="http://schemas.openxmlformats.org/drawingml/2006/main">
              <a:ext uri="{FF2B5EF4-FFF2-40B4-BE49-F238E27FC236}">
                <a16:creationId xmlns:a16="http://schemas.microsoft.com/office/drawing/2014/main" id="{14DAD3DF-80BE-40F3-9BCE-7679F2AB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87893"/>
            <a:ext cx="2233613" cy="469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组织本次设备发射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F68FD7F-49C6-40C6-9845-59A1E4F4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1947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3E2E4C98-46DC-40F2-BAA6-F8E91BB5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67100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53" name="用户流通知主 Thread：输入就绪">
            <a:extLst xmlns:a="http://schemas.openxmlformats.org/drawingml/2006/main">
              <a:ext uri="{FF2B5EF4-FFF2-40B4-BE49-F238E27FC236}">
                <a16:creationId xmlns:a16="http://schemas.microsoft.com/office/drawing/2014/main" id="{DC28B1BD-9763-422A-B59E-06C4004E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47123"/>
            <a:ext cx="2233613" cy="477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用户流通知主 Thread：输入就绪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48E100F-B556-4B5B-A9AE-50AEC49E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05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D0EAFBE-58AD-4CB9-B269-4BD1C5E0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5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2812733" y="2706053"/>
            <a:ext cx="0" cy="7134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0B40AFD-67B3-4F55-854B-A4F3F03C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895475"/>
            <a:ext cx="2386013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HcclOrderLaunchToOrderStream">
            <a:extLst xmlns:a="http://schemas.openxmlformats.org/drawingml/2006/main">
              <a:ext uri="{FF2B5EF4-FFF2-40B4-BE49-F238E27FC236}">
                <a16:creationId xmlns:a16="http://schemas.microsoft.com/office/drawing/2014/main" id="{5A475333-6BAF-4908-A6A3-96CD068C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43100"/>
            <a:ext cx="2233613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HcclOrderLaunchToOrderStream</a:t>
            </a:r>
          </a:p>
        </p:txBody>
      </p:sp>
      <p:sp>
        <p:nvSpPr>
          <p:cNvPr id="59" name="按配置准备按序启动关系">
            <a:extLst xmlns:a="http://schemas.openxmlformats.org/drawingml/2006/main">
              <a:ext uri="{FF2B5EF4-FFF2-40B4-BE49-F238E27FC236}">
                <a16:creationId xmlns:a16="http://schemas.microsoft.com/office/drawing/2014/main" id="{C75F35FD-159A-4FD4-8EB5-D1F953FE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120265"/>
            <a:ext cx="2233613" cy="3276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按配置准备按序启动关系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50FC8FF-9132-43F6-8ECF-C380DFC2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37957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8714DAF-2E80-4991-B6BE-CA27D675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957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1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4006216" y="37961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2AF9A73-8B20-4E55-925F-2A1D47B0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7957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9AF513B-804B-4C6D-B4A2-D2624EB3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195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4" name=""/>
          <p:cNvCxnSpPr>
            <a:stCxn xmlns:a="http://schemas.openxmlformats.org/drawingml/2006/main" id="63" idx="0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4110515" y="2196466"/>
            <a:ext cx="0" cy="1599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CACAEA0-2634-42E7-9121-261496936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195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070FA43-2E4B-43D4-BF0F-0ABBCEDE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1955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7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110991" y="21959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4C9FB5C-2834-46AE-89AB-36CC0232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667000"/>
            <a:ext cx="2386013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AicpuKernelLaunch">
            <a:extLst xmlns:a="http://schemas.openxmlformats.org/drawingml/2006/main">
              <a:ext uri="{FF2B5EF4-FFF2-40B4-BE49-F238E27FC236}">
                <a16:creationId xmlns:a16="http://schemas.microsoft.com/office/drawing/2014/main" id="{E1DCA798-0F85-4CFB-9984-FE2F034F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7146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AicpuKernelLaunch</a:t>
            </a:r>
          </a:p>
        </p:txBody>
      </p:sp>
      <p:sp>
        <p:nvSpPr>
          <p:cNvPr id="71" name="构造设备入口与参数">
            <a:extLst xmlns:a="http://schemas.openxmlformats.org/drawingml/2006/main">
              <a:ext uri="{FF2B5EF4-FFF2-40B4-BE49-F238E27FC236}">
                <a16:creationId xmlns:a16="http://schemas.microsoft.com/office/drawing/2014/main" id="{054DF8C0-831E-493E-81FC-1097D2F0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902268"/>
            <a:ext cx="2233613" cy="2790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构造设备入口与参数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92D17A3-9383-4684-B8BB-27E64728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2581D4E-B974-433F-9A5C-F5E244E0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667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3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5408296" y="2496503"/>
            <a:ext cx="0" cy="1704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6805964-D9BA-499E-BA3F-530CBB1E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419600"/>
            <a:ext cx="2386013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aclrtBinaryGetFunction">
            <a:extLst xmlns:a="http://schemas.openxmlformats.org/drawingml/2006/main">
              <a:ext uri="{FF2B5EF4-FFF2-40B4-BE49-F238E27FC236}">
                <a16:creationId xmlns:a16="http://schemas.microsoft.com/office/drawing/2014/main" id="{1B4181D4-BA4C-4CB7-B061-888A0E01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46722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aclrtBinaryGetFunction</a:t>
            </a:r>
          </a:p>
        </p:txBody>
      </p:sp>
      <p:sp>
        <p:nvSpPr>
          <p:cNvPr id="77" name="找到 HcclLaunchAicpuKernel 入口">
            <a:extLst xmlns:a="http://schemas.openxmlformats.org/drawingml/2006/main">
              <a:ext uri="{FF2B5EF4-FFF2-40B4-BE49-F238E27FC236}">
                <a16:creationId xmlns:a16="http://schemas.microsoft.com/office/drawing/2014/main" id="{9C76CB2C-D7D6-4D76-9254-46698D7C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654868"/>
            <a:ext cx="2233613" cy="37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找到 HcclLaunchAicpuKernel 入口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E434B2F-3B89-4889-8F4C-B9CFBD00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5276850"/>
            <a:ext cx="2386013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9" name="aclrtKernelArgsInit">
            <a:extLst xmlns:a="http://schemas.openxmlformats.org/drawingml/2006/main">
              <a:ext uri="{FF2B5EF4-FFF2-40B4-BE49-F238E27FC236}">
                <a16:creationId xmlns:a16="http://schemas.microsoft.com/office/drawing/2014/main" id="{B9124272-0702-45CA-99B9-05D2B21D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324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aclrtKernelArgsInit</a:t>
            </a:r>
          </a:p>
        </p:txBody>
      </p:sp>
      <p:sp>
        <p:nvSpPr>
          <p:cNvPr id="80" name="创建 Kernel 参数包">
            <a:extLst xmlns:a="http://schemas.openxmlformats.org/drawingml/2006/main">
              <a:ext uri="{FF2B5EF4-FFF2-40B4-BE49-F238E27FC236}">
                <a16:creationId xmlns:a16="http://schemas.microsoft.com/office/drawing/2014/main" id="{10169188-FA6B-4C3E-A11E-B1745684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5512118"/>
            <a:ext cx="2233613" cy="3171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创建 Kernel 参数包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A3A0215-B1C7-47F8-8A38-7EF92A67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228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00EF089-D997-46D4-85E9-6CD0DE43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419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2" name=""/>
          <p:cNvCxnSpPr>
            <a:stCxn xmlns:a="http://schemas.openxmlformats.org/drawingml/2006/main" id="81" idx="2"/>
            <a:endCxn xmlns:a="http://schemas.openxmlformats.org/drawingml/2006/main" id="82" idx="0"/>
          </p:cNvCxnSpPr>
          <p:nvPr/>
        </p:nvCxnSpPr>
        <p:spPr>
          <a:xfrm xmlns:a="http://schemas.openxmlformats.org/drawingml/2006/main">
            <a:off x="5408296" y="3229928"/>
            <a:ext cx="0" cy="1189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5CACA6B-F40D-44D0-904D-FF6E3533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0768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4768BD1-2C1E-400F-BA21-4AE7F9BE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5276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5" name=""/>
          <p:cNvCxnSpPr>
            <a:stCxn xmlns:a="http://schemas.openxmlformats.org/drawingml/2006/main" id="84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>
            <a:off x="5408296" y="50777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0FA6E6D-A7D0-41CC-A15F-2B244351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62450"/>
            <a:ext cx="2386013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8" name="aclrtKernelArgsAppend">
            <a:extLst xmlns:a="http://schemas.openxmlformats.org/drawingml/2006/main">
              <a:ext uri="{FF2B5EF4-FFF2-40B4-BE49-F238E27FC236}">
                <a16:creationId xmlns:a16="http://schemas.microsoft.com/office/drawing/2014/main" id="{741744BB-73D6-45AB-99D4-E0F4B019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410075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aclrtKernelArgsAppend</a:t>
            </a:r>
          </a:p>
        </p:txBody>
      </p:sp>
      <p:sp>
        <p:nvSpPr>
          <p:cNvPr id="89" name="加入算子参数与变长数据">
            <a:extLst xmlns:a="http://schemas.openxmlformats.org/drawingml/2006/main">
              <a:ext uri="{FF2B5EF4-FFF2-40B4-BE49-F238E27FC236}">
                <a16:creationId xmlns:a16="http://schemas.microsoft.com/office/drawing/2014/main" id="{38BDC7E9-52A0-4F88-8C9F-5D019860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562475"/>
            <a:ext cx="223361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加入算子参数与变长数据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5ADFBC8-8469-4CC6-9308-FC2112EA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24425"/>
            <a:ext cx="2386013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1" name="aclrtKernelArgsFinalize">
            <a:extLst xmlns:a="http://schemas.openxmlformats.org/drawingml/2006/main">
              <a:ext uri="{FF2B5EF4-FFF2-40B4-BE49-F238E27FC236}">
                <a16:creationId xmlns:a16="http://schemas.microsoft.com/office/drawing/2014/main" id="{7C86681D-D1B7-48E2-935F-F55292EF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9720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aclrtKernelArgsFinalize</a:t>
            </a:r>
          </a:p>
        </p:txBody>
      </p:sp>
      <p:sp>
        <p:nvSpPr>
          <p:cNvPr id="92" name="完成参数封装">
            <a:extLst xmlns:a="http://schemas.openxmlformats.org/drawingml/2006/main">
              <a:ext uri="{FF2B5EF4-FFF2-40B4-BE49-F238E27FC236}">
                <a16:creationId xmlns:a16="http://schemas.microsoft.com/office/drawing/2014/main" id="{FB8AA960-160C-4FCC-8917-31A30592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124450"/>
            <a:ext cx="223361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完成参数封装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6C4A3ED-9BF2-4AD8-B39D-1CD98225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486400"/>
            <a:ext cx="2386013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4" name="aclrtLaunchKernelWithConfig">
            <a:extLst xmlns:a="http://schemas.openxmlformats.org/drawingml/2006/main">
              <a:ext uri="{FF2B5EF4-FFF2-40B4-BE49-F238E27FC236}">
                <a16:creationId xmlns:a16="http://schemas.microsoft.com/office/drawing/2014/main" id="{6A719825-2B18-42C6-AF25-95060B2E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534025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aclrtLaunchKernelWithConfig</a:t>
            </a:r>
          </a:p>
        </p:txBody>
      </p:sp>
      <p:sp>
        <p:nvSpPr>
          <p:cNvPr id="95" name="提交 AICPU Kernel，入口见 P9">
            <a:extLst xmlns:a="http://schemas.openxmlformats.org/drawingml/2006/main">
              <a:ext uri="{FF2B5EF4-FFF2-40B4-BE49-F238E27FC236}">
                <a16:creationId xmlns:a16="http://schemas.microsoft.com/office/drawing/2014/main" id="{280B1BBD-2483-4804-9619-56CFA40C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686425"/>
            <a:ext cx="223361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提交 AICPU Kernel，入口见 P9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AD4B624-AC82-45A6-AE38-CBD0F8C7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55768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F5BA513-8209-4956-8A87-93AECA801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768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7" name=""/>
          <p:cNvCxnSpPr>
            <a:stCxn xmlns:a="http://schemas.openxmlformats.org/drawingml/2006/main" id="96" idx="3"/>
            <a:endCxn xmlns:a="http://schemas.openxmlformats.org/drawingml/2006/main" id="97" idx="1"/>
          </p:cNvCxnSpPr>
          <p:nvPr/>
        </p:nvCxnSpPr>
        <p:spPr>
          <a:xfrm xmlns:a="http://schemas.openxmlformats.org/drawingml/2006/main">
            <a:off x="6601778" y="557736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F3B1FD2-761D-41F4-BD51-769076842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768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C893636-2D64-4A49-B1E9-D7B43681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4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0" name=""/>
          <p:cNvCxnSpPr>
            <a:stCxn xmlns:a="http://schemas.openxmlformats.org/drawingml/2006/main" id="99" idx="0"/>
            <a:endCxn xmlns:a="http://schemas.openxmlformats.org/drawingml/2006/main" id="100" idx="2"/>
          </p:cNvCxnSpPr>
          <p:nvPr/>
        </p:nvCxnSpPr>
        <p:spPr>
          <a:xfrm xmlns:a="http://schemas.openxmlformats.org/drawingml/2006/main" flipV="1">
            <a:off x="6706077" y="4615816"/>
            <a:ext cx="0" cy="961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7C87ABD-28B1-4583-94B0-CD967FBC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4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20D4143-E272-4578-9C21-D5B646FB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614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3" name=""/>
          <p:cNvCxnSpPr>
            <a:stCxn xmlns:a="http://schemas.openxmlformats.org/drawingml/2006/main" id="102" idx="3"/>
            <a:endCxn xmlns:a="http://schemas.openxmlformats.org/drawingml/2006/main" id="103" idx="1"/>
          </p:cNvCxnSpPr>
          <p:nvPr/>
        </p:nvCxnSpPr>
        <p:spPr>
          <a:xfrm xmlns:a="http://schemas.openxmlformats.org/drawingml/2006/main">
            <a:off x="6706553" y="46153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24B3002-7596-4F1C-A5AA-E25511BE8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867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DE8BF14-E0D9-43C2-87AC-75744F2B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924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6" name=""/>
          <p:cNvCxnSpPr>
            <a:stCxn xmlns:a="http://schemas.openxmlformats.org/drawingml/2006/main" id="105" idx="2"/>
            <a:endCxn xmlns:a="http://schemas.openxmlformats.org/drawingml/2006/main" id="106" idx="0"/>
          </p:cNvCxnSpPr>
          <p:nvPr/>
        </p:nvCxnSpPr>
        <p:spPr>
          <a:xfrm xmlns:a="http://schemas.openxmlformats.org/drawingml/2006/main">
            <a:off x="8003858" y="4868228"/>
            <a:ext cx="0" cy="56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17F9F50-79B0-4510-96CD-8F5DA186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5429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27AD77F9-5AE8-46E7-B2DF-B8518C7B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54864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9" name=""/>
          <p:cNvCxnSpPr>
            <a:stCxn xmlns:a="http://schemas.openxmlformats.org/drawingml/2006/main" id="108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>
            <a:off x="8003858" y="5430203"/>
            <a:ext cx="0" cy="56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E66AC05-B382-4C92-84A4-595E7D48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5262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HcclOrderLaunchToKernelStream">
            <a:extLst xmlns:a="http://schemas.openxmlformats.org/drawingml/2006/main">
              <a:ext uri="{FF2B5EF4-FFF2-40B4-BE49-F238E27FC236}">
                <a16:creationId xmlns:a16="http://schemas.microsoft.com/office/drawing/2014/main" id="{A89E2C63-2F43-464E-A9B8-4B49141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00250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HcclOrderLaunchToKernelStream</a:t>
            </a:r>
          </a:p>
        </p:txBody>
      </p:sp>
      <p:sp>
        <p:nvSpPr>
          <p:cNvPr id="113" name="按配置安排发射后的执行关系">
            <a:extLst xmlns:a="http://schemas.openxmlformats.org/drawingml/2006/main">
              <a:ext uri="{FF2B5EF4-FFF2-40B4-BE49-F238E27FC236}">
                <a16:creationId xmlns:a16="http://schemas.microsoft.com/office/drawing/2014/main" id="{2A309961-2D3C-4DB2-9E3F-92D00A1F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78368"/>
            <a:ext cx="2233613" cy="4791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按配置安排发射后的执行关系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2C44A33-AC1F-4218-B600-CA9B8B36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5738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713B1B7C-75AD-42A7-BFFC-EE13A4FE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738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5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9197341" y="57392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E2848C3-BB8A-4BF6-9A97-0392B637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57388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62A50171-C665-4AFD-B54D-C8A9554D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28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8" name=""/>
          <p:cNvCxnSpPr>
            <a:stCxn xmlns:a="http://schemas.openxmlformats.org/drawingml/2006/main" id="117" idx="0"/>
            <a:endCxn xmlns:a="http://schemas.openxmlformats.org/drawingml/2006/main" id="118" idx="2"/>
          </p:cNvCxnSpPr>
          <p:nvPr/>
        </p:nvCxnSpPr>
        <p:spPr>
          <a:xfrm xmlns:a="http://schemas.openxmlformats.org/drawingml/2006/main" flipV="1">
            <a:off x="9301640" y="2329816"/>
            <a:ext cx="0" cy="34089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E54342B-7771-4FE4-AA49-3CD37B11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28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67291C3-60CC-42AB-8506-C645D4C5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3288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1" name=""/>
          <p:cNvCxnSpPr>
            <a:stCxn xmlns:a="http://schemas.openxmlformats.org/drawingml/2006/main" id="120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>
            <a:off x="9302116" y="23293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7518965-B22A-4330-BFCF-DCECDE75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419475"/>
            <a:ext cx="2386013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24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13DA37C9-633F-41F6-ACA4-34C29760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467100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125" name="用户流等待设备最终完成通知">
            <a:extLst xmlns:a="http://schemas.openxmlformats.org/drawingml/2006/main">
              <a:ext uri="{FF2B5EF4-FFF2-40B4-BE49-F238E27FC236}">
                <a16:creationId xmlns:a16="http://schemas.microsoft.com/office/drawing/2014/main" id="{CEA69833-287C-4BEF-8B6B-2EEC6FE1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647123"/>
            <a:ext cx="2233613" cy="4772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用户流等待设备最终完成通知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46F127A-E4E4-434F-9532-B6193E9C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7051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A9B6521-D9B3-4DC3-AFA3-33707A5E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7" name=""/>
          <p:cNvCxnSpPr>
            <a:stCxn xmlns:a="http://schemas.openxmlformats.org/drawingml/2006/main" id="126" idx="2"/>
            <a:endCxn xmlns:a="http://schemas.openxmlformats.org/drawingml/2006/main" id="127" idx="0"/>
          </p:cNvCxnSpPr>
          <p:nvPr/>
        </p:nvCxnSpPr>
        <p:spPr>
          <a:xfrm xmlns:a="http://schemas.openxmlformats.org/drawingml/2006/main">
            <a:off x="10599421" y="2706053"/>
            <a:ext cx="0" cy="7134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9" name="设备入口：P9&#10;最终完成通知：P13">
            <a:extLst xmlns:a="http://schemas.openxmlformats.org/drawingml/2006/main">
              <a:ext uri="{FF2B5EF4-FFF2-40B4-BE49-F238E27FC236}">
                <a16:creationId xmlns:a16="http://schemas.microsoft.com/office/drawing/2014/main" id="{DA435057-F551-421E-9EB9-87ED957F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714875"/>
            <a:ext cx="2233613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设备入口：P9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最终完成通知：P13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B00D076-E136-480D-A720-EE2F84A6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1" name="AllToAll 此路径使用内部 AicpuKernelLaunch 调 ACL。不能与另一条导出接口 HcclAicpuKernelLaunch 混为一谈。">
            <a:extLst xmlns:a="http://schemas.openxmlformats.org/drawingml/2006/main">
              <a:ext uri="{FF2B5EF4-FFF2-40B4-BE49-F238E27FC236}">
                <a16:creationId xmlns:a16="http://schemas.microsoft.com/office/drawing/2014/main" id="{A4084175-E567-43C1-A2F0-90B7A6C2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AllToAll 此路径使用内部 AicpuKernelLaunch 调 ACL。不能与另一条导出接口 HcclAicpuKernelLaunch 混为一谈。</a:t>
            </a:r>
          </a:p>
        </p:txBody>
      </p:sp>
    </p:spTree>
    <p:extLst>
      <p:ext uri="{BB962C8B-B14F-4D97-AF65-F5344CB8AC3E}">
        <p14:creationId xmlns:p14="http://schemas.microsoft.com/office/powerpoint/2010/main" val="18649850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AICPU 入口、资源恢复与算法启动">
            <a:extLst xmlns:a="http://schemas.openxmlformats.org/drawingml/2006/main">
              <a:ext uri="{FF2B5EF4-FFF2-40B4-BE49-F238E27FC236}">
                <a16:creationId xmlns:a16="http://schemas.microsoft.com/office/drawing/2014/main" id="{79B94FC6-D6DA-4039-B837-483C669B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AICPU 入口、资源恢复与算法启动</a:t>
            </a:r>
          </a:p>
        </p:txBody>
      </p:sp>
      <p:sp>
        <p:nvSpPr>
          <p:cNvPr id="2" name="HCCL 恢复执行参数，HCOMM 提供域使用保护、批模式与输入依赖。">
            <a:extLst xmlns:a="http://schemas.openxmlformats.org/drawingml/2006/main">
              <a:ext uri="{FF2B5EF4-FFF2-40B4-BE49-F238E27FC236}">
                <a16:creationId xmlns:a16="http://schemas.microsoft.com/office/drawing/2014/main" id="{5BD5FF8A-7F11-45A4-87F0-C6F7551E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恢复执行参数，HCOMM 提供域使用保护、批模式与输入依赖。</a:t>
            </a:r>
          </a:p>
        </p:txBody>
      </p:sp>
      <p:sp>
        <p:nvSpPr>
          <p:cNvPr id="3" name="9 / 13">
            <a:extLst xmlns:a="http://schemas.openxmlformats.org/drawingml/2006/main">
              <a:ext uri="{FF2B5EF4-FFF2-40B4-BE49-F238E27FC236}">
                <a16:creationId xmlns:a16="http://schemas.microsoft.com/office/drawing/2014/main" id="{D82643BA-C278-4215-A91C-68C5D5B7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9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D45002-16F1-4920-AB6B-1098E0E7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进入设备 Kernel">
            <a:extLst xmlns:a="http://schemas.openxmlformats.org/drawingml/2006/main">
              <a:ext uri="{FF2B5EF4-FFF2-40B4-BE49-F238E27FC236}">
                <a16:creationId xmlns:a16="http://schemas.microsoft.com/office/drawing/2014/main" id="{70771CF9-6EBE-44C4-9FB5-C2602DA6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进入设备 Kernel</a:t>
            </a:r>
          </a:p>
        </p:txBody>
      </p:sp>
      <p:sp>
        <p:nvSpPr>
          <p:cNvPr id="6" name="接收 ACL 参数，保护本次通信域使用">
            <a:extLst xmlns:a="http://schemas.openxmlformats.org/drawingml/2006/main">
              <a:ext uri="{FF2B5EF4-FFF2-40B4-BE49-F238E27FC236}">
                <a16:creationId xmlns:a16="http://schemas.microsoft.com/office/drawing/2014/main" id="{D169BBD4-1ED5-4F7A-84E9-7E7B4655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 ACL 参数，保护本次通信域使用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04291B-062A-4382-A137-9D429AAB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恢复执行上下文">
            <a:extLst xmlns:a="http://schemas.openxmlformats.org/drawingml/2006/main">
              <a:ext uri="{FF2B5EF4-FFF2-40B4-BE49-F238E27FC236}">
                <a16:creationId xmlns:a16="http://schemas.microsoft.com/office/drawing/2014/main" id="{2F6BBFD1-F157-43AA-A2AB-425170E1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恢复执行上下文</a:t>
            </a:r>
          </a:p>
        </p:txBody>
      </p:sp>
      <p:sp>
        <p:nvSpPr>
          <p:cNvPr id="9" name="恢复资源句柄与数量、位移数组">
            <a:extLst xmlns:a="http://schemas.openxmlformats.org/drawingml/2006/main">
              <a:ext uri="{FF2B5EF4-FFF2-40B4-BE49-F238E27FC236}">
                <a16:creationId xmlns:a16="http://schemas.microsoft.com/office/drawing/2014/main" id="{09AB842A-0329-4462-8960-2D9C7B51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恢复资源句柄与数量、位移数组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7A7EC-A78A-48DD-A73B-95D32818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C1280D-B8B6-40C2-8693-5221F3F2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6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8E76D-F710-4873-B5B1-557B55D8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开始算法编排">
            <a:extLst xmlns:a="http://schemas.openxmlformats.org/drawingml/2006/main">
              <a:ext uri="{FF2B5EF4-FFF2-40B4-BE49-F238E27FC236}">
                <a16:creationId xmlns:a16="http://schemas.microsoft.com/office/drawing/2014/main" id="{93245238-BC88-4B2F-A0AB-2389FE42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开始算法编排</a:t>
            </a:r>
          </a:p>
        </p:txBody>
      </p:sp>
      <p:sp>
        <p:nvSpPr>
          <p:cNvPr id="15" name="进入批模式，再交给执行器">
            <a:extLst xmlns:a="http://schemas.openxmlformats.org/drawingml/2006/main">
              <a:ext uri="{FF2B5EF4-FFF2-40B4-BE49-F238E27FC236}">
                <a16:creationId xmlns:a16="http://schemas.microsoft.com/office/drawing/2014/main" id="{B5644CF7-33C2-4147-99DA-08F9349C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进入批模式，再交给执行器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D729AE-F6A8-4BB3-B76D-B2E68D37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B3E3C1-3F67-40B4-9B5C-0336EBD5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2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BFBD2D-3800-47F9-B8E5-5DE76E1D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等待输入并展开">
            <a:extLst xmlns:a="http://schemas.openxmlformats.org/drawingml/2006/main">
              <a:ext uri="{FF2B5EF4-FFF2-40B4-BE49-F238E27FC236}">
                <a16:creationId xmlns:a16="http://schemas.microsoft.com/office/drawing/2014/main" id="{DC3E8C4E-1AAE-4A54-BA96-A3DD1A17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等待输入并展开</a:t>
            </a:r>
          </a:p>
        </p:txBody>
      </p:sp>
      <p:sp>
        <p:nvSpPr>
          <p:cNvPr id="21" name="输入依赖满足后执行本次算法">
            <a:extLst xmlns:a="http://schemas.openxmlformats.org/drawingml/2006/main">
              <a:ext uri="{FF2B5EF4-FFF2-40B4-BE49-F238E27FC236}">
                <a16:creationId xmlns:a16="http://schemas.microsoft.com/office/drawing/2014/main" id="{638C6E4B-7807-4D53-842F-63A7F8E5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输入依赖满足后执行本次算法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F2FF3C-78AD-48DE-A406-60C5DB68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2A06E5-E74F-4D77-BE23-DB983E4E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8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B3CDE4-2B8B-403F-B653-7A33BA28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7A5B1D-C400-4484-8A58-BEC603E8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1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FFFE12-81CF-46A0-83E5-BF466C20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7146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CL&#10;AICPU">
            <a:extLst xmlns:a="http://schemas.openxmlformats.org/drawingml/2006/main">
              <a:ext uri="{FF2B5EF4-FFF2-40B4-BE49-F238E27FC236}">
                <a16:creationId xmlns:a16="http://schemas.microsoft.com/office/drawing/2014/main" id="{6A15DA35-4106-4198-AF18-A62D917F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75272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726BD1-3593-44D4-A809-F34F2EEE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71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A9F78F-0764-426D-9A19-7AF0DA95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171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6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41724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58C2BA-9B5B-4483-A309-05B20AE3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434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数据面">
            <a:extLst xmlns:a="http://schemas.openxmlformats.org/drawingml/2006/main">
              <a:ext uri="{FF2B5EF4-FFF2-40B4-BE49-F238E27FC236}">
                <a16:creationId xmlns:a16="http://schemas.microsoft.com/office/drawing/2014/main" id="{AFB52AB2-06BB-410F-829D-C0555B72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8815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7BFE4E-C185-49D1-90CC-5D5F4836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FB45FE-5A34-4F31-9695-0F9DCFC7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1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1FF47E-A03F-442A-941F-8B1CA1C8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693AB5-3354-471F-B70F-B89BEAC0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4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78B7028F-91A1-4BC2-9834-CB2D35B2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9C82B5AB-219B-4673-B4E4-F9B6F1B9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27AF84-20DA-4B34-AF6A-2C5DA006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383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4" name="HcclLaunchAicpuKernel">
            <a:extLst xmlns:a="http://schemas.openxmlformats.org/drawingml/2006/main">
              <a:ext uri="{FF2B5EF4-FFF2-40B4-BE49-F238E27FC236}">
                <a16:creationId xmlns:a16="http://schemas.microsoft.com/office/drawing/2014/main" id="{DE4C6981-4C9A-4B04-BFCE-398CC4A8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859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HcclLaunchAicpuKernel</a:t>
            </a:r>
          </a:p>
        </p:txBody>
      </p:sp>
      <p:sp>
        <p:nvSpPr>
          <p:cNvPr id="45" name="接收 ACL 交付的算子参数">
            <a:extLst xmlns:a="http://schemas.openxmlformats.org/drawingml/2006/main">
              <a:ext uri="{FF2B5EF4-FFF2-40B4-BE49-F238E27FC236}">
                <a16:creationId xmlns:a16="http://schemas.microsoft.com/office/drawing/2014/main" id="{45A72CDB-C57D-49F3-B3AF-D4A9862B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736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 ACL 交付的算子参数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66BEA7-842A-4F9A-987E-E0F4E00D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81525"/>
            <a:ext cx="23860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7" name="HcommAcquireComm">
            <a:extLst xmlns:a="http://schemas.openxmlformats.org/drawingml/2006/main">
              <a:ext uri="{FF2B5EF4-FFF2-40B4-BE49-F238E27FC236}">
                <a16:creationId xmlns:a16="http://schemas.microsoft.com/office/drawing/2014/main" id="{084E71C4-CAF1-443E-B5C3-4254F207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291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HcommAcquireComm</a:t>
            </a:r>
          </a:p>
        </p:txBody>
      </p:sp>
      <p:sp>
        <p:nvSpPr>
          <p:cNvPr id="48" name="执行控制：取得通信域使用保护">
            <a:extLst xmlns:a="http://schemas.openxmlformats.org/drawingml/2006/main">
              <a:ext uri="{FF2B5EF4-FFF2-40B4-BE49-F238E27FC236}">
                <a16:creationId xmlns:a16="http://schemas.microsoft.com/office/drawing/2014/main" id="{50939E75-B259-41D0-8DC7-FF51DF98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16793"/>
            <a:ext cx="2233613" cy="498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执行控制：取得通信域使用保护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B82989-7A3D-415C-A85F-23069258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356879-A73D-4716-A9C7-A83BB591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4581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5" name=""/>
          <p:cNvCxnSpPr>
            <a:stCxn xmlns:a="http://schemas.openxmlformats.org/drawingml/2006/main" id="49" idx="2"/>
            <a:endCxn xmlns:a="http://schemas.openxmlformats.org/drawingml/2006/main" id="50" idx="0"/>
          </p:cNvCxnSpPr>
          <p:nvPr/>
        </p:nvCxnSpPr>
        <p:spPr>
          <a:xfrm xmlns:a="http://schemas.openxmlformats.org/drawingml/2006/main">
            <a:off x="2812733" y="2734628"/>
            <a:ext cx="0" cy="1846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7B671B7-0BE6-42A9-A253-51F55743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19145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3" name="HcclOrderLaunchNotifyRecord">
            <a:extLst xmlns:a="http://schemas.openxmlformats.org/drawingml/2006/main">
              <a:ext uri="{FF2B5EF4-FFF2-40B4-BE49-F238E27FC236}">
                <a16:creationId xmlns:a16="http://schemas.microsoft.com/office/drawing/2014/main" id="{756222FE-E9E2-45FE-915C-B014008A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19621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HcclOrderLaunchNotifyRecord</a:t>
            </a:r>
          </a:p>
        </p:txBody>
      </p:sp>
      <p:sp>
        <p:nvSpPr>
          <p:cNvPr id="54" name="按序能力开启时发送入口通知">
            <a:extLst xmlns:a="http://schemas.openxmlformats.org/drawingml/2006/main">
              <a:ext uri="{FF2B5EF4-FFF2-40B4-BE49-F238E27FC236}">
                <a16:creationId xmlns:a16="http://schemas.microsoft.com/office/drawing/2014/main" id="{6FD0FFF3-4689-4B22-B7EA-9A5997A7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143125"/>
            <a:ext cx="2233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按序能力开启时发送入口通知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1CE2FBA-45C8-4982-8EAD-F0B0925D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6765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6" name="DeserializeResCtx">
            <a:extLst xmlns:a="http://schemas.openxmlformats.org/drawingml/2006/main">
              <a:ext uri="{FF2B5EF4-FFF2-40B4-BE49-F238E27FC236}">
                <a16:creationId xmlns:a16="http://schemas.microsoft.com/office/drawing/2014/main" id="{63139AD0-B942-40A4-9573-9C381AE6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7241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DeserializeResCtx</a:t>
            </a:r>
          </a:p>
        </p:txBody>
      </p:sp>
      <p:sp>
        <p:nvSpPr>
          <p:cNvPr id="57" name="恢复 Thread、Channel、缓冲区描述">
            <a:extLst xmlns:a="http://schemas.openxmlformats.org/drawingml/2006/main">
              <a:ext uri="{FF2B5EF4-FFF2-40B4-BE49-F238E27FC236}">
                <a16:creationId xmlns:a16="http://schemas.microsoft.com/office/drawing/2014/main" id="{B8A79EAB-2928-4B58-926E-620184F6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905125"/>
            <a:ext cx="2233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 Thread、Channel、缓冲区描述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3AFBD3E-5CD2-4F20-8926-A5EEBBC8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438525"/>
            <a:ext cx="2386013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9" name="RestoreVarDataAlltoAllV">
            <a:extLst xmlns:a="http://schemas.openxmlformats.org/drawingml/2006/main">
              <a:ext uri="{FF2B5EF4-FFF2-40B4-BE49-F238E27FC236}">
                <a16:creationId xmlns:a16="http://schemas.microsoft.com/office/drawing/2014/main" id="{622BFEB3-1317-4C45-888E-3BC91781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486150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RestoreVarDataAlltoAllV</a:t>
            </a:r>
          </a:p>
        </p:txBody>
      </p:sp>
      <p:sp>
        <p:nvSpPr>
          <p:cNvPr id="60" name="恢复 counts 和位移数组指针">
            <a:extLst xmlns:a="http://schemas.openxmlformats.org/drawingml/2006/main">
              <a:ext uri="{FF2B5EF4-FFF2-40B4-BE49-F238E27FC236}">
                <a16:creationId xmlns:a16="http://schemas.microsoft.com/office/drawing/2014/main" id="{B3AA16D3-3585-4623-AFBA-F9E38A8C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667125"/>
            <a:ext cx="2233613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8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 counts 和位移数组指针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16DCF43-1A02-4743-8C4F-04208521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A440125-DC03-4153-8D84-76B7406B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7" name=""/>
          <p:cNvCxnSpPr>
            <a:stCxn xmlns:a="http://schemas.openxmlformats.org/drawingml/2006/main" id="61" idx="3"/>
            <a:endCxn xmlns:a="http://schemas.openxmlformats.org/drawingml/2006/main" id="62" idx="1"/>
          </p:cNvCxnSpPr>
          <p:nvPr/>
        </p:nvCxnSpPr>
        <p:spPr>
          <a:xfrm xmlns:a="http://schemas.openxmlformats.org/drawingml/2006/main">
            <a:off x="4006216" y="4972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D841D09-2919-463F-9763-5F6A71EF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6525DE4-6C02-4BE2-A60D-05417AD5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0" name=""/>
          <p:cNvCxnSpPr>
            <a:stCxn xmlns:a="http://schemas.openxmlformats.org/drawingml/2006/main" id="64" idx="0"/>
            <a:endCxn xmlns:a="http://schemas.openxmlformats.org/drawingml/2006/main" id="65" idx="2"/>
          </p:cNvCxnSpPr>
          <p:nvPr/>
        </p:nvCxnSpPr>
        <p:spPr>
          <a:xfrm xmlns:a="http://schemas.openxmlformats.org/drawingml/2006/main" flipV="1">
            <a:off x="4110515" y="2229803"/>
            <a:ext cx="0" cy="2742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682C907-F919-4F60-934F-E73F88E5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98942B4-809A-4D44-9193-228839B4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228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3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4110991" y="2229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B984722-D9CA-4390-B546-35576CCC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543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86BFD46-867C-431F-99CD-F4A8728C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2676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6" name=""/>
          <p:cNvCxnSpPr>
            <a:stCxn xmlns:a="http://schemas.openxmlformats.org/drawingml/2006/main" id="70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5408296" y="2544128"/>
            <a:ext cx="0" cy="1323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19C2021-22F0-4AB7-B06B-286D908A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305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6A089C5-215F-4DBE-AB4A-000D9026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438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9" name="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5408296" y="3306128"/>
            <a:ext cx="0" cy="1323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725CE22-88DE-46AF-B7FF-64480BFF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581525"/>
            <a:ext cx="2386013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7" name="HcommBatchModeStart">
            <a:extLst xmlns:a="http://schemas.openxmlformats.org/drawingml/2006/main">
              <a:ext uri="{FF2B5EF4-FFF2-40B4-BE49-F238E27FC236}">
                <a16:creationId xmlns:a16="http://schemas.microsoft.com/office/drawing/2014/main" id="{482D9DC2-A23F-4F18-B0EB-A1070401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62915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HcommBatchModeStart</a:t>
            </a:r>
          </a:p>
        </p:txBody>
      </p:sp>
      <p:sp>
        <p:nvSpPr>
          <p:cNvPr id="78" name="执行控制：开始批量组织 / 提交任务">
            <a:extLst xmlns:a="http://schemas.openxmlformats.org/drawingml/2006/main">
              <a:ext uri="{FF2B5EF4-FFF2-40B4-BE49-F238E27FC236}">
                <a16:creationId xmlns:a16="http://schemas.microsoft.com/office/drawing/2014/main" id="{A736AEDE-342E-4716-8405-67611E1B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816793"/>
            <a:ext cx="2233613" cy="498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执行控制：开始批量组织 / 提交任务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B797F62-6CAD-455F-AB5E-B9D2E6C3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3717CEA-BABE-44FA-B740-134E0C7B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5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6601778" y="37533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02A0EBC-E03D-46ED-9972-187EDCEE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52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74F8F5A-84F0-407E-A536-B8CD9065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8" name=""/>
          <p:cNvCxnSpPr>
            <a:stCxn xmlns:a="http://schemas.openxmlformats.org/drawingml/2006/main" id="82" idx="2"/>
            <a:endCxn xmlns:a="http://schemas.openxmlformats.org/drawingml/2006/main" id="83" idx="0"/>
          </p:cNvCxnSpPr>
          <p:nvPr/>
        </p:nvCxnSpPr>
        <p:spPr>
          <a:xfrm xmlns:a="http://schemas.openxmlformats.org/drawingml/2006/main">
            <a:off x="6706077" y="3753803"/>
            <a:ext cx="0" cy="1218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5FE429E-7714-4A78-8C35-1670B22A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D3E5986-DC51-4711-BB54-7F509BA7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1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6706553" y="4972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D58D698-77E8-4FFB-B512-3793118C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383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9" name="OpOrchestrate">
            <a:extLst xmlns:a="http://schemas.openxmlformats.org/drawingml/2006/main">
              <a:ext uri="{FF2B5EF4-FFF2-40B4-BE49-F238E27FC236}">
                <a16:creationId xmlns:a16="http://schemas.microsoft.com/office/drawing/2014/main" id="{9395E379-EE44-451C-A076-288C488E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0859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OpOrchestrate</a:t>
            </a:r>
          </a:p>
        </p:txBody>
      </p:sp>
      <p:sp>
        <p:nvSpPr>
          <p:cNvPr id="90" name="进入本次通信任务编排">
            <a:extLst xmlns:a="http://schemas.openxmlformats.org/drawingml/2006/main">
              <a:ext uri="{FF2B5EF4-FFF2-40B4-BE49-F238E27FC236}">
                <a16:creationId xmlns:a16="http://schemas.microsoft.com/office/drawing/2014/main" id="{524E3911-F9DC-4EFA-9769-82D01476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2736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进入本次通信任务编排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AC3EA16-2C58-4B93-99EE-5A9765CD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581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4E021DA-2184-4631-B352-6CE2C3E0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7" name=""/>
          <p:cNvCxnSpPr>
            <a:stCxn xmlns:a="http://schemas.openxmlformats.org/drawingml/2006/main" id="91" idx="0"/>
            <a:endCxn xmlns:a="http://schemas.openxmlformats.org/drawingml/2006/main" id="92" idx="2"/>
          </p:cNvCxnSpPr>
          <p:nvPr/>
        </p:nvCxnSpPr>
        <p:spPr>
          <a:xfrm xmlns:a="http://schemas.openxmlformats.org/drawingml/2006/main" flipV="1">
            <a:off x="8003858" y="2734628"/>
            <a:ext cx="0" cy="18468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E0364CA-7BBE-487C-8597-166F9167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543425"/>
            <a:ext cx="2386013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5" name="HcommThreadNotifyWaitOnThread&#10;WithDefaultTimeout">
            <a:extLst xmlns:a="http://schemas.openxmlformats.org/drawingml/2006/main">
              <a:ext uri="{FF2B5EF4-FFF2-40B4-BE49-F238E27FC236}">
                <a16:creationId xmlns:a16="http://schemas.microsoft.com/office/drawing/2014/main" id="{EB25D7A9-03DC-4A0B-BE82-F8E5AED5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591050"/>
            <a:ext cx="2233613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WithDefaultTimeout</a:t>
            </a:r>
          </a:p>
        </p:txBody>
      </p:sp>
      <p:sp>
        <p:nvSpPr>
          <p:cNvPr id="96" name="同步：主 Thread 等 Host 输入通知">
            <a:extLst xmlns:a="http://schemas.openxmlformats.org/drawingml/2006/main">
              <a:ext uri="{FF2B5EF4-FFF2-40B4-BE49-F238E27FC236}">
                <a16:creationId xmlns:a16="http://schemas.microsoft.com/office/drawing/2014/main" id="{B94D04E5-9CCB-4364-88E1-36D90C73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897755"/>
            <a:ext cx="2233613" cy="4552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同步：主 Thread 等 Host 输入通知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3E6900D-4C81-49E5-928C-E42C6A93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23860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09D07CA-DD34-4992-93FB-4349DBFB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860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3" name=""/>
          <p:cNvCxnSpPr>
            <a:stCxn xmlns:a="http://schemas.openxmlformats.org/drawingml/2006/main" id="97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9197341" y="23864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FF49EB6-7466-46BA-AE9E-33F8A170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23860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4458C24-2F5E-40A5-81C4-A7A075C2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6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9301640" y="2386966"/>
            <a:ext cx="0" cy="2585084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C9961E8-17F5-453F-8268-AB62788A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F953AEA-FD16-402F-9C9A-E5B1FC9C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9720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9" name=""/>
          <p:cNvCxnSpPr>
            <a:stCxn xmlns:a="http://schemas.openxmlformats.org/drawingml/2006/main" id="103" idx="3"/>
            <a:endCxn xmlns:a="http://schemas.openxmlformats.org/drawingml/2006/main" id="104" idx="1"/>
          </p:cNvCxnSpPr>
          <p:nvPr/>
        </p:nvCxnSpPr>
        <p:spPr>
          <a:xfrm xmlns:a="http://schemas.openxmlformats.org/drawingml/2006/main">
            <a:off x="9302116" y="49725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1EDC606-7961-4945-9DC2-0B03DA91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03835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7" name="GetAlgExec">
            <a:extLst xmlns:a="http://schemas.openxmlformats.org/drawingml/2006/main">
              <a:ext uri="{FF2B5EF4-FFF2-40B4-BE49-F238E27FC236}">
                <a16:creationId xmlns:a16="http://schemas.microsoft.com/office/drawing/2014/main" id="{A0E8C48D-326E-46B7-A4D2-2D876D19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0859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GetAlgExec</a:t>
            </a:r>
          </a:p>
        </p:txBody>
      </p:sp>
      <p:sp>
        <p:nvSpPr>
          <p:cNvPr id="108" name="取得设备执行器，展开见 P10">
            <a:extLst xmlns:a="http://schemas.openxmlformats.org/drawingml/2006/main">
              <a:ext uri="{FF2B5EF4-FFF2-40B4-BE49-F238E27FC236}">
                <a16:creationId xmlns:a16="http://schemas.microsoft.com/office/drawing/2014/main" id="{154CA2AD-3A4C-4ABE-8378-8368FBAD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273618"/>
            <a:ext cx="2233613" cy="412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取得设备执行器，展开见 P10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A2EF555-7FE0-4727-B193-8D900786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4543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50001CC-B76E-4549-B226-76A77C82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733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5" name=""/>
          <p:cNvCxnSpPr>
            <a:stCxn xmlns:a="http://schemas.openxmlformats.org/drawingml/2006/main" id="109" idx="0"/>
            <a:endCxn xmlns:a="http://schemas.openxmlformats.org/drawingml/2006/main" id="110" idx="2"/>
          </p:cNvCxnSpPr>
          <p:nvPr/>
        </p:nvCxnSpPr>
        <p:spPr>
          <a:xfrm xmlns:a="http://schemas.openxmlformats.org/drawingml/2006/main" flipV="1">
            <a:off x="10599421" y="2734628"/>
            <a:ext cx="0" cy="18087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61381E3-8B7A-4B06-A053-02A1FED4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13" name="旧能力可使用显式超时 Wait，两接口互为替代。AcquireComm / ReleaseComm 是使用保护，不是创建或销毁通信域。">
            <a:extLst xmlns:a="http://schemas.openxmlformats.org/drawingml/2006/main">
              <a:ext uri="{FF2B5EF4-FFF2-40B4-BE49-F238E27FC236}">
                <a16:creationId xmlns:a16="http://schemas.microsoft.com/office/drawing/2014/main" id="{06CC27D2-6433-4872-B43A-F6A6CEB6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旧能力可使用显式超时 Wait，两接口互为替代。AcquireComm / ReleaseComm 是使用保护，不是创建或销毁通信域。</a:t>
            </a:r>
          </a:p>
        </p:txBody>
      </p:sp>
    </p:spTree>
    <p:extLst>
      <p:ext uri="{BB962C8B-B14F-4D97-AF65-F5344CB8AC3E}">
        <p14:creationId xmlns:p14="http://schemas.microsoft.com/office/powerpoint/2010/main" val="3365392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" name="设备算法按数据块、轮次、Peer 和 Channel 展开">
            <a:extLst xmlns:a="http://schemas.openxmlformats.org/drawingml/2006/main">
              <a:ext uri="{FF2B5EF4-FFF2-40B4-BE49-F238E27FC236}">
                <a16:creationId xmlns:a16="http://schemas.microsoft.com/office/drawing/2014/main" id="{B3FB1ACD-BCE6-42A0-A44B-84121737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设备算法按数据块、轮次、Peer 和 Channel 展开</a:t>
            </a:r>
          </a:p>
        </p:txBody>
      </p:sp>
      <p:sp>
        <p:nvSpPr>
          <p:cNvPr id="2" name="每列继续向右细化编排对象。当前块结束后才进入下一块，循环次数取决于容量和 Peer 数。">
            <a:extLst xmlns:a="http://schemas.openxmlformats.org/drawingml/2006/main">
              <a:ext uri="{FF2B5EF4-FFF2-40B4-BE49-F238E27FC236}">
                <a16:creationId xmlns:a16="http://schemas.microsoft.com/office/drawing/2014/main" id="{442A4FC6-4A80-4AF7-91CD-53B74610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每列继续向右细化编排对象。当前块结束后才进入下一块，循环次数取决于容量和 Peer 数。</a:t>
            </a:r>
          </a:p>
        </p:txBody>
      </p:sp>
      <p:sp>
        <p:nvSpPr>
          <p:cNvPr id="3" name="10 / 13">
            <a:extLst xmlns:a="http://schemas.openxmlformats.org/drawingml/2006/main">
              <a:ext uri="{FF2B5EF4-FFF2-40B4-BE49-F238E27FC236}">
                <a16:creationId xmlns:a16="http://schemas.microsoft.com/office/drawing/2014/main" id="{D1ED6679-E8E2-4BC7-92F9-A54C1660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10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6063E-7928-4F4C-AF22-01C9DDE6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数据块">
            <a:extLst xmlns:a="http://schemas.openxmlformats.org/drawingml/2006/main">
              <a:ext uri="{FF2B5EF4-FFF2-40B4-BE49-F238E27FC236}">
                <a16:creationId xmlns:a16="http://schemas.microsoft.com/office/drawing/2014/main" id="{EFB7D5AB-0717-4E99-8ECB-4D880668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数据块</a:t>
            </a:r>
          </a:p>
        </p:txBody>
      </p:sp>
      <p:sp>
        <p:nvSpPr>
          <p:cNvPr id="6" name="按容量推进输入输出偏移">
            <a:extLst xmlns:a="http://schemas.openxmlformats.org/drawingml/2006/main">
              <a:ext uri="{FF2B5EF4-FFF2-40B4-BE49-F238E27FC236}">
                <a16:creationId xmlns:a16="http://schemas.microsoft.com/office/drawing/2014/main" id="{C4323DE4-AC3B-41DB-A008-1278BF89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按容量推进输入输出偏移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B4DC9-B92E-43E2-A4E7-ACF9C080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当前块模板">
            <a:extLst xmlns:a="http://schemas.openxmlformats.org/drawingml/2006/main">
              <a:ext uri="{FF2B5EF4-FFF2-40B4-BE49-F238E27FC236}">
                <a16:creationId xmlns:a16="http://schemas.microsoft.com/office/drawing/2014/main" id="{0D9FD69D-FC78-48BC-8788-05ED42B8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当前块模板</a:t>
            </a:r>
          </a:p>
        </p:txBody>
      </p:sp>
      <p:sp>
        <p:nvSpPr>
          <p:cNvPr id="9" name="计算空间，调用 Mesh 模板">
            <a:extLst xmlns:a="http://schemas.openxmlformats.org/drawingml/2006/main">
              <a:ext uri="{FF2B5EF4-FFF2-40B4-BE49-F238E27FC236}">
                <a16:creationId xmlns:a16="http://schemas.microsoft.com/office/drawing/2014/main" id="{55EE11A4-A7C6-40B8-A651-7243EAF5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计算空间，调用 Mesh 模板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3BFC20-2AE6-4D3E-B801-00D853DE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F55AC5-5BA2-44C0-9829-CCEAFA12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0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5723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205506-1112-4452-9CB5-47B71D12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开始同步">
            <a:extLst xmlns:a="http://schemas.openxmlformats.org/drawingml/2006/main">
              <a:ext uri="{FF2B5EF4-FFF2-40B4-BE49-F238E27FC236}">
                <a16:creationId xmlns:a16="http://schemas.microsoft.com/office/drawing/2014/main" id="{33963DF7-A35E-4ADA-A810-4BBC9DD9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开始同步</a:t>
            </a:r>
          </a:p>
        </p:txBody>
      </p:sp>
      <p:sp>
        <p:nvSpPr>
          <p:cNvPr id="15" name="有从 Thread 时安排开始依赖">
            <a:extLst xmlns:a="http://schemas.openxmlformats.org/drawingml/2006/main">
              <a:ext uri="{FF2B5EF4-FFF2-40B4-BE49-F238E27FC236}">
                <a16:creationId xmlns:a16="http://schemas.microsoft.com/office/drawing/2014/main" id="{B56477DC-DE72-4F93-8196-E4C92114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有从 Thread 时安排开始依赖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512EAF-6135-42CC-AA81-BECE4CB4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B1FC6B-A879-4C7D-93B4-E4D5DFDA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6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6488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7834F7-E6F7-44A5-B840-5F708D3D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通信轮与 Peer">
            <a:extLst xmlns:a="http://schemas.openxmlformats.org/drawingml/2006/main">
              <a:ext uri="{FF2B5EF4-FFF2-40B4-BE49-F238E27FC236}">
                <a16:creationId xmlns:a16="http://schemas.microsoft.com/office/drawing/2014/main" id="{ECC7C5C4-86B9-4F97-87FA-C63E46BE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通信轮与 Peer</a:t>
            </a:r>
          </a:p>
        </p:txBody>
      </p:sp>
      <p:sp>
        <p:nvSpPr>
          <p:cNvPr id="21" name="选择本轮对象，按端口组分片">
            <a:extLst xmlns:a="http://schemas.openxmlformats.org/drawingml/2006/main">
              <a:ext uri="{FF2B5EF4-FFF2-40B4-BE49-F238E27FC236}">
                <a16:creationId xmlns:a16="http://schemas.microsoft.com/office/drawing/2014/main" id="{3D3F6370-70D6-46AF-813D-1A307E43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选择本轮对象，按端口组分片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0C50AB-6DA0-4E5C-B203-BD8E8BDF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9C4A59-0419-4B61-ABF6-9D765526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2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7252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1001E1-1FEF-46CA-9F5C-621ED89E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9810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6" name="Channel 与 slice">
            <a:extLst xmlns:a="http://schemas.openxmlformats.org/drawingml/2006/main">
              <a:ext uri="{FF2B5EF4-FFF2-40B4-BE49-F238E27FC236}">
                <a16:creationId xmlns:a16="http://schemas.microsoft.com/office/drawing/2014/main" id="{3C10B0CA-4433-4F07-9736-75BAF39F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90600"/>
            <a:ext cx="1885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Channel 与 slice</a:t>
            </a:r>
          </a:p>
        </p:txBody>
      </p:sp>
      <p:sp>
        <p:nvSpPr>
          <p:cNvPr id="27" name="计算地址和长度，握手与写入">
            <a:extLst xmlns:a="http://schemas.openxmlformats.org/drawingml/2006/main">
              <a:ext uri="{FF2B5EF4-FFF2-40B4-BE49-F238E27FC236}">
                <a16:creationId xmlns:a16="http://schemas.microsoft.com/office/drawing/2014/main" id="{9DEC466E-DBEB-4928-A059-D04F51A0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295400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计算地址和长度，握手与写入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7F931E-9A43-4527-BC75-7ECFE9A16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8C7A7B-66B9-46E1-A32A-DC454B34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8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98017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68052C-C0E4-4F08-84E5-A8B5DCA3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3616F3-D814-4982-A10B-040D7282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1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D2EDD6-4038-42B1-A450-560F35BB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1669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5" name="HCCL&#10;AICPU 执行器">
            <a:extLst xmlns:a="http://schemas.openxmlformats.org/drawingml/2006/main">
              <a:ext uri="{FF2B5EF4-FFF2-40B4-BE49-F238E27FC236}">
                <a16:creationId xmlns:a16="http://schemas.microsoft.com/office/drawing/2014/main" id="{6B2DA7D1-E6DB-4A1B-B434-1D5D227C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2050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执行器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B00558-F0DD-4933-934C-2E00E6AB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76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8A0346-96F9-47FD-A2E3-CF213F88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0765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6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1448753" y="30770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636117-C9D5-4123-BEF7-92A817E8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433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0" name="HCCL&#10;Mesh 模板">
            <a:extLst xmlns:a="http://schemas.openxmlformats.org/drawingml/2006/main">
              <a:ext uri="{FF2B5EF4-FFF2-40B4-BE49-F238E27FC236}">
                <a16:creationId xmlns:a16="http://schemas.microsoft.com/office/drawing/2014/main" id="{3572884A-1C3C-4A73-8502-E067A740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8814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Mesh 模板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7C44686-787D-47E6-B1BF-66A75A48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DCA77C-1CD4-4CF7-9B43-E931B917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1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1448753" y="51439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24F9B2-F152-4DF9-B8DA-5EBF702A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292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5" name="HCOMM&#10;数据面">
            <a:extLst xmlns:a="http://schemas.openxmlformats.org/drawingml/2006/main">
              <a:ext uri="{FF2B5EF4-FFF2-40B4-BE49-F238E27FC236}">
                <a16:creationId xmlns:a16="http://schemas.microsoft.com/office/drawing/2014/main" id="{93095225-D0EE-4DCE-B2D2-1289612D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673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FA7F04-4715-4705-A29A-0C5C8F59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8196241-7A99-49DD-9F12-94CC8786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6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ACC22E-FC04-4BEA-B3AF-97F95A29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660B1A6-321D-4D13-8B3B-2FD3ECE8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9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52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1C12F52E-C888-435E-8654-C957C1AB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53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9B089584-1F8F-43B1-A86A-5D711C4E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EA3E2EB-6F33-429B-8639-F094E99D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2880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5" name="InsV2AlltoAllVSole&#10;Executor::&#10;Orchestrate">
            <a:extLst xmlns:a="http://schemas.openxmlformats.org/drawingml/2006/main">
              <a:ext uri="{FF2B5EF4-FFF2-40B4-BE49-F238E27FC236}">
                <a16:creationId xmlns:a16="http://schemas.microsoft.com/office/drawing/2014/main" id="{3B7309B2-A3E0-4280-AFF8-D8D9D67F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76425"/>
            <a:ext cx="17145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InsV2AlltoAllVSole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Executor::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Orchestrate</a:t>
            </a:r>
          </a:p>
        </p:txBody>
      </p:sp>
      <p:sp>
        <p:nvSpPr>
          <p:cNvPr id="56" name="恢复各 Peer 收发信息">
            <a:extLst xmlns:a="http://schemas.openxmlformats.org/drawingml/2006/main">
              <a:ext uri="{FF2B5EF4-FFF2-40B4-BE49-F238E27FC236}">
                <a16:creationId xmlns:a16="http://schemas.microsoft.com/office/drawing/2014/main" id="{4DFA3D27-4D6A-4545-9CBD-6A0A1221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89810"/>
            <a:ext cx="1714500" cy="1581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恢复各 Peer 收发信息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8107B24-0CE8-4E14-8774-F648744E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81275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8" name="OrchestrateLoop">
            <a:extLst xmlns:a="http://schemas.openxmlformats.org/drawingml/2006/main">
              <a:ext uri="{FF2B5EF4-FFF2-40B4-BE49-F238E27FC236}">
                <a16:creationId xmlns:a16="http://schemas.microsoft.com/office/drawing/2014/main" id="{71721FE0-4E66-4E25-B8EA-3EC93F44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28900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OrchestrateLoop</a:t>
            </a:r>
          </a:p>
        </p:txBody>
      </p:sp>
      <p:sp>
        <p:nvSpPr>
          <p:cNvPr id="59" name="分块并推进 Buffer 偏移">
            <a:extLst xmlns:a="http://schemas.openxmlformats.org/drawingml/2006/main">
              <a:ext uri="{FF2B5EF4-FFF2-40B4-BE49-F238E27FC236}">
                <a16:creationId xmlns:a16="http://schemas.microsoft.com/office/drawing/2014/main" id="{9B6C481E-2491-4F72-BE79-629951C3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87968"/>
            <a:ext cx="1714500" cy="183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分块并推进 Buffer 偏移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635313A-4283-43F7-991E-A46789ED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993AAF-28E2-431D-8BAA-6F1F1A4E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581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0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2553177" y="2496503"/>
            <a:ext cx="0" cy="847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EEA56D9-5416-46CE-8A2B-93EE03AA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85950"/>
            <a:ext cx="186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4" name="CalcScratchMultiple">
            <a:extLst xmlns:a="http://schemas.openxmlformats.org/drawingml/2006/main">
              <a:ext uri="{FF2B5EF4-FFF2-40B4-BE49-F238E27FC236}">
                <a16:creationId xmlns:a16="http://schemas.microsoft.com/office/drawing/2014/main" id="{5D8C6FFC-F980-4872-9A5E-FDB99551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3357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CalcScratchMultiple</a:t>
            </a:r>
          </a:p>
        </p:txBody>
      </p:sp>
      <p:sp>
        <p:nvSpPr>
          <p:cNvPr id="65" name="计算当前块中转空间">
            <a:extLst xmlns:a="http://schemas.openxmlformats.org/drawingml/2006/main">
              <a:ext uri="{FF2B5EF4-FFF2-40B4-BE49-F238E27FC236}">
                <a16:creationId xmlns:a16="http://schemas.microsoft.com/office/drawing/2014/main" id="{535CD2A9-8460-43D6-9524-3CE41D00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21218"/>
            <a:ext cx="1714500" cy="250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计算当前块中转空间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F46BB40-5FDE-445F-B468-2FFF856F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00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DBF04EC-8E87-4AA8-9B55-97DF5BA9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800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6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3487103" y="28008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AF093E1-E937-44B8-BBFC-E52D7F0A1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800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3CB7BCF-39B9-4C29-A058-206BC800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9" name=""/>
          <p:cNvCxnSpPr>
            <a:stCxn xmlns:a="http://schemas.openxmlformats.org/drawingml/2006/main" id="69" idx="0"/>
            <a:endCxn xmlns:a="http://schemas.openxmlformats.org/drawingml/2006/main" id="70" idx="2"/>
          </p:cNvCxnSpPr>
          <p:nvPr/>
        </p:nvCxnSpPr>
        <p:spPr>
          <a:xfrm xmlns:a="http://schemas.openxmlformats.org/drawingml/2006/main" flipV="1">
            <a:off x="3591402" y="2153603"/>
            <a:ext cx="0" cy="6467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AE14ECD-A61E-4511-816C-5EE9673A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10D0061-AC2E-4E3B-AEEB-016FDE61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52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2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3591878" y="21531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E6B72A7-6B34-4D6C-9706-E32EF943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81275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KernelRun">
            <a:extLst xmlns:a="http://schemas.openxmlformats.org/drawingml/2006/main">
              <a:ext uri="{FF2B5EF4-FFF2-40B4-BE49-F238E27FC236}">
                <a16:creationId xmlns:a16="http://schemas.microsoft.com/office/drawing/2014/main" id="{D6FD0423-F92D-463D-81F7-E9FFB88F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28900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KernelRun</a:t>
            </a:r>
          </a:p>
        </p:txBody>
      </p:sp>
      <p:sp>
        <p:nvSpPr>
          <p:cNvPr id="77" name="调用当前块模板">
            <a:extLst xmlns:a="http://schemas.openxmlformats.org/drawingml/2006/main">
              <a:ext uri="{FF2B5EF4-FFF2-40B4-BE49-F238E27FC236}">
                <a16:creationId xmlns:a16="http://schemas.microsoft.com/office/drawing/2014/main" id="{17227543-1E1A-497C-A6B0-5FE1BECE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87968"/>
            <a:ext cx="1714500" cy="1838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调用当前块模板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0E82B05-BE98-4395-B29E-A167B21A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19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1E886AE-F6FC-44CC-9FBF-2BEA2BFF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81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8" name=""/>
          <p:cNvCxnSpPr>
            <a:stCxn xmlns:a="http://schemas.openxmlformats.org/drawingml/2006/main" id="78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4629627" y="2420303"/>
            <a:ext cx="0" cy="1609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2D8BEC8-CB93-481F-88AA-CDB22532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19450"/>
            <a:ext cx="18669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2" name="RunALLtoALL">
            <a:extLst xmlns:a="http://schemas.openxmlformats.org/drawingml/2006/main">
              <a:ext uri="{FF2B5EF4-FFF2-40B4-BE49-F238E27FC236}">
                <a16:creationId xmlns:a16="http://schemas.microsoft.com/office/drawing/2014/main" id="{7896E0FF-D2E6-4BD8-9F74-D53B2661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6707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RunALLtoALL</a:t>
            </a:r>
          </a:p>
        </p:txBody>
      </p:sp>
      <p:sp>
        <p:nvSpPr>
          <p:cNvPr id="83" name="处理当前数据块">
            <a:extLst xmlns:a="http://schemas.openxmlformats.org/drawingml/2006/main">
              <a:ext uri="{FF2B5EF4-FFF2-40B4-BE49-F238E27FC236}">
                <a16:creationId xmlns:a16="http://schemas.microsoft.com/office/drawing/2014/main" id="{58807EFB-6B4D-4466-BF7E-FDB0A9C1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454718"/>
            <a:ext cx="1714500" cy="364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处理当前数据块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3809FF4-4FD0-4475-A688-8D8B6648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19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BA7861B-2C89-4135-965F-6F4C8A50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194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4" name=""/>
          <p:cNvCxnSpPr>
            <a:stCxn xmlns:a="http://schemas.openxmlformats.org/drawingml/2006/main" id="84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>
            <a:off x="4629627" y="3020378"/>
            <a:ext cx="0" cy="1990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0CAC329-FE6A-4854-B814-5F19CA3E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76725"/>
            <a:ext cx="18669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8" name="CalcCommLoops">
            <a:extLst xmlns:a="http://schemas.openxmlformats.org/drawingml/2006/main">
              <a:ext uri="{FF2B5EF4-FFF2-40B4-BE49-F238E27FC236}">
                <a16:creationId xmlns:a16="http://schemas.microsoft.com/office/drawing/2014/main" id="{5870DDF6-564B-4EA5-A637-CA94BA06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324350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CalcCommLoops</a:t>
            </a:r>
          </a:p>
        </p:txBody>
      </p:sp>
      <p:sp>
        <p:nvSpPr>
          <p:cNvPr id="89" name="计算覆盖 Peer 的通信轮次">
            <a:extLst xmlns:a="http://schemas.openxmlformats.org/drawingml/2006/main">
              <a:ext uri="{FF2B5EF4-FFF2-40B4-BE49-F238E27FC236}">
                <a16:creationId xmlns:a16="http://schemas.microsoft.com/office/drawing/2014/main" id="{A29E9188-FC2A-40DD-8ACD-F2A5566B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511993"/>
            <a:ext cx="1714500" cy="374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计算覆盖 Peer 的通信轮次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3EA8B2F-0126-49B7-A90D-93FD819A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67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9DE89BC-6D0B-4508-9317-9F0AAA65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0" name=""/>
          <p:cNvCxnSpPr>
            <a:stCxn xmlns:a="http://schemas.openxmlformats.org/drawingml/2006/main" id="90" idx="2"/>
            <a:endCxn xmlns:a="http://schemas.openxmlformats.org/drawingml/2006/main" id="91" idx="0"/>
          </p:cNvCxnSpPr>
          <p:nvPr/>
        </p:nvCxnSpPr>
        <p:spPr>
          <a:xfrm xmlns:a="http://schemas.openxmlformats.org/drawingml/2006/main">
            <a:off x="4629627" y="3868103"/>
            <a:ext cx="0" cy="4086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18BCC1B-5C27-4E14-AE7B-DBEAED27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43250"/>
            <a:ext cx="1866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4" name="PreSyncInterThreads">
            <a:extLst xmlns:a="http://schemas.openxmlformats.org/drawingml/2006/main">
              <a:ext uri="{FF2B5EF4-FFF2-40B4-BE49-F238E27FC236}">
                <a16:creationId xmlns:a16="http://schemas.microsoft.com/office/drawing/2014/main" id="{4AD9715D-7BF0-4068-8C77-41E3DEBC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90875"/>
            <a:ext cx="1714500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PreSyncInterThreads</a:t>
            </a:r>
          </a:p>
        </p:txBody>
      </p:sp>
      <p:sp>
        <p:nvSpPr>
          <p:cNvPr id="95" name="有从 Thread 时组织开始同步">
            <a:extLst xmlns:a="http://schemas.openxmlformats.org/drawingml/2006/main">
              <a:ext uri="{FF2B5EF4-FFF2-40B4-BE49-F238E27FC236}">
                <a16:creationId xmlns:a16="http://schemas.microsoft.com/office/drawing/2014/main" id="{4256B251-2FBF-44FC-ACC9-F6A1482D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78518"/>
            <a:ext cx="1714500" cy="2695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有从 Thread 时组织开始同步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C3E7F50-AC29-40CE-B4C5-3C35FE00A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053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B74C07F-444E-4D01-9FB5-9B966A9F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053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6" name=""/>
          <p:cNvCxnSpPr>
            <a:stCxn xmlns:a="http://schemas.openxmlformats.org/drawingml/2006/main" id="96" idx="3"/>
            <a:endCxn xmlns:a="http://schemas.openxmlformats.org/drawingml/2006/main" id="97" idx="1"/>
          </p:cNvCxnSpPr>
          <p:nvPr/>
        </p:nvCxnSpPr>
        <p:spPr>
          <a:xfrm xmlns:a="http://schemas.openxmlformats.org/drawingml/2006/main">
            <a:off x="5563553" y="46058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402128C-45E6-4C1B-97E8-E35158F5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053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A4E8CFA-86F0-45E0-B019-84A687309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9" name=""/>
          <p:cNvCxnSpPr>
            <a:stCxn xmlns:a="http://schemas.openxmlformats.org/drawingml/2006/main" id="99" idx="0"/>
            <a:endCxn xmlns:a="http://schemas.openxmlformats.org/drawingml/2006/main" id="100" idx="2"/>
          </p:cNvCxnSpPr>
          <p:nvPr/>
        </p:nvCxnSpPr>
        <p:spPr>
          <a:xfrm xmlns:a="http://schemas.openxmlformats.org/drawingml/2006/main" flipV="1">
            <a:off x="5667852" y="3420428"/>
            <a:ext cx="0" cy="11849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28A37D9-7114-43F0-9058-8C4785EB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F6F27FC-1D05-4163-8759-195ECE5F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194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2" name=""/>
          <p:cNvCxnSpPr>
            <a:stCxn xmlns:a="http://schemas.openxmlformats.org/drawingml/2006/main" id="102" idx="3"/>
            <a:endCxn xmlns:a="http://schemas.openxmlformats.org/drawingml/2006/main" id="103" idx="1"/>
          </p:cNvCxnSpPr>
          <p:nvPr/>
        </p:nvCxnSpPr>
        <p:spPr>
          <a:xfrm xmlns:a="http://schemas.openxmlformats.org/drawingml/2006/main">
            <a:off x="5668328" y="341995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29E4CEA-A5B7-475C-8123-55AB8A92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191125"/>
            <a:ext cx="18669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6" name="HcommThreadNotify&#10;RecordOnThread&#10;HcommThreadNotify&#10;WaitOnThread">
            <a:extLst xmlns:a="http://schemas.openxmlformats.org/drawingml/2006/main">
              <a:ext uri="{FF2B5EF4-FFF2-40B4-BE49-F238E27FC236}">
                <a16:creationId xmlns:a16="http://schemas.microsoft.com/office/drawing/2014/main" id="{F51D6F1A-10CB-4FEE-BBCA-E0C3D2BB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238750"/>
            <a:ext cx="1714500" cy="4914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RecordOnThread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5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WaitOnThread</a:t>
            </a:r>
          </a:p>
        </p:txBody>
      </p:sp>
      <p:sp>
        <p:nvSpPr>
          <p:cNvPr id="107" name="主发通知，从等待放行">
            <a:extLst xmlns:a="http://schemas.openxmlformats.org/drawingml/2006/main">
              <a:ext uri="{FF2B5EF4-FFF2-40B4-BE49-F238E27FC236}">
                <a16:creationId xmlns:a16="http://schemas.microsoft.com/office/drawing/2014/main" id="{409ADEF0-C2D5-417D-BF3B-CA7D96C8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777865"/>
            <a:ext cx="1714500" cy="19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主发通知，从等待放行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994B862-6BE3-4B19-A108-7E78D3BE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43A6088-AEFF-4A7E-86FE-D48EA5BBF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91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28" name=""/>
          <p:cNvCxnSpPr>
            <a:stCxn xmlns:a="http://schemas.openxmlformats.org/drawingml/2006/main" id="108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>
            <a:off x="6706077" y="3696653"/>
            <a:ext cx="0" cy="1494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5F96EFD-401A-4DB0-8E04-4E68B169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43250"/>
            <a:ext cx="18669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CalcCommRankSetForOneLoop">
            <a:extLst xmlns:a="http://schemas.openxmlformats.org/drawingml/2006/main">
              <a:ext uri="{FF2B5EF4-FFF2-40B4-BE49-F238E27FC236}">
                <a16:creationId xmlns:a16="http://schemas.microsoft.com/office/drawing/2014/main" id="{CF37825C-E50F-407F-8E5F-A9E671A5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90875"/>
            <a:ext cx="1714500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CalcCommRankSetForOneLoop</a:t>
            </a:r>
          </a:p>
        </p:txBody>
      </p:sp>
      <p:sp>
        <p:nvSpPr>
          <p:cNvPr id="113" name="选本轮 Peer&#10;首轮另处理自分片">
            <a:extLst xmlns:a="http://schemas.openxmlformats.org/drawingml/2006/main">
              <a:ext uri="{FF2B5EF4-FFF2-40B4-BE49-F238E27FC236}">
                <a16:creationId xmlns:a16="http://schemas.microsoft.com/office/drawing/2014/main" id="{A6575251-B6C8-48C3-B237-18A1F44B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65183"/>
            <a:ext cx="1714500" cy="4638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选本轮 Peer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首轮另处理自分片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D9F37C24-9A43-4D67-B778-8D6C7E1F4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F36A9E5-6C58-4B7D-9418-4F871F8F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4" name=""/>
          <p:cNvCxnSpPr>
            <a:stCxn xmlns:a="http://schemas.openxmlformats.org/drawingml/2006/main" id="114" idx="3"/>
            <a:endCxn xmlns:a="http://schemas.openxmlformats.org/drawingml/2006/main" id="115" idx="1"/>
          </p:cNvCxnSpPr>
          <p:nvPr/>
        </p:nvCxnSpPr>
        <p:spPr>
          <a:xfrm xmlns:a="http://schemas.openxmlformats.org/drawingml/2006/main">
            <a:off x="7640003" y="56059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0A35329-4464-4266-A372-21FCE855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718F2FC-F7A2-4702-ABD8-D8D8FF86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5099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7" name=""/>
          <p:cNvCxnSpPr>
            <a:stCxn xmlns:a="http://schemas.openxmlformats.org/drawingml/2006/main" id="117" idx="0"/>
            <a:endCxn xmlns:a="http://schemas.openxmlformats.org/drawingml/2006/main" id="118" idx="2"/>
          </p:cNvCxnSpPr>
          <p:nvPr/>
        </p:nvCxnSpPr>
        <p:spPr>
          <a:xfrm xmlns:a="http://schemas.openxmlformats.org/drawingml/2006/main" flipV="1">
            <a:off x="7744302" y="3510916"/>
            <a:ext cx="0" cy="20945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5320BE2-DE0E-4961-9354-7389BB46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5099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A2962A8D-DF60-41AC-A829-444B4048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99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0" name=""/>
          <p:cNvCxnSpPr>
            <a:stCxn xmlns:a="http://schemas.openxmlformats.org/drawingml/2006/main" id="120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>
            <a:off x="7744778" y="351044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CF8CD4D-B65A-421A-AC34-7F31E12B5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76725"/>
            <a:ext cx="18669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24" name="RunSendRecvByLoop">
            <a:extLst xmlns:a="http://schemas.openxmlformats.org/drawingml/2006/main">
              <a:ext uri="{FF2B5EF4-FFF2-40B4-BE49-F238E27FC236}">
                <a16:creationId xmlns:a16="http://schemas.microsoft.com/office/drawing/2014/main" id="{03EC7AA3-814F-493E-90DF-F39DF182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24350"/>
            <a:ext cx="1714500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RunSendRecvByLoop</a:t>
            </a:r>
          </a:p>
        </p:txBody>
      </p:sp>
      <p:sp>
        <p:nvSpPr>
          <p:cNvPr id="125" name="遍历 Peer&#10;按端口组分配数据">
            <a:extLst xmlns:a="http://schemas.openxmlformats.org/drawingml/2006/main">
              <a:ext uri="{FF2B5EF4-FFF2-40B4-BE49-F238E27FC236}">
                <a16:creationId xmlns:a16="http://schemas.microsoft.com/office/drawing/2014/main" id="{F4CEE667-5A33-4805-81BA-5F2786A9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01515"/>
            <a:ext cx="171450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遍历 Peer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按端口组分配数据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517972D-8CD7-4801-A5DD-DB6A914B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766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8FDF3A5-1842-48D6-8B4B-6A1D757E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76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6" name=""/>
          <p:cNvCxnSpPr>
            <a:stCxn xmlns:a="http://schemas.openxmlformats.org/drawingml/2006/main" id="126" idx="2"/>
            <a:endCxn xmlns:a="http://schemas.openxmlformats.org/drawingml/2006/main" id="127" idx="0"/>
          </p:cNvCxnSpPr>
          <p:nvPr/>
        </p:nvCxnSpPr>
        <p:spPr>
          <a:xfrm xmlns:a="http://schemas.openxmlformats.org/drawingml/2006/main">
            <a:off x="8782527" y="3877628"/>
            <a:ext cx="0" cy="3990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B72AEDB6-4A55-4344-9DC0-6C58DE0C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43250"/>
            <a:ext cx="1866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0" name="RunSendRecvByChannel">
            <a:extLst xmlns:a="http://schemas.openxmlformats.org/drawingml/2006/main">
              <a:ext uri="{FF2B5EF4-FFF2-40B4-BE49-F238E27FC236}">
                <a16:creationId xmlns:a16="http://schemas.microsoft.com/office/drawing/2014/main" id="{368C28F8-AF00-4E39-ABDD-8F9B7671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90875"/>
            <a:ext cx="1714500" cy="126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8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RunSendRecvByChannel</a:t>
            </a:r>
          </a:p>
        </p:txBody>
      </p:sp>
      <p:sp>
        <p:nvSpPr>
          <p:cNvPr id="131" name="按 Channel 组织数据">
            <a:extLst xmlns:a="http://schemas.openxmlformats.org/drawingml/2006/main">
              <a:ext uri="{FF2B5EF4-FFF2-40B4-BE49-F238E27FC236}">
                <a16:creationId xmlns:a16="http://schemas.microsoft.com/office/drawing/2014/main" id="{6F597DCF-9638-4099-B18E-94313382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65183"/>
            <a:ext cx="1714500" cy="320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 Channel 组织数据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917D1A1-28BD-42E4-8450-829D2249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6434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9F0CC0E-9E06-451E-9D59-4AD3D39F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6434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2" name=""/>
          <p:cNvCxnSpPr>
            <a:stCxn xmlns:a="http://schemas.openxmlformats.org/drawingml/2006/main" id="132" idx="3"/>
            <a:endCxn xmlns:a="http://schemas.openxmlformats.org/drawingml/2006/main" id="133" idx="1"/>
          </p:cNvCxnSpPr>
          <p:nvPr/>
        </p:nvCxnSpPr>
        <p:spPr>
          <a:xfrm xmlns:a="http://schemas.openxmlformats.org/drawingml/2006/main">
            <a:off x="9716453" y="4643915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C796DEB8-2230-4B91-AED4-98C78C79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64343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F47D0BB-05A8-48C0-AE34-72DEB8DB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438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5" name=""/>
          <p:cNvCxnSpPr>
            <a:stCxn xmlns:a="http://schemas.openxmlformats.org/drawingml/2006/main" id="135" idx="0"/>
            <a:endCxn xmlns:a="http://schemas.openxmlformats.org/drawingml/2006/main" id="136" idx="2"/>
          </p:cNvCxnSpPr>
          <p:nvPr/>
        </p:nvCxnSpPr>
        <p:spPr>
          <a:xfrm xmlns:a="http://schemas.openxmlformats.org/drawingml/2006/main" flipV="1">
            <a:off x="9820752" y="3439478"/>
            <a:ext cx="0" cy="120396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F3010B6E-9A53-4AE2-8FB2-C9540375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438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B3AA0A8-825F-4FDA-B8EF-F10978CB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438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8" name=""/>
          <p:cNvCxnSpPr>
            <a:stCxn xmlns:a="http://schemas.openxmlformats.org/drawingml/2006/main" id="138" idx="3"/>
            <a:endCxn xmlns:a="http://schemas.openxmlformats.org/drawingml/2006/main" id="139" idx="1"/>
          </p:cNvCxnSpPr>
          <p:nvPr/>
        </p:nvCxnSpPr>
        <p:spPr>
          <a:xfrm xmlns:a="http://schemas.openxmlformats.org/drawingml/2006/main">
            <a:off x="9821228" y="34390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C0EB204-4545-4348-816D-3A7AC85B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10000"/>
            <a:ext cx="1866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42" name="CalcCclBuffIdx / Build&#10;DataSlices">
            <a:extLst xmlns:a="http://schemas.openxmlformats.org/drawingml/2006/main">
              <a:ext uri="{FF2B5EF4-FFF2-40B4-BE49-F238E27FC236}">
                <a16:creationId xmlns:a16="http://schemas.microsoft.com/office/drawing/2014/main" id="{02002EE6-C12C-4CE1-87A9-04F492B9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57625"/>
            <a:ext cx="171450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CalcCclBuffIdx / Build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DataSlices</a:t>
            </a:r>
          </a:p>
        </p:txBody>
      </p:sp>
      <p:sp>
        <p:nvSpPr>
          <p:cNvPr id="143" name="计算 CCL 槽位和地址长度">
            <a:extLst xmlns:a="http://schemas.openxmlformats.org/drawingml/2006/main">
              <a:ext uri="{FF2B5EF4-FFF2-40B4-BE49-F238E27FC236}">
                <a16:creationId xmlns:a16="http://schemas.microsoft.com/office/drawing/2014/main" id="{A057F741-34AA-4E14-B2AE-6996404E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56710"/>
            <a:ext cx="171450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计算 CCL 槽位和地址长度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B1C7CBE-67C8-4BB0-A42C-22BE2006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733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18837F2-573B-47D1-940C-249C9306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810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4" name=""/>
          <p:cNvCxnSpPr>
            <a:stCxn xmlns:a="http://schemas.openxmlformats.org/drawingml/2006/main" id="144" idx="2"/>
            <a:endCxn xmlns:a="http://schemas.openxmlformats.org/drawingml/2006/main" id="145" idx="0"/>
          </p:cNvCxnSpPr>
          <p:nvPr/>
        </p:nvCxnSpPr>
        <p:spPr>
          <a:xfrm xmlns:a="http://schemas.openxmlformats.org/drawingml/2006/main">
            <a:off x="10858977" y="3734753"/>
            <a:ext cx="0" cy="75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8E702A4-22A6-4FCD-B9B7-916B03A5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76750"/>
            <a:ext cx="18669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48" name="RunSendRecv / SendRecv&#10;Write">
            <a:extLst xmlns:a="http://schemas.openxmlformats.org/drawingml/2006/main">
              <a:ext uri="{FF2B5EF4-FFF2-40B4-BE49-F238E27FC236}">
                <a16:creationId xmlns:a16="http://schemas.microsoft.com/office/drawing/2014/main" id="{D2C5CAC0-67D2-4A52-9421-9E00AD99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24375"/>
            <a:ext cx="1714500" cy="2514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RunSendRecv / SendRecv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Write</a:t>
            </a:r>
          </a:p>
        </p:txBody>
      </p:sp>
      <p:sp>
        <p:nvSpPr>
          <p:cNvPr id="149" name="非零 slice 握手与写入（P11）">
            <a:extLst xmlns:a="http://schemas.openxmlformats.org/drawingml/2006/main">
              <a:ext uri="{FF2B5EF4-FFF2-40B4-BE49-F238E27FC236}">
                <a16:creationId xmlns:a16="http://schemas.microsoft.com/office/drawing/2014/main" id="{A53AEFC9-DA5D-40C7-8E03-2E5E6AE2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823460"/>
            <a:ext cx="1714500" cy="196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非零 slice 握手与写入（P11）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3EF5C37A-2A78-4DB8-9AC2-AC952B85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00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6FD06B24-7D11-470C-80BE-026EF578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476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0" name=""/>
          <p:cNvCxnSpPr>
            <a:stCxn xmlns:a="http://schemas.openxmlformats.org/drawingml/2006/main" id="150" idx="2"/>
            <a:endCxn xmlns:a="http://schemas.openxmlformats.org/drawingml/2006/main" id="151" idx="0"/>
          </p:cNvCxnSpPr>
          <p:nvPr/>
        </p:nvCxnSpPr>
        <p:spPr>
          <a:xfrm xmlns:a="http://schemas.openxmlformats.org/drawingml/2006/main">
            <a:off x="10858977" y="4401503"/>
            <a:ext cx="0" cy="7524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2C229B27-2E82-421E-86E5-2DD9F467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2387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54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A0525DAF-98BD-434F-BF37-B65185F7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286375"/>
            <a:ext cx="1714500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155" name="把用户分片写入远端 CCL">
            <a:extLst xmlns:a="http://schemas.openxmlformats.org/drawingml/2006/main">
              <a:ext uri="{FF2B5EF4-FFF2-40B4-BE49-F238E27FC236}">
                <a16:creationId xmlns:a16="http://schemas.microsoft.com/office/drawing/2014/main" id="{2B19B1CB-E023-4011-A7BC-162682C5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463540"/>
            <a:ext cx="1714500" cy="4514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把用户分片写入远端 CCL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AD96B3DE-B5E4-4A83-BAC6-493724C5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0673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0EB3915-7571-46A7-B488-38DD8B73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238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6" name=""/>
          <p:cNvCxnSpPr>
            <a:stCxn xmlns:a="http://schemas.openxmlformats.org/drawingml/2006/main" id="156" idx="2"/>
            <a:endCxn xmlns:a="http://schemas.openxmlformats.org/drawingml/2006/main" id="157" idx="0"/>
          </p:cNvCxnSpPr>
          <p:nvPr/>
        </p:nvCxnSpPr>
        <p:spPr>
          <a:xfrm xmlns:a="http://schemas.openxmlformats.org/drawingml/2006/main">
            <a:off x="10858977" y="5068253"/>
            <a:ext cx="0" cy="1704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C052864-C53C-432B-8978-8083DCCB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60" name="首轮自分片：LocalCopyForMyRank 调 HcommLocalCopyOnThread。块末 PostSyncInterThreads 汇合，完整收尾见 P13。">
            <a:extLst xmlns:a="http://schemas.openxmlformats.org/drawingml/2006/main">
              <a:ext uri="{FF2B5EF4-FFF2-40B4-BE49-F238E27FC236}">
                <a16:creationId xmlns:a16="http://schemas.microsoft.com/office/drawing/2014/main" id="{0441E506-3BD7-45D6-B7DF-830BD3A1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首轮自分片：LocalCopyForMyRank 调 HcommLocalCopyOnThread。块末 PostSyncInterThreads 汇合，完整收尾见 P13。</a:t>
            </a:r>
          </a:p>
        </p:txBody>
      </p:sp>
    </p:spTree>
    <p:extLst>
      <p:ext uri="{BB962C8B-B14F-4D97-AF65-F5344CB8AC3E}">
        <p14:creationId xmlns:p14="http://schemas.microsoft.com/office/powerpoint/2010/main" val="4723693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一个 Peer 的握手、远端写与接收后拷贝">
            <a:extLst xmlns:a="http://schemas.openxmlformats.org/drawingml/2006/main">
              <a:ext uri="{FF2B5EF4-FFF2-40B4-BE49-F238E27FC236}">
                <a16:creationId xmlns:a16="http://schemas.microsoft.com/office/drawing/2014/main" id="{BB7C1002-71DC-4881-9331-E17EA497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一个 Peer 的握手、远端写与接收后拷贝</a:t>
            </a:r>
          </a:p>
        </p:txBody>
      </p:sp>
      <p:sp>
        <p:nvSpPr>
          <p:cNvPr id="2" name="以 Rank 0 为视角。黑线是本端编排，红虚线是对端通知依赖，粗线是用户字节搬运。">
            <a:extLst xmlns:a="http://schemas.openxmlformats.org/drawingml/2006/main">
              <a:ext uri="{FF2B5EF4-FFF2-40B4-BE49-F238E27FC236}">
                <a16:creationId xmlns:a16="http://schemas.microsoft.com/office/drawing/2014/main" id="{D7D4B63B-A25D-4B7D-BF1F-443971D6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以 Rank 0 为视角。黑线是本端编排，红虚线是对端通知依赖，粗线是用户字节搬运。</a:t>
            </a:r>
          </a:p>
        </p:txBody>
      </p:sp>
      <p:sp>
        <p:nvSpPr>
          <p:cNvPr id="3" name="11 / 13">
            <a:extLst xmlns:a="http://schemas.openxmlformats.org/drawingml/2006/main">
              <a:ext uri="{FF2B5EF4-FFF2-40B4-BE49-F238E27FC236}">
                <a16:creationId xmlns:a16="http://schemas.microsoft.com/office/drawing/2014/main" id="{CA06BFE1-6EC5-45A4-855A-1373E681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11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BD657-2F91-46F8-B5A5-0B6DB688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接收区就绪">
            <a:extLst xmlns:a="http://schemas.openxmlformats.org/drawingml/2006/main">
              <a:ext uri="{FF2B5EF4-FFF2-40B4-BE49-F238E27FC236}">
                <a16:creationId xmlns:a16="http://schemas.microsoft.com/office/drawing/2014/main" id="{3FDEA44D-3BA8-461B-B262-03C776B3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接收区就绪</a:t>
            </a:r>
          </a:p>
        </p:txBody>
      </p:sp>
      <p:sp>
        <p:nvSpPr>
          <p:cNvPr id="6" name="recvChannel / ACK">
            <a:extLst xmlns:a="http://schemas.openxmlformats.org/drawingml/2006/main">
              <a:ext uri="{FF2B5EF4-FFF2-40B4-BE49-F238E27FC236}">
                <a16:creationId xmlns:a16="http://schemas.microsoft.com/office/drawing/2014/main" id="{911C4C66-D4AA-47F5-BB90-E172DDE1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recvChannel / 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99EA0-C56D-4338-9D1E-C95E0667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4375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等待对端 ACK">
            <a:extLst xmlns:a="http://schemas.openxmlformats.org/drawingml/2006/main">
              <a:ext uri="{FF2B5EF4-FFF2-40B4-BE49-F238E27FC236}">
                <a16:creationId xmlns:a16="http://schemas.microsoft.com/office/drawing/2014/main" id="{DC792E56-1376-4EFD-A807-6DDD1DD1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575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等待对端 ACK</a:t>
            </a:r>
          </a:p>
        </p:txBody>
      </p:sp>
      <p:sp>
        <p:nvSpPr>
          <p:cNvPr id="9" name="sendChannel / ACK">
            <a:extLst xmlns:a="http://schemas.openxmlformats.org/drawingml/2006/main">
              <a:ext uri="{FF2B5EF4-FFF2-40B4-BE49-F238E27FC236}">
                <a16:creationId xmlns:a16="http://schemas.microsoft.com/office/drawing/2014/main" id="{ACF9DC28-52F1-42EA-9CED-D7E9D69B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0575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sendChannel / 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2FE8E-7F82-4F69-B7DA-F537D6AB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80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CEDC3-6332-45DA-8C41-DAE1C163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2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22627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8526E5-43AF-4900-AD1B-425AE18A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4750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写入远端">
            <a:extLst xmlns:a="http://schemas.openxmlformats.org/drawingml/2006/main">
              <a:ext uri="{FF2B5EF4-FFF2-40B4-BE49-F238E27FC236}">
                <a16:creationId xmlns:a16="http://schemas.microsoft.com/office/drawing/2014/main" id="{DEC77EFD-FA7E-46DE-8641-0219B9A58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写入远端</a:t>
            </a:r>
          </a:p>
        </p:txBody>
      </p:sp>
      <p:sp>
        <p:nvSpPr>
          <p:cNvPr id="15" name="sendChannel / 8 字节">
            <a:extLst xmlns:a="http://schemas.openxmlformats.org/drawingml/2006/main">
              <a:ext uri="{FF2B5EF4-FFF2-40B4-BE49-F238E27FC236}">
                <a16:creationId xmlns:a16="http://schemas.microsoft.com/office/drawing/2014/main" id="{DF2A7AA1-817A-4F3C-A91B-D7B15F8B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0950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sendChannel / 8 字节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5383CB-729F-419D-B52B-6FDC1ED2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A65C04-5993-4800-A701-86015FCD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17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8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495665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E4DB09-E698-44FE-BF51-A097DBEB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发写完成通知">
            <a:extLst xmlns:a="http://schemas.openxmlformats.org/drawingml/2006/main">
              <a:ext uri="{FF2B5EF4-FFF2-40B4-BE49-F238E27FC236}">
                <a16:creationId xmlns:a16="http://schemas.microsoft.com/office/drawing/2014/main" id="{ED185086-B9B4-4432-8BB3-7A94BDC9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发写完成通知</a:t>
            </a:r>
          </a:p>
        </p:txBody>
      </p:sp>
      <p:sp>
        <p:nvSpPr>
          <p:cNvPr id="21" name="sendChannel / DATA_SIGNAL">
            <a:extLst xmlns:a="http://schemas.openxmlformats.org/drawingml/2006/main">
              <a:ext uri="{FF2B5EF4-FFF2-40B4-BE49-F238E27FC236}">
                <a16:creationId xmlns:a16="http://schemas.microsoft.com/office/drawing/2014/main" id="{41549090-E216-4085-8DC2-FDD3909F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sendChannel / DATA_SIGNAL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7B165D-E61B-4A4D-833E-A5B10170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04040E-0C54-4A45-A9B8-8F40F54E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4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4F9C7A-1EE5-49DD-AC1A-C4AC7E782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500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6" name="等待反向数据">
            <a:extLst xmlns:a="http://schemas.openxmlformats.org/drawingml/2006/main">
              <a:ext uri="{FF2B5EF4-FFF2-40B4-BE49-F238E27FC236}">
                <a16:creationId xmlns:a16="http://schemas.microsoft.com/office/drawing/2014/main" id="{D2247E3D-9443-4AE6-B2CA-8AE60606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等待反向数据</a:t>
            </a:r>
          </a:p>
        </p:txBody>
      </p:sp>
      <p:sp>
        <p:nvSpPr>
          <p:cNvPr id="27" name="recvChannel / DATA_SIGNAL">
            <a:extLst xmlns:a="http://schemas.openxmlformats.org/drawingml/2006/main">
              <a:ext uri="{FF2B5EF4-FFF2-40B4-BE49-F238E27FC236}">
                <a16:creationId xmlns:a16="http://schemas.microsoft.com/office/drawing/2014/main" id="{10C64008-3976-4C58-9019-17C0B3CB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700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recvChannel / DATA_SIGNAL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61A9B9-AE40-4B5E-A889-A760C36A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ED46FE-E47D-4BF4-BB28-5539AA13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25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0" name=""/>
          <p:cNvCxnSpPr>
            <a:stCxn xmlns:a="http://schemas.openxmlformats.org/drawingml/2006/main" id="28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8417402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869455-9312-498E-AB97-F5F5D350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5875" y="981075"/>
            <a:ext cx="16922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2" name="本地后拷贝">
            <a:extLst xmlns:a="http://schemas.openxmlformats.org/drawingml/2006/main">
              <a:ext uri="{FF2B5EF4-FFF2-40B4-BE49-F238E27FC236}">
                <a16:creationId xmlns:a16="http://schemas.microsoft.com/office/drawing/2014/main" id="{E09F5125-6036-40FD-B31C-4AE5EE34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075" y="990600"/>
            <a:ext cx="1539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本地后拷贝</a:t>
            </a:r>
          </a:p>
        </p:txBody>
      </p:sp>
      <p:sp>
        <p:nvSpPr>
          <p:cNvPr id="33" name="本地 CCL 到 recvBuf">
            <a:extLst xmlns:a="http://schemas.openxmlformats.org/drawingml/2006/main">
              <a:ext uri="{FF2B5EF4-FFF2-40B4-BE49-F238E27FC236}">
                <a16:creationId xmlns:a16="http://schemas.microsoft.com/office/drawing/2014/main" id="{E7D40438-C06D-4F06-8339-A76252C6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075" y="1295400"/>
            <a:ext cx="1539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本地 CCL 到 recvBuf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9BD652-009D-42B8-8067-933F4E9A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730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6D9215-78BB-4F0D-8244-E73C577B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73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6" name=""/>
          <p:cNvCxnSpPr>
            <a:stCxn xmlns:a="http://schemas.openxmlformats.org/drawingml/2006/main" id="34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1014777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FD1186-5B0E-49FE-911C-A27586CB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187582-CFD0-4704-90F0-CDB0385A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9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19AAA8-A530-4348-84CC-98FA6050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9859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1" name="HCCL&#10;Mesh 模板">
            <a:extLst xmlns:a="http://schemas.openxmlformats.org/drawingml/2006/main">
              <a:ext uri="{FF2B5EF4-FFF2-40B4-BE49-F238E27FC236}">
                <a16:creationId xmlns:a16="http://schemas.microsoft.com/office/drawing/2014/main" id="{5194540E-E982-4EDF-905C-14270C6A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240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Mesh 模板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419336-9B1B-4AB4-BBDC-54E97E0B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1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E5F8A0-D6BC-4D4B-85EF-9D1E6765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14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4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1448753" y="27151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7E756B-1919-4249-B048-23916DC9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2527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6" name="HCOMM 数据面&#10;Rank 0 调用">
            <a:extLst xmlns:a="http://schemas.openxmlformats.org/drawingml/2006/main">
              <a:ext uri="{FF2B5EF4-FFF2-40B4-BE49-F238E27FC236}">
                <a16:creationId xmlns:a16="http://schemas.microsoft.com/office/drawing/2014/main" id="{19BB61C6-EE15-43BC-A29F-5A9E8F42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2908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数据面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0 调用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3711EA-F420-4ABE-ADBB-F63F99A8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549CF4-1DEB-402C-9DDA-5F38AFA4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3243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9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1448753" y="43248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85F318-4B2C-404E-8E4B-882F2A9DF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196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1" name="对端通知&#10;或字节落点">
            <a:extLst xmlns:a="http://schemas.openxmlformats.org/drawingml/2006/main">
              <a:ext uri="{FF2B5EF4-FFF2-40B4-BE49-F238E27FC236}">
                <a16:creationId xmlns:a16="http://schemas.microsoft.com/office/drawing/2014/main" id="{108A1190-2384-4373-85F9-329ED2F9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9577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对端通知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或字节落点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D3C0A89-11DA-46F6-8C1D-C3358EA1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6764B42-706F-464D-9E8A-439A37AC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4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E677E9-8BE1-4CC6-B912-7C1DDD71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B18B9F6-9D0D-4B59-AA22-D4838901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7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58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D994D336-44B6-4455-B11C-FD3C5D91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59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221E1775-2A28-42BD-9C70-53D28C980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30E559F-61CF-4F31-98EC-D70ECE8B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1520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1" name="SendRecvWrite">
            <a:extLst xmlns:a="http://schemas.openxmlformats.org/drawingml/2006/main">
              <a:ext uri="{FF2B5EF4-FFF2-40B4-BE49-F238E27FC236}">
                <a16:creationId xmlns:a16="http://schemas.microsoft.com/office/drawing/2014/main" id="{D63E4190-5A7C-4CA7-BE07-64F6E281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71675"/>
            <a:ext cx="1368425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SendRecvWrite</a:t>
            </a:r>
          </a:p>
        </p:txBody>
      </p:sp>
      <p:sp>
        <p:nvSpPr>
          <p:cNvPr id="62" name="编排当前 Peer 的通信">
            <a:extLst xmlns:a="http://schemas.openxmlformats.org/drawingml/2006/main">
              <a:ext uri="{FF2B5EF4-FFF2-40B4-BE49-F238E27FC236}">
                <a16:creationId xmlns:a16="http://schemas.microsoft.com/office/drawing/2014/main" id="{93F1125B-78FE-49BB-B45B-B3EBA396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48840"/>
            <a:ext cx="1368425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编排当前 Peer 的通信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089542F-2AAF-49AA-B360-1C71D89F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4" name="HcommChannelNotify&#10;RecordOnThread">
            <a:extLst xmlns:a="http://schemas.openxmlformats.org/drawingml/2006/main">
              <a:ext uri="{FF2B5EF4-FFF2-40B4-BE49-F238E27FC236}">
                <a16:creationId xmlns:a16="http://schemas.microsoft.com/office/drawing/2014/main" id="{2F1CDD73-DBFE-4D85-9DF6-600494F1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RecordOnThread</a:t>
            </a:r>
          </a:p>
        </p:txBody>
      </p:sp>
      <p:sp>
        <p:nvSpPr>
          <p:cNvPr id="65" name="告诉对端：我的&#10;接收区准备好了">
            <a:extLst xmlns:a="http://schemas.openxmlformats.org/drawingml/2006/main">
              <a:ext uri="{FF2B5EF4-FFF2-40B4-BE49-F238E27FC236}">
                <a16:creationId xmlns:a16="http://schemas.microsoft.com/office/drawing/2014/main" id="{3A9FFDAA-B14A-4BCA-A518-0970E1C1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告诉对端：我的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接收区准备好了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257CDD3-E5B6-4722-850A-3078AA78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5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7" name="HcommChannelNotify&#10;WaitOnThread">
            <a:extLst xmlns:a="http://schemas.openxmlformats.org/drawingml/2006/main">
              <a:ext uri="{FF2B5EF4-FFF2-40B4-BE49-F238E27FC236}">
                <a16:creationId xmlns:a16="http://schemas.microsoft.com/office/drawing/2014/main" id="{87D8A6B0-578D-481F-BB25-95337D0B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WaitOnThread</a:t>
            </a:r>
          </a:p>
        </p:txBody>
      </p:sp>
      <p:sp>
        <p:nvSpPr>
          <p:cNvPr id="68" name="等 Rank 1 的&#10;接收区就绪">
            <a:extLst xmlns:a="http://schemas.openxmlformats.org/drawingml/2006/main">
              <a:ext uri="{FF2B5EF4-FFF2-40B4-BE49-F238E27FC236}">
                <a16:creationId xmlns:a16="http://schemas.microsoft.com/office/drawing/2014/main" id="{A0C74682-F8CA-4212-921D-D53FD4D2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 Rank 1 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接收区就绪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2225E1F-E4BC-4C2B-890C-7738E782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0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E0D57703-F319-43B1-A93E-0DA58EB5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076575"/>
            <a:ext cx="1368425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71" name="把 [2,3] 写向&#10;Rank 1 CCL">
            <a:extLst xmlns:a="http://schemas.openxmlformats.org/drawingml/2006/main">
              <a:ext uri="{FF2B5EF4-FFF2-40B4-BE49-F238E27FC236}">
                <a16:creationId xmlns:a16="http://schemas.microsoft.com/office/drawing/2014/main" id="{D457DD18-0663-43F7-AC73-0FB7B5C5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3253740"/>
            <a:ext cx="1368425" cy="803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把 [2,3] 写向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Rank 1 CCL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8DC0115-459E-49CA-9526-389889C02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3" name="HcommChannelNotify&#10;RecordOnThread">
            <a:extLst xmlns:a="http://schemas.openxmlformats.org/drawingml/2006/main">
              <a:ext uri="{FF2B5EF4-FFF2-40B4-BE49-F238E27FC236}">
                <a16:creationId xmlns:a16="http://schemas.microsoft.com/office/drawing/2014/main" id="{E865FA33-AD48-4071-8CB9-A479DE61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RecordOnThread</a:t>
            </a:r>
          </a:p>
        </p:txBody>
      </p:sp>
      <p:sp>
        <p:nvSpPr>
          <p:cNvPr id="74" name="通知本端写入&#10;阶段完成">
            <a:extLst xmlns:a="http://schemas.openxmlformats.org/drawingml/2006/main">
              <a:ext uri="{FF2B5EF4-FFF2-40B4-BE49-F238E27FC236}">
                <a16:creationId xmlns:a16="http://schemas.microsoft.com/office/drawing/2014/main" id="{848D3B53-E49D-4CD7-8B75-FE336E75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通知本端写入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阶段完成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30DA665-F837-4EF5-9DF1-579AB7A7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HcommChannelNotify&#10;WaitOnThread">
            <a:extLst xmlns:a="http://schemas.openxmlformats.org/drawingml/2006/main">
              <a:ext uri="{FF2B5EF4-FFF2-40B4-BE49-F238E27FC236}">
                <a16:creationId xmlns:a16="http://schemas.microsoft.com/office/drawing/2014/main" id="{698320FA-745E-488B-9EA7-4594CB18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HcommChannelNotify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WaitOnThread</a:t>
            </a:r>
          </a:p>
        </p:txBody>
      </p:sp>
      <p:sp>
        <p:nvSpPr>
          <p:cNvPr id="77" name="等 Rank 1 发来的&#10;数据阶段完成">
            <a:extLst xmlns:a="http://schemas.openxmlformats.org/drawingml/2006/main">
              <a:ext uri="{FF2B5EF4-FFF2-40B4-BE49-F238E27FC236}">
                <a16:creationId xmlns:a16="http://schemas.microsoft.com/office/drawing/2014/main" id="{020CBCF7-BA95-4E8B-B959-F94BA7B1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 Rank 1 发来的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数据阶段完成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3C0F2C6-0248-4B8B-BC78-10C9C501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3028950"/>
            <a:ext cx="152082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9" name="HcommLocalCopyOn&#10;Thread">
            <a:extLst xmlns:a="http://schemas.openxmlformats.org/drawingml/2006/main">
              <a:ext uri="{FF2B5EF4-FFF2-40B4-BE49-F238E27FC236}">
                <a16:creationId xmlns:a16="http://schemas.microsoft.com/office/drawing/2014/main" id="{10FB2D7D-3B85-4848-9D46-A64C039E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3076575"/>
            <a:ext cx="136842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HcommLocalCopyOn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Thread</a:t>
            </a:r>
          </a:p>
        </p:txBody>
      </p:sp>
      <p:sp>
        <p:nvSpPr>
          <p:cNvPr id="80" name="将 [10,11] 拷到&#10;Rank 0 recvBuf[2]">
            <a:extLst xmlns:a="http://schemas.openxmlformats.org/drawingml/2006/main">
              <a:ext uri="{FF2B5EF4-FFF2-40B4-BE49-F238E27FC236}">
                <a16:creationId xmlns:a16="http://schemas.microsoft.com/office/drawing/2014/main" id="{B1DB92D5-E59F-4F49-A522-6E5C4B7F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3383280"/>
            <a:ext cx="1368425" cy="674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将 [10,11] 拷到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Rank 0 recvBuf[2]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665090C-322F-4549-A989-4A1C4862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663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213403A-4181-49F1-9AE5-2F462D41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663" y="3028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3" name=""/>
          <p:cNvCxnSpPr>
            <a:stCxn xmlns:a="http://schemas.openxmlformats.org/drawingml/2006/main" id="81" idx="2"/>
            <a:endCxn xmlns:a="http://schemas.openxmlformats.org/drawingml/2006/main" id="82" idx="0"/>
          </p:cNvCxnSpPr>
          <p:nvPr/>
        </p:nvCxnSpPr>
        <p:spPr>
          <a:xfrm xmlns:a="http://schemas.openxmlformats.org/drawingml/2006/main">
            <a:off x="2380140" y="2591753"/>
            <a:ext cx="0" cy="437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8E76136-DB5D-47A6-83A4-C4685EF5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007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15B91C4-072D-483E-8C19-16338B00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6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3141028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C1A573E-D6C1-4585-B3E7-9ED9D3BF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4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FA880FA-6FD0-45A2-8EEC-BD745323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9" name=""/>
          <p:cNvCxnSpPr>
            <a:stCxn xmlns:a="http://schemas.openxmlformats.org/drawingml/2006/main" id="87" idx="3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4871403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3CD8E35-002A-44E9-926B-B14B8DCF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40460EF-0C42-45D6-ACF4-6A0A602C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2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6601778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9434EC2-4A1D-414D-8F72-BA237ABA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20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466DE7D-34AC-4271-BF59-A20FEBA3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5" name=""/>
          <p:cNvCxnSpPr>
            <a:stCxn xmlns:a="http://schemas.openxmlformats.org/drawingml/2006/main" id="93" idx="3"/>
            <a:endCxn xmlns:a="http://schemas.openxmlformats.org/drawingml/2006/main" id="94" idx="1"/>
          </p:cNvCxnSpPr>
          <p:nvPr/>
        </p:nvCxnSpPr>
        <p:spPr>
          <a:xfrm xmlns:a="http://schemas.openxmlformats.org/drawingml/2006/main">
            <a:off x="8332153" y="356759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3129A85-724B-4653-A735-191CFFAA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1924050"/>
            <a:ext cx="15208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7" name="PostCopy">
            <a:extLst xmlns:a="http://schemas.openxmlformats.org/drawingml/2006/main">
              <a:ext uri="{FF2B5EF4-FFF2-40B4-BE49-F238E27FC236}">
                <a16:creationId xmlns:a16="http://schemas.microsoft.com/office/drawing/2014/main" id="{B169F030-A0D3-49CE-BA22-7BD74708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1971675"/>
            <a:ext cx="1368425" cy="12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PostCopy</a:t>
            </a:r>
          </a:p>
        </p:txBody>
      </p:sp>
      <p:sp>
        <p:nvSpPr>
          <p:cNvPr id="98" name="外层模板调用&#10;接收完成后拷贝">
            <a:extLst xmlns:a="http://schemas.openxmlformats.org/drawingml/2006/main">
              <a:ext uri="{FF2B5EF4-FFF2-40B4-BE49-F238E27FC236}">
                <a16:creationId xmlns:a16="http://schemas.microsoft.com/office/drawing/2014/main" id="{CB33AC2A-6BDF-403F-901A-F0E64F1E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2148840"/>
            <a:ext cx="1368425" cy="3943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外层模板调用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接收完成后拷贝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8C7581E-61BB-4466-A1B4-17B46D30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1575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BC1AC69-16A9-4B58-8E78-32E720D9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1" name=""/>
          <p:cNvCxnSpPr>
            <a:stCxn xmlns:a="http://schemas.openxmlformats.org/drawingml/2006/main" id="99" idx="3"/>
            <a:endCxn xmlns:a="http://schemas.openxmlformats.org/drawingml/2006/main" id="100" idx="1"/>
          </p:cNvCxnSpPr>
          <p:nvPr/>
        </p:nvCxnSpPr>
        <p:spPr>
          <a:xfrm xmlns:a="http://schemas.openxmlformats.org/drawingml/2006/main">
            <a:off x="10062528" y="3567590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653B5EB-D320-48F5-8A06-3177694F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35671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8775A08-1999-42EC-B296-F252A3C4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257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4" name=""/>
          <p:cNvCxnSpPr>
            <a:stCxn xmlns:a="http://schemas.openxmlformats.org/drawingml/2006/main" id="102" idx="0"/>
            <a:endCxn xmlns:a="http://schemas.openxmlformats.org/drawingml/2006/main" id="103" idx="2"/>
          </p:cNvCxnSpPr>
          <p:nvPr/>
        </p:nvCxnSpPr>
        <p:spPr>
          <a:xfrm xmlns:a="http://schemas.openxmlformats.org/drawingml/2006/main" flipV="1">
            <a:off x="10166827" y="2258378"/>
            <a:ext cx="0" cy="1308735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DAA739C-CADB-4681-9768-7DDF0F3E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2257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3F9BB74-04BF-40F5-8291-9224E534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2257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7" name=""/>
          <p:cNvCxnSpPr>
            <a:stCxn xmlns:a="http://schemas.openxmlformats.org/drawingml/2006/main" id="105" idx="3"/>
            <a:endCxn xmlns:a="http://schemas.openxmlformats.org/drawingml/2006/main" id="106" idx="1"/>
          </p:cNvCxnSpPr>
          <p:nvPr/>
        </p:nvCxnSpPr>
        <p:spPr>
          <a:xfrm xmlns:a="http://schemas.openxmlformats.org/drawingml/2006/main">
            <a:off x="10167303" y="22579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6BC8FCF-1668-4C4B-A4C0-1A3AB952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2590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454ECEE-8100-4C7C-8B78-0E51B826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30289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0" name=""/>
          <p:cNvCxnSpPr>
            <a:stCxn xmlns:a="http://schemas.openxmlformats.org/drawingml/2006/main" id="108" idx="2"/>
            <a:endCxn xmlns:a="http://schemas.openxmlformats.org/drawingml/2006/main" id="109" idx="0"/>
          </p:cNvCxnSpPr>
          <p:nvPr/>
        </p:nvCxnSpPr>
        <p:spPr>
          <a:xfrm xmlns:a="http://schemas.openxmlformats.org/drawingml/2006/main">
            <a:off x="11032014" y="2591753"/>
            <a:ext cx="0" cy="4371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D9F0A2D-853D-4100-A738-FF594874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5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Rank 1 ACK">
            <a:extLst xmlns:a="http://schemas.openxmlformats.org/drawingml/2006/main">
              <a:ext uri="{FF2B5EF4-FFF2-40B4-BE49-F238E27FC236}">
                <a16:creationId xmlns:a16="http://schemas.microsoft.com/office/drawing/2014/main" id="{27D4D04B-BF52-4D30-8245-65D4CADC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4676775"/>
            <a:ext cx="1368425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ACK</a:t>
            </a:r>
          </a:p>
        </p:txBody>
      </p:sp>
      <p:sp>
        <p:nvSpPr>
          <p:cNvPr id="113" name="对端接收区就绪&#10;允许 Rank 0 写入">
            <a:extLst xmlns:a="http://schemas.openxmlformats.org/drawingml/2006/main">
              <a:ext uri="{FF2B5EF4-FFF2-40B4-BE49-F238E27FC236}">
                <a16:creationId xmlns:a16="http://schemas.microsoft.com/office/drawing/2014/main" id="{56DD5B0C-A363-4B16-A2D3-42ED0C95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5825" y="4862513"/>
            <a:ext cx="1368425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对端接收区就绪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允许 Rank 0 写入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92757FB-AC73-4E5D-9F6A-CA8DD7DFD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7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3DA1148-4498-4AAD-B20D-E37B0630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7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6" name=""/>
          <p:cNvCxnSpPr>
            <a:stCxn xmlns:a="http://schemas.openxmlformats.org/drawingml/2006/main" id="114" idx="0"/>
            <a:endCxn xmlns:a="http://schemas.openxmlformats.org/drawingml/2006/main" id="115" idx="2"/>
          </p:cNvCxnSpPr>
          <p:nvPr/>
        </p:nvCxnSpPr>
        <p:spPr>
          <a:xfrm xmlns:a="http://schemas.openxmlformats.org/drawingml/2006/main" flipV="1">
            <a:off x="4110514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5220B9C-31BB-4697-9DD7-01FDA141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8" name="Rank 1 CCL">
            <a:extLst xmlns:a="http://schemas.openxmlformats.org/drawingml/2006/main">
              <a:ext uri="{FF2B5EF4-FFF2-40B4-BE49-F238E27FC236}">
                <a16:creationId xmlns:a16="http://schemas.microsoft.com/office/drawing/2014/main" id="{6E920AA0-1572-44EA-91E2-6AC45278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4676775"/>
            <a:ext cx="1368425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CCL</a:t>
            </a:r>
          </a:p>
        </p:txBody>
      </p:sp>
      <p:sp>
        <p:nvSpPr>
          <p:cNvPr id="119" name="接收本端发出的&#10;[2,3]，共 8 字节">
            <a:extLst xmlns:a="http://schemas.openxmlformats.org/drawingml/2006/main">
              <a:ext uri="{FF2B5EF4-FFF2-40B4-BE49-F238E27FC236}">
                <a16:creationId xmlns:a16="http://schemas.microsoft.com/office/drawing/2014/main" id="{446FC053-966F-4B07-9AF8-6DDEAB36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6200" y="4862513"/>
            <a:ext cx="1368425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接收本端发出的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[2,3]，共 8 字节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850C6A0-2C53-4846-8692-3550D411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413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D550229-A165-46CE-B7EA-8EFEAFFF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413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2" name=""/>
          <p:cNvCxnSpPr>
            <a:stCxn xmlns:a="http://schemas.openxmlformats.org/drawingml/2006/main" id="120" idx="2"/>
            <a:endCxn xmlns:a="http://schemas.openxmlformats.org/drawingml/2006/main" id="121" idx="0"/>
          </p:cNvCxnSpPr>
          <p:nvPr/>
        </p:nvCxnSpPr>
        <p:spPr>
          <a:xfrm xmlns:a="http://schemas.openxmlformats.org/drawingml/2006/main">
            <a:off x="5840890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D8CB0DE-E5E9-445B-B87E-CC277DC7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750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24" name="Rank 1 DATA_SIGNAL">
            <a:extLst xmlns:a="http://schemas.openxmlformats.org/drawingml/2006/main">
              <a:ext uri="{FF2B5EF4-FFF2-40B4-BE49-F238E27FC236}">
                <a16:creationId xmlns:a16="http://schemas.microsoft.com/office/drawing/2014/main" id="{C7897365-046F-414C-81DD-B2FBA4D5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4676775"/>
            <a:ext cx="1368425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DATA_SIGNAL</a:t>
            </a:r>
          </a:p>
        </p:txBody>
      </p:sp>
      <p:sp>
        <p:nvSpPr>
          <p:cNvPr id="125" name="[10,11] 已写向本端&#10;通知反向数据完成">
            <a:extLst xmlns:a="http://schemas.openxmlformats.org/drawingml/2006/main">
              <a:ext uri="{FF2B5EF4-FFF2-40B4-BE49-F238E27FC236}">
                <a16:creationId xmlns:a16="http://schemas.microsoft.com/office/drawing/2014/main" id="{86FF2BDB-8481-4CD1-8D21-C5E083CE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950" y="4854893"/>
            <a:ext cx="1368425" cy="688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[10,11] 已写向本端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通知反向数据完成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63DB26C-1E3B-407C-BF41-CDB1D871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0E6176D-0D76-4EB8-A177-F3A26EF7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1163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8" name=""/>
          <p:cNvCxnSpPr>
            <a:stCxn xmlns:a="http://schemas.openxmlformats.org/drawingml/2006/main" id="126" idx="0"/>
            <a:endCxn xmlns:a="http://schemas.openxmlformats.org/drawingml/2006/main" id="127" idx="2"/>
          </p:cNvCxnSpPr>
          <p:nvPr/>
        </p:nvCxnSpPr>
        <p:spPr>
          <a:xfrm xmlns:a="http://schemas.openxmlformats.org/drawingml/2006/main" flipV="1">
            <a:off x="9301640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F6B923E1-6472-4293-AB91-4EFD775E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125" y="4629150"/>
            <a:ext cx="15208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30" name="Rank 0 recvBuf[2]">
            <a:extLst xmlns:a="http://schemas.openxmlformats.org/drawingml/2006/main">
              <a:ext uri="{FF2B5EF4-FFF2-40B4-BE49-F238E27FC236}">
                <a16:creationId xmlns:a16="http://schemas.microsoft.com/office/drawing/2014/main" id="{B5675ED0-3C50-4A35-8A75-9FA5C7EB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4676775"/>
            <a:ext cx="13684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0 recvBuf[2]</a:t>
            </a:r>
          </a:p>
        </p:txBody>
      </p:sp>
      <p:sp>
        <p:nvSpPr>
          <p:cNvPr id="131" name="接收来自 Rank 1 的&#10;[10,11]">
            <a:extLst xmlns:a="http://schemas.openxmlformats.org/drawingml/2006/main">
              <a:ext uri="{FF2B5EF4-FFF2-40B4-BE49-F238E27FC236}">
                <a16:creationId xmlns:a16="http://schemas.microsoft.com/office/drawing/2014/main" id="{A2789487-6F56-4DD3-BF57-33047BA6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325" y="4857750"/>
            <a:ext cx="1368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接收来自 Rank 1 的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[10,11]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F89B515-FDCD-4870-AA4D-5EA252C2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41052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E0B7C4B-B44E-473B-9DA7-E1CFC1CF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537" y="4629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4" name=""/>
          <p:cNvCxnSpPr>
            <a:stCxn xmlns:a="http://schemas.openxmlformats.org/drawingml/2006/main" id="132" idx="2"/>
            <a:endCxn xmlns:a="http://schemas.openxmlformats.org/drawingml/2006/main" id="133" idx="0"/>
          </p:cNvCxnSpPr>
          <p:nvPr/>
        </p:nvCxnSpPr>
        <p:spPr>
          <a:xfrm xmlns:a="http://schemas.openxmlformats.org/drawingml/2006/main">
            <a:off x="11032014" y="4106228"/>
            <a:ext cx="0" cy="522922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245DA3D-20E0-46AE-8F41-DF059471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6" name="Wait 消费远端通知，不向远端发请求。PostCopy 在 SendRecvWrite 外部，数据依赖满足后才能复制至用户输出。">
            <a:extLst xmlns:a="http://schemas.openxmlformats.org/drawingml/2006/main">
              <a:ext uri="{FF2B5EF4-FFF2-40B4-BE49-F238E27FC236}">
                <a16:creationId xmlns:a16="http://schemas.microsoft.com/office/drawing/2014/main" id="{2EB54D1C-21C8-497E-B30B-C5AF68BB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Wait 消费远端通知，不向远端发请求。PostCopy 在 SendRecvWrite 外部，数据依赖满足后才能复制至用户输出。</a:t>
            </a:r>
          </a:p>
        </p:txBody>
      </p:sp>
    </p:spTree>
    <p:extLst>
      <p:ext uri="{BB962C8B-B14F-4D97-AF65-F5344CB8AC3E}">
        <p14:creationId xmlns:p14="http://schemas.microsoft.com/office/powerpoint/2010/main" val="16599167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用户字节路径与远端写内部实现">
            <a:extLst xmlns:a="http://schemas.openxmlformats.org/drawingml/2006/main">
              <a:ext uri="{FF2B5EF4-FFF2-40B4-BE49-F238E27FC236}">
                <a16:creationId xmlns:a16="http://schemas.microsoft.com/office/drawing/2014/main" id="{0DC311A6-5B28-4063-94A6-C119AE4B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用户字节路径与远端写内部实现</a:t>
            </a:r>
          </a:p>
        </p:txBody>
      </p:sp>
      <p:sp>
        <p:nvSpPr>
          <p:cNvPr id="2" name="R0 发给 R1 的 [2,3] 先落到 R1 CCL，再由 R1 复制到自己的用户输出。">
            <a:extLst xmlns:a="http://schemas.openxmlformats.org/drawingml/2006/main">
              <a:ext uri="{FF2B5EF4-FFF2-40B4-BE49-F238E27FC236}">
                <a16:creationId xmlns:a16="http://schemas.microsoft.com/office/drawing/2014/main" id="{C13DA823-0518-416A-90E8-0D3E6942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R0 发给 R1 的 [2,3] 先落到 R1 CCL，再由 R1 复制到自己的用户输出。</a:t>
            </a:r>
          </a:p>
        </p:txBody>
      </p:sp>
      <p:sp>
        <p:nvSpPr>
          <p:cNvPr id="3" name="12 / 13">
            <a:extLst xmlns:a="http://schemas.openxmlformats.org/drawingml/2006/main">
              <a:ext uri="{FF2B5EF4-FFF2-40B4-BE49-F238E27FC236}">
                <a16:creationId xmlns:a16="http://schemas.microsoft.com/office/drawing/2014/main" id="{ABF6B068-859B-403D-8E34-84C2F9A4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12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53BF9-710E-4477-98E3-6C40467F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解包与登记">
            <a:extLst xmlns:a="http://schemas.openxmlformats.org/drawingml/2006/main">
              <a:ext uri="{FF2B5EF4-FFF2-40B4-BE49-F238E27FC236}">
                <a16:creationId xmlns:a16="http://schemas.microsoft.com/office/drawing/2014/main" id="{2A3494F3-6299-42C9-8052-5BE10612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解包与登记</a:t>
            </a:r>
          </a:p>
        </p:txBody>
      </p:sp>
      <p:sp>
        <p:nvSpPr>
          <p:cNvPr id="6" name="HcommWriteOnThread 的 C 接口适配">
            <a:extLst xmlns:a="http://schemas.openxmlformats.org/drawingml/2006/main">
              <a:ext uri="{FF2B5EF4-FFF2-40B4-BE49-F238E27FC236}">
                <a16:creationId xmlns:a16="http://schemas.microsoft.com/office/drawing/2014/main" id="{BC11D1CF-F241-4384-92FE-F6530B98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HcommWriteOnThread 的 C 接口适配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F4288-D761-4B4C-8927-CA4B4C1C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取得轻量任务流">
            <a:extLst xmlns:a="http://schemas.openxmlformats.org/drawingml/2006/main">
              <a:ext uri="{FF2B5EF4-FFF2-40B4-BE49-F238E27FC236}">
                <a16:creationId xmlns:a16="http://schemas.microsoft.com/office/drawing/2014/main" id="{0E93BEB9-011C-4BA6-9924-3F790872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取得轻量任务流</a:t>
            </a:r>
          </a:p>
        </p:txBody>
      </p:sp>
      <p:sp>
        <p:nvSpPr>
          <p:cNvPr id="9" name="构造源数据的远端访问描述">
            <a:extLst xmlns:a="http://schemas.openxmlformats.org/drawingml/2006/main">
              <a:ext uri="{FF2B5EF4-FFF2-40B4-BE49-F238E27FC236}">
                <a16:creationId xmlns:a16="http://schemas.microsoft.com/office/drawing/2014/main" id="{5BFD7734-D28B-4FC4-ACC5-CE17EE19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构造源数据的远端访问描述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EE3E9-67D0-4BB1-AE25-ABCAF272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A3FEF1-A997-4B27-8BD1-70BA17D9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0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1457C0-D94B-46A6-AB16-ECDB84F4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提交远端写">
            <a:extLst xmlns:a="http://schemas.openxmlformats.org/drawingml/2006/main">
              <a:ext uri="{FF2B5EF4-FFF2-40B4-BE49-F238E27FC236}">
                <a16:creationId xmlns:a16="http://schemas.microsoft.com/office/drawing/2014/main" id="{AA5B3F66-19F4-4BD2-94D5-65A6BE6DE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提交远端写</a:t>
            </a:r>
          </a:p>
        </p:txBody>
      </p:sp>
      <p:sp>
        <p:nvSpPr>
          <p:cNvPr id="15" name="进入所选协议的传输实现">
            <a:extLst xmlns:a="http://schemas.openxmlformats.org/drawingml/2006/main">
              <a:ext uri="{FF2B5EF4-FFF2-40B4-BE49-F238E27FC236}">
                <a16:creationId xmlns:a16="http://schemas.microsoft.com/office/drawing/2014/main" id="{A77DB288-BD23-4ACE-AF3E-3C7B1D20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进入所选协议的传输实现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590660-778B-4505-A2CB-47FA0C89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76161A-0D87-4C1B-8C66-53155EA8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6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4E58B7-9B8D-4C40-9FC2-3CD077B7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接收端本地拷贝">
            <a:extLst xmlns:a="http://schemas.openxmlformats.org/drawingml/2006/main">
              <a:ext uri="{FF2B5EF4-FFF2-40B4-BE49-F238E27FC236}">
                <a16:creationId xmlns:a16="http://schemas.microsoft.com/office/drawing/2014/main" id="{FE985638-3258-492A-81CF-5636D5B7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接收端本地拷贝</a:t>
            </a:r>
          </a:p>
        </p:txBody>
      </p:sp>
      <p:sp>
        <p:nvSpPr>
          <p:cNvPr id="21" name="DATA_SIGNAL 依赖满足后执行">
            <a:extLst xmlns:a="http://schemas.openxmlformats.org/drawingml/2006/main">
              <a:ext uri="{FF2B5EF4-FFF2-40B4-BE49-F238E27FC236}">
                <a16:creationId xmlns:a16="http://schemas.microsoft.com/office/drawing/2014/main" id="{B2B015AA-305C-4599-A2E7-AB82EF77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DATA_SIGNAL 依赖满足后执行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DD803D-4D8D-4E5E-A5B9-1CB3903B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277A46-8ED1-4720-A26A-E83A75DD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2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A49DF1-2C8D-4DEB-ABA8-2D3B14CB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C507A1-EBEF-4241-B616-FFFF76C5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5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8422FB-A4FB-4860-AE55-184466A7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050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HCOMM&#10;数据面 API">
            <a:extLst xmlns:a="http://schemas.openxmlformats.org/drawingml/2006/main">
              <a:ext uri="{FF2B5EF4-FFF2-40B4-BE49-F238E27FC236}">
                <a16:creationId xmlns:a16="http://schemas.microsoft.com/office/drawing/2014/main" id="{A003A979-FCC5-47DC-B766-F58A8A0C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431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数据面 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8D53DD-C628-495B-88D4-9A8DCC38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5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3607E5-85CF-4E49-9413-74D5C4FC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52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0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7532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8E0EFF-335A-4311-87B6-599C4C40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68141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HCOMM&#10;内部实现">
            <a:extLst xmlns:a="http://schemas.openxmlformats.org/drawingml/2006/main">
              <a:ext uri="{FF2B5EF4-FFF2-40B4-BE49-F238E27FC236}">
                <a16:creationId xmlns:a16="http://schemas.microsoft.com/office/drawing/2014/main" id="{241862AA-8913-4B01-B2AD-C6EB3250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71951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内部实现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C52FDD-A261-44FC-B154-3C21C07D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3058E3-B6DD-45C9-B939-F4765F2D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1435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5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51439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5E262B-A802-4FCB-9E69-7B09A3F6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32923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用户字节&#10;Buffer 路径">
            <a:extLst xmlns:a="http://schemas.openxmlformats.org/drawingml/2006/main">
              <a:ext uri="{FF2B5EF4-FFF2-40B4-BE49-F238E27FC236}">
                <a16:creationId xmlns:a16="http://schemas.microsoft.com/office/drawing/2014/main" id="{20F4C4B2-4D2E-49AE-B615-497EDF0D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36733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用户字节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Buffer 路径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5AC79E-5084-47EB-AFE4-0EC80963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4E743D-1EC9-48E3-9CE6-B6A6D8C2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0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62C912-BCCC-47A1-AC24-59B5EDF8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FEAFD4-FCDA-439F-AA74-3D3159EF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3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46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F5FB5A3B-7B0C-407C-A0AB-C7178A55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47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E368AA4D-3322-4EA4-A314-940B45FA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5DDD87-E8C5-4237-A779-B5037FC7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33575"/>
            <a:ext cx="238601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9" name="HcommWriteOnThread">
            <a:extLst xmlns:a="http://schemas.openxmlformats.org/drawingml/2006/main">
              <a:ext uri="{FF2B5EF4-FFF2-40B4-BE49-F238E27FC236}">
                <a16:creationId xmlns:a16="http://schemas.microsoft.com/office/drawing/2014/main" id="{9BBFE229-4911-4786-80EA-E3C5B33E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812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HcommWriteOnThread</a:t>
            </a:r>
          </a:p>
        </p:txBody>
      </p:sp>
      <p:sp>
        <p:nvSpPr>
          <p:cNvPr id="50" name="本端通过 Channel 发起远端写">
            <a:extLst xmlns:a="http://schemas.openxmlformats.org/drawingml/2006/main">
              <a:ext uri="{FF2B5EF4-FFF2-40B4-BE49-F238E27FC236}">
                <a16:creationId xmlns:a16="http://schemas.microsoft.com/office/drawing/2014/main" id="{68DA2032-42F6-4A9F-A1A5-F60BF710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68843"/>
            <a:ext cx="2233613" cy="42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本端通过 Channel 发起远端写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D1A5ED5-3A38-42E1-9539-77C67B48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2" name="UnwrapChannelHandle">
            <a:extLst xmlns:a="http://schemas.openxmlformats.org/drawingml/2006/main">
              <a:ext uri="{FF2B5EF4-FFF2-40B4-BE49-F238E27FC236}">
                <a16:creationId xmlns:a16="http://schemas.microsoft.com/office/drawing/2014/main" id="{D8081331-B239-4830-9A09-00F169BD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UnwrapChannelHandle</a:t>
            </a:r>
          </a:p>
        </p:txBody>
      </p:sp>
      <p:sp>
        <p:nvSpPr>
          <p:cNvPr id="53" name="解包实际 Channel 对象">
            <a:extLst xmlns:a="http://schemas.openxmlformats.org/drawingml/2006/main">
              <a:ext uri="{FF2B5EF4-FFF2-40B4-BE49-F238E27FC236}">
                <a16:creationId xmlns:a16="http://schemas.microsoft.com/office/drawing/2014/main" id="{92D1760E-01B0-4CAE-A808-3364CAAB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解包实际 Channel 对象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027EE06-8031-4DF2-80FF-0F038A2A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43375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5" name="AddThread">
            <a:extLst xmlns:a="http://schemas.openxmlformats.org/drawingml/2006/main">
              <a:ext uri="{FF2B5EF4-FFF2-40B4-BE49-F238E27FC236}">
                <a16:creationId xmlns:a16="http://schemas.microsoft.com/office/drawing/2014/main" id="{5E2B515B-0E8B-48A7-BC81-F49F9FC1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1910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AddThread</a:t>
            </a:r>
          </a:p>
        </p:txBody>
      </p:sp>
      <p:sp>
        <p:nvSpPr>
          <p:cNvPr id="56" name="登记本批使用的 Thread">
            <a:extLst xmlns:a="http://schemas.openxmlformats.org/drawingml/2006/main">
              <a:ext uri="{FF2B5EF4-FFF2-40B4-BE49-F238E27FC236}">
                <a16:creationId xmlns:a16="http://schemas.microsoft.com/office/drawing/2014/main" id="{D425334C-61FD-4C7E-862F-8E1E982D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786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登记本批使用的 Thread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033609D-5677-42EE-A797-1A8A9140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8358C16-A8E6-4FCB-AEC0-0A50F547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2990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7" name=""/>
          <p:cNvCxnSpPr>
            <a:stCxn xmlns:a="http://schemas.openxmlformats.org/drawingml/2006/main" id="57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2812733" y="26393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98D3B0D-06A7-4E68-8EEB-E8CDB062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94B3AB3-F5A1-4C49-ADD1-482DA48E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2256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0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2812733" y="3715703"/>
            <a:ext cx="0" cy="427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129DB5C-04ED-4E2E-B440-3FBF49C1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4" name="Thread::GetStreamLitePtr">
            <a:extLst xmlns:a="http://schemas.openxmlformats.org/drawingml/2006/main">
              <a:ext uri="{FF2B5EF4-FFF2-40B4-BE49-F238E27FC236}">
                <a16:creationId xmlns:a16="http://schemas.microsoft.com/office/drawing/2014/main" id="{63BBB67D-A079-4806-ADCA-4D4B0D3F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Thread::GetStreamLitePtr</a:t>
            </a:r>
          </a:p>
        </p:txBody>
      </p:sp>
      <p:sp>
        <p:nvSpPr>
          <p:cNvPr id="65" name="取得 Ascend 950 的轻量任务流">
            <a:extLst xmlns:a="http://schemas.openxmlformats.org/drawingml/2006/main">
              <a:ext uri="{FF2B5EF4-FFF2-40B4-BE49-F238E27FC236}">
                <a16:creationId xmlns:a16="http://schemas.microsoft.com/office/drawing/2014/main" id="{82A8360B-EA36-41A5-86F6-2E0EB65B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取得 Ascend 950 的轻量任务流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7D401F9-A035-44B7-A41B-6F6BC6EF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D304991-A5EC-42AA-9BD0-E014BB8AE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6" name=""/>
          <p:cNvCxnSpPr>
            <a:stCxn xmlns:a="http://schemas.openxmlformats.org/drawingml/2006/main" id="66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4006216" y="45058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53CC077-0255-4261-B27A-5B34A4CC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5245A50-4CEE-40AA-BF03-B0B5408A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9" name=""/>
          <p:cNvCxnSpPr>
            <a:stCxn xmlns:a="http://schemas.openxmlformats.org/drawingml/2006/main" id="69" idx="0"/>
            <a:endCxn xmlns:a="http://schemas.openxmlformats.org/drawingml/2006/main" id="70" idx="2"/>
          </p:cNvCxnSpPr>
          <p:nvPr/>
        </p:nvCxnSpPr>
        <p:spPr>
          <a:xfrm xmlns:a="http://schemas.openxmlformats.org/drawingml/2006/main" flipV="1">
            <a:off x="4110515" y="3353753"/>
            <a:ext cx="0" cy="11515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380C1F5-B023-4E99-98DF-A9C5586A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7B21811-5D6A-4035-905C-339DFDE7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2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4110991" y="33532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B9A27BA-A552-4BA2-A2B0-75174927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4143375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6" name="BuildLocRmaBufferLite">
            <a:extLst xmlns:a="http://schemas.openxmlformats.org/drawingml/2006/main">
              <a:ext uri="{FF2B5EF4-FFF2-40B4-BE49-F238E27FC236}">
                <a16:creationId xmlns:a16="http://schemas.microsoft.com/office/drawing/2014/main" id="{E878614C-5563-4CB8-9655-3389C6BF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1910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BuildLocRmaBufferLite</a:t>
            </a:r>
          </a:p>
        </p:txBody>
      </p:sp>
      <p:sp>
        <p:nvSpPr>
          <p:cNvPr id="77" name="构造本地源数据访问描述">
            <a:extLst xmlns:a="http://schemas.openxmlformats.org/drawingml/2006/main">
              <a:ext uri="{FF2B5EF4-FFF2-40B4-BE49-F238E27FC236}">
                <a16:creationId xmlns:a16="http://schemas.microsoft.com/office/drawing/2014/main" id="{364B484D-9E9F-48DA-8CA0-F8AFC08D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43786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构造本地源数据访问描述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B08353D-AFED-4D76-86FA-0B080364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4016C87-13F8-4815-AD80-E645EF97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7819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8" name=""/>
          <p:cNvCxnSpPr>
            <a:stCxn xmlns:a="http://schemas.openxmlformats.org/drawingml/2006/main" id="78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5408296" y="3715703"/>
            <a:ext cx="0" cy="427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1DEC0DF-5D33-44B5-8E67-C15ACBB6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2" name="BaseTransportLiteImpl::Write">
            <a:extLst xmlns:a="http://schemas.openxmlformats.org/drawingml/2006/main">
              <a:ext uri="{FF2B5EF4-FFF2-40B4-BE49-F238E27FC236}">
                <a16:creationId xmlns:a16="http://schemas.microsoft.com/office/drawing/2014/main" id="{6DE800DA-D58F-4DAA-B0BE-11B03553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BaseTransportLiteImpl::Write</a:t>
            </a:r>
          </a:p>
        </p:txBody>
      </p:sp>
      <p:sp>
        <p:nvSpPr>
          <p:cNvPr id="83" name="向选定传输实现提交远端写">
            <a:extLst xmlns:a="http://schemas.openxmlformats.org/drawingml/2006/main">
              <a:ext uri="{FF2B5EF4-FFF2-40B4-BE49-F238E27FC236}">
                <a16:creationId xmlns:a16="http://schemas.microsoft.com/office/drawing/2014/main" id="{777DD65F-09D6-4C6C-A662-146A68CF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向选定传输实现提交远端写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E8073E0-CBBB-4214-8BDF-A38B919A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8F711B4-6196-48E8-89CE-85989A17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4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6601778" y="4505802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3A06D2A-0017-49B1-A23A-397F83C4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053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046147B-C718-453B-A486-9656E64D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7" name=""/>
          <p:cNvCxnSpPr>
            <a:stCxn xmlns:a="http://schemas.openxmlformats.org/drawingml/2006/main" id="87" idx="0"/>
            <a:endCxn xmlns:a="http://schemas.openxmlformats.org/drawingml/2006/main" id="88" idx="2"/>
          </p:cNvCxnSpPr>
          <p:nvPr/>
        </p:nvCxnSpPr>
        <p:spPr>
          <a:xfrm xmlns:a="http://schemas.openxmlformats.org/drawingml/2006/main" flipV="1">
            <a:off x="6706077" y="3353753"/>
            <a:ext cx="0" cy="11515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D482BB4-7F68-4466-AE20-40F768D9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12C123D-1549-4393-8195-7B66390F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352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0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6706553" y="33532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D8D091C-3DD5-42A1-BAA6-117CEF7F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43375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4" name="所选传输实现">
            <a:extLst xmlns:a="http://schemas.openxmlformats.org/drawingml/2006/main">
              <a:ext uri="{FF2B5EF4-FFF2-40B4-BE49-F238E27FC236}">
                <a16:creationId xmlns:a16="http://schemas.microsoft.com/office/drawing/2014/main" id="{6490F70F-3F95-49EF-AF7F-64AF3E00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1910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所选传输实现</a:t>
            </a:r>
          </a:p>
        </p:txBody>
      </p:sp>
      <p:sp>
        <p:nvSpPr>
          <p:cNvPr id="95" name="按 UB 等实际协议生成传输任务">
            <a:extLst xmlns:a="http://schemas.openxmlformats.org/drawingml/2006/main">
              <a:ext uri="{FF2B5EF4-FFF2-40B4-BE49-F238E27FC236}">
                <a16:creationId xmlns:a16="http://schemas.microsoft.com/office/drawing/2014/main" id="{DE21F9ED-0641-4742-BD6E-1B410056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378643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 UB 等实际协议生成传输任务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DD453C8-7683-4835-8AE6-9528F0C9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7147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FE8592E-5901-4FEF-A022-CD0A9CFE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4143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6" name=""/>
          <p:cNvCxnSpPr>
            <a:stCxn xmlns:a="http://schemas.openxmlformats.org/drawingml/2006/main" id="96" idx="2"/>
            <a:endCxn xmlns:a="http://schemas.openxmlformats.org/drawingml/2006/main" id="97" idx="0"/>
          </p:cNvCxnSpPr>
          <p:nvPr/>
        </p:nvCxnSpPr>
        <p:spPr>
          <a:xfrm xmlns:a="http://schemas.openxmlformats.org/drawingml/2006/main">
            <a:off x="8003858" y="3715703"/>
            <a:ext cx="0" cy="4276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2E48F14-D309-4ADE-82C4-0CA70A41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1933575"/>
            <a:ext cx="2386013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0" name="HcommLocalCopyOnThread">
            <a:extLst xmlns:a="http://schemas.openxmlformats.org/drawingml/2006/main">
              <a:ext uri="{FF2B5EF4-FFF2-40B4-BE49-F238E27FC236}">
                <a16:creationId xmlns:a16="http://schemas.microsoft.com/office/drawing/2014/main" id="{66034779-9FB1-467A-8BFA-1DEA8BDB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19812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HcommLocalCopyOnThread</a:t>
            </a:r>
          </a:p>
        </p:txBody>
      </p:sp>
      <p:sp>
        <p:nvSpPr>
          <p:cNvPr id="101" name="接收端把 CCL 中数据拷至用户输出">
            <a:extLst xmlns:a="http://schemas.openxmlformats.org/drawingml/2006/main">
              <a:ext uri="{FF2B5EF4-FFF2-40B4-BE49-F238E27FC236}">
                <a16:creationId xmlns:a16="http://schemas.microsoft.com/office/drawing/2014/main" id="{1ECD84F4-3F03-4216-8BC9-362D0E92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2168843"/>
            <a:ext cx="2233613" cy="421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接收端把 CCL 中数据拷至用户输出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6CA68B6-46CF-4C2D-A09B-867E08C9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29908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3" name="Thread::LocalCopy">
            <a:extLst xmlns:a="http://schemas.openxmlformats.org/drawingml/2006/main">
              <a:ext uri="{FF2B5EF4-FFF2-40B4-BE49-F238E27FC236}">
                <a16:creationId xmlns:a16="http://schemas.microsoft.com/office/drawing/2014/main" id="{748DDB55-CC45-4D19-A54A-2204D0BE0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038475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Thread::LocalCopy</a:t>
            </a:r>
          </a:p>
        </p:txBody>
      </p:sp>
      <p:sp>
        <p:nvSpPr>
          <p:cNvPr id="104" name="执行接收后的本地拷贝">
            <a:extLst xmlns:a="http://schemas.openxmlformats.org/drawingml/2006/main">
              <a:ext uri="{FF2B5EF4-FFF2-40B4-BE49-F238E27FC236}">
                <a16:creationId xmlns:a16="http://schemas.microsoft.com/office/drawing/2014/main" id="{97A4D916-76C0-4A67-BED8-ABF0F890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3226118"/>
            <a:ext cx="2233613" cy="4410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执行接收后的本地拷贝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B26E1FA-F1F8-4785-A94D-3C3A7F99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6384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B383DEF-CAB0-4A75-91FC-BF034036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29908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5" name=""/>
          <p:cNvCxnSpPr>
            <a:stCxn xmlns:a="http://schemas.openxmlformats.org/drawingml/2006/main" id="105" idx="2"/>
            <a:endCxn xmlns:a="http://schemas.openxmlformats.org/drawingml/2006/main" id="106" idx="0"/>
          </p:cNvCxnSpPr>
          <p:nvPr/>
        </p:nvCxnSpPr>
        <p:spPr>
          <a:xfrm xmlns:a="http://schemas.openxmlformats.org/drawingml/2006/main">
            <a:off x="10599421" y="26393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B82765B-00CC-4C8A-AD6A-26D6A1B6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5780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09" name="Rank 0 sendBuf[2]">
            <a:extLst xmlns:a="http://schemas.openxmlformats.org/drawingml/2006/main">
              <a:ext uri="{FF2B5EF4-FFF2-40B4-BE49-F238E27FC236}">
                <a16:creationId xmlns:a16="http://schemas.microsoft.com/office/drawing/2014/main" id="{AFD20C41-0182-4F21-A47A-241A8EEF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305425"/>
            <a:ext cx="2233613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0 sendBuf[2]</a:t>
            </a:r>
          </a:p>
        </p:txBody>
      </p:sp>
      <p:sp>
        <p:nvSpPr>
          <p:cNvPr id="110" name="[2,3]，本次 8 字节">
            <a:extLst xmlns:a="http://schemas.openxmlformats.org/drawingml/2006/main">
              <a:ext uri="{FF2B5EF4-FFF2-40B4-BE49-F238E27FC236}">
                <a16:creationId xmlns:a16="http://schemas.microsoft.com/office/drawing/2014/main" id="{9FE5FB4E-69BF-4670-A981-A674B8EC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91163"/>
            <a:ext cx="2233613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[2,3]，本次 8 字节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1BE9695-DF23-4218-B137-34A687CC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5780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2" name="Rank 1 CCL">
            <a:extLst xmlns:a="http://schemas.openxmlformats.org/drawingml/2006/main">
              <a:ext uri="{FF2B5EF4-FFF2-40B4-BE49-F238E27FC236}">
                <a16:creationId xmlns:a16="http://schemas.microsoft.com/office/drawing/2014/main" id="{69F6D1F9-0C84-4ABC-82AA-E907A626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305425"/>
            <a:ext cx="2233613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CCL</a:t>
            </a:r>
          </a:p>
        </p:txBody>
      </p:sp>
      <p:sp>
        <p:nvSpPr>
          <p:cNvPr id="113" name="槽位由 CalcCclBuffIdx 计算">
            <a:extLst xmlns:a="http://schemas.openxmlformats.org/drawingml/2006/main">
              <a:ext uri="{FF2B5EF4-FFF2-40B4-BE49-F238E27FC236}">
                <a16:creationId xmlns:a16="http://schemas.microsoft.com/office/drawing/2014/main" id="{D7E81880-B096-4A13-BEEC-20DA67FD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491163"/>
            <a:ext cx="2233613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槽位由 CalcCclBuffIdx 计算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3A35CD6-42B4-484F-9EBA-5AD6C94C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257800"/>
            <a:ext cx="2386013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15" name="Rank 1 recvBuf[0]">
            <a:extLst xmlns:a="http://schemas.openxmlformats.org/drawingml/2006/main">
              <a:ext uri="{FF2B5EF4-FFF2-40B4-BE49-F238E27FC236}">
                <a16:creationId xmlns:a16="http://schemas.microsoft.com/office/drawing/2014/main" id="{532EA587-4EAE-40F3-ABC5-2541A731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305425"/>
            <a:ext cx="2233613" cy="13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Rank 1 recvBuf[0]</a:t>
            </a:r>
          </a:p>
        </p:txBody>
      </p:sp>
      <p:sp>
        <p:nvSpPr>
          <p:cNvPr id="116" name="放到来源 Rank 0 的输出位置">
            <a:extLst xmlns:a="http://schemas.openxmlformats.org/drawingml/2006/main">
              <a:ext uri="{FF2B5EF4-FFF2-40B4-BE49-F238E27FC236}">
                <a16:creationId xmlns:a16="http://schemas.microsoft.com/office/drawing/2014/main" id="{F7BB8122-1269-4BDD-9747-1545AB67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491163"/>
            <a:ext cx="2233613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放到来源 Rank 0 的输出位置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C4978E5-A153-4C80-AB42-DCAB90A4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C274365-B5AD-43DA-ADF0-2A984193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7" name=""/>
          <p:cNvCxnSpPr>
            <a:stCxn xmlns:a="http://schemas.openxmlformats.org/drawingml/2006/main" id="117" idx="3"/>
            <a:endCxn xmlns:a="http://schemas.openxmlformats.org/drawingml/2006/main" id="118" idx="1"/>
          </p:cNvCxnSpPr>
          <p:nvPr/>
        </p:nvCxnSpPr>
        <p:spPr>
          <a:xfrm xmlns:a="http://schemas.openxmlformats.org/drawingml/2006/main">
            <a:off x="4006216" y="5605940"/>
            <a:ext cx="2804159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7BE389D-49F2-4CD4-B6D4-2BA018E2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A50EE38-A9B5-4A44-9E52-7BF3801A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60546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70" name=""/>
          <p:cNvCxnSpPr>
            <a:stCxn xmlns:a="http://schemas.openxmlformats.org/drawingml/2006/main" id="120" idx="3"/>
            <a:endCxn xmlns:a="http://schemas.openxmlformats.org/drawingml/2006/main" id="121" idx="1"/>
          </p:cNvCxnSpPr>
          <p:nvPr/>
        </p:nvCxnSpPr>
        <p:spPr>
          <a:xfrm xmlns:a="http://schemas.openxmlformats.org/drawingml/2006/main">
            <a:off x="9197341" y="5605940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215991AF-98AF-4925-A1E4-CF0B0D58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362575"/>
            <a:ext cx="11334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7"/>
          </a:solidFill>
          <a:ln xmlns:a="http://schemas.openxmlformats.org/drawingml/2006/main" w="0">
            <a:noFill/>
          </a:ln>
        </p:spPr>
      </p:sp>
      <p:sp>
        <p:nvSpPr>
          <p:cNvPr id="124" name="远端 Write">
            <a:extLst xmlns:a="http://schemas.openxmlformats.org/drawingml/2006/main">
              <a:ext uri="{FF2B5EF4-FFF2-40B4-BE49-F238E27FC236}">
                <a16:creationId xmlns:a16="http://schemas.microsoft.com/office/drawing/2014/main" id="{2A1A6260-2D96-479C-AAD8-087BB6B7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362575"/>
            <a:ext cx="1095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48" b="0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848" b="0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远端 Write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884AE88-976F-4D40-8FE9-D64556A6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6" name="BuildDataSlices 生成 src / dst / len。图中下标单位为元素。接收 CCL 槽位并不是直接用 Rank 当物理下标。">
            <a:extLst xmlns:a="http://schemas.openxmlformats.org/drawingml/2006/main">
              <a:ext uri="{FF2B5EF4-FFF2-40B4-BE49-F238E27FC236}">
                <a16:creationId xmlns:a16="http://schemas.microsoft.com/office/drawing/2014/main" id="{5F9264BE-8D1F-475B-8936-CB9CB759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BuildDataSlices 生成 src / dst / len。图中下标单位为元素。接收 CCL 槽位并不是直接用 Rank 当物理下标。</a:t>
            </a:r>
          </a:p>
        </p:txBody>
      </p:sp>
    </p:spTree>
    <p:extLst>
      <p:ext uri="{BB962C8B-B14F-4D97-AF65-F5344CB8AC3E}">
        <p14:creationId xmlns:p14="http://schemas.microsoft.com/office/powerpoint/2010/main" val="9504172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8" name="主从汇合、最终通知与用户流继续">
            <a:extLst xmlns:a="http://schemas.openxmlformats.org/drawingml/2006/main">
              <a:ext uri="{FF2B5EF4-FFF2-40B4-BE49-F238E27FC236}">
                <a16:creationId xmlns:a16="http://schemas.microsoft.com/office/drawing/2014/main" id="{864FB3A3-2921-430D-ABD2-1BE0BD59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主从汇合、最终通知与用户流继续</a:t>
            </a:r>
          </a:p>
        </p:txBody>
      </p:sp>
      <p:sp>
        <p:nvSpPr>
          <p:cNvPr id="2" name="本页按执行依赖展开，函数提交先后不等于全局硬件完成先后。最终通知位于全部块编排之后。">
            <a:extLst xmlns:a="http://schemas.openxmlformats.org/drawingml/2006/main">
              <a:ext uri="{FF2B5EF4-FFF2-40B4-BE49-F238E27FC236}">
                <a16:creationId xmlns:a16="http://schemas.microsoft.com/office/drawing/2014/main" id="{AD588FFF-9337-4447-8AFE-D87F62E6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本页按执行依赖展开，函数提交先后不等于全局硬件完成先后。最终通知位于全部块编排之后。</a:t>
            </a:r>
          </a:p>
        </p:txBody>
      </p:sp>
      <p:sp>
        <p:nvSpPr>
          <p:cNvPr id="3" name="13 / 13">
            <a:extLst xmlns:a="http://schemas.openxmlformats.org/drawingml/2006/main">
              <a:ext uri="{FF2B5EF4-FFF2-40B4-BE49-F238E27FC236}">
                <a16:creationId xmlns:a16="http://schemas.microsoft.com/office/drawing/2014/main" id="{A1D30349-036D-47D1-8392-8489C3B1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13</a:t>
            </a: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814D5-BBEC-4576-AF4D-AC3476B0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" name="从 Thread 收尾">
            <a:extLst xmlns:a="http://schemas.openxmlformats.org/drawingml/2006/main">
              <a:ext uri="{FF2B5EF4-FFF2-40B4-BE49-F238E27FC236}">
                <a16:creationId xmlns:a16="http://schemas.microsoft.com/office/drawing/2014/main" id="{367F3A87-595B-4B18-A718-0868F439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从 Thread 收尾</a:t>
            </a:r>
          </a:p>
        </p:txBody>
      </p:sp>
      <p:sp>
        <p:nvSpPr>
          <p:cNvPr id="6" name="从线程完成通信与接收后拷贝">
            <a:extLst xmlns:a="http://schemas.openxmlformats.org/drawingml/2006/main">
              <a:ext uri="{FF2B5EF4-FFF2-40B4-BE49-F238E27FC236}">
                <a16:creationId xmlns:a16="http://schemas.microsoft.com/office/drawing/2014/main" id="{7329900D-FF32-4D00-A9FD-8E63CD99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从线程完成通信与接收后拷贝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3E71D-53D3-4B54-B1F7-EDC7295C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" name="主 Thread 汇合">
            <a:extLst xmlns:a="http://schemas.openxmlformats.org/drawingml/2006/main">
              <a:ext uri="{FF2B5EF4-FFF2-40B4-BE49-F238E27FC236}">
                <a16:creationId xmlns:a16="http://schemas.microsoft.com/office/drawing/2014/main" id="{90341C50-74C9-40F9-A1AF-E7889FEA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主 Thread 汇合</a:t>
            </a:r>
          </a:p>
        </p:txBody>
      </p:sp>
      <p:sp>
        <p:nvSpPr>
          <p:cNvPr id="9" name="等待参与的从线程完成">
            <a:extLst xmlns:a="http://schemas.openxmlformats.org/drawingml/2006/main">
              <a:ext uri="{FF2B5EF4-FFF2-40B4-BE49-F238E27FC236}">
                <a16:creationId xmlns:a16="http://schemas.microsoft.com/office/drawing/2014/main" id="{E6E5D7B8-1104-4226-A3DD-9C86AE00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5763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等待参与的从线程完成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F2926-A1E2-44B1-983E-04AB8340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BBFAD2-4717-451F-963A-FCCD5712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1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091465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054628-FAF7-45DE-829E-083DA322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排入最终完成通知">
            <a:extLst xmlns:a="http://schemas.openxmlformats.org/drawingml/2006/main">
              <a:ext uri="{FF2B5EF4-FFF2-40B4-BE49-F238E27FC236}">
                <a16:creationId xmlns:a16="http://schemas.microsoft.com/office/drawing/2014/main" id="{CA14449E-EA4A-4F23-9121-947A6D72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排入最终完成通知</a:t>
            </a:r>
          </a:p>
        </p:txBody>
      </p:sp>
      <p:sp>
        <p:nvSpPr>
          <p:cNvPr id="15" name="全部数据块已编排">
            <a:extLst xmlns:a="http://schemas.openxmlformats.org/drawingml/2006/main">
              <a:ext uri="{FF2B5EF4-FFF2-40B4-BE49-F238E27FC236}">
                <a16:creationId xmlns:a16="http://schemas.microsoft.com/office/drawing/2014/main" id="{94B0E2EC-79C5-43FA-96C1-B8641E4D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全部数据块已编排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8FF0F7-A158-45DC-8230-DCDDD584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0CA568-618E-4F18-BAC8-020260C2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7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6687027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0C0BB2-9395-4758-B091-475B434A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981075"/>
            <a:ext cx="25574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0" name="退出保护与用户流继续">
            <a:extLst xmlns:a="http://schemas.openxmlformats.org/drawingml/2006/main">
              <a:ext uri="{FF2B5EF4-FFF2-40B4-BE49-F238E27FC236}">
                <a16:creationId xmlns:a16="http://schemas.microsoft.com/office/drawing/2014/main" id="{00E83128-693B-48BD-B3C0-F175D171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990600"/>
            <a:ext cx="2405063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退出保护与用户流继续</a:t>
            </a:r>
          </a:p>
        </p:txBody>
      </p:sp>
      <p:sp>
        <p:nvSpPr>
          <p:cNvPr id="21" name="用户流等到最终通知后使用输出">
            <a:extLst xmlns:a="http://schemas.openxmlformats.org/drawingml/2006/main">
              <a:ext uri="{FF2B5EF4-FFF2-40B4-BE49-F238E27FC236}">
                <a16:creationId xmlns:a16="http://schemas.microsoft.com/office/drawing/2014/main" id="{B1C5A148-1A3B-413D-B41C-5C1EC348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1295400"/>
            <a:ext cx="24050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7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用户流等到最终通知后使用输出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E11795-47EA-4F18-A890-CD8CDF45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17526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60ECF5-FB65-44C7-9227-116F58B3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3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9282590" y="1753553"/>
            <a:ext cx="0" cy="4294822"/>
          </a:xfrm>
          <a:prstGeom xmlns:a="http://schemas.openxmlformats.org/drawingml/2006/main" prst="straightConnector1">
            <a:avLst/>
          </a:prstGeom>
          <a:ln xmlns:a="http://schemas.openxmlformats.org/drawingml/2006/main" w="5239">
            <a:solidFill>
              <a:srgbClr val="DCDFD8"/>
            </a:solidFill>
            <a:prstDash val="dash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071D8D-7BED-4E10-A031-7F71EB19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E0A683-BB12-4126-B41E-DCF4CC05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73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6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439228" y="1734027"/>
            <a:ext cx="10467022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171717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D29670-9CEA-4CC1-8360-9ECF4225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0977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9" name="设备从 Thread&#10;HCOMM 同步">
            <a:extLst xmlns:a="http://schemas.openxmlformats.org/drawingml/2006/main">
              <a:ext uri="{FF2B5EF4-FFF2-40B4-BE49-F238E27FC236}">
                <a16:creationId xmlns:a16="http://schemas.microsoft.com/office/drawing/2014/main" id="{2A505BFD-D345-4CCE-841E-D30858D2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047875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设备从 Thread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同步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B9218B-DC8C-4231-9C4A-A5A45DFA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6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90EE11-7B60-44B0-ACEA-770C76E1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6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1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448753" y="276272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A12ADC-30A7-4C3C-A252-3429A3A1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0241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4" name="设备主 Thread&#10;HCOMM 同步">
            <a:extLst xmlns:a="http://schemas.openxmlformats.org/drawingml/2006/main">
              <a:ext uri="{FF2B5EF4-FFF2-40B4-BE49-F238E27FC236}">
                <a16:creationId xmlns:a16="http://schemas.microsoft.com/office/drawing/2014/main" id="{A4BB126D-602D-43B4-9065-B829A58C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0622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设备主 Thread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同步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42E523-6D6B-4BAD-A37B-2E534F30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0ADAED-DC5A-4378-9673-BAFCBB0E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8195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6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1448753" y="382000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B2FA0C-5834-4225-9144-1FF580D3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081463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AICPU 编排侧&#10;HCOMM 执行控制">
            <a:extLst xmlns:a="http://schemas.openxmlformats.org/drawingml/2006/main">
              <a:ext uri="{FF2B5EF4-FFF2-40B4-BE49-F238E27FC236}">
                <a16:creationId xmlns:a16="http://schemas.microsoft.com/office/drawing/2014/main" id="{0240E941-66E6-4C7E-B123-BA6072AD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119563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AICPU 编排侧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 执行控制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3E0FC6-4976-477C-8AAC-8D6367FA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3DDA4B-A43E-422D-95C2-942FB623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768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1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1448753" y="4877277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8EFA22-2E38-4B9C-9F17-DDA67ECD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195888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4" name="用户 stream&#10;完成依赖">
            <a:extLst xmlns:a="http://schemas.openxmlformats.org/drawingml/2006/main">
              <a:ext uri="{FF2B5EF4-FFF2-40B4-BE49-F238E27FC236}">
                <a16:creationId xmlns:a16="http://schemas.microsoft.com/office/drawing/2014/main" id="{04162D9D-CA14-4DE5-AACB-2F1FFD91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233988"/>
            <a:ext cx="97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 stream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完成依赖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A359050-818C-42A0-B71C-C7909F41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6DE343-D352-4277-AD40-64B795BE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0483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6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1448753" y="6048852"/>
            <a:ext cx="10457497" cy="0"/>
          </a:xfrm>
          <a:prstGeom xmlns:a="http://schemas.openxmlformats.org/drawingml/2006/main" prst="straightConnector1">
            <a:avLst/>
          </a:prstGeom>
          <a:ln xmlns:a="http://schemas.openxmlformats.org/drawingml/2006/main" w="4763">
            <a:solidFill>
              <a:srgbClr val="DCDFD8"/>
            </a:solidFill>
            <a:prstDash val="solid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B0E7C7-E0BB-40A0-9BDF-7E74E581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FEFE15-E730-4432-92DD-CCE025C4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9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51" name="Ascend 950 / AICPU_TS / OPBASE　普通 Mesh Write　资源未命中、Task Cache 关闭　静态源码分析">
            <a:extLst xmlns:a="http://schemas.openxmlformats.org/drawingml/2006/main">
              <a:ext uri="{FF2B5EF4-FFF2-40B4-BE49-F238E27FC236}">
                <a16:creationId xmlns:a16="http://schemas.microsoft.com/office/drawing/2014/main" id="{854E70BF-2B64-4850-9BD9-76B837D3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9086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普通 Mesh Write　资源未命中、Task Cache 关闭　静态源码分析</a:t>
            </a:r>
          </a:p>
        </p:txBody>
      </p:sp>
      <p:sp>
        <p:nvSpPr>
          <p:cNvPr id="52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7B0BE5AF-409C-4BF4-9442-D998D251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301D905-623A-452F-9A2A-1C0FBC63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2386013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4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8F58809C-DCBB-4B01-B572-CDEDF3B8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71675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55" name="从 Thread 向主 Thread 发完成通知">
            <a:extLst xmlns:a="http://schemas.openxmlformats.org/drawingml/2006/main">
              <a:ext uri="{FF2B5EF4-FFF2-40B4-BE49-F238E27FC236}">
                <a16:creationId xmlns:a16="http://schemas.microsoft.com/office/drawing/2014/main" id="{A16264E4-6FA7-4A3B-8A36-B0E754FD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51698"/>
            <a:ext cx="2233613" cy="4486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从 Thread 向主 Thread 发完成通知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793AE81-55B2-47CE-BB92-B108F80B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29146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57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FAE93FD3-791F-49E4-A512-3BEF98E1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2962275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58" name="主 Thread 等参与的从 Thread 完成">
            <a:extLst xmlns:a="http://schemas.openxmlformats.org/drawingml/2006/main">
              <a:ext uri="{FF2B5EF4-FFF2-40B4-BE49-F238E27FC236}">
                <a16:creationId xmlns:a16="http://schemas.microsoft.com/office/drawing/2014/main" id="{5F040224-C527-4ACD-81FD-86C79659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013" y="3142298"/>
            <a:ext cx="2233613" cy="486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 Thread 等参与的从 Thread 完成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471751D-A6F4-479C-8EF7-1920D098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5263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A41CEEF-A46F-4F01-87BF-8D091AF5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0" name=""/>
          <p:cNvCxnSpPr>
            <a:stCxn xmlns:a="http://schemas.openxmlformats.org/drawingml/2006/main" id="59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4006216" y="228647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A83EF36-B0FE-46E3-A9E9-2D694BAA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286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B07A32F-FCA2-4B03-A478-6A01FE1E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3" name=""/>
          <p:cNvCxnSpPr>
            <a:stCxn xmlns:a="http://schemas.openxmlformats.org/drawingml/2006/main" id="62" idx="2"/>
            <a:endCxn xmlns:a="http://schemas.openxmlformats.org/drawingml/2006/main" id="63" idx="0"/>
          </p:cNvCxnSpPr>
          <p:nvPr/>
        </p:nvCxnSpPr>
        <p:spPr>
          <a:xfrm xmlns:a="http://schemas.openxmlformats.org/drawingml/2006/main">
            <a:off x="4110515" y="2286953"/>
            <a:ext cx="0" cy="1008697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211B7CF-E857-463F-B0F7-0797EEB4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19CFED9-CA8E-4CCD-ACAE-57EAC8D1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13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6" name=""/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>
            <a:off x="4110991" y="3296127"/>
            <a:ext cx="103822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2672F70-C2F2-46C0-AA7C-0967F139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914650"/>
            <a:ext cx="2386013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69" name="HcommThreadNotifyRecordOnThread">
            <a:extLst xmlns:a="http://schemas.openxmlformats.org/drawingml/2006/main">
              <a:ext uri="{FF2B5EF4-FFF2-40B4-BE49-F238E27FC236}">
                <a16:creationId xmlns:a16="http://schemas.microsoft.com/office/drawing/2014/main" id="{7B40B00D-397E-4667-B399-00C4EE6D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62275"/>
            <a:ext cx="2233613" cy="13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HcommThreadNotifyRecordOnThread</a:t>
            </a:r>
          </a:p>
        </p:txBody>
      </p:sp>
      <p:sp>
        <p:nvSpPr>
          <p:cNvPr id="70" name="主 Thread 通知导出后的用户 Thread">
            <a:extLst xmlns:a="http://schemas.openxmlformats.org/drawingml/2006/main">
              <a:ext uri="{FF2B5EF4-FFF2-40B4-BE49-F238E27FC236}">
                <a16:creationId xmlns:a16="http://schemas.microsoft.com/office/drawing/2014/main" id="{A9AFA351-6FE4-4318-B27C-140C1489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142298"/>
            <a:ext cx="2233613" cy="486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主 Thread 通知导出后的用户 Thread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AA2ABE0-864C-406F-80F4-03CECD9F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D00DCCB-920C-4E52-9B5D-45B36CAC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2" name=""/>
          <p:cNvCxnSpPr>
            <a:stCxn xmlns:a="http://schemas.openxmlformats.org/drawingml/2006/main" id="71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6601778" y="3296127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8454C21-BAF9-49C9-8093-1DE1FEC9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90975"/>
            <a:ext cx="2386013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75" name="HcommBatchModeEnd">
            <a:extLst xmlns:a="http://schemas.openxmlformats.org/drawingml/2006/main">
              <a:ext uri="{FF2B5EF4-FFF2-40B4-BE49-F238E27FC236}">
                <a16:creationId xmlns:a16="http://schemas.microsoft.com/office/drawing/2014/main" id="{D5FDD817-B7DC-4F55-9A4E-990901FB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0386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HcommBatchModeEnd</a:t>
            </a:r>
          </a:p>
        </p:txBody>
      </p:sp>
      <p:sp>
        <p:nvSpPr>
          <p:cNvPr id="76" name="结束批模式，提交剩余任务">
            <a:extLst xmlns:a="http://schemas.openxmlformats.org/drawingml/2006/main">
              <a:ext uri="{FF2B5EF4-FFF2-40B4-BE49-F238E27FC236}">
                <a16:creationId xmlns:a16="http://schemas.microsoft.com/office/drawing/2014/main" id="{3F532B1A-2214-4F04-AA6C-BBD13BCE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226243"/>
            <a:ext cx="2233613" cy="45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结束批模式，提交剩余任务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A0E0088-64C5-407F-A738-30D84C84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676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DA469F3-7EC7-41A1-9EA6-631EEAEC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9909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8" name=""/>
          <p:cNvCxnSpPr>
            <a:stCxn xmlns:a="http://schemas.openxmlformats.org/drawingml/2006/main" id="77" idx="2"/>
            <a:endCxn xmlns:a="http://schemas.openxmlformats.org/drawingml/2006/main" id="78" idx="0"/>
          </p:cNvCxnSpPr>
          <p:nvPr/>
        </p:nvCxnSpPr>
        <p:spPr>
          <a:xfrm xmlns:a="http://schemas.openxmlformats.org/drawingml/2006/main">
            <a:off x="8003858" y="3677603"/>
            <a:ext cx="0" cy="3133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EE2C0E2-7E1E-4A55-9269-F91990E9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3990975"/>
            <a:ext cx="2386013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1" name="HcommReleaseComm">
            <a:extLst xmlns:a="http://schemas.openxmlformats.org/drawingml/2006/main">
              <a:ext uri="{FF2B5EF4-FFF2-40B4-BE49-F238E27FC236}">
                <a16:creationId xmlns:a16="http://schemas.microsoft.com/office/drawing/2014/main" id="{80D40745-620A-4712-BCDF-6B0BE446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038600"/>
            <a:ext cx="2233613" cy="140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9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HcommReleaseComm</a:t>
            </a:r>
          </a:p>
        </p:txBody>
      </p:sp>
      <p:sp>
        <p:nvSpPr>
          <p:cNvPr id="82" name="退出域使用保护，资源仍可复用">
            <a:extLst xmlns:a="http://schemas.openxmlformats.org/drawingml/2006/main">
              <a:ext uri="{FF2B5EF4-FFF2-40B4-BE49-F238E27FC236}">
                <a16:creationId xmlns:a16="http://schemas.microsoft.com/office/drawing/2014/main" id="{2AF63DFA-EC2B-423E-BF75-D55EFF4A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4226243"/>
            <a:ext cx="2233613" cy="45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1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退出域使用保护，资源仍可复用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A533A93-6295-4E99-A6DB-7430BB27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4357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0270B96-BAE8-46FF-AA67-FFCA3BE8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357688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4" name=""/>
          <p:cNvCxnSpPr>
            <a:stCxn xmlns:a="http://schemas.openxmlformats.org/drawingml/2006/main" id="83" idx="3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9197341" y="4358165"/>
            <a:ext cx="20859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46D0862-C617-4167-9AA5-4C80F17A8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972050"/>
            <a:ext cx="2386013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87" name="HcommThreadNotifyWaitOnThread">
            <a:extLst xmlns:a="http://schemas.openxmlformats.org/drawingml/2006/main">
              <a:ext uri="{FF2B5EF4-FFF2-40B4-BE49-F238E27FC236}">
                <a16:creationId xmlns:a16="http://schemas.microsoft.com/office/drawing/2014/main" id="{1748DA34-224F-406D-AF76-B59AFBFA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019675"/>
            <a:ext cx="2233613" cy="130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HcommThreadNotifyWaitOnThread</a:t>
            </a:r>
          </a:p>
        </p:txBody>
      </p:sp>
      <p:sp>
        <p:nvSpPr>
          <p:cNvPr id="88" name="P8 已排入，等待最终完成通知">
            <a:extLst xmlns:a="http://schemas.openxmlformats.org/drawingml/2006/main">
              <a:ext uri="{FF2B5EF4-FFF2-40B4-BE49-F238E27FC236}">
                <a16:creationId xmlns:a16="http://schemas.microsoft.com/office/drawing/2014/main" id="{5FC605DF-9701-475C-A38A-DD9F5761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197793"/>
            <a:ext cx="2233613" cy="345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P8 已排入，等待最终完成通知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45D328C-8181-4577-8106-CD484DA8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570686C-2C34-49AC-9A12-1582F442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0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9197341" y="3296127"/>
            <a:ext cx="21335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CE6F5F3-315A-420C-884A-4CB7209B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95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DDA97EE-32CC-4EB4-830D-CFA7EC74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81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3" name=""/>
          <p:cNvCxnSpPr>
            <a:stCxn xmlns:a="http://schemas.openxmlformats.org/drawingml/2006/main" id="92" idx="2"/>
            <a:endCxn xmlns:a="http://schemas.openxmlformats.org/drawingml/2006/main" id="93" idx="0"/>
          </p:cNvCxnSpPr>
          <p:nvPr/>
        </p:nvCxnSpPr>
        <p:spPr>
          <a:xfrm xmlns:a="http://schemas.openxmlformats.org/drawingml/2006/main">
            <a:off x="9411177" y="3296603"/>
            <a:ext cx="0" cy="198501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</a:ln>
        </p:spPr>
      </p:cxn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BFEA2B8-5A46-4748-97C0-BFBCD7BE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281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B623B9E-04A9-47EE-952F-BFC32C88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281613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6" name=""/>
          <p:cNvCxnSpPr>
            <a:stCxn xmlns:a="http://schemas.openxmlformats.org/drawingml/2006/main" id="95" idx="1"/>
            <a:endCxn xmlns:a="http://schemas.openxmlformats.org/drawingml/2006/main" id="96" idx="3"/>
          </p:cNvCxnSpPr>
          <p:nvPr/>
        </p:nvCxnSpPr>
        <p:spPr>
          <a:xfrm xmlns:a="http://schemas.openxmlformats.org/drawingml/2006/main" flipH="1">
            <a:off x="9406891" y="5282090"/>
            <a:ext cx="3809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931C25"/>
            </a:solidFill>
            <a:prstDash val="dash"/>
            <a:tailEnd type="triangle" w="sm" len="sm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0DFA583-F8C5-4297-8476-22FFDCB2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5715000"/>
            <a:ext cx="2386013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99" name="用户流后续任务">
            <a:extLst xmlns:a="http://schemas.openxmlformats.org/drawingml/2006/main">
              <a:ext uri="{FF2B5EF4-FFF2-40B4-BE49-F238E27FC236}">
                <a16:creationId xmlns:a16="http://schemas.microsoft.com/office/drawing/2014/main" id="{AA386D5B-FAB1-4C77-8BAC-794B3434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2138" y="5762625"/>
            <a:ext cx="22336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用户流后续任务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B8642B1-9029-4B42-9FCC-C9DE2E5B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5591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50DADCC-3ADB-4553-80E2-4B526E2A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8944" y="57150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1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10599421" y="5592128"/>
            <a:ext cx="0" cy="1228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103" name="PostSyncInterThreads 内部展开">
            <a:extLst xmlns:a="http://schemas.openxmlformats.org/drawingml/2006/main">
              <a:ext uri="{FF2B5EF4-FFF2-40B4-BE49-F238E27FC236}">
                <a16:creationId xmlns:a16="http://schemas.microsoft.com/office/drawing/2014/main" id="{E957668C-2B28-4B34-9828-ECE50121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19550"/>
            <a:ext cx="4981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PostSyncInterThreads 内部展开</a:t>
            </a:r>
          </a:p>
        </p:txBody>
      </p:sp>
      <p:sp>
        <p:nvSpPr>
          <p:cNvPr id="104" name="有从 Thread 才安排这组汇合。代码可先下发主 Wait，再下发从 Record，任务依赖保证正确执行。">
            <a:extLst xmlns:a="http://schemas.openxmlformats.org/drawingml/2006/main">
              <a:ext uri="{FF2B5EF4-FFF2-40B4-BE49-F238E27FC236}">
                <a16:creationId xmlns:a16="http://schemas.microsoft.com/office/drawing/2014/main" id="{B387215E-5FF8-47EC-A7C1-8BBD7C4D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62450"/>
            <a:ext cx="49815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有从 Thread 才安排这组汇合。代码可先下发主 Wait，再下发从 Record，任务依赖保证正确执行。</a:t>
            </a:r>
          </a:p>
        </p:txBody>
      </p:sp>
      <p:sp>
        <p:nvSpPr>
          <p:cNvPr id="105" name="还有数据块时：OrchestrateLoop 继续 P10–12。&#10;全部块完成编排后，才排入右侧算子最终通知。">
            <a:extLst xmlns:a="http://schemas.openxmlformats.org/drawingml/2006/main">
              <a:ext uri="{FF2B5EF4-FFF2-40B4-BE49-F238E27FC236}">
                <a16:creationId xmlns:a16="http://schemas.microsoft.com/office/drawing/2014/main" id="{C7A61597-E122-4B6A-928F-DB0D34200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05425"/>
            <a:ext cx="49815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还有数据块时：OrchestrateLoop 继续 P10–12。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全部块完成编排后，才排入右侧算子最终通知。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EA18C18D-75D0-48FD-9E93-7A207676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07" name="Kernel 函数返回不等于所有 Rank 已完成。用户流由完成通知约束，上层 Host 读取结果还需实际的流同步保证。">
            <a:extLst xmlns:a="http://schemas.openxmlformats.org/drawingml/2006/main">
              <a:ext uri="{FF2B5EF4-FFF2-40B4-BE49-F238E27FC236}">
                <a16:creationId xmlns:a16="http://schemas.microsoft.com/office/drawing/2014/main" id="{06326BB7-AD6E-43B7-8036-B5F5F097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181725"/>
            <a:ext cx="1143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6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Kernel 函数返回不等于所有 Rank 已完成。用户流由完成通知约束，上层 Host 读取结果还需实际的流同步保证。</a:t>
            </a:r>
          </a:p>
        </p:txBody>
      </p:sp>
    </p:spTree>
    <p:extLst>
      <p:ext uri="{BB962C8B-B14F-4D97-AF65-F5344CB8AC3E}">
        <p14:creationId xmlns:p14="http://schemas.microsoft.com/office/powerpoint/2010/main" val="15062999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建链交换：远端资源描述与算子参数是两条不同路径">
            <a:extLst xmlns:a="http://schemas.openxmlformats.org/drawingml/2006/main">
              <a:ext uri="{FF2B5EF4-FFF2-40B4-BE49-F238E27FC236}">
                <a16:creationId xmlns:a16="http://schemas.microsoft.com/office/drawing/2014/main" id="{B64F1F02-7FD7-4C64-A0CB-6E9600F5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建链交换：远端资源描述与算子参数是两条不同路径</a:t>
            </a:r>
          </a:p>
        </p:txBody>
      </p:sp>
      <p:sp>
        <p:nvSpPr>
          <p:cNvPr id="2" name="以 UB_RTP 新建 Channel 为例。下方普通框是内部方法，上方 Hccl/Hcomm 名称是接口边界。">
            <a:extLst xmlns:a="http://schemas.openxmlformats.org/drawingml/2006/main">
              <a:ext uri="{FF2B5EF4-FFF2-40B4-BE49-F238E27FC236}">
                <a16:creationId xmlns:a16="http://schemas.microsoft.com/office/drawing/2014/main" id="{B1542270-3AC6-4A2C-8C7C-285BC129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以 UB_RTP 新建 Channel 为例。下方普通框是内部方法，上方 Hccl/Hcomm 名称是接口边界。</a:t>
            </a:r>
          </a:p>
        </p:txBody>
      </p:sp>
      <p:sp>
        <p:nvSpPr>
          <p:cNvPr id="3" name="14 / 20">
            <a:extLst xmlns:a="http://schemas.openxmlformats.org/drawingml/2006/main">
              <a:ext uri="{FF2B5EF4-FFF2-40B4-BE49-F238E27FC236}">
                <a16:creationId xmlns:a16="http://schemas.microsoft.com/office/drawing/2014/main" id="{92A27278-8836-4DAC-8352-21CB7006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14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DA3A59-15B2-4530-9B70-DEBE07ED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BB183-F9EF-40F4-8E1E-B9C93882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所选 Mesh 路径对比　静态源码分析，未上板采集">
            <a:extLst xmlns:a="http://schemas.openxmlformats.org/drawingml/2006/main">
              <a:ext uri="{FF2B5EF4-FFF2-40B4-BE49-F238E27FC236}">
                <a16:creationId xmlns:a16="http://schemas.microsoft.com/office/drawing/2014/main" id="{43B28825-0979-4785-8484-F291C077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所选 Mesh 路径对比　静态源码分析，未上板采集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3DE197A6-C2E2-4A32-839C-8AD486B0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EEEBFC-0D23-4610-874D-010B6216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906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0" name="域级获取">
            <a:extLst xmlns:a="http://schemas.openxmlformats.org/drawingml/2006/main">
              <a:ext uri="{FF2B5EF4-FFF2-40B4-BE49-F238E27FC236}">
                <a16:creationId xmlns:a16="http://schemas.microsoft.com/office/drawing/2014/main" id="{043418D2-A4FC-4013-AD44-710E837B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000125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域级获取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69486-46DF-494F-896B-6F27D19C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9906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" name="创建基础资源">
            <a:extLst xmlns:a="http://schemas.openxmlformats.org/drawingml/2006/main">
              <a:ext uri="{FF2B5EF4-FFF2-40B4-BE49-F238E27FC236}">
                <a16:creationId xmlns:a16="http://schemas.microsoft.com/office/drawing/2014/main" id="{EB0AFA83-4E36-4BB5-9771-97EF86F6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000125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创建基础资源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C12D2-89BD-424E-9D5E-7812D15E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9906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4" name="推进协议状态机">
            <a:extLst xmlns:a="http://schemas.openxmlformats.org/drawingml/2006/main">
              <a:ext uri="{FF2B5EF4-FFF2-40B4-BE49-F238E27FC236}">
                <a16:creationId xmlns:a16="http://schemas.microsoft.com/office/drawing/2014/main" id="{421B515D-9B24-4509-86B7-F0A3E5F2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000125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推进协议状态机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6228CD-7060-4763-A980-FA5A390A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990600"/>
            <a:ext cx="2705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6" name="交付可用描述">
            <a:extLst xmlns:a="http://schemas.openxmlformats.org/drawingml/2006/main">
              <a:ext uri="{FF2B5EF4-FFF2-40B4-BE49-F238E27FC236}">
                <a16:creationId xmlns:a16="http://schemas.microsoft.com/office/drawing/2014/main" id="{BB7DF160-4FBD-4D85-BF31-37663CFB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000125"/>
            <a:ext cx="255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交付可用描述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419B93-4319-4290-BEB5-0CD7C566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381125"/>
            <a:ext cx="2705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18" name="HcclChannelAcquire">
            <a:extLst xmlns:a="http://schemas.openxmlformats.org/drawingml/2006/main">
              <a:ext uri="{FF2B5EF4-FFF2-40B4-BE49-F238E27FC236}">
                <a16:creationId xmlns:a16="http://schemas.microsoft.com/office/drawing/2014/main" id="{9A7600FD-C745-4174-8796-C6014927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447800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HcclChannelAcquire</a:t>
            </a:r>
          </a:p>
        </p:txBody>
      </p:sp>
      <p:sp>
        <p:nvSpPr>
          <p:cNvPr id="19" name="申请所需 Peer 通道，先判断可复用资源">
            <a:extLst xmlns:a="http://schemas.openxmlformats.org/drawingml/2006/main">
              <a:ext uri="{FF2B5EF4-FFF2-40B4-BE49-F238E27FC236}">
                <a16:creationId xmlns:a16="http://schemas.microsoft.com/office/drawing/2014/main" id="{13F73C2E-BA87-467E-95DE-1966C17B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638300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申请所需 Peer 通道，先判断可复用资源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EF6923-B7F7-4D7F-8F30-31A26F7E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381125"/>
            <a:ext cx="2705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21" name="HcommCollectiveChannelCreate">
            <a:extLst xmlns:a="http://schemas.openxmlformats.org/drawingml/2006/main">
              <a:ext uri="{FF2B5EF4-FFF2-40B4-BE49-F238E27FC236}">
                <a16:creationId xmlns:a16="http://schemas.microsoft.com/office/drawing/2014/main" id="{E57FB96B-7EB9-49E5-A077-895F5EB2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447800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HcommCollectiveChannelCreate</a:t>
            </a:r>
          </a:p>
        </p:txBody>
      </p:sp>
      <p:sp>
        <p:nvSpPr>
          <p:cNvPr id="22" name="缺槽位时创建具体协议的 Channel">
            <a:extLst xmlns:a="http://schemas.openxmlformats.org/drawingml/2006/main">
              <a:ext uri="{FF2B5EF4-FFF2-40B4-BE49-F238E27FC236}">
                <a16:creationId xmlns:a16="http://schemas.microsoft.com/office/drawing/2014/main" id="{17F95C09-5D43-4AA4-BA32-89303A19F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638300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缺槽位时创建具体协议的 Channel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4E6767-4B4D-45D1-9E27-6C287491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381125"/>
            <a:ext cx="2705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24" name="ChannelProcess::ChannelGetStatus">
            <a:extLst xmlns:a="http://schemas.openxmlformats.org/drawingml/2006/main">
              <a:ext uri="{FF2B5EF4-FFF2-40B4-BE49-F238E27FC236}">
                <a16:creationId xmlns:a16="http://schemas.microsoft.com/office/drawing/2014/main" id="{E2DA538C-6EE9-49DA-B952-29CC1A4B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447800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ChannelProcess::ChannelGetStatus</a:t>
            </a:r>
          </a:p>
        </p:txBody>
      </p:sp>
      <p:sp>
        <p:nvSpPr>
          <p:cNvPr id="25" name="内部轮询，推进连接与资源交换">
            <a:extLst xmlns:a="http://schemas.openxmlformats.org/drawingml/2006/main">
              <a:ext uri="{FF2B5EF4-FFF2-40B4-BE49-F238E27FC236}">
                <a16:creationId xmlns:a16="http://schemas.microsoft.com/office/drawing/2014/main" id="{25AFAFA3-DF74-4693-85B2-400D8D4B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638300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内部轮询，推进连接与资源交换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7C0747-338E-462B-B65F-8D24FB3F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381125"/>
            <a:ext cx="2705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27" name="HcclChannelGetHcclBuffer">
            <a:extLst xmlns:a="http://schemas.openxmlformats.org/drawingml/2006/main">
              <a:ext uri="{FF2B5EF4-FFF2-40B4-BE49-F238E27FC236}">
                <a16:creationId xmlns:a16="http://schemas.microsoft.com/office/drawing/2014/main" id="{7FEA15EC-56B6-409B-A312-956C97F1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447800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HcclChannelGetHcclBuffer</a:t>
            </a:r>
          </a:p>
        </p:txBody>
      </p:sp>
      <p:sp>
        <p:nvSpPr>
          <p:cNvPr id="28" name="读取已交换的远端 CCL 地址和大小">
            <a:extLst xmlns:a="http://schemas.openxmlformats.org/drawingml/2006/main">
              <a:ext uri="{FF2B5EF4-FFF2-40B4-BE49-F238E27FC236}">
                <a16:creationId xmlns:a16="http://schemas.microsoft.com/office/drawing/2014/main" id="{82616FC2-0BD2-4D7B-932D-F485368B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638300"/>
            <a:ext cx="2552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读取已交换的远端 CCL 地址和大小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2DF100-7F46-4D12-9A01-41FDECF0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762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CA75BC-92E1-4A9A-9258-5D66611C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762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6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2982278" y="176260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9008A1-9BEA-4EA7-8074-64265E07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762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9FC4B0-0251-4A0E-B4F5-D9E3676D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762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9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5954078" y="176260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F2DF2E-128B-463E-9A9A-DA0E725E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762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2611E9-D8D0-4431-A48C-662E699E3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62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8925878" y="1762602"/>
            <a:ext cx="265747" cy="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171717"/>
            </a:solidFill>
            <a:prstDash val="solid"/>
            <a:tailEnd type="triangle" w="sm" len="sm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700229-99A9-442A-8279-B872E14F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495550"/>
            <a:ext cx="2705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39" name="BatchCreateSockets">
            <a:extLst xmlns:a="http://schemas.openxmlformats.org/drawingml/2006/main">
              <a:ext uri="{FF2B5EF4-FFF2-40B4-BE49-F238E27FC236}">
                <a16:creationId xmlns:a16="http://schemas.microsoft.com/office/drawing/2014/main" id="{10C9F2FB-78CD-4FA0-87A7-0D2D1DFA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562225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BatchCreateSockets</a:t>
            </a:r>
          </a:p>
        </p:txBody>
      </p:sp>
      <p:sp>
        <p:nvSpPr>
          <p:cNvPr id="40" name="准备控制连接；双方通过 socket 交换控制信息">
            <a:extLst xmlns:a="http://schemas.openxmlformats.org/drawingml/2006/main">
              <a:ext uri="{FF2B5EF4-FFF2-40B4-BE49-F238E27FC236}">
                <a16:creationId xmlns:a16="http://schemas.microsoft.com/office/drawing/2014/main" id="{F638033E-3EAD-4948-9EA6-31294EA6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2752725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准备控制连接；双方通过 socket 交换控制信息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76B030-6044-4517-B706-9D2F5C95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495550"/>
            <a:ext cx="2705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2" name="HcommEndpointCreate&#10;HcommMemReg">
            <a:extLst xmlns:a="http://schemas.openxmlformats.org/drawingml/2006/main">
              <a:ext uri="{FF2B5EF4-FFF2-40B4-BE49-F238E27FC236}">
                <a16:creationId xmlns:a16="http://schemas.microsoft.com/office/drawing/2014/main" id="{C1D65E9F-5C9F-42C2-93A8-9B9B7C78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5622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HcommEndpointCreate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HcommMemReg</a:t>
            </a:r>
          </a:p>
        </p:txBody>
      </p:sp>
      <p:sp>
        <p:nvSpPr>
          <p:cNvPr id="43" name="创建端点，注册 CCL 等可远端访问内存">
            <a:extLst xmlns:a="http://schemas.openxmlformats.org/drawingml/2006/main">
              <a:ext uri="{FF2B5EF4-FFF2-40B4-BE49-F238E27FC236}">
                <a16:creationId xmlns:a16="http://schemas.microsoft.com/office/drawing/2014/main" id="{7A9D5C25-BA81-46A4-B398-ABE8EF72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895600"/>
            <a:ext cx="2552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创建端点，注册 CCL 等可远端访问内存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FC68A0B-E1AC-41EB-ACF0-9F5256FD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495550"/>
            <a:ext cx="2705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5" name="SendExchangeData&#10;RecvExchangeData">
            <a:extLst xmlns:a="http://schemas.openxmlformats.org/drawingml/2006/main">
              <a:ext uri="{FF2B5EF4-FFF2-40B4-BE49-F238E27FC236}">
                <a16:creationId xmlns:a16="http://schemas.microsoft.com/office/drawing/2014/main" id="{4DBF9C9D-C3CE-4872-8609-EF550E94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62225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SendExchangeData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RecvExchangeData</a:t>
            </a:r>
          </a:p>
        </p:txBody>
      </p:sp>
      <p:sp>
        <p:nvSpPr>
          <p:cNvPr id="46" name="按状态机交换描述；发送/接收先后由角色决定">
            <a:extLst xmlns:a="http://schemas.openxmlformats.org/drawingml/2006/main">
              <a:ext uri="{FF2B5EF4-FFF2-40B4-BE49-F238E27FC236}">
                <a16:creationId xmlns:a16="http://schemas.microsoft.com/office/drawing/2014/main" id="{8B58C4B3-FB50-4605-871C-95B89E2A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895600"/>
            <a:ext cx="2552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按状态机交换描述；发送/接收先后由角色决定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5C04F3-5CCE-4859-BF6C-C786DD40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495550"/>
            <a:ext cx="27051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191">
            <a:solidFill>
              <a:srgbClr val="9B9F97"/>
            </a:solidFill>
          </a:ln>
        </p:spPr>
      </p:sp>
      <p:sp>
        <p:nvSpPr>
          <p:cNvPr id="48" name="RecvDataProcess">
            <a:extLst xmlns:a="http://schemas.openxmlformats.org/drawingml/2006/main">
              <a:ext uri="{FF2B5EF4-FFF2-40B4-BE49-F238E27FC236}">
                <a16:creationId xmlns:a16="http://schemas.microsoft.com/office/drawing/2014/main" id="{BC7E036D-C7B2-4B0F-A299-6C809263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562225"/>
            <a:ext cx="25527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RecvDataProcess</a:t>
            </a:r>
          </a:p>
        </p:txBody>
      </p:sp>
      <p:sp>
        <p:nvSpPr>
          <p:cNvPr id="49" name="解析远端描述并推进连接，达到 READY 后可用">
            <a:extLst xmlns:a="http://schemas.openxmlformats.org/drawingml/2006/main">
              <a:ext uri="{FF2B5EF4-FFF2-40B4-BE49-F238E27FC236}">
                <a16:creationId xmlns:a16="http://schemas.microsoft.com/office/drawing/2014/main" id="{ED02BA12-50AA-40EB-8A32-D637129C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752725"/>
            <a:ext cx="2552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解析远端描述并推进连接，达到 READY 后可用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A9960D-8544-4D62-8D66-2953C644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14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6714479-9398-4367-AE30-F9049BEF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7" name=""/>
          <p:cNvCxnSpPr>
            <a:stCxn xmlns:a="http://schemas.openxmlformats.org/drawingml/2006/main" id="50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1629252" y="21440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soli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846383E-9A24-47D8-A0CB-DB8DE2C2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4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F10F8C4-5DB8-45A2-A3F3-C7265CB5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0" name=""/>
          <p:cNvCxnSpPr>
            <a:stCxn xmlns:a="http://schemas.openxmlformats.org/drawingml/2006/main" id="53" idx="2"/>
            <a:endCxn xmlns:a="http://schemas.openxmlformats.org/drawingml/2006/main" id="54" idx="0"/>
          </p:cNvCxnSpPr>
          <p:nvPr/>
        </p:nvCxnSpPr>
        <p:spPr>
          <a:xfrm xmlns:a="http://schemas.openxmlformats.org/drawingml/2006/main">
            <a:off x="4601052" y="21440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solid"/>
            <a:tailEnd type="triangle" w="sm" len="sm"/>
          </a:ln>
        </p:spPr>
      </p:cxn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5909134-201B-41AE-AB6B-53F425A5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4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D8FCE28-321F-4612-9857-FD78863D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3" name=""/>
          <p:cNvCxnSpPr>
            <a:stCxn xmlns:a="http://schemas.openxmlformats.org/drawingml/2006/main" id="56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7572852" y="21440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solid"/>
            <a:tailEnd type="triangle" w="sm" len="sm"/>
          </a:ln>
        </p:spPr>
      </p:cxn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7EC7EA0-57A0-4C44-8B62-2630F09E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143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5C1E3E6-2E6C-4625-B3E4-E0ABE507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495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6" name=""/>
          <p:cNvCxnSpPr>
            <a:stCxn xmlns:a="http://schemas.openxmlformats.org/drawingml/2006/main" id="59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10544652" y="2144078"/>
            <a:ext cx="0" cy="351472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5B5E59"/>
            </a:solidFill>
            <a:prstDash val="solid"/>
            <a:tailEnd type="triangle" w="sm" len="sm"/>
          </a:ln>
        </p:spPr>
      </p:cxnSp>
      <p:sp>
        <p:nvSpPr>
          <p:cNvPr id="62" name="交换内容与测试观测点">
            <a:extLst xmlns:a="http://schemas.openxmlformats.org/drawingml/2006/main">
              <a:ext uri="{FF2B5EF4-FFF2-40B4-BE49-F238E27FC236}">
                <a16:creationId xmlns:a16="http://schemas.microsoft.com/office/drawing/2014/main" id="{EE3E543A-4B8A-4F07-829A-B7A3C09D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3581400"/>
            <a:ext cx="1162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交换内容与测试观测点</a:t>
            </a:r>
          </a:p>
        </p:txBody>
      </p:sp>
      <p:graphicFrame>
        <p:nvGraphicFramePr>
          <p:cNvPr id="128" name=""/>
          <p:cNvGraphicFramePr/>
          <p:nvPr/>
        </p:nvGraphicFramePr>
        <p:xfrm>
          <a:off xmlns:a="http://schemas.openxmlformats.org/drawingml/2006/main" x="276225" y="3924300"/>
          <a:ext xmlns:a="http://schemas.openxmlformats.org/drawingml/2006/main" cx="11620500" cy="20669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381125"/>
                <a:gridCol w="3143250"/>
                <a:gridCol w="3286125"/>
                <a:gridCol w="3810000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交换对象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内部处理或接口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传递内容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建议检查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43815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基础通信资源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NotifyVecPack / BufferVecPack / ConnVecPack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Notify 描述、内存描述、连接描述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Peer/地址/容量对应正确，连接能进入 READY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远端可访问内存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HcommChannelGetRemoteMems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返回已解析的远端内存映射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CCL tag 与远端 Buffer 匹配；不是重新传张量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算子参数一致性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HcclCommAddExchangeInfo</a:t>
                      </a:r>
                    </a:p>
                    <a:p>
                      <a:pPr algn="l"/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HcclCommGetExchangeInfo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opType、count、dataType、reduceType 等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检查开启时，跨 Rank 不一致应按实现报错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资源复用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EndpointPair::CreateChannel（内部）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已有槽位返回原 ChannelHandle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热执行不要求重新出现物理创建或资源交换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2534943-1442-4C46-A44E-634352BF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65" name="状态查询在此直接调用内部方法，不经过导出 HcommChannelGetStatus。UB_RTP 是协议示例，其他协议需按实际状态机检查。">
            <a:extLst xmlns:a="http://schemas.openxmlformats.org/drawingml/2006/main">
              <a:ext uri="{FF2B5EF4-FFF2-40B4-BE49-F238E27FC236}">
                <a16:creationId xmlns:a16="http://schemas.microsoft.com/office/drawing/2014/main" id="{EA5F5DAA-38F4-4CDB-A64E-745B643A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状态查询在此直接调用内部方法，不经过导出 HcommChannelGetStatus。UB_RTP 是协议示例，其他协议需按实际状态机检查。</a:t>
            </a:r>
          </a:p>
        </p:txBody>
      </p:sp>
    </p:spTree>
    <p:extLst>
      <p:ext uri="{BB962C8B-B14F-4D97-AF65-F5344CB8AC3E}">
        <p14:creationId xmlns:p14="http://schemas.microsoft.com/office/powerpoint/2010/main" val="13299802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不同算子的复用边界与测试分组">
            <a:extLst xmlns:a="http://schemas.openxmlformats.org/drawingml/2006/main">
              <a:ext uri="{FF2B5EF4-FFF2-40B4-BE49-F238E27FC236}">
                <a16:creationId xmlns:a16="http://schemas.microsoft.com/office/drawing/2014/main" id="{17F46BBE-2E81-43C2-BC14-2C9D7827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不同算子的复用边界与测试分组</a:t>
            </a:r>
          </a:p>
        </p:txBody>
      </p:sp>
      <p:sp>
        <p:nvSpPr>
          <p:cNvPr id="2" name="先验证共用资源流程，再覆盖算法的数据原语。AllReduce 拆成 OneShot / TwoShot，避免只用算子名判断 API。">
            <a:extLst xmlns:a="http://schemas.openxmlformats.org/drawingml/2006/main">
              <a:ext uri="{FF2B5EF4-FFF2-40B4-BE49-F238E27FC236}">
                <a16:creationId xmlns:a16="http://schemas.microsoft.com/office/drawing/2014/main" id="{BA80573E-4D5C-4FEC-9399-353EC803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先验证共用资源流程，再覆盖算法的数据原语。AllReduce 拆成 OneShot / TwoShot，避免只用算子名判断 API。</a:t>
            </a:r>
          </a:p>
        </p:txBody>
      </p:sp>
      <p:sp>
        <p:nvSpPr>
          <p:cNvPr id="3" name="15 / 20">
            <a:extLst xmlns:a="http://schemas.openxmlformats.org/drawingml/2006/main">
              <a:ext uri="{FF2B5EF4-FFF2-40B4-BE49-F238E27FC236}">
                <a16:creationId xmlns:a16="http://schemas.microsoft.com/office/drawing/2014/main" id="{8124D1FB-D495-4E62-95A5-A8BC784B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15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C4F3B2-7DE9-459B-932E-A9C88D86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D9B6A5-2439-42B1-80F6-2C368DE5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所选 Mesh 路径对比　静态源码分析，未上板采集">
            <a:extLst xmlns:a="http://schemas.openxmlformats.org/drawingml/2006/main">
              <a:ext uri="{FF2B5EF4-FFF2-40B4-BE49-F238E27FC236}">
                <a16:creationId xmlns:a16="http://schemas.microsoft.com/office/drawing/2014/main" id="{785CF481-0340-459D-8CCA-712820D4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所选 Mesh 路径对比　静态源码分析，未上板采集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874D31F6-6C79-4C0C-B52A-8E95B6A0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276225" y="1047750"/>
          <a:ext xmlns:a="http://schemas.openxmlformats.org/drawingml/2006/main" cx="11620500" cy="1790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00300"/>
                <a:gridCol w="4981575"/>
                <a:gridCol w="4238625"/>
              </a:tblGrid>
              <a:tr h="3048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算子 / 模板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本次数据怎样流转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相对 AllToAll 的变化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 / Mesh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按目标分片；远端写 CCL，再拷到接收方输出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SendRecvWrite 使用单次 Write 原语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AllGather / SoleMesh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本地数据拷至 CCL；各 Rank 读取对端数据到输出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SendRecvBatchRead，支持时提交批量 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 / MeshOneShot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远端写入各 Rank 的 CCL；本地完成归约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批量 WRITE 或单次 Write，增加 LocalReduce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AllReduce / MeshTwoShot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先分片交换并归约，再读取各 Rank 的归约结果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75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WRITE + READ 两阶段，增加 LocalReduce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建议测试组：检查 API 的输入、产物和依赖，不只统计函数是否出现">
            <a:extLst xmlns:a="http://schemas.openxmlformats.org/drawingml/2006/main">
              <a:ext uri="{FF2B5EF4-FFF2-40B4-BE49-F238E27FC236}">
                <a16:creationId xmlns:a16="http://schemas.microsoft.com/office/drawing/2014/main" id="{F8207C0D-A4E3-4D6A-ABC0-E72EDE08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3019425"/>
            <a:ext cx="1162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建议测试组：检查 API 的输入、产物和依赖，不只统计函数是否出现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276225" y="3381375"/>
          <a:ext xmlns:a="http://schemas.openxmlformats.org/drawingml/2006/main" cx="11620500" cy="27051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352550"/>
                <a:gridCol w="4381500"/>
                <a:gridCol w="5886450"/>
              </a:tblGrid>
              <a:tr h="3048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测试组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怎样触发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应验证的接口 / 结果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冷资源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新通信域中运行所选算法，资源不存在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EngineCtxCreate/Copy、Thread 获取、ChannelAcquire；追踪底层是否新建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热复用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同一 comm、同一 algTag 及可复用配置重复运行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EngineCtxGet 命中；创建可减少，数据与完成通知仍须正确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跨算子复用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同一 comm 依次运行 A2A / AG / AR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上层算法资源可不同；记录 Endpoint/Channel 实际复用与新增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算法与消息量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运行小消息 OneShot、较大消息 TwoShot；检查 algName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不能只按 count 猜算法；对照 READ/WRITE/LocalReduce 组合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能力与协议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使用受支持的版本/配置组合，覆盖批量能力与实际协议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批量与单次是能力分支；Wait 默认/显式超时亦应分开判定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结果与边界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 Rank 可追踪数据；非整块尺寸；独立零长/单Rank用例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核对偏移、输出布局、SUM 精度；零长/单Rank不要求远端链路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受控异常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隔离测试环境中检查参数不一致、建链/Notify超时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23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记录错误码、失败清理、后续可用性；不把正常返回当正确完成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329C01-6320-4569-8843-6107AFE5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" name="✓ 仅代表限定路径应涉及。完成测试还要采集实际调用与参数，并验证最终结果；单测共用 API 不能替代三个算子的集成测试。">
            <a:extLst xmlns:a="http://schemas.openxmlformats.org/drawingml/2006/main">
              <a:ext uri="{FF2B5EF4-FFF2-40B4-BE49-F238E27FC236}">
                <a16:creationId xmlns:a16="http://schemas.microsoft.com/office/drawing/2014/main" id="{07F5243F-21E9-4A55-B604-A6F8399B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✓ 仅代表限定路径应涉及。完成测试还要采集实际调用与参数，并验证最终结果；单测共用 API 不能替代三个算子的集成测试。</a:t>
            </a:r>
          </a:p>
        </p:txBody>
      </p:sp>
    </p:spTree>
    <p:extLst>
      <p:ext uri="{BB962C8B-B14F-4D97-AF65-F5344CB8AC3E}">
        <p14:creationId xmlns:p14="http://schemas.microsoft.com/office/powerpoint/2010/main" val="12905081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算子 × API 测试总表（1/5）：通信域与算法资源">
            <a:extLst xmlns:a="http://schemas.openxmlformats.org/drawingml/2006/main">
              <a:ext uri="{FF2B5EF4-FFF2-40B4-BE49-F238E27FC236}">
                <a16:creationId xmlns:a16="http://schemas.microsoft.com/office/drawing/2014/main" id="{38CB7A56-BE75-46C0-95E0-F0D270A1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算子 × API 测试总表（1/5）：通信域与算法资源</a:t>
            </a:r>
          </a:p>
        </p:txBody>
      </p:sp>
      <p:sp>
        <p:nvSpPr>
          <p:cNvPr id="2" name="三个算子共用资源准备骨架。相同 API 的请求参数、数量、algTag 与句柄复用关系仍需分别验证。">
            <a:extLst xmlns:a="http://schemas.openxmlformats.org/drawingml/2006/main">
              <a:ext uri="{FF2B5EF4-FFF2-40B4-BE49-F238E27FC236}">
                <a16:creationId xmlns:a16="http://schemas.microsoft.com/office/drawing/2014/main" id="{10BBD3B9-4DED-43CB-9A77-EA688A64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三个算子共用资源准备骨架。相同 API 的请求参数、数量、algTag 与句柄复用关系仍需分别验证。</a:t>
            </a:r>
          </a:p>
        </p:txBody>
      </p:sp>
      <p:sp>
        <p:nvSpPr>
          <p:cNvPr id="3" name="16 / 20">
            <a:extLst xmlns:a="http://schemas.openxmlformats.org/drawingml/2006/main">
              <a:ext uri="{FF2B5EF4-FFF2-40B4-BE49-F238E27FC236}">
                <a16:creationId xmlns:a16="http://schemas.microsoft.com/office/drawing/2014/main" id="{6459F8B0-2DB4-450E-953B-A5A9F57A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16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50D81-2C1E-49AB-B2BD-AD7DDBBA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575FCE-E5EE-4302-BE16-5A6FF381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所选 Mesh 路径对比　静态源码分析，未上板采集">
            <a:extLst xmlns:a="http://schemas.openxmlformats.org/drawingml/2006/main">
              <a:ext uri="{FF2B5EF4-FFF2-40B4-BE49-F238E27FC236}">
                <a16:creationId xmlns:a16="http://schemas.microsoft.com/office/drawing/2014/main" id="{0F47A108-0AD3-487F-9814-EE65D1E2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所选 Mesh 路径对比　静态源码分析，未上板采集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458EC4D4-95FB-4378-AF6F-CF2A6E06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✓ 本页限定路径涉及　✓冷 资源缺失时涉及　△ 按条件/能力选择　— 本页限定路径不经过。均为源码判定，非实测命中。">
            <a:extLst xmlns:a="http://schemas.openxmlformats.org/drawingml/2006/main">
              <a:ext uri="{FF2B5EF4-FFF2-40B4-BE49-F238E27FC236}">
                <a16:creationId xmlns:a16="http://schemas.microsoft.com/office/drawing/2014/main" id="{57C457F9-A811-4D23-AFC5-2BF1E70F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本页限定路径涉及　✓冷 资源缺失时涉及　△ 按条件/能力选择　— 本页限定路径不经过。均为源码判定，非实测命中。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47720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42950"/>
                <a:gridCol w="2981325"/>
                <a:gridCol w="2257425"/>
                <a:gridCol w="542925"/>
                <a:gridCol w="542925"/>
                <a:gridCol w="542925"/>
                <a:gridCol w="542925"/>
                <a:gridCol w="3467100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A2A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AR1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AR2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触发条件与测试检查点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HcclGetCommName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取得通信域名称，用于 tag、设备入口与执行保护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已创建通信域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核对域名与请求的 comm 一致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HcclConfigGetInfo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读取展开模式等域配置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动态接口支持时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确认最终 engine=AICPU_TS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HcclCommGetStatus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检查通信域是否允许继续执行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状态查询接口支持时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READY 放行，暂停等状态按约定处理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HcclEngineCtxGet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查拓扑、算法资源、主/展开 Thread 上下文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tag 和 engine 决定查询对象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分别验证拓扑命中与算法资源命中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HcclEngineCtxCreate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创建缺失的上下文保存空间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对应上下文尚不存在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容量、engine、tag 隔离及重复申请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HcclEngineCtxCopy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把序列化资源描述复制到设备上下文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重新交付算法资源时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描述/句柄完整，不把它统计为张量搬运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HcclThreadAcquireWithStream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将用户 stream 关联为 CPU_TS 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每次执行入口获取，可内部复用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用户流绑定正确，重复执行无资源增长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HcclThreadExportToCommEngine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导出跨引擎 Thread 句柄，建立通知关系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用户 Thread 与设备主 Thread 两个方向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输入就绪和最终完成通知均落到正确队列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HcclThreadAcquireWithConfig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按每条队列的配置申请主/从/展开 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缺资源且支持配置版接口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线程数、Notify 槽数符合 CalcRes 结果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HcclThreadAcquire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按统一 Notify 数申请 Thread 的兼容入口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缺资源且配置版接口不支持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与配置版二选一，不应重复申请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内存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HcclGetHcclBuffer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取得本地 CCL 中转区地址与容量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资源准备、参数交换等路径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分块不越界，容量与各 Rank 配置一致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内存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HcclCommSymWinGet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探测用户 Buffer 是否位于对称内存窗口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版本与算子条件满足时探测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未命中可走普通内存，命中另建测试组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A2A=AllToAll Mesh　AG=AllGather SoleMesh　AR1/AR2=AllReduce OneShot/TwoShot（普通内存，FP32+SUM）">
            <a:extLst xmlns:a="http://schemas.openxmlformats.org/drawingml/2006/main">
              <a:ext uri="{FF2B5EF4-FFF2-40B4-BE49-F238E27FC236}">
                <a16:creationId xmlns:a16="http://schemas.microsoft.com/office/drawing/2014/main" id="{AAC256EA-EB53-404B-B665-FEBF9B37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886450"/>
            <a:ext cx="11620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A2A=AllToAll Mesh　AG=AllGather SoleMesh　AR1/AR2=AllReduce OneShot/TwoShot（普通内存，FP32+SUM）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FE27B2-7A68-4750-BD7D-74DE7934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" name="“✓冷”指对应资源或上下文缺失，不能简单等同于进程第一次调用。换算子可能新建算法上下文，也可能复用底层通道。">
            <a:extLst xmlns:a="http://schemas.openxmlformats.org/drawingml/2006/main">
              <a:ext uri="{FF2B5EF4-FFF2-40B4-BE49-F238E27FC236}">
                <a16:creationId xmlns:a16="http://schemas.microsoft.com/office/drawing/2014/main" id="{3C52F741-FAA7-4DA7-95B3-ED0829B3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“✓冷”指对应资源或上下文缺失，不能简单等同于进程第一次调用。换算子可能新建算法上下文，也可能复用底层通道。</a:t>
            </a:r>
          </a:p>
        </p:txBody>
      </p:sp>
    </p:spTree>
    <p:extLst>
      <p:ext uri="{BB962C8B-B14F-4D97-AF65-F5344CB8AC3E}">
        <p14:creationId xmlns:p14="http://schemas.microsoft.com/office/powerpoint/2010/main" val="8951181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算子 × API 测试总表（2/5）：拓扑与通道请求依据">
            <a:extLst xmlns:a="http://schemas.openxmlformats.org/drawingml/2006/main">
              <a:ext uri="{FF2B5EF4-FFF2-40B4-BE49-F238E27FC236}">
                <a16:creationId xmlns:a16="http://schemas.microsoft.com/office/drawing/2014/main" id="{0909242A-0E55-40BF-A645-02800942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算子 × API 测试总表（2/5）：拓扑与通道请求依据</a:t>
            </a:r>
          </a:p>
        </p:txBody>
      </p:sp>
      <p:sp>
        <p:nvSpPr>
          <p:cNvPr id="2" name="成员、网络层、端点和链路决定 ChannelDesc。查询集合按拓扑展开，并非每项都在每次算子调用中出现。">
            <a:extLst xmlns:a="http://schemas.openxmlformats.org/drawingml/2006/main">
              <a:ext uri="{FF2B5EF4-FFF2-40B4-BE49-F238E27FC236}">
                <a16:creationId xmlns:a16="http://schemas.microsoft.com/office/drawing/2014/main" id="{BCF04E2C-B28F-4AE4-B41C-47D1E502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成员、网络层、端点和链路决定 ChannelDesc。查询集合按拓扑展开，并非每项都在每次算子调用中出现。</a:t>
            </a:r>
          </a:p>
        </p:txBody>
      </p:sp>
      <p:sp>
        <p:nvSpPr>
          <p:cNvPr id="3" name="17 / 20">
            <a:extLst xmlns:a="http://schemas.openxmlformats.org/drawingml/2006/main">
              <a:ext uri="{FF2B5EF4-FFF2-40B4-BE49-F238E27FC236}">
                <a16:creationId xmlns:a16="http://schemas.microsoft.com/office/drawing/2014/main" id="{4CB26F08-DA67-4925-9EE7-1E578411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17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B615B-78F4-49ED-9E79-A580155B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DBF96E-1BC5-42FD-9C31-28422918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所选 Mesh 路径对比　静态源码分析，未上板采集">
            <a:extLst xmlns:a="http://schemas.openxmlformats.org/drawingml/2006/main">
              <a:ext uri="{FF2B5EF4-FFF2-40B4-BE49-F238E27FC236}">
                <a16:creationId xmlns:a16="http://schemas.microsoft.com/office/drawing/2014/main" id="{1ABBA498-6D86-413F-8A71-DF82E2AE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所选 Mesh 路径对比　静态源码分析，未上板采集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FED6F538-C603-4A85-8848-B7415B97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✓ 本页限定路径涉及　✓冷 资源缺失时涉及　△ 按条件/能力选择　— 本页限定路径不经过。均为源码判定，非实测命中。">
            <a:extLst xmlns:a="http://schemas.openxmlformats.org/drawingml/2006/main">
              <a:ext uri="{FF2B5EF4-FFF2-40B4-BE49-F238E27FC236}">
                <a16:creationId xmlns:a16="http://schemas.microsoft.com/office/drawing/2014/main" id="{9BC0E2B5-D417-4757-946B-7FD98A57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本页限定路径涉及　✓冷 资源缺失时涉及　△ 按条件/能力选择　— 本页限定路径不经过。均为源码判定，非实测命中。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47720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42950"/>
                <a:gridCol w="2981325"/>
                <a:gridCol w="2257425"/>
                <a:gridCol w="542925"/>
                <a:gridCol w="542925"/>
                <a:gridCol w="542925"/>
                <a:gridCol w="542925"/>
                <a:gridCol w="3467100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A2A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AR1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AR2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触发条件与测试检查点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HcclGetRankSize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取得通信域的 Rank 总数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入口或拓扑构建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输出尺寸与 Rank 数一致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HcclGetRankId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取得本 Rank 在通信域中的编号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拓扑构建等调用点，AllToAll 入口也查询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 Rank 与算法 Rank 映射正确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HcclRankGraphGetLayers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枚举通信域网络层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构建拓扑时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网络层数量和编号正确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HcclRankGraphGetRanksByLayer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取得某一网络层的成员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相应拓扑构建分支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成员不遗漏、不重复，范围正确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HcclRankGraphGetInstSizeListByLayer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取得某层各拓扑实例的规模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拓扑形态计算需要时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实例规模与 Rank 分组相符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HcclRankGraphGetTopoInstsByLayer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枚举网络层内的拓扑实例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按实例构建拓扑时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实例 ID 和数量正确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HcclRankGraphGetTopoType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查询实例的拓扑类型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需要识别 Mesh / Clos 等形态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类型与选择到的算法匹配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HcclRankGraphGetRanksByTopoInst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取得某个拓扑实例中的 Rank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按实例建立分组时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本地实例与 Peer 集合正确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HcclRankGraphGetEndpointNum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查询实例的端点数量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端点枚举路径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先取数量，再分配描述列表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HcclRankGraphGetEndpointDesc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取得端点位置与协议描述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端点枚举路径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端点与设备位置、协议一致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HcclRankGraphGetEndpointInfo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查询端点带宽系数、Die 等属性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构造 ChannelInfo 等路径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带宽系数有效，属性失败按分支处理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HcclRankGraphGetLinks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查询本 Rank 到 Peer 的可用链路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计算 Mesh 通道需求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无效链路不入请求，多链路切片不重叠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A2A=AllToAll Mesh　AG=AllGather SoleMesh　AR1/AR2=AllReduce OneShot/TwoShot（普通内存，FP32+SUM）">
            <a:extLst xmlns:a="http://schemas.openxmlformats.org/drawingml/2006/main">
              <a:ext uri="{FF2B5EF4-FFF2-40B4-BE49-F238E27FC236}">
                <a16:creationId xmlns:a16="http://schemas.microsoft.com/office/drawing/2014/main" id="{8A1E766A-E243-4AB7-A59D-C285ACAB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886450"/>
            <a:ext cx="11620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A2A=AllToAll Mesh　AG=AllGather SoleMesh　AR1/AR2=AllReduce OneShot/TwoShot（普通内存，FP32+SUM）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C199ED-F612-4BC6-9DE7-AE4C419B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" name="共用拓扑 API 不等于相同通道数。记录 Peer、协议、端点、每 Peer 通道数，再与算法的 CalcRes 结果比对。">
            <a:extLst xmlns:a="http://schemas.openxmlformats.org/drawingml/2006/main">
              <a:ext uri="{FF2B5EF4-FFF2-40B4-BE49-F238E27FC236}">
                <a16:creationId xmlns:a16="http://schemas.microsoft.com/office/drawing/2014/main" id="{F3D5E9B0-0E5E-4F8B-961D-1C4781A7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共用拓扑 API 不等于相同通道数。记录 Peer、协议、端点、每 Peer 通道数，再与算法的 CalcRes 结果比对。</a:t>
            </a:r>
          </a:p>
        </p:txBody>
      </p:sp>
    </p:spTree>
    <p:extLst>
      <p:ext uri="{BB962C8B-B14F-4D97-AF65-F5344CB8AC3E}">
        <p14:creationId xmlns:p14="http://schemas.microsoft.com/office/powerpoint/2010/main" val="11484143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算子 × API 测试总表（3/5）：申请通道、建链与交换">
            <a:extLst xmlns:a="http://schemas.openxmlformats.org/drawingml/2006/main">
              <a:ext uri="{FF2B5EF4-FFF2-40B4-BE49-F238E27FC236}">
                <a16:creationId xmlns:a16="http://schemas.microsoft.com/office/drawing/2014/main" id="{D71C2044-88AF-4AFC-80FB-BCB2179A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算子 × API 测试总表（3/5）：申请通道、建链与交换</a:t>
            </a:r>
          </a:p>
        </p:txBody>
      </p:sp>
      <p:sp>
        <p:nvSpPr>
          <p:cNvPr id="2" name="HcclChannelAcquire 是域级“获取通道”。只有底层槽位缺失才继续创建新的物理资源。">
            <a:extLst xmlns:a="http://schemas.openxmlformats.org/drawingml/2006/main">
              <a:ext uri="{FF2B5EF4-FFF2-40B4-BE49-F238E27FC236}">
                <a16:creationId xmlns:a16="http://schemas.microsoft.com/office/drawing/2014/main" id="{72A4B657-A4DB-4949-AC1C-052DCF8D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HcclChannelAcquire 是域级“获取通道”。只有底层槽位缺失才继续创建新的物理资源。</a:t>
            </a:r>
          </a:p>
        </p:txBody>
      </p:sp>
      <p:sp>
        <p:nvSpPr>
          <p:cNvPr id="3" name="18 / 20">
            <a:extLst xmlns:a="http://schemas.openxmlformats.org/drawingml/2006/main">
              <a:ext uri="{FF2B5EF4-FFF2-40B4-BE49-F238E27FC236}">
                <a16:creationId xmlns:a16="http://schemas.microsoft.com/office/drawing/2014/main" id="{C62BAD76-BB43-4871-BDCD-ED798CB6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18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E46E6C-1073-4639-931A-731620B7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4539A-0773-403D-BEB6-C22B79E4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所选 Mesh 路径对比　静态源码分析，未上板采集">
            <a:extLst xmlns:a="http://schemas.openxmlformats.org/drawingml/2006/main">
              <a:ext uri="{FF2B5EF4-FFF2-40B4-BE49-F238E27FC236}">
                <a16:creationId xmlns:a16="http://schemas.microsoft.com/office/drawing/2014/main" id="{BFE3F0F4-995E-4F7E-81E6-CC7FF298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所选 Mesh 路径对比　静态源码分析，未上板采集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4C384ADB-358B-4647-912D-0BD05B99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✓ 本页限定路径涉及　✓冷 资源缺失时涉及　△ 按条件/能力选择　— 本页限定路径不经过。均为源码判定，非实测命中。">
            <a:extLst xmlns:a="http://schemas.openxmlformats.org/drawingml/2006/main">
              <a:ext uri="{FF2B5EF4-FFF2-40B4-BE49-F238E27FC236}">
                <a16:creationId xmlns:a16="http://schemas.microsoft.com/office/drawing/2014/main" id="{E068300F-8A5A-4E30-BCE6-5386264B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本页限定路径涉及　✓冷 资源缺失时涉及　△ 按条件/能力选择　— 本页限定路径不经过。均为源码判定，非实测命中。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47720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42950"/>
                <a:gridCol w="2981325"/>
                <a:gridCol w="2257425"/>
                <a:gridCol w="542925"/>
                <a:gridCol w="542925"/>
                <a:gridCol w="542925"/>
                <a:gridCol w="542925"/>
                <a:gridCol w="3467100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A2A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AR1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AR2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触发条件与测试检查点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HcclCommAddExchangeInfo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登记本次算子的参数一致性信息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检查使能且接口支持，建链前注入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算子类型/count/type 等字段与请求一致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HcclChannelAcquire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 Peer、协议、端点获取 ChannelHandle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算法资源缺失且请求通道非空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区分获取成功、复用、新建和失败清理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HcommEndpointCreate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创建本地通信端点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所需 Endpoint 尚不存在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同端点复用，设备/协议归属正确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HcommEndpointStartListen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为端点准备接受连接的监听能力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进入 BatchCreateChannels 时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监听配置、端口和对端连接匹配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内存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HcommMemReg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 CCL 等内存注册到端点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端点缺相应 tag 或内存版本变化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地址/长度有效，重复注册复用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HcommCollectiveChannelCreate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创建集合通信使用的基础 Channel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EndpointPair 无可复用槽位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返回句柄有效，随后能推进到 READY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内存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HcclChannelGetHcclBuffer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取得该通道对应的远端 CCL 地址与容量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构建 ChannelInfo 时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远端地址属于正确 Peer，容量不越界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内存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HcommChannelGetRemoteMems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读取底层 Channel 已交换的远端内存映射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上行缓冲区查询的内部调用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CCL tag 与远端描述正确对应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HcclCommGetExchangeInfo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读取远端参数交换结果进行一致性比较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检查使能且接口支持，交换后读取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不一致应报错，不误读上次交换结果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HcclDedicatedThreadAcquire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获取 Host/Device 按序下发专用 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OrderLaunch 能力和路径需要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并发下发顺序正确，专用 Thread 可复用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HcommThreadAlloc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创建底层专用 Thread 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上述专用 Thread 缺失时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不能当作所有普通 Thread 的必经 API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域资源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HcclThreadResGetInfo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从域级 Thread 查询展开 stream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能力支持时用于 Kernel 发射/保序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发射到正确 stream，兼容分支可工作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HcommThreadResGetInfo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从底层专用 Thread 查询 stream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Host 保序 stream 获取路径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保序队列和执行队列关系正确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A2A=AllToAll Mesh　AG=AllGather SoleMesh　AR1/AR2=AllReduce OneShot/TwoShot（普通内存，FP32+SUM）">
            <a:extLst xmlns:a="http://schemas.openxmlformats.org/drawingml/2006/main">
              <a:ext uri="{FF2B5EF4-FFF2-40B4-BE49-F238E27FC236}">
                <a16:creationId xmlns:a16="http://schemas.microsoft.com/office/drawing/2014/main" id="{2265F41A-DD39-46CA-A0EF-81F6A39B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886450"/>
            <a:ext cx="11620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A2A=AllToAll Mesh　AG=AllGather SoleMesh　AR1/AR2=AllReduce OneShot/TwoShot（普通内存，FP32+SUM）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D0FFE7-C3D3-470D-AF31-A04A754F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" name="资源描述交换发生在所选 Channel 的状态机内。参数一致性交换另走 Add/GetExchangeInfo，二者都不是本次用户张量传输。">
            <a:extLst xmlns:a="http://schemas.openxmlformats.org/drawingml/2006/main">
              <a:ext uri="{FF2B5EF4-FFF2-40B4-BE49-F238E27FC236}">
                <a16:creationId xmlns:a16="http://schemas.microsoft.com/office/drawing/2014/main" id="{4497B699-EDDC-4462-A022-0859E559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资源描述交换发生在所选 Channel 的状态机内。参数一致性交换另走 Add/GetExchangeInfo，二者都不是本次用户张量传输。</a:t>
            </a:r>
          </a:p>
        </p:txBody>
      </p:sp>
    </p:spTree>
    <p:extLst>
      <p:ext uri="{BB962C8B-B14F-4D97-AF65-F5344CB8AC3E}">
        <p14:creationId xmlns:p14="http://schemas.microsoft.com/office/powerpoint/2010/main" val="148033646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算子 × API 测试总表（4/5）：同步与执行控制">
            <a:extLst xmlns:a="http://schemas.openxmlformats.org/drawingml/2006/main">
              <a:ext uri="{FF2B5EF4-FFF2-40B4-BE49-F238E27FC236}">
                <a16:creationId xmlns:a16="http://schemas.microsoft.com/office/drawing/2014/main" id="{ECACAD88-C306-470A-90A4-B3BC8B41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算子 × API 测试总表（4/5）：同步与执行控制</a:t>
            </a:r>
          </a:p>
        </p:txBody>
      </p:sp>
      <p:sp>
        <p:nvSpPr>
          <p:cNvPr id="2" name="这组接口在三个算子中高度共用。Record/Wait 的配对关系，比单纯出现过某个函数更重要。">
            <a:extLst xmlns:a="http://schemas.openxmlformats.org/drawingml/2006/main">
              <a:ext uri="{FF2B5EF4-FFF2-40B4-BE49-F238E27FC236}">
                <a16:creationId xmlns:a16="http://schemas.microsoft.com/office/drawing/2014/main" id="{473869E2-131D-4F65-92F8-CF833338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这组接口在三个算子中高度共用。Record/Wait 的配对关系，比单纯出现过某个函数更重要。</a:t>
            </a:r>
          </a:p>
        </p:txBody>
      </p:sp>
      <p:sp>
        <p:nvSpPr>
          <p:cNvPr id="3" name="19 / 20">
            <a:extLst xmlns:a="http://schemas.openxmlformats.org/drawingml/2006/main">
              <a:ext uri="{FF2B5EF4-FFF2-40B4-BE49-F238E27FC236}">
                <a16:creationId xmlns:a16="http://schemas.microsoft.com/office/drawing/2014/main" id="{8CAF6DCF-53B0-48D6-B6A3-BD1F8312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19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5444C-E30E-40B9-8F48-96750795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E00E0-22C0-48D6-AC2B-91C9A8AE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所选 Mesh 路径对比　静态源码分析，未上板采集">
            <a:extLst xmlns:a="http://schemas.openxmlformats.org/drawingml/2006/main">
              <a:ext uri="{FF2B5EF4-FFF2-40B4-BE49-F238E27FC236}">
                <a16:creationId xmlns:a16="http://schemas.microsoft.com/office/drawing/2014/main" id="{FB971248-61C6-41E5-BB10-F4661E57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所选 Mesh 路径对比　静态源码分析，未上板采集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1DCC0CED-BFBA-4A0A-B343-9D9FC964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✓ 本页限定路径涉及　✓冷 资源缺失时涉及　△ 按条件/能力选择　— 本页限定路径不经过。均为源码判定，非实测命中。">
            <a:extLst xmlns:a="http://schemas.openxmlformats.org/drawingml/2006/main">
              <a:ext uri="{FF2B5EF4-FFF2-40B4-BE49-F238E27FC236}">
                <a16:creationId xmlns:a16="http://schemas.microsoft.com/office/drawing/2014/main" id="{6DFB9621-B26B-4251-B0A0-5F86F078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本页限定路径涉及　✓冷 资源缺失时涉及　△ 按条件/能力选择　— 本页限定路径不经过。均为源码判定，非实测命中。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47720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42950"/>
                <a:gridCol w="2981325"/>
                <a:gridCol w="2257425"/>
                <a:gridCol w="542925"/>
                <a:gridCol w="542925"/>
                <a:gridCol w="542925"/>
                <a:gridCol w="542925"/>
                <a:gridCol w="3467100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A2A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AR1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AR2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触发条件与测试检查点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执行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HcommAcquireComm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进入设备侧通信域使用保护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 算子入口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 Release 配对，不等于创建通信域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执行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HcommBatchModeStart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开始批模式，组织本轮任务下发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Task Cache 关闭的正常编排路径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跟踪 algTag 及批模式状态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HcommThreadNotifyRecordOnThread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跨 Thread 发输入就绪、主从或完成通知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Host 与设备均可调用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匹配目标 Thread/notifyIdx，检查最终完成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HcommThreadNotifyWaitOnThread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 Thread 通知，显式传入超时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默认超时能力不满足的兼容分支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和相应 Record 匹配，延迟时不提前继续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HcommThreadNotifyWaitOnThreadWithDefault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Timeout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 Thread 通知，使用已配置超时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默认超时接口与配置能力均支持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与上行二选一，确认超时配置生效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HcommChannelNotifyRecordOnThread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向对端发布握手或数据阶段通知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非零远端通信协议阶段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读/写方向不同，ACK 与 DATA_SIGNAL 区分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HcommChannelNotifyWaitOnThread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等待通道通知，显式传入超时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默认超时能力不满足的兼容分支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Peer、Channel、槽号正确，不丢通知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HcommChannelNotifyWaitOnThreadWithDefault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Timeout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等待通道通知，使用已配置超时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默认超时接口与配置能力均支持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与上行二选一，检查相同协议依赖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HcommSetNotifyWaitTimeOut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配置默认 Notify 等待超时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接口能力支持时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 Wait 使用同一预期超时口径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执行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HcommThreadResAcquireTimeOut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 Thread 任务资源获取超时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接口能力支持时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资源等待的超时与 Notify 超时分开验证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执行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HcommBatchModeEnd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结束批模式，提交剩余通信任务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正常编排收尾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不能把 API 返回直接当作用户数据可读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37147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执行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HcommReleaseComm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退出通信域使用保护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设备入口退出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不销毁可复用通信资源，检查配对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A2A=AllToAll Mesh　AG=AllGather SoleMesh　AR1/AR2=AllReduce OneShot/TwoShot（普通内存，FP32+SUM）">
            <a:extLst xmlns:a="http://schemas.openxmlformats.org/drawingml/2006/main">
              <a:ext uri="{FF2B5EF4-FFF2-40B4-BE49-F238E27FC236}">
                <a16:creationId xmlns:a16="http://schemas.microsoft.com/office/drawing/2014/main" id="{59D1494F-6A65-4A9B-A806-C1D6AA42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886450"/>
            <a:ext cx="11620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A2A=AllToAll Mesh　AG=AllGather SoleMesh　AR1/AR2=AllReduce OneShot/TwoShot（普通内存，FP32+SUM）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14C15E-1AFF-4E4E-B1B7-2A73CA81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" name="同一个 Wait 由能力包装选择显式超时版或默认超时版，不能要求两版同时命中。BatchMode 与 BatchTransfer 是两个不同维度。">
            <a:extLst xmlns:a="http://schemas.openxmlformats.org/drawingml/2006/main">
              <a:ext uri="{FF2B5EF4-FFF2-40B4-BE49-F238E27FC236}">
                <a16:creationId xmlns:a16="http://schemas.microsoft.com/office/drawing/2014/main" id="{FA314878-1016-41C0-B7C8-A518F9D2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同一个 Wait 由能力包装选择显式超时版或默认超时版，不能要求两版同时命中。BatchMode 与 BatchTransfer 是两个不同维度。</a:t>
            </a:r>
          </a:p>
        </p:txBody>
      </p:sp>
    </p:spTree>
    <p:extLst>
      <p:ext uri="{BB962C8B-B14F-4D97-AF65-F5344CB8AC3E}">
        <p14:creationId xmlns:p14="http://schemas.microsoft.com/office/powerpoint/2010/main" val="42414644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算子 × API 测试总表（5/5）：搬运、归约与特殊路径">
            <a:extLst xmlns:a="http://schemas.openxmlformats.org/drawingml/2006/main">
              <a:ext uri="{FF2B5EF4-FFF2-40B4-BE49-F238E27FC236}">
                <a16:creationId xmlns:a16="http://schemas.microsoft.com/office/drawing/2014/main" id="{05844713-456E-42B2-B2DC-16B1D3D4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算子 × API 测试总表（5/5）：搬运、归约与特殊路径</a:t>
            </a:r>
          </a:p>
        </p:txBody>
      </p:sp>
      <p:sp>
        <p:nvSpPr>
          <p:cNvPr id="2" name="同为 AICPU_TS，数据原语仍取决于算子模板与批量接口能力。AR1=OneShot，AR2=TwoShot。">
            <a:extLst xmlns:a="http://schemas.openxmlformats.org/drawingml/2006/main">
              <a:ext uri="{FF2B5EF4-FFF2-40B4-BE49-F238E27FC236}">
                <a16:creationId xmlns:a16="http://schemas.microsoft.com/office/drawing/2014/main" id="{09EC3D14-EB7B-4049-B3F9-48F0D4CF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0960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3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同为 AICPU_TS，数据原语仍取决于算子模板与批量接口能力。AR1=OneShot，AR2=TwoShot。</a:t>
            </a:r>
          </a:p>
        </p:txBody>
      </p:sp>
      <p:sp>
        <p:nvSpPr>
          <p:cNvPr id="3" name="20 / 20">
            <a:extLst xmlns:a="http://schemas.openxmlformats.org/drawingml/2006/main">
              <a:ext uri="{FF2B5EF4-FFF2-40B4-BE49-F238E27FC236}">
                <a16:creationId xmlns:a16="http://schemas.microsoft.com/office/drawing/2014/main" id="{AE8D7D18-CA53-4C24-8A92-637E6B97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09600"/>
            <a:ext cx="6286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20 / 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D0AE2-5656-42D5-AB04-4FC34A7B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192F8-99D5-41C2-8B6D-2C25D251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341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77178" y="6534627"/>
            <a:ext cx="11629072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DCDFD8"/>
            </a:solidFill>
            <a:prstDash val="solid"/>
          </a:ln>
        </p:spPr>
      </p:cxnSp>
      <p:sp>
        <p:nvSpPr>
          <p:cNvPr id="7" name="Ascend 950 / AICPU_TS / OPBASE　所选 Mesh 路径对比　静态源码分析，未上板采集">
            <a:extLst xmlns:a="http://schemas.openxmlformats.org/drawingml/2006/main">
              <a:ext uri="{FF2B5EF4-FFF2-40B4-BE49-F238E27FC236}">
                <a16:creationId xmlns:a16="http://schemas.microsoft.com/office/drawing/2014/main" id="{6E990F55-6284-4B2A-BC07-92B0BC4E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610350"/>
            <a:ext cx="857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Ascend 950 / AICPU_TS / OPBASE　所选 Mesh 路径对比　静态源码分析，未上板采集</a:t>
            </a:r>
          </a:p>
        </p:txBody>
      </p:sp>
      <p:sp>
        <p:nvSpPr>
          <p:cNvPr id="8" name="hccl 170ddeec / hcomm 87ce550f">
            <a:extLst xmlns:a="http://schemas.openxmlformats.org/drawingml/2006/main">
              <a:ext uri="{FF2B5EF4-FFF2-40B4-BE49-F238E27FC236}">
                <a16:creationId xmlns:a16="http://schemas.microsoft.com/office/drawing/2014/main" id="{4A985C68-307F-430C-9A2A-0BEA70C8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6610350"/>
            <a:ext cx="2447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645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hccl 170ddeec / hcomm 87ce550f</a:t>
            </a:r>
          </a:p>
        </p:txBody>
      </p:sp>
      <p:sp>
        <p:nvSpPr>
          <p:cNvPr id="9" name="✓ 本页限定路径涉及　✓冷 资源缺失时涉及　△ 按条件/能力选择　— 本页限定路径不经过。均为源码判定，非实测命中。">
            <a:extLst xmlns:a="http://schemas.openxmlformats.org/drawingml/2006/main">
              <a:ext uri="{FF2B5EF4-FFF2-40B4-BE49-F238E27FC236}">
                <a16:creationId xmlns:a16="http://schemas.microsoft.com/office/drawing/2014/main" id="{1D1DBD1D-C11A-4A31-99CD-F7701DED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62025"/>
            <a:ext cx="1162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✓ 本页限定路径涉及　✓冷 资源缺失时涉及　△ 按条件/能力选择　— 本页限定路径不经过。均为源码判定，非实测命中。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276225" y="1238250"/>
          <a:ext xmlns:a="http://schemas.openxmlformats.org/drawingml/2006/main" cx="11620500" cy="4514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42950"/>
                <a:gridCol w="2981325"/>
                <a:gridCol w="2257425"/>
                <a:gridCol w="542925"/>
                <a:gridCol w="542925"/>
                <a:gridCol w="542925"/>
                <a:gridCol w="542925"/>
                <a:gridCol w="3467100"/>
              </a:tblGrid>
              <a:tr h="3143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返回产物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A2A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AR1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AR2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931C2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触发条件与测试检查点</a:t>
                      </a:r>
                    </a:p>
                  </a:txBody>
                  <a:tcPr marL="57150" marR="57150" marT="19050" marB="19050" anchor="ctr">
                    <a:solidFill>
                      <a:srgbClr val="ECEEEB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搬运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HcommLocalCopyOnThread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本机 Buffer 之间拷贝原始字节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非零且源/目的不构成可跳过拷贝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核对偏移、长度、自 Rank 数据与输出布局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搬运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HcommWriteOnThread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把本端分片写到远端 CCL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AR：批量能力不支持时走单次写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A2A 按目标分片；AR 按算法片段写入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搬运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HcommReadOnThread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主动读取远端数据到本端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AG/AR2：批量能力不支持时走单次读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验证远端源地址、Rank 段序及接收长度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搬运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HcommBatchTransferOnThread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按描述数组提交 READ/WRITE 等操作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接口能力支持且至少一个非零片段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AG=READ，AR1=WRITE，AR2=WRITE+READ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D2 计算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HcommLocalReduceOnThread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把本地 CCL 数据归约到本地结果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本表 FP32+SUM、普通内存基线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核对 count/type/op、结果与浮点误差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D2 计算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HcommReadReduceOnThread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读取远端数据并在本端归约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△扩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△扩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扩展：对称内存且不用批量传输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窗口命中后另测，不算普通内存必经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执行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HcommThreadJoin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 Thread 任务完成后再做 CPU 计算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△扩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△扩</a:t>
                      </a:r>
                    </a:p>
                  </a:txBody>
                  <a:tcPr marL="57150" marR="57150" marT="19050" marB="19050" anchor="ctr">
                    <a:solidFill>
                      <a:srgbClr val="F8F3D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扩展：INT64/UINT64/FP64 或 PROD 分支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等待后走 HCCL AicpuReduce，非 LocalReduce API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C4 编排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HcclAicpuKernelLaunch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 提供的 AICPU Kernel 发射入口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这三个算子当前走内部 AicpuKernelLaunch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实际边界是 ACL 的 aclrtLaunchKernelWithConfig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底层资源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HcommChannelGetStatus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导出接口，用于查询 Channel 状态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ctr"/>
                      <a:r>
                        <a:rPr sz="975" b="0">
                          <a:solidFill>
                            <a:srgbClr val="5B5E5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</a:t>
                      </a:r>
                    </a:p>
                  </a:txBody>
                  <a:tcPr marL="57150" marR="57150" marT="19050" marB="19050" anchor="ctr">
                    <a:solidFill>
                      <a:srgbClr val="F4F5F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本建链路径直接用内部 ChannelProcess 方法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171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建链观测内部状态机，不误判此 API 漏调用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A2A=AllToAll Mesh　AG=AllGather SoleMesh　AR1/AR2=AllReduce OneShot/TwoShot（普通内存，FP32+SUM）">
            <a:extLst xmlns:a="http://schemas.openxmlformats.org/drawingml/2006/main">
              <a:ext uri="{FF2B5EF4-FFF2-40B4-BE49-F238E27FC236}">
                <a16:creationId xmlns:a16="http://schemas.microsoft.com/office/drawing/2014/main" id="{A74D39AD-D0D5-4953-BE76-56B813F7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886450"/>
            <a:ext cx="116205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defRPr>
            </a:pPr>
            <a:r>
              <a:rPr sz="870" b="0">
                <a:solidFill>
                  <a:srgbClr val="5B5E59"/>
                </a:solidFill>
                <a:latin typeface="PingFang SC"/>
                <a:ea typeface="PingFang SC"/>
                <a:cs typeface="PingFang SC"/>
              </a:rPr>
              <a:t>A2A=AllToAll Mesh　AG=AllGather SoleMesh　AR1/AR2=AllReduce OneShot/TwoShot（普通内存，FP32+SUM）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2069CB-C2AB-4931-B657-A8B22212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6143625"/>
            <a:ext cx="116205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3" name="本表“独有”仅指这三类算子的所选路径，不代表仓库全局独有。CCU C++ 数据面在本 AICPU_TS 范围内均不进入。">
            <a:extLst xmlns:a="http://schemas.openxmlformats.org/drawingml/2006/main">
              <a:ext uri="{FF2B5EF4-FFF2-40B4-BE49-F238E27FC236}">
                <a16:creationId xmlns:a16="http://schemas.microsoft.com/office/drawing/2014/main" id="{59020F47-1243-4D49-AD60-D23A8C6A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1817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defRPr>
            </a:pPr>
            <a:r>
              <a:rPr sz="930" b="1">
                <a:solidFill>
                  <a:srgbClr val="171717"/>
                </a:solidFill>
                <a:latin typeface="PingFang SC"/>
                <a:ea typeface="PingFang SC"/>
                <a:cs typeface="PingFang SC"/>
              </a:rPr>
              <a:t>本表“独有”仅指这三类算子的所选路径，不代表仓库全局独有。CCU C++ 数据面在本 AICPU_TS 范围内均不进入。</a:t>
            </a:r>
          </a:p>
        </p:txBody>
      </p:sp>
    </p:spTree>
    <p:extLst>
      <p:ext uri="{BB962C8B-B14F-4D97-AF65-F5344CB8AC3E}">
        <p14:creationId xmlns:p14="http://schemas.microsoft.com/office/powerpoint/2010/main" val="12669007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2026-09-27T14:46:12.5090000Z</dcterms:created>
  <dcterms:modified xsi:type="dcterms:W3CDTF">2026-09-27T14:46:12.5090000Z</dcterms:modified>
</coreProperties>
</file>