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ee3ddb30ff401c" /><Relationship Type="http://schemas.openxmlformats.org/officeDocument/2006/relationships/extended-properties" Target="/docProps/app.xml" Id="Ra6729d682911499c" /><Relationship Type="http://schemas.openxmlformats.org/officeDocument/2006/relationships/officeDocument" Target="/ppt/presentation.xml" Id="R60bff1e24e05440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9a386a3aaf47eb"/>
  </p:sldMasterIdLst>
  <p:notesMasterIdLst>
    <p:notesMasterId xmlns:r="http://schemas.openxmlformats.org/officeDocument/2006/relationships" r:id="R640f822da6624a80"/>
  </p:notesMasterIdLst>
  <p:sldIdLst>
    <p:sldId xmlns:r="http://schemas.openxmlformats.org/officeDocument/2006/relationships" id="256" r:id="Rd33d3280e29443b5"/>
    <p:sldId xmlns:r="http://schemas.openxmlformats.org/officeDocument/2006/relationships" id="257" r:id="Ra634d678983a4a5e"/>
    <p:sldId xmlns:r="http://schemas.openxmlformats.org/officeDocument/2006/relationships" id="258" r:id="R39e3ea6fb9f74a97"/>
    <p:sldId xmlns:r="http://schemas.openxmlformats.org/officeDocument/2006/relationships" id="259" r:id="R893b5de36468425c"/>
    <p:sldId xmlns:r="http://schemas.openxmlformats.org/officeDocument/2006/relationships" id="260" r:id="R234b37cf632e49d7"/>
    <p:sldId xmlns:r="http://schemas.openxmlformats.org/officeDocument/2006/relationships" id="261" r:id="R508d5af31f4c47b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b83b9e391f46fd" /><Relationship Type="http://schemas.openxmlformats.org/officeDocument/2006/relationships/slideMaster" Target="/ppt/slideMasters/slideMaster1.xml" Id="R209a386a3aaf47eb" /><Relationship Type="http://schemas.openxmlformats.org/officeDocument/2006/relationships/notesMaster" Target="/ppt/notesMasters/notesMaster1.xml" Id="R640f822da6624a80" /><Relationship Type="http://schemas.openxmlformats.org/officeDocument/2006/relationships/presProps" Target="/ppt/presProps.xml" Id="R792f8be108504165" /><Relationship Type="http://schemas.openxmlformats.org/officeDocument/2006/relationships/tableStyles" Target="/ppt/tableStyles.xml" Id="R051e4b731ed44e47" /><Relationship Type="http://schemas.openxmlformats.org/officeDocument/2006/relationships/slide" Target="/ppt/slides/slide1.xml" Id="Rd33d3280e29443b5" /><Relationship Type="http://schemas.openxmlformats.org/officeDocument/2006/relationships/slide" Target="/ppt/slides/slide2.xml" Id="Ra634d678983a4a5e" /><Relationship Type="http://schemas.openxmlformats.org/officeDocument/2006/relationships/slide" Target="/ppt/slides/slide3.xml" Id="R39e3ea6fb9f74a97" /><Relationship Type="http://schemas.openxmlformats.org/officeDocument/2006/relationships/slide" Target="/ppt/slides/slide4.xml" Id="R893b5de36468425c" /><Relationship Type="http://schemas.openxmlformats.org/officeDocument/2006/relationships/slide" Target="/ppt/slides/slide5.xml" Id="R234b37cf632e49d7" /><Relationship Type="http://schemas.openxmlformats.org/officeDocument/2006/relationships/slide" Target="/ppt/slides/slide6.xml" Id="R508d5af31f4c47b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7bd92e081cd4a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1d70529d6d4519" /><Relationship Type="http://schemas.openxmlformats.org/officeDocument/2006/relationships/notesMaster" Target="/ppt/notesMasters/notesMaster1.xml" Id="R5b7c42713ce54b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44919bc5084dc6" /><Relationship Type="http://schemas.openxmlformats.org/officeDocument/2006/relationships/notesMaster" Target="/ppt/notesMasters/notesMaster1.xml" Id="R63147d1bd4fc4d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e82e2000d44c77" /><Relationship Type="http://schemas.openxmlformats.org/officeDocument/2006/relationships/notesMaster" Target="/ppt/notesMasters/notesMaster1.xml" Id="R30278fa3a32e4d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84544782f545c4" /><Relationship Type="http://schemas.openxmlformats.org/officeDocument/2006/relationships/notesMaster" Target="/ppt/notesMasters/notesMaster1.xml" Id="R90a083c61a5d44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c307f1a51349c0" /><Relationship Type="http://schemas.openxmlformats.org/officeDocument/2006/relationships/notesMaster" Target="/ppt/notesMasters/notesMaster1.xml" Id="R3a1a93e3e8c14b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20f43f1a7047d4" /><Relationship Type="http://schemas.openxmlformats.org/officeDocument/2006/relationships/notesMaster" Target="/ppt/notesMasters/notesMaster1.xml" Id="R5da4042007d04bd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本页完整列出用户要求的十类。官方 API 文档按控制/数据面与 CPU/CCU 编程模型组织，本表是便于汇报的功能细分。Buffer 接口官方可在域资源目录，本表按对象归到 C2。星号家族的所有具体调用在后续页与备注展开。没有将 HcclGetOpExpansionMode、HcclExecOp 等内部函数伪装为 HCOMM 导出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分析范围与分类口径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用户确认的范围：Ascend 950、AICPU_TS、单算子 OPBASE。</a:t>
            </a:r>
          </a:p>
          <a:p xmlns:a="http://schemas.openxmlformats.org/drawingml/2006/main">
            <a:r>
              <a:t>- 源码基线：HCCL `170ddeec539b4d693028ce6e0cf5c58933e4d46d`，HCOMM `87ce550f8f7c584e0ed89b0ec56699553d9c332d`。没有拉取新版本，也没有上板采集运行时 trace。</a:t>
            </a:r>
          </a:p>
          <a:p xmlns:a="http://schemas.openxmlformats.org/drawingml/2006/main">
            <a:r>
              <a:t>- 具体展开例子：多 Rank、非零 count、普通 Mesh 模板 `InsTempAlltoAllVMesh1D`、普通用户内存（未命中对称内存）、未使用算法插件。正文先解释资源缺失且任务缓存关闭的路径，再列条件变化。</a:t>
            </a:r>
          </a:p>
          <a:p xmlns:a="http://schemas.openxmlformats.org/drawingml/2006/main">
            <a:r>
              <a:t>- 这是一份有源码证据的静态调用分析。设备/模式仍不能唯一决定算法和每次 API 调用次数，还需要拓扑、协议、数据量、配置及缓存状态。</a:t>
            </a:r>
          </a:p>
          <a:p xmlns:a="http://schemas.openxmlformats.org/drawingml/2006/main">
            <a:r>
              <a:t>- 下文按用户提供的五类控制面、五类数据面组织。它是**功能归类**，不是声称仓库官方目录恰好就是这十类。官方目录首先区分控制面/数据面，再按通信域资源、基础资源以及 CPU/CCU 编程模型组织。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三个互相独立的维度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**控制面/数据面**：前者准备、配置和管理资源，后者执行本次通信的搬运、计算、同步及任务提交。</a:t>
            </a:r>
          </a:p>
          <a:p xmlns:a="http://schemas.openxmlformats.org/drawingml/2006/main">
            <a:r>
              <a:t>2. **L2/L3**：HCOMM 的通信域管理层与基础通信层。二者都可以提供控制面接口，不能把 L2/L3 等同于控制面/数据面。</a:t>
            </a:r>
          </a:p>
          <a:p xmlns:a="http://schemas.openxmlformats.org/drawingml/2006/main">
            <a:r>
              <a:t>3. **调用者/实现者**：`HcclChannelAcquire`、`HcclEngineCtxGet` 等虽然以 Hccl 开头，但实现属于 HCOMM。`HcclExecOp`、`HcclGetThread`、`HcclAicpuKernelEntranceLaunch` 则是 HCCL 内部函数。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来源：[官方 API 目录](./hcomm/docs/zh/api_ref/comm_opdev/README.md)、[架构分层](./hcomm/docs/zh/architecture/architecture-brief.md:253)。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十类接口的边界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表中列典型接口/接口族，不是整个仓库的完整 API 清单。每个接口以主要管理对象或主要动作确定主类，必要时增加第二用途标签。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编号 / 类别 | 管什么、做什么 | 典型接口 | 本例关系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C1 控制面 / 通信域资源管理 | 通信域生命周期、域配置、域内 Thread/Channel/EngineCtx 的获取与复用 | `HcclCommInitRootInfoConfig`、`HcclCommDestroy`、`HcclGetCommName`、`HcclConfigGetInfo`、`HcclCommGetStatus`、`HcclEngineCtx*`、`HcclThreadAcquire*`、`HcclThreadExportToCommEngine`、`HcclDedicatedThreadAcquire`、`HcclChannelAcquire`、`HcclChannelDestroy`、`HcclCommAddExchangeInfo`、`HcclCommGetExchangeInfo` | 使用已创建的 comm。初始化/销毁不属于每次 AllToAll。资源缺失时获取，命中后复用 |</a:t>
            </a:r>
          </a:p>
          <a:p xmlns:a="http://schemas.openxmlformats.org/drawingml/2006/main">
            <a:r>
              <a:t>| C2 控制面 / 内存管理 | 获取通信缓冲区、注册内存、建立或查询远端可访问映射 | `HcclGetHcclBuffer`、`HcclChannelGetHcclBuffer`、`HcclCommMemReg`、`HcclChannelGetRemoteMems`、`HcclCommSymWinGet`、`HcommMemReg/Unreg/Export/Import/Unimport`、`HcommChannelGetRemoteMems` | 普通内存路径用 CCL Buffer，底层按需注册。不能认定每次直接调用 `HcclCommMemReg` |</a:t>
            </a:r>
          </a:p>
          <a:p xmlns:a="http://schemas.openxmlformats.org/drawingml/2006/main">
            <a:r>
              <a:t>| C3 控制面 / 拓扑管理 | 查询成员、网络层、拓扑实例、端点属性及 Rank 间链路 | `HcclGetRankId/Size`、`HcclRankGraphGetLayers`、`HcclRankGraphGetRanksByLayer`、`HcclRankGraphGetInstSizeListByLayer`、`HcclRankGraphGetTopoInstsByLayer`、`HcclRankGraphGetTopoType`、`HcclRankGraphGetRanksByTopoInst`、`HcclRankGraphGetEndpointNum/Desc/Info`、`HcclRankGraphGetLinks` | 为 Selector 和 ChannelDesc 提供依据。拓扑缓存命中可跳过重建 |</a:t>
            </a:r>
          </a:p>
          <a:p xmlns:a="http://schemas.openxmlformats.org/drawingml/2006/main">
            <a:r>
              <a:t>| C4 控制面 / 算子编排 | 注册/组织/发射算子任务、分组提交、Kernel 生命周期 | `HcclGroupStart/End/StatusGet`、`HcclAicpuKernelLaunch`、`HcclTaskRegister/UnRegister`、`HcommCcuKernelRegisterStart/Register/RegisterEnd`、`HcommCcuKernelLaunch` | 本例算法编排在 HCCL 内部。收尾上报可查询 `HcclGroupStatusGet`。P2P 专用 launch、DPU 回调、CCU launch 不在该主链 |</a:t>
            </a:r>
          </a:p>
          <a:p xmlns:a="http://schemas.openxmlformats.org/drawingml/2006/main">
            <a:r>
              <a:t>| C5 控制面 / 底层通信资源管理 | 不依赖集合算法的 Endpoint、基础 Channel、基础 Thread 等资源 | `HcommEndpointCreate/Destroy/StartListen`、`HcommChannelCreate`、`HcommCollectiveChannelCreate`、`HcommChannelGetStatus/Destroy`、`HcommThreadAlloc/Free`、`HcommThreadResGetInfo` | 通常由 HCOMM 内部管理器间接触发。当前集合建链用 `HcommCollectiveChannelCreate` |</a:t>
            </a:r>
          </a:p>
          <a:p xmlns:a="http://schemas.openxmlformats.org/drawingml/2006/main">
            <a:r>
              <a:t>| D1 数据面 / 数据搬运 | 传输原始字节，不做数值归约 | `HcommLocalCopyOnThread`、`HcommWriteOnThread`、`HcommReadOnThread`、相应 Nbi 变体、`HcommBatchTransferOnThread`、`HcommWriteWithNotifyOnThread` | Mesh 主路径命中 LocalCopy 和 Write，PCIe 分支替换为 Read。融合 Notify 另有同步用途 |</a:t>
            </a:r>
          </a:p>
          <a:p xmlns:a="http://schemas.openxmlformats.org/drawingml/2006/main">
            <a:r>
              <a:t>| D2 数据面 / 数据计算 | 归约计算，可能与搬运融合 | `HcommLocalReduceOnThread`、`HcommReadReduceOnThread`、`HcommWriteReduceOnThread`、`HcommWriteReduceWithNotifyOnThread` | AllToAll 只重排/交换数据，该模板没有调用这些归约原语 |</a:t>
            </a:r>
          </a:p>
          <a:p xmlns:a="http://schemas.openxmlformats.org/drawingml/2006/main">
            <a:r>
              <a:t>| D3 数据面 / 同步控制 | Thread/Rank 握手、等待、顺序和完成约束 | `HcommThreadNotifyRecordOnThread`、`HcommThreadNotifyWaitOnThread`、`HcommChannelNotifyRecordOnThread`、`HcommChannelNotifyWaitOnThread`、两种 `*WithDefaultTimeout`、`HcommSetNotifyWaitTimeOut`、`HcommAclrtNotify*`、`HcommChannelFenceOnThread`、`HcommChannelDrainOnThread` | 本例命中 Thread/Channel Notify。Fence/Drain/ACL Notify 不能直接列成每次必调 |</a:t>
            </a:r>
          </a:p>
          <a:p xmlns:a="http://schemas.openxmlformats.org/drawingml/2006/main">
            <a:r>
              <a:t>| D4 数据面 / 执行控制 | 运行中通信域使用保护、批量任务下发、任务缓存录制与重放 | `HcommAcquireComm/ReleaseComm`、`HcommBatchModeStart/End`、`HcommSetLaunchMode`、`HcommThreadResAcquireTimeOut`、`HcommAicpuTsTaskCacheLookup/Start/End/Execute/Clear` | Acquire/Release 与 Batch Start/End 属主干，Cache 受条件约束 |</a:t>
            </a:r>
          </a:p>
          <a:p xmlns:a="http://schemas.openxmlformats.org/drawingml/2006/main">
            <a:r>
              <a:t>| D5 数据面 / CCU C++ 数据面操作 | 以 C++ DSL 描述 CCU 指令、变量、地址、数据动作和控制流 | `AscendC::ccu` 下的 `Read/Write/LocalCopy/ReadReduce/WriteReduce/LocalReduce`、Notify/Event、`Variable/Address/LocalAddr/RemoteAddr`、`Load/Store/LoadArg`、`Loop/LoopGroup`、`CCU_IF/CCU_WHILE` | AICPU_TS 分支不进入此接口族。该类属于编程模型，与 D1–D4 的功能维度交叉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容易混淆的归类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`HcclEngineCtxCopy`：复制的是算法资源描述和上下文，主类仍为 **C1**。不要因名字含 Copy 就把它当作 AllToAll 用户数据搬运。</a:t>
            </a:r>
          </a:p>
          <a:p xmlns:a="http://schemas.openxmlformats.org/drawingml/2006/main">
            <a:r>
              <a:t>- `HcclGetHcclBuffer`：官方目录放在“通信域资源管理”；本报告按管理对象细分到 **C2**，并保留 L2 属性。</a:t>
            </a:r>
          </a:p>
          <a:p xmlns:a="http://schemas.openxmlformats.org/drawingml/2006/main">
            <a:r>
              <a:t>- `HcclConfigGetInfo(...OP_EXPANSION_MODE...)`：API 主类为 **C1**，这次查询的用途是帮助 HCCL 决定执行模式。`HcclGetOpExpansionMode` 本身不是 HCOMM 导出 API。</a:t>
            </a:r>
          </a:p>
          <a:p xmlns:a="http://schemas.openxmlformats.org/drawingml/2006/main">
            <a:r>
              <a:t>- `HcommAcquireComm/ReleaseComm`：保护 AICPU 正在使用的通信域，属于 **D4**；不是创建/销毁通信域。</a:t>
            </a:r>
          </a:p>
          <a:p xmlns:a="http://schemas.openxmlformats.org/drawingml/2006/main">
            <a:r>
              <a:t>- `HcommBatchModeStart/End` 与 `HcommBatchTransferOnThread` 不同。前者是任务提交模式（D4），后者是批量数据搬运接口（D1）。使用批模式不意味着调用了批量搬运 API。</a:t>
            </a:r>
          </a:p>
          <a:p xmlns:a="http://schemas.openxmlformats.org/drawingml/2006/main">
            <a:r>
              <a:t>- 一个 API 存在声明，不等于所有引擎均支持。例如当前 AICPU 适配文件中的 `HcommFenceOnThread` 返回 `HCCL_E_NOT_SUPPORT`，不能放入“已执行清单”。</a:t>
            </a:r>
          </a:p>
          <a:p xmlns:a="http://schemas.openxmlformats.org/drawingml/2006/main">
            <a:r>
              <a:t>- DFX/Profiling 是横切能力，单独标注，不硬塞成搬运或算子编排。下面的主链不穷举所有日志、DFX、错误处理与销毁分支。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来源：[L2 资源头文件](./hcomm/include/hccl/hccl_res.h)、[基础资源](./hcomm/include/hcomm_res.h)、[P2P Kernel launch](./hcomm/include/hccl/hccl_launch.h:144)、[CPU 数据面目录](./hcomm/docs/zh/api_ref/comm_opdev/data_plane_api/cpu-cpu_ts-aicpu_ts/README.md)、[CCU 目录](./hcomm/docs/zh/api_ref/comm_opdev/data_plane_api/ccu/index.md)、[Acquire/Release 与不支持的 Fence](./hcomm/src/base_comm/primitives/api_c_adpt/aicpu_ts_primitives_c_adpt.cc:1118)。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本页给出的每个条件需要和调用点一起使用，不能把表格由上到下当作一次运行的 API 时序。HcclThreadAcquireWithConfig 和 HcclThreadAcquire 互斥。HcclDedicatedThreadAcquire 支持能力与保序分支相关；无专用线程时可跳过。普通 OPBASE 不直接因使用用户内存而必调 HcclCommMemReg；底层注册 CCL Buffer 的 HcommMemReg 是不同 API。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拓扑各组查询不是所有拓扑都全部执行。拓扑上下文命中时可以跳过构建，但 ChannelInfo 属性回填仍取决于具体路径。C5 线程接口仅特定管理路径可见，ThreadMgr 普通申请可能内部 CreateThread → Init，并非必经 HcommThreadAlloc。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控制面实际命中的接口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HCOMM 接口 | 类别 / 层 | 由谁触发、得到什么 | 条件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`HcclGetCommName`、`HcclConfigGetInfo`、`HcclCommGetStatus` | C1 / L2 | 入口及 Selector 获取域名、配置、READY 状态 | 状态与配置能力检查按源码分支 |</a:t>
            </a:r>
          </a:p>
          <a:p xmlns:a="http://schemas.openxmlformats.org/drawingml/2006/main">
            <a:r>
              <a:t>| `HcclGetRankSize`、`HcclGetRankId` | C3 / L2 | 构建 counts/displacements、选择 Peer | 本例主干，可能在不同调用点重复 |</a:t>
            </a:r>
          </a:p>
          <a:p xmlns:a="http://schemas.openxmlformats.org/drawingml/2006/main">
            <a:r>
              <a:t>| `HcclEngineCtxGet` | C1 / L2 | 查拓扑、算法资源、主线程和展开线程上下文 | 查询会发生，是否创建由缓存结果决定 |</a:t>
            </a:r>
          </a:p>
          <a:p xmlns:a="http://schemas.openxmlformats.org/drawingml/2006/main">
            <a:r>
              <a:t>| `HcclEngineCtxCreate`、`HcclEngineCtxCopy` | C1 / L2 | 保存拓扑/Thread 元信息，序列化算法资源并复制到 AICPU | 相关资源不存在时 |</a:t>
            </a:r>
          </a:p>
          <a:p xmlns:a="http://schemas.openxmlformats.org/drawingml/2006/main">
            <a:r>
              <a:t>| `HcclRankGraphGetLayers`、`HcclRankGraphGetInstSizeListByLayer`、`HcclRankGraphGetRanksByLayer` | C3 / L2 | `InitRankInfo/CalcTopoShape` 形成网络层及成员信息 | 需要构建/查询拓扑时 |</a:t>
            </a:r>
          </a:p>
          <a:p xmlns:a="http://schemas.openxmlformats.org/drawingml/2006/main">
            <a:r>
              <a:t>| `HcclRankGraphGetTopoInstsByLayer`、`HcclRankGraphGetTopoType`、`HcclRankGraphGetRanksByTopoInst` | C3 / L2 | 查询实例、形态、实例成员 | 按实际拓扑构建分支 |</a:t>
            </a:r>
          </a:p>
          <a:p xmlns:a="http://schemas.openxmlformats.org/drawingml/2006/main">
            <a:r>
              <a:t>| `HcclRankGraphGetEndpointNum`、`HcclRankGraphGetEndpointDesc`、`HcclRankGraphGetEndpointInfo` | C3 / L2 | 端点枚举及属性，回填带宽系数/Die 等 | 构建拓扑与 ChannelInfo 时 |</a:t>
            </a:r>
          </a:p>
          <a:p xmlns:a="http://schemas.openxmlformats.org/drawingml/2006/main">
            <a:r>
              <a:t>| `HcclRankGraphGetLinks` | C3 / L2 | `CalcChannelRequestMesh1D` 等查询本 Rank 与 Peer 的可用链路 | Channel 请求计算时 |</a:t>
            </a:r>
          </a:p>
          <a:p xmlns:a="http://schemas.openxmlformats.org/drawingml/2006/main">
            <a:r>
              <a:t>| `HcclThreadAcquireWithStream` | C1 / L2 | 将用户 stream 关联为 CPU_TS Thread | 每次执行入口获取，可内部复用 |</a:t>
            </a:r>
          </a:p>
          <a:p xmlns:a="http://schemas.openxmlformats.org/drawingml/2006/main">
            <a:r>
              <a:t>| `HcclThreadExportToCommEngine` | C1 / L2，包间接口 | CPU_TS Thread 导出到 AICPU_TS，AICPU 主 Thread 导出到 CPU_TS | 建立 Host/Device 通知关系，不是创建通信域 |</a:t>
            </a:r>
          </a:p>
          <a:p xmlns:a="http://schemas.openxmlformats.org/drawingml/2006/main">
            <a:r>
              <a:t>| `HcclGetHcclBuffer` | C2 / L2 | 获取本地 CCL 中转缓冲区 | 算法资源分配、交换信息构造等调用点 |</a:t>
            </a:r>
          </a:p>
          <a:p xmlns:a="http://schemas.openxmlformats.org/drawingml/2006/main">
            <a:r>
              <a:t>| `HcclThreadAcquireWithConfig` | C1 / L2 | 为 AICPU 主/从 Thread 及展开 Thread 申请资源，设置 Notify 数量 | 接口支持且需要资源时 |</a:t>
            </a:r>
          </a:p>
          <a:p xmlns:a="http://schemas.openxmlformats.org/drawingml/2006/main">
            <a:r>
              <a:t>| `HcclThreadAcquire` | C1 / L2 | 获取 Thread 的兼容接口 | 与上行的配置版是能力分支，不是前后两步 |</a:t>
            </a:r>
          </a:p>
          <a:p xmlns:a="http://schemas.openxmlformats.org/drawingml/2006/main">
            <a:r>
              <a:t>| `HcclCommAddExchangeInfo`、`HcclCommGetExchangeInfo` | C1 / L2，包间接口 | 建链前注入、建链后读取算子参数一致性信息 | 首次一致性检查且接口支持 |</a:t>
            </a:r>
          </a:p>
          <a:p xmlns:a="http://schemas.openxmlformats.org/drawingml/2006/main">
            <a:r>
              <a:t>| `HcclChannelAcquire` | C1 / L2 | 根据 ChannelDesc、engine 获取 Peer ChannelHandle | 算法资源/通道不存在时，不保证每次物理建链 |</a:t>
            </a:r>
          </a:p>
          <a:p xmlns:a="http://schemas.openxmlformats.org/drawingml/2006/main">
            <a:r>
              <a:t>| `HcclChannelGetHcclBuffer` | C2 / L2 | 取得各 Channel 对应的远端 CCL Buffer 地址和大小 | 新构造 ChannelInfo 时 |</a:t>
            </a:r>
          </a:p>
          <a:p xmlns:a="http://schemas.openxmlformats.org/drawingml/2006/main">
            <a:r>
              <a:t>| `HcclDedicatedThreadAcquire` | C1 / L2 | 获取 Host/Device 保序 Thread | OrderLaunch 能力支持且保序路径需要 |</a:t>
            </a:r>
          </a:p>
          <a:p xmlns:a="http://schemas.openxmlformats.org/drawingml/2006/main">
            <a:r>
              <a:t>| `HcclThreadResGetInfo`、`HcommThreadResGetInfo` | C1 / L2，C5 / L3 | 从 Thread 取 stream，用于 Kernel 发射及保序 | 按接口能力与线程类型走分支 |</a:t>
            </a:r>
          </a:p>
          <a:p xmlns:a="http://schemas.openxmlformats.org/drawingml/2006/main">
            <a:r>
              <a:t>| `HcclGroupStatusGet` | C4 / L2 | `ReportOpProfilingInfo` 查询 group 状态 | 接口支持时；查询不意味着主动调用 GroupStart/End |</a:t>
            </a:r>
          </a:p>
          <a:p xmlns:a="http://schemas.openxmlformats.org/drawingml/2006/main">
            <a:r>
              <a:t>| `HcclCommSymWinGet` | C2 / L2 | 运行前探测用户缓冲区是否在对称窗口内 | HCOMM 9.1+ 的 AllToAll OPBASE 分支，探测未命中仍可继续普通路径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来源：[资源主干与复用](./hccl/src/ops/op_common/op_common.cc:780)、[拓扑缓存](./hccl/src/ops/op_common/op_common.cc:1285)、[AICPU 资源](./hccl/src/ops/op_common/op_common.cc:1670)、[拓扑构建](./hccl/src/ops/op_common/topo_info/topo_host.cc:75)、[按序发射](./hccl/src/ops/op_common/order_launch.cc:152)、[一致性检查](./hccl/src/common/inconsistent_check.cc:52)。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HcclChannelAcquire 内部怎么落到 C2/C5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ops_hccl::HcclGetChannelImpl                          [内部组织函数]</a:t>
            </a:r>
          </a:p>
          <a:p xmlns:a="http://schemas.openxmlformats.org/drawingml/2006/main">
            <a:r>
              <a:t>  ├─ AddExchangeInfo → HcclCommAddExchangeInfo         [C1，按条件]</a:t>
            </a:r>
          </a:p>
          <a:p xmlns:a="http://schemas.openxmlformats.org/drawingml/2006/main">
            <a:r>
              <a:t>  └─ HcclChannelAcquire                              [HCOMM L2 / C1]</a:t>
            </a:r>
          </a:p>
          <a:p xmlns:a="http://schemas.openxmlformats.org/drawingml/2006/main">
            <a:r>
              <a:t>       └─ MyRank::CreateChannels                      [内部方法]</a:t>
            </a:r>
          </a:p>
          <a:p xmlns:a="http://schemas.openxmlformats.org/drawingml/2006/main">
            <a:r>
              <a:t>            ├─ BatchCreateSockets                    [控制连接准备，内部方法]</a:t>
            </a:r>
          </a:p>
          <a:p xmlns:a="http://schemas.openxmlformats.org/drawingml/2006/main">
            <a:r>
              <a:t>            ├─ BatchCreateChannels</a:t>
            </a:r>
          </a:p>
          <a:p xmlns:a="http://schemas.openxmlformats.org/drawingml/2006/main">
            <a:r>
              <a:t>            │    ├─ EndpointMgr::Get</a:t>
            </a:r>
          </a:p>
          <a:p xmlns:a="http://schemas.openxmlformats.org/drawingml/2006/main">
            <a:r>
              <a:t>            │    │    └─ HcommEndpointCreate          [C5，Endpoint 缓存未命中]</a:t>
            </a:r>
          </a:p>
          <a:p xmlns:a="http://schemas.openxmlformats.org/drawingml/2006/main">
            <a:r>
              <a:t>            │    ├─ HcommEndpointStartListen          [C5]</a:t>
            </a:r>
          </a:p>
          <a:p xmlns:a="http://schemas.openxmlformats.org/drawingml/2006/main">
            <a:r>
              <a:t>            │    ├─ PrepareMemHandles</a:t>
            </a:r>
          </a:p>
          <a:p xmlns:a="http://schemas.openxmlformats.org/drawingml/2006/main">
            <a:r>
              <a:t>            │    │    └─ RegisterCommMemsToEndpoint</a:t>
            </a:r>
          </a:p>
          <a:p xmlns:a="http://schemas.openxmlformats.org/drawingml/2006/main">
            <a:r>
              <a:t>            │    │         └─ HcommMemReg             [C2，内存注册未命中]</a:t>
            </a:r>
          </a:p>
          <a:p xmlns:a="http://schemas.openxmlformats.org/drawingml/2006/main">
            <a:r>
              <a:t>            │    └─ RankPair / EndpointPair::CreateChannel</a:t>
            </a:r>
          </a:p>
          <a:p xmlns:a="http://schemas.openxmlformats.org/drawingml/2006/main">
            <a:r>
              <a:t>            │         ├─ HcommCollectiveChannelCreate [C5，Channel 缓存未命中]</a:t>
            </a:r>
          </a:p>
          <a:p xmlns:a="http://schemas.openxmlformats.org/drawingml/2006/main">
            <a:r>
              <a:t>            │         └─ 复用旧 Channel               [不是重复新建]</a:t>
            </a:r>
          </a:p>
          <a:p xmlns:a="http://schemas.openxmlformats.org/drawingml/2006/main">
            <a:r>
              <a:t>            ├─ BatchConnectChannels</a:t>
            </a:r>
          </a:p>
          <a:p xmlns:a="http://schemas.openxmlformats.org/drawingml/2006/main">
            <a:r>
              <a:t>            │    └─ ChannelProcess::ChannelGetStatus  [内部方法，轮询状态]</a:t>
            </a:r>
          </a:p>
          <a:p xmlns:a="http://schemas.openxmlformats.org/drawingml/2006/main">
            <a:r>
              <a:t>            ├─ BatchExchangeAndCheckConsistency       [950 一致性交换]</a:t>
            </a:r>
          </a:p>
          <a:p xmlns:a="http://schemas.openxmlformats.org/drawingml/2006/main">
            <a:r>
              <a:t>            └─ FinalizeChannelsByEngine               [AICPU 侧 Channel 句柄准备]</a:t>
            </a:r>
          </a:p>
          <a:p xmlns:a="http://schemas.openxmlformats.org/drawingml/2006/main">
            <a:r>
              <a:t>ops_hccl::BuildChannelInfo</a:t>
            </a:r>
          </a:p>
          <a:p xmlns:a="http://schemas.openxmlformats.org/drawingml/2006/main">
            <a:r>
              <a:t>  ├─ HcclRankGraphGetEndpointInfo                     [C3]</a:t>
            </a:r>
          </a:p>
          <a:p xmlns:a="http://schemas.openxmlformats.org/drawingml/2006/main">
            <a:r>
              <a:t>  └─ HcclChannelGetHcclBuffer                         [C2]</a:t>
            </a:r>
          </a:p>
          <a:p xmlns:a="http://schemas.openxmlformats.org/drawingml/2006/main">
            <a:r>
              <a:t>       └─ HcommChannelGetRemoteMems                   [C2 / L3，查询映射]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这里状态轮询直接调用的是 `ChannelProcess::ChannelGetStatus` 内部方法，不能画成“必经导出 API `HcommChannelGetStatus`”。同理，集合建链实际入口是 `HcommCollectiveChannelCreate`，不要替换为名字近似的 `HcommChannelCreate`。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AICPU Thread 的资源管理也不必经过导出 API `HcommThreadAlloc`：ThreadMgr 可以内部 `CreateThread → Init`。`HcommThreadAlloc` 有明确的专用/保序线程创建调用点，只按对应条件列入 C5。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来源：[ChannelAcquire 实现](./hcomm/src/coll_communicator_mgr/api_c_adpt/coll_comm_res_c_adpt.cc:755)、[建链总流程](./hcomm/src/coll_communicator_mgr/resource_mgr/local/my_rank/my_rank.cc:1228)、[Endpoint/内存/Channel 准备](./hcomm/src/coll_communicator_mgr/resource_mgr/local/my_rank/my_rank.cc:675)、[EndpointPair 复用](./hcomm/src/base_comm/resources/endpoint_pairs/endpoint_pair.cc:199)、[内存注册](./hcomm/src/coll_communicator_mgr/resource_mgr/local/my_rank/endpoints/endpoint_mgr.cc:138)、[远端缓冲区查询](./hcomm/src/coll_communicator_mgr/resource_mgr/local/my_rank/my_rank.cc:1303)、[Thread 内部分配](./hcomm/src/coll_communicator_mgr/resource_mgr/local/my_rank/comm_engine/threads/thread_manager.cc:198)。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TaskCache 最后一行缩写均使用 HcommAicpuTsTaskCache 前缀，其完整全称和条件在备注报告中。Wait 的 WithDefaultTimeout 版本只有在 Wait 默认超时及超时配置相关能力满足时使用，否则回退显式 timeout 版本。记录和等待可能由包装器间接调用同名 HCOMM 导出。DFX 和 Profiling 未强塞入四类数据动作。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数据面真实顺序：普通 Mesh Write 分支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选择非 PCIe、普通内存、没有 Task Cache 重放的例子。以下是调用与任务依赖，不表示所有动作都在 Host 同步完成。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Host：HcclAicpuKernelEntranceLaunch                    [HCCL 内部]</a:t>
            </a:r>
          </a:p>
          <a:p xmlns:a="http://schemas.openxmlformats.org/drawingml/2006/main">
            <a:r>
              <a:t>  ├─ HcommThreadNotifyRecordOnThread                  [D3，Host 数据就绪]</a:t>
            </a:r>
          </a:p>
          <a:p xmlns:a="http://schemas.openxmlformats.org/drawingml/2006/main">
            <a:r>
              <a:t>  ├─ OrderLaunch 的 Thread 获取与 Notify              [C1/C5/D3，条件路径]</a:t>
            </a:r>
          </a:p>
          <a:p xmlns:a="http://schemas.openxmlformats.org/drawingml/2006/main">
            <a:r>
              <a:t>  ├─ AicpuKernelLaunch → aclrtLaunchKernel*            [HCCL → ACL，非 HCOMM API]</a:t>
            </a:r>
          </a:p>
          <a:p xmlns:a="http://schemas.openxmlformats.org/drawingml/2006/main">
            <a:r>
              <a:t>  └─ HcommThreadNotifyWaitOnThread[WithDefaultTimeout] [D3，用户流等待完成]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AICPU：HcclLaunchAicpuKernel                          [HCCL Kernel 入口]</a:t>
            </a:r>
          </a:p>
          <a:p xmlns:a="http://schemas.openxmlformats.org/drawingml/2006/main">
            <a:r>
              <a:t>  ├─ HcommAcquireComm                                [D4，取得通信域使用保护]</a:t>
            </a:r>
          </a:p>
          <a:p xmlns:a="http://schemas.openxmlformats.org/drawingml/2006/main">
            <a:r>
              <a:t>  ├─ HcommBatchModeStart                             [D4，进入批量下发]</a:t>
            </a:r>
          </a:p>
          <a:p xmlns:a="http://schemas.openxmlformats.org/drawingml/2006/main">
            <a:r>
              <a:t>  ├─ OpOrchestrate                                   [HCCL 内部]</a:t>
            </a:r>
          </a:p>
          <a:p xmlns:a="http://schemas.openxmlformats.org/drawingml/2006/main">
            <a:r>
              <a:t>  │    ├─ HcommThreadResAcquireTimeOut                [D4，能力支持时设置资源等待超时]</a:t>
            </a:r>
          </a:p>
          <a:p xmlns:a="http://schemas.openxmlformats.org/drawingml/2006/main">
            <a:r>
              <a:t>  │    ├─ HcommSetNotifyWaitTimeOut                   [D3，能力支持时设置默认等待超时]</a:t>
            </a:r>
          </a:p>
          <a:p xmlns:a="http://schemas.openxmlformats.org/drawingml/2006/main">
            <a:r>
              <a:t>  │    ├─ Thread Notify Wait                         [D3，等待 Host 就绪]</a:t>
            </a:r>
          </a:p>
          <a:p xmlns:a="http://schemas.openxmlformats.org/drawingml/2006/main">
            <a:r>
              <a:t>  │    └─ InsV2AlltoAllVSoleExecutor::Orchestrate</a:t>
            </a:r>
          </a:p>
          <a:p xmlns:a="http://schemas.openxmlformats.org/drawingml/2006/main">
            <a:r>
              <a:t>  │         └─ OrchestrateLoop → InsTempAlltoAllVMesh1D::KernelRun</a:t>
            </a:r>
          </a:p>
          <a:p xmlns:a="http://schemas.openxmlformats.org/drawingml/2006/main">
            <a:r>
              <a:t>  │              └─ RunALLtoALL</a:t>
            </a:r>
          </a:p>
          <a:p xmlns:a="http://schemas.openxmlformats.org/drawingml/2006/main">
            <a:r>
              <a:t>  │                   ├─ PreSyncInterThreads         [D3，主流通知从流，从流等待]</a:t>
            </a:r>
          </a:p>
          <a:p xmlns:a="http://schemas.openxmlformats.org/drawingml/2006/main">
            <a:r>
              <a:t>  │                   ├─ LocalCopyForMyRank          [D1，本 Rank 自己的分片]</a:t>
            </a:r>
          </a:p>
          <a:p xmlns:a="http://schemas.openxmlformats.org/drawingml/2006/main">
            <a:r>
              <a:t>  │                   ├─ 每个轮次 / Peer / Channel：</a:t>
            </a:r>
          </a:p>
          <a:p xmlns:a="http://schemas.openxmlformats.org/drawingml/2006/main">
            <a:r>
              <a:t>  │                   │    ├─ SendRecvWrite          [展开见下表]</a:t>
            </a:r>
          </a:p>
          <a:p xmlns:a="http://schemas.openxmlformats.org/drawingml/2006/main">
            <a:r>
              <a:t>  │                   │    └─ PostCopy               [D1，CCL Buffer → 用户输出]</a:t>
            </a:r>
          </a:p>
          <a:p xmlns:a="http://schemas.openxmlformats.org/drawingml/2006/main">
            <a:r>
              <a:t>  │                   └─ PostSyncInterThreads        [D3，从流完成，主流汇合]</a:t>
            </a:r>
          </a:p>
          <a:p xmlns:a="http://schemas.openxmlformats.org/drawingml/2006/main">
            <a:r>
              <a:t>  ├─ HcommThreadNotifyRecordOnThread                  [D3，通知用户流完成]</a:t>
            </a:r>
          </a:p>
          <a:p xmlns:a="http://schemas.openxmlformats.org/drawingml/2006/main">
            <a:r>
              <a:t>  ├─ HcommBatchModeEnd                               [D4，结束批模式并提交剩余任务]</a:t>
            </a:r>
          </a:p>
          <a:p xmlns:a="http://schemas.openxmlformats.org/drawingml/2006/main">
            <a:r>
              <a:t>  └─ HcommReleaseComm                                [D4，释放使用保护]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### 一个 Peer 的双向发送：每个 API 都展开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对于 Rank i 与 Rank j，双方执行同样的握手。`ACK` 表示接收缓冲区准备好，`DATA_SIGNAL` 表示本方向传输阶段完成。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顺序 | HCOMM API | 类别 | Rank i 的动作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1 | `HcommChannelNotifyRecordOnThread(thread, recvChannel, ACK)` | D3 | 告诉 Rank j：我已经可以接收 |</a:t>
            </a:r>
          </a:p>
          <a:p xmlns:a="http://schemas.openxmlformats.org/drawingml/2006/main">
            <a:r>
              <a:t>| 2 | `HcommChannelNotifyWaitOnThread* (thread, sendChannel, ACK)` | D3 | 等待 Rank j 准备好接收 |</a:t>
            </a:r>
          </a:p>
          <a:p xmlns:a="http://schemas.openxmlformats.org/drawingml/2006/main">
            <a:r>
              <a:t>| 3 | `HcommWriteOnThread(thread, sendChannel, dst, src, len)` | D1 | 把本地用户输入中属于 j 的分片写入 j 的 CCL Buffer |</a:t>
            </a:r>
          </a:p>
          <a:p xmlns:a="http://schemas.openxmlformats.org/drawingml/2006/main">
            <a:r>
              <a:t>| 4 | `HcommChannelNotifyRecordOnThread(thread, sendChannel, DATA_SIGNAL)` | D3 | 告诉 Rank j：向你传输的这一阶段已完成 |</a:t>
            </a:r>
          </a:p>
          <a:p xmlns:a="http://schemas.openxmlformats.org/drawingml/2006/main">
            <a:r>
              <a:t>| 5 | `HcommChannelNotifyWaitOnThread* (thread, recvChannel, DATA_SIGNAL)` | D3 | 等待 Rank j 向我传输的阶段完成 |</a:t>
            </a:r>
          </a:p>
          <a:p xmlns:a="http://schemas.openxmlformats.org/drawingml/2006/main">
            <a:r>
              <a:t>| 6 | `HcommLocalCopyOnThread(thread, userOut, localCclBuffer, len)` | D1 | 把收到的 j 分片从本地 CCL Buffer 拷入用户输出的对应位置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第 1–5 步属于 `SendRecvWrite`，第 6 步是上层模板紧接其后的 `PostCopy`，不是 `SendRecvWrite` 内部的第六步。大数据和多 Channel 会重复这些操作。零字节 slice 可以跳过搬运。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PPT 中的 `i.CCL[j]` / `i.userOut[j]` 是“与 Peer j 对应的逻辑分片”示意，不是声明源码使用固定下标 j 寻址。实际 CCL 槽位和偏移由 `CalcCclBuffIdx`、Channel 分片以及 counts/displacements 共同计算。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`*` 表示精确导出符号有能力分支：HCCL 的 Wait 包装层优先调用 `HcommChannelNotifyWaitOnThreadWithDefaultTimeout`，不支持时回退 `HcommChannelNotifyWaitOnThread(...timeout)`。Thread Wait 同理。二者不是依次调用。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在 950 的适配实现中，`HcommWriteOnThread` 解包 Channel 后进入 `BaseTransportLiteImpl::BuildLocRmaBufferLite` 与 `Write(...StreamLite)`；`HcommLocalCopyOnThread` 调 `Thread::LocalCopy`。它们是任务/传输提交路径，API 返回不应解读为整个集合通信已全局完成。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来源：[Kernel 主干](./hccl/src/ops/op_common/algorithm/template/aicpu/kernel_launch.cc:348)、[Template 总流程](./hccl/src/ops/all_to_all_v/algorithm/template/aicpu/ins_temp_all_to_all_v_mesh_1D.cc:217)、[SendRecvWrite](./hccl/src/ops/op_common/algorithm/template/wrapper/alg_data_trans_wrapper.cc:428)、[PostCopy 条件](./hccl/src/ops/all_to_all_v/algorithm/template/aicpu/ins_temp_all_to_all_v_mesh_1D.cc:370)、[LocalCopy](./hccl/src/ops/op_common/algorithm/template/wrapper/alg_data_trans_wrapper.cc:880)、[Wait 符号选择](./hccl/src/common/hcomm_dlsym/hcomm_primitives_dl.cc:176)、[950 Write 实现](./hcomm/src/base_comm/primitives/api_c_adpt/aicpu_ts_primitives_c_adpt.cc:495)。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两个算法名分别为 AicpuAllToAllSoleMeshSingleChannel、AicpuAllToAllSoleMesh。普通 MESH_1D / CLOS 自动选择器使用 sendCounts[0]×datatypeSize×rankSize &gt; 150×1024×1024 阈值；还存在其它配置与选择器分支。任务缓存排除 MC2、OFFLOAD、capture 与输入输出重叠等，需要支持的算子和拓扑。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AllToAll 如何选到本例算法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HcclAlltoAll                                      [HCCL 对外入口]</a:t>
            </a:r>
          </a:p>
          <a:p xmlns:a="http://schemas.openxmlformats.org/drawingml/2006/main">
            <a:r>
              <a:t>  ├─ HcclGetRankSize / HcclGetRankId                [C3，HCOMM]</a:t>
            </a:r>
          </a:p>
          <a:p xmlns:a="http://schemas.openxmlformats.org/drawingml/2006/main">
            <a:r>
              <a:t>  ├─ HcclGetCommName                               [C1，HCOMM]</a:t>
            </a:r>
          </a:p>
          <a:p xmlns:a="http://schemas.openxmlformats.org/drawingml/2006/main">
            <a:r>
              <a:t>  ├─ ConvertAlltoAllParam                          [HCCL 内部]</a:t>
            </a:r>
          </a:p>
          <a:p xmlns:a="http://schemas.openxmlformats.org/drawingml/2006/main">
            <a:r>
              <a:t>  │    把等长 AllToAll 参数变为 counts/displacements 四组向量</a:t>
            </a:r>
          </a:p>
          <a:p xmlns:a="http://schemas.openxmlformats.org/drawingml/2006/main">
            <a:r>
              <a:t>  └─ AlltoAllVOutPlace → AlltoAllVOutPlaceCommon     [HCCL 内部]</a:t>
            </a:r>
          </a:p>
          <a:p xmlns:a="http://schemas.openxmlformats.org/drawingml/2006/main">
            <a:r>
              <a:t>       ├─ PreCheckSymmetricMemory</a:t>
            </a:r>
          </a:p>
          <a:p xmlns:a="http://schemas.openxmlformats.org/drawingml/2006/main">
            <a:r>
              <a:t>       │    └─ HcclCommSymWinGet                    [C2，9.1+ 等条件满足时探测]</a:t>
            </a:r>
          </a:p>
          <a:p xmlns:a="http://schemas.openxmlformats.org/drawingml/2006/main">
            <a:r>
              <a:t>       ├─ AlltoAllVConstructOpParam                 [HCCL 内部，opType 仍为 ALLTOALL]</a:t>
            </a:r>
          </a:p>
          <a:p xmlns:a="http://schemas.openxmlformats.org/drawingml/2006/main">
            <a:r>
              <a:t>       ├─ HcclGetOpExpansionMode                    [HCCL 内部]</a:t>
            </a:r>
          </a:p>
          <a:p xmlns:a="http://schemas.openxmlformats.org/drawingml/2006/main">
            <a:r>
              <a:t>       │    └─ HcclConfigGetInfo                    [C1，读取展开模式]</a:t>
            </a:r>
          </a:p>
          <a:p xmlns:a="http://schemas.openxmlformats.org/drawingml/2006/main">
            <a:r>
              <a:t>       └─ AlltoAllVExecDispatch</a:t>
            </a:r>
          </a:p>
          <a:p xmlns:a="http://schemas.openxmlformats.org/drawingml/2006/main">
            <a:r>
              <a:t>            ├─ Selector                             [HCCL 内部]</a:t>
            </a:r>
          </a:p>
          <a:p xmlns:a="http://schemas.openxmlformats.org/drawingml/2006/main">
            <a:r>
              <a:t>            │    ├─ HcclCommGetStatus               [C1，接口支持时]</a:t>
            </a:r>
          </a:p>
          <a:p xmlns:a="http://schemas.openxmlformats.org/drawingml/2006/main">
            <a:r>
              <a:t>            │    ├─ HcclCalcTopoInfo                 [HCCL 内部]</a:t>
            </a:r>
          </a:p>
          <a:p xmlns:a="http://schemas.openxmlformats.org/drawingml/2006/main">
            <a:r>
              <a:t>            │    │    ├─ HcclEngineCtxGet            [C1，查拓扑缓存]</a:t>
            </a:r>
          </a:p>
          <a:p xmlns:a="http://schemas.openxmlformats.org/drawingml/2006/main">
            <a:r>
              <a:t>            │    │    └─ 未命中：RankGraph 查询 → HcclEngineCtxCreate</a:t>
            </a:r>
          </a:p>
          <a:p xmlns:a="http://schemas.openxmlformats.org/drawingml/2006/main">
            <a:r>
              <a:t>            │    └─ 选择框架 → AlltoAllAutoSelector::SelectAicpuAlgo</a:t>
            </a:r>
          </a:p>
          <a:p xmlns:a="http://schemas.openxmlformats.org/drawingml/2006/main">
            <a:r>
              <a:t>            │         （该自动选择器分支命中时；还存在其它选择/配置分支）</a:t>
            </a:r>
          </a:p>
          <a:p xmlns:a="http://schemas.openxmlformats.org/drawingml/2006/main">
            <a:r>
              <a:t>            └─ HcclExecOp                          [HCCL 内部]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普通 `MESH_1D/CLOS` 的 Selector 分支：每 Rank 总发送字节数大于 `150 * 1024 * 1024` 时选 `AicpuAllToAllSoleMesh`，否则选 `AicpuAllToAllSoleMeshSingleChannel`。两者都注册到 `InsV2AlltoAllVSoleExecutor&lt;TopoMatchOneLevel, InsTempAlltoAllVMesh1D&gt;`。因此“不同算法名”在这里主要改变 Channel/Thread 数和分片，不必然改变 API 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`MESH_1D_CLOS` 还有 MultiJetty/Concurrent 等分支；这不是所有 AICPU AllToAll 必经同一个模板。rankSize=1、count=0、旧版本兼容和插件分支也不能混入本例主链。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来源：[入口与参数转换](./hccl/src/ops/all_to_all_v/all_to_all_v.cc:23)、[调度](./hccl/src/ops/all_to_all_v/all_to_all_v.cc:730)、[AICPU 算法选择](./hccl/src/ops/all_to_all_v/selector/alltoall_auto_selector.cc:131)、[模板注册](./hccl/src/ops/all_to_all_v/algorithm/executor/ins_v2_all_to_all_v_sole_executor.cc:562)。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条件变化后，接口如何变化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改变的条件 | 变化 | 不应误解为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普通 Mesh 模板发现 PCIe 链路 | `isDmaRead_=true`，先 `PreCopy` 把输入放入本地 CCL Buffer，`SendRecvRead` 用 `HcommReadOnThread` 从对端读到用户输出，再做完成握手 | 同一份数据同时必经 Read 和 Write |</a:t>
            </a:r>
          </a:p>
          <a:p xmlns:a="http://schemas.openxmlformats.org/drawingml/2006/main">
            <a:r>
              <a:t>| 单 Channel 改为多 Channel | 仍可使用相同 Mesh 模板和原语，增加 Thread/Channel/分片/Notify 组织 | 每个不同算法名都要调用完全不同的 HCOMM API |</a:t>
            </a:r>
          </a:p>
          <a:p xmlns:a="http://schemas.openxmlformats.org/drawingml/2006/main">
            <a:r>
              <a:t>| MeshClos MultiJetty | 切换到 `InsTempUbxAlltoAllVMesh1D`。某些分支用 `SendRecvBatchRead`，可走 `HcommBatchTransferOnThread`，能力不支持有回退 | 普通 Mesh 一定调用 BatchTransfer |</a:t>
            </a:r>
          </a:p>
          <a:p xmlns:a="http://schemas.openxmlformats.org/drawingml/2006/main">
            <a:r>
              <a:t>| 对称内存命中 | 复用注册的窗口与远端地址，可跳过部分 CCL 中转 PreCopy/PostCopy，Peer 数据直接访问 | 所有 AllToAll 都必须每次注册用户输入/输出 |</a:t>
            </a:r>
          </a:p>
          <a:p xmlns:a="http://schemas.openxmlformats.org/drawingml/2006/main">
            <a:r>
              <a:t>| 拓扑/算法资源缓存命中 | `HcclEngineCtxGet` 成功后跳过相应拓扑重建/CalcRes/建链等步骤 | 每次执行都创建 Endpoint/Channel |</a:t>
            </a:r>
          </a:p>
          <a:p xmlns:a="http://schemas.openxmlformats.org/drawingml/2006/main">
            <a:r>
              <a:t>| Task Cache 开启且 miss | `HcommAicpuTsTaskCacheLookup → Start → OpOrchestrate → End`，首次仍生成原语任务 | 第一次启用缓存就能跳过展开 |</a:t>
            </a:r>
          </a:p>
          <a:p xmlns:a="http://schemas.openxmlformats.org/drawingml/2006/main">
            <a:r>
              <a:t>| Task Cache 开启且 hit | `Lookup → Execute`，刷新地址并重放任务，跳过本次 `OpOrchestrate` | 没调用逐条原语 API 就没做数据通信 |</a:t>
            </a:r>
          </a:p>
          <a:p xmlns:a="http://schemas.openxmlformats.org/drawingml/2006/main">
            <a:r>
              <a:t>| Task Cache 录制出错/清理 | `HcommAicpuTsTaskCacheClear` | 每次都必须执行 Clear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Task Cache 在此基线要求相应开关、950、支持的算子/拓扑等条件，排除 MC2、OFFLOAD、ACL graph、重叠输入输出等场景。**资源缓存与任务缓存是两层不同的缓存**。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来源：[Read/Write 分支](./hccl/src/ops/all_to_all_v/algorithm/template/aicpu/ins_temp_all_to_all_v_mesh_1D.cc:167)、[SendRecvRead](./hccl/src/ops/op_common/algorithm/template/wrapper/alg_data_trans_wrapper.cc:652)、[MultiJetty 的 BatchRead](./hccl/src/ops/all_to_all_v/algorithm/template/aicpu/ins_temp_ubx_all_to_all_v_mesh_1D.cc:327)、[缓存分支](./hccl/src/ops/op_common/algorithm/template/aicpu/kernel_launch.cc:499)、[缓存资格](./hccl/src/ops/op_common/algorithm/template/aicpu/task_cache/aicpu_task_cache_policy.cc:18)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HcclAicpuKernelLaunch 在 hcomm/include/hccl/hccl_launch.h 有公开声明，但当前 HCCL AllToAll 分支不调用它，不能仅凭名称猜测。HcommFenceOnThread 当前 AICPU 适配实现直接返回 HCCL_E_NOT_SUPPORT，因而不能作为执行清单。D2 行的缩写全称为 HcommReadReduceOnThread、HcommWriteReduceOnThread。横切观测包括 HcclDfxRegOpInfoByCommId、HcommProfilingReportKernelStartTask、HcommProfilingReportKernelEndTask、HcommProfilingReportDeviceOp、HcclProfilingReportOp。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源码证据与完整接口释义</a:t>
            </a:r>
          </a:p>
          <a:p xmlns:a="http://schemas.openxmlformats.org/drawingml/2006/main">
            <a:r>
              <a:t>本例不应标成“已调用”的接口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D2 的 LocalReduce/ReadReduce/WriteReduce：普通 AllToAll 没有归约语义，该模板未调用。</a:t>
            </a:r>
          </a:p>
          <a:p xmlns:a="http://schemas.openxmlformats.org/drawingml/2006/main">
            <a:r>
              <a:t>- D5 CCU C++ DSL 以及 `HcommCcuKernelRegister* / HcommCcuKernelLaunch`：未走 CCU。</a:t>
            </a:r>
          </a:p>
          <a:p xmlns:a="http://schemas.openxmlformats.org/drawingml/2006/main">
            <a:r>
              <a:t>- `HcclAicpuKernelLaunch`：当前 HCCL 调用条件限定 Send/Recv，本例 AllToAll 不经过它。</a:t>
            </a:r>
          </a:p>
          <a:p xmlns:a="http://schemas.openxmlformats.org/drawingml/2006/main">
            <a:r>
              <a:t>- `HcclTaskRegister`：该调用点在 CPU/DPU engine 分支，本例 AICPU_TS 不经过它。</a:t>
            </a:r>
          </a:p>
          <a:p xmlns:a="http://schemas.openxmlformats.org/drawingml/2006/main">
            <a:r>
              <a:t>- `HcclCommMemReg`：不能直接从“算子要访问用户内存”推断必调，本例普通 OPBASE 资源函数没有该直接调用。底层 CCL Buffer 的 `HcommMemReg` 是另一回事。</a:t>
            </a:r>
          </a:p>
          <a:p xmlns:a="http://schemas.openxmlformats.org/drawingml/2006/main">
            <a:r>
              <a:t>- `HcommChannelCreate` / `HcommChannelGetStatus`：不能用通用公开 API 的名字替代本例实际的 `HcommCollectiveChannelCreate` / `ChannelProcess::ChannelGetStatus`。</a:t>
            </a:r>
          </a:p>
          <a:p xmlns:a="http://schemas.openxmlformats.org/drawingml/2006/main">
            <a:r>
              <a:t>- `HcommBatchTransferOnThread`、WriteWithNotify、Nbi、Fence、Drain：不是所选普通 Mesh Write 包装器的必经调用。</a:t>
            </a:r>
          </a:p>
          <a:p xmlns:a="http://schemas.openxmlformats.org/drawingml/2006/main">
            <a:r>
              <a:t>- `HcclCommInit*` / `HcclCommDestroy`：通信域生命周期属于外围工作，不是把 AllToAll 主链从创建一直画到销毁。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当前可见的辅助观测调用包括 `HcclDfxRegOpInfoByCommId`、`HcommProfilingReportKernelStartTask`、`HcommProfilingReportKernelEndTask`、`HcommProfilingReportDeviceOp`、`HcclProfilingReportOp` 等。它们属于 DFX/Profiling 横切能力，和十类主通信功能分开标注。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基线：HCCL 170ddeec539b4d693028ce6e0cf5c58933e4d46d；HCOMM 87ce550f8f7c584e0ed89b0ec56699553d9c332d。静态分析，未上板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921a2ab6d44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01b3b5c4f24293" /><Relationship Type="http://schemas.openxmlformats.org/officeDocument/2006/relationships/slideLayout" Target="/ppt/slideLayouts/slideLayout1.xml" Id="Ra6640fe00c7c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640fe00c7c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3b51ec4f404a0a" /><Relationship Type="http://schemas.openxmlformats.org/officeDocument/2006/relationships/notesSlide" Target="/ppt/notesSlides/notesSlide1.xml" Id="R38ba39b35d9b4ac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ede5d85d62427b" /><Relationship Type="http://schemas.openxmlformats.org/officeDocument/2006/relationships/notesSlide" Target="/ppt/notesSlides/notesSlide2.xml" Id="R5e8651612d6742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ee9d8e340541fe" /><Relationship Type="http://schemas.openxmlformats.org/officeDocument/2006/relationships/notesSlide" Target="/ppt/notesSlides/notesSlide3.xml" Id="Re69366c5df4d4e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a9f1ab48e2470f" /><Relationship Type="http://schemas.openxmlformats.org/officeDocument/2006/relationships/notesSlide" Target="/ppt/notesSlides/notesSlide4.xml" Id="R4cbbc75037f14e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0f9a7873c1481b" /><Relationship Type="http://schemas.openxmlformats.org/officeDocument/2006/relationships/notesSlide" Target="/ppt/notesSlides/notesSlide5.xml" Id="Rafedf3cb78dd4b3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4a988fbd3f4419" /><Relationship Type="http://schemas.openxmlformats.org/officeDocument/2006/relationships/notesSlide" Target="/ppt/notesSlides/notesSlide6.xml" Id="R5a9223e9719e48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CAE61-99CE-4AB7-A6A8-161CFCCE0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HCOMM 十类接口与 AllToAll 命中范围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4560D-9088-4D9D-9B75-5A93535F8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评审口径：功能分类、实现层次和本次调用状态分别记录；不按 Hccl / Hcomm 前缀判断仓库归属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A7131B-A5D8-47BB-A613-C1C5180C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4572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04975"/>
                <a:gridCol w="2381250"/>
                <a:gridCol w="4524375"/>
                <a:gridCol w="3009900"/>
              </a:tblGrid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面 / 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管理对象或执行动作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典型接口 / 接口族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本例使用边界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通信域资源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通信域配置、上下文、域内线程与通道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 / Create / Copy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HcclThreadAcquire*；HcclChannelAcquire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已有 comm；按需获取 / 复用资源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内存管理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CCL Buffer、注册句柄、远端地址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HcclGetHcclBuffer；HcclChannelGetHcclBuffer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HcommMemReg；HcommChannelGetRemoteMems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区分本地 Buffer 与远端映射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拓扑管理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成员、层级、实例、端点与链路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HcclGetRankId / Size；HcclRankGraphGet*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 miss 与具体拓扑决定查询子集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算子编排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分组、任务注册、Kernel 生命周期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HcclGroupStatusGet；HcclAicpuKernelLaunch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HcommCcuKernelLaunch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本例仅条件查询 Group；主要编排在 HCCL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基础通信资源</a:t>
                      </a:r>
                    </a:p>
                  </a:txBody>
                  <a:tcPr marL="57150" marR="57150" marT="9525" marB="9525" anchor="ctr">
                    <a:solidFill>
                      <a:srgbClr val="E7EEF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基础 Endpoint、Channel、Thread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 / StartListen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通常由 HCOMM 内部管理器触发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数据搬运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本地拷贝、远端读写、批量传输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HcommLocalCopyOnThread；HcommWriteOnThread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HcommReadOnThread；HcommBatchTransferOnThread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用 Copy＋Write，PCIe 用 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数据计算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数值归约或融合归约传输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HcommReadReduceOnThread；HcommWriteReduceOnThread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AllToAll 不使用归约原语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同步控制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跨 Rank、跨 Thread 的顺序与完成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HcommChannelNotify*；HcommThreadNotify*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ACK / DATA_SIGNAL、线程汇合、Host 同步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执行控制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通信域使用保护、批量提交、缓存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 / ReleaseComm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 / End；TaskCache*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缓存重放仍保留运行生命周期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D5 CCU C++ 操作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CCU DSL 的数据动作和控制流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AscendC::ccu 的 Read / Write / Loop 等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AICPU_TS 不进入此编程模型</a:t>
                      </a:r>
                    </a:p>
                  </a:txBody>
                  <a:tcPr marL="57150" marR="57150" marT="9525" marB="9525" anchor="ctr">
                    <a:solidFill>
                      <a:srgbClr val="E5E7E7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EF6A0-4746-4691-8144-1861E51B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72452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2D1D7-3542-4074-85F9-27941458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76262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分类注意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B50A0C-7C7C-441F-94FD-AD31C452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76262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D5 是编程模型，它也包含搬运、计算和同步。十类用于汇报导航，不应当作互斥统计口径相加。DFX / Profiling 另作横切能力。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F811C-56B6-4F89-B8CF-D7F1CCB06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219825"/>
            <a:ext cx="1152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对照基线：普通 Mesh、多 Rank、非零 count、普通内存；未指定拓扑 / 协议 / 缓存时，只能给出带条件的静态调用集合。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AE5190-B795-42A6-8AFF-66F0AA0B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4D6DA-D7AF-4355-837A-3933DC07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CAAA90-59A7-45EF-9F2D-D67B132A5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依据：hcomm/docs/zh/api_ref/comm_opdev；include/hccl/hccl_res.h；include/ccu/ccu_primitives.hpp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5135947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05C52C-2596-4F79-B932-F8ACF79F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控制面核查：通信域资源与内存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90C63-E28A-4B07-A3F2-C0EE243DA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HCCL 直接调用与 HCOMM 内部下钻分开标注；申请接口内部仍可能命中缓存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A3B75B-5B5B-4B78-8A0E-E018296B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732AA-4B81-4301-A354-B55CFC366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42975"/>
            <a:ext cx="32480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C3FE5-7E68-4B47-8805-E2EE6FB9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971550"/>
            <a:ext cx="3114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直接调用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334359-9D11-4175-82C1-FC30E4BA9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190625"/>
            <a:ext cx="31146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C1 域资源 / C2 Buffer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BF0219-1116-4439-A22E-A69DBFB4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942975"/>
            <a:ext cx="34194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864D9-8D1F-4812-996E-EF7D8631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97155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HCOMM 管理器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A8FF2-1826-4ACE-B53D-4AA417165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190625"/>
            <a:ext cx="3286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创建或复用 Endpoint / Channel / Mem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28B98B-ABDD-4752-8CF6-6C8095DB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942975"/>
            <a:ext cx="30861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85E16-5FB2-4CE5-B45E-1C4F15270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9715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 使用资源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F46D3-BB06-47D0-B4CF-CA1B7E05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11906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ThreadHandle / ChannelHandle / 地址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7C9BF3-1F82-4232-B6A8-BB8CFB0D4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8250E5-89D0-4EF5-A00C-9B4FB297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1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34728" y="1248252"/>
            <a:ext cx="932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E841A8-102A-4075-9AA5-6101404A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5013FC-FF1A-46E1-9F5F-20DDE82D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12477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7887653" y="1248252"/>
            <a:ext cx="93249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graphicFrame>
        <p:nvGraphicFramePr>
          <p:cNvPr id="45" name=""/>
          <p:cNvGraphicFramePr/>
          <p:nvPr/>
        </p:nvGraphicFramePr>
        <p:xfrm>
          <a:off xmlns:a="http://schemas.openxmlformats.org/drawingml/2006/main" x="285750" y="1752600"/>
          <a:ext xmlns:a="http://schemas.openxmlformats.org/drawingml/2006/main" cx="11620500" cy="41529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47725"/>
                <a:gridCol w="5276850"/>
                <a:gridCol w="3171825"/>
                <a:gridCol w="2324100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 API 名称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作用 / 产物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调用条件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HcclGetCommName；HcclConfigGetInfo；HcclCommGetStatus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域名、展开配置、READY 状态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 / 配置按能力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HcclEngineCtxGet；HcclEngineCtxCreate；HcclEngineCtxCopy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查询、保存、复制拓扑 / 算法资源上下文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Create / Copy 按资源缺失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HcclThreadAcquireWithStream；HcclThreadExportToCommEngine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关联用户 stream，跨引擎导出 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执行入口与 Host / Device 同步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 或 HcclThreadAcquire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申请算法主从线程及 Notify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新能力 / 兼容接口二选一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 Peer ChannelHandle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资源缺失时获取，可内部复用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HcclCommAddExchangeInfo；HcclCommGetExchangeInfo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 / 读取跨 Rank 一致性信息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接口支持且需要检查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HcclDedicatedThreadAcquire；HcclThreadResGetInfo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保序 Thread；取得 stream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按保序 / 发射分支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HcclGetHcclBuffer；HcclChannelGetHcclBuffer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 / 远端 CCL 地址与大小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算法资源与 ChannelInfo 构造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探测输入 / 输出是否在对称窗口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9.1+ 等条件，探测不等于命中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内调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HcommMemReg；HcommChannelGetRemoteMems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端点内存注册；远端映射查询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未注册时 / Buffer 查询时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内调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HcommChannelUpdateMemInfo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向复用通道更新附加内存信息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有附加内存的对应分支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580CD2-793D-467C-BFED-AB0D8010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3885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F88136-EE07-4E1D-9C7C-F3F9618F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7695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外围生命周期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880EE3-1C6E-47BF-A94C-CE862AD52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7695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HcclCommInit* / HcclCommDestroy 不属于每次 AllToAll 主链。HcclEngineCtxCopy 复制资源元数据，分类仍为 C1。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856663-498F-455C-ACC0-08D809E6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DD85E2-2041-4693-89A8-FD25DE8C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1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8A7462-9628-4088-A7F7-1E257379D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源码：op_common.cc:780,1285,1670–1810,1979–2091,3954；order_launch.cc；endpoint_mgr.cc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96092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84B892-383C-49CD-B77F-8B50BC75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控制面核查：拓扑查询与基础建链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FF0646-DBF2-4158-A953-A6EDDEDA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拓扑决定 ChannelDesc；L2 获取通道后，内部按 Endpoint、注册内存、Channel 的缓存状态补充资源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AB3AE-23BD-44DB-88F4-23DDD864C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3FE1F-DA62-42C2-8718-18F6A401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52500"/>
            <a:ext cx="116205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C9D48B-61B9-4BD6-9DD1-F51FE2820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990600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拓扑与资源之间的依赖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C057C8-7820-4F6A-9E69-47D4514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D2E4FC-F00C-459E-BAEA-BD2F6C92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C3 拓扑查询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3B507D-F0AD-402F-8F58-E3407FB5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Rank / Layer / Endpoint / Link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C7D2A-DC72-424A-B6B3-25137DA6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DC4F0-7CB0-4452-8C7B-EFDF65C31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25153" y="1743552"/>
            <a:ext cx="199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DB073-307E-4DFB-BC88-8AE35AB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543013-E7C9-4E0B-AF5D-67D2C937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CalcRes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57E01B-7C12-4E20-8D68-28DB3240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生成 ChannelDesc 与 Notify 需求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613323-BD2D-4C92-A8A4-F2CB8B3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5589D0-6757-41A2-9CA9-617B9552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0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992178" y="1743552"/>
            <a:ext cx="199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C79C68-D534-48B5-9F34-B326A2CC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CC588A-BD5E-4A59-9760-C020C22D3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C1 HcclChannelAcquire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2C8C3E-A7BA-4C32-9CB8-C6CB0562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通过通信域申请 / 复用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FBBC11-4F60-4174-8FBB-5CDA5B78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8B096F-834F-40D1-8B9B-213F11B9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7430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6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859203" y="1743552"/>
            <a:ext cx="1990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37E80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DAAFFC-27C6-45FD-921E-1A2C51E5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390650"/>
            <a:ext cx="26574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BF9508-025F-41D5-B389-944BD13C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419225"/>
            <a:ext cx="2524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C5 / C2 内部资源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F790E4-8281-4927-92B7-E6CB13AC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1638300"/>
            <a:ext cx="2524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Endpoint、Channel、注册内存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2C49F-F75A-423C-855B-27882DE0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13919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1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同一 API 族可服务不同算法；变化首先体现在请求的 Peer、Link、Channel 数和协议。</a:t>
            </a:r>
          </a:p>
        </p:txBody>
      </p:sp>
      <p:graphicFrame>
        <p:nvGraphicFramePr>
          <p:cNvPr id="61" name=""/>
          <p:cNvGraphicFramePr/>
          <p:nvPr/>
        </p:nvGraphicFramePr>
        <p:xfrm>
          <a:off xmlns:a="http://schemas.openxmlformats.org/drawingml/2006/main" x="285750" y="2809875"/>
          <a:ext xmlns:a="http://schemas.openxmlformats.org/drawingml/2006/main" cx="11620500" cy="3171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6124575"/>
                <a:gridCol w="3924300"/>
              </a:tblGrid>
              <a:tr h="2762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精确接口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返回信息 / 触发条件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成员 / 层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HcclGetRankSize；HcclGetRankId；HcclRankGraphGetLayers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成员规模、本 Rank、网络层；入口与拓扑构造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实例 / 成员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HcclRankGraphGetRanksByLayer；HcclRankGraphGetInstSizeListByLayer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层内成员与实例规模；按拓扑查询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实例形态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HcclRankGraphGetTopoInstsByLayer；HcclRankGraphGetTopoType</a:t>
                      </a:r>
                    </a:p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HcclRankGraphGetRanksByTopoInst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拓扑实例、形态、实例成员；按构建分支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端点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HcclRankGraphGetEndpointNum；HcclRankGraphGetEndpointDesc</a:t>
                      </a:r>
                    </a:p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端点数量、描述、属性；ChannelInfo 回填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链路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HcclRankGraphGetLinks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 Rank 与 Peer 间可用链路；计算请求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端点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HcommEndpointCreate；HcommEndpointStartListen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创建缺失 Endpoint，启动监听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通道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EndpointPair 中通道缺失才调用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线程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HcommThreadAlloc；HcommThreadAllocWithStream</a:t>
                      </a:r>
                    </a:p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93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专用 / 保序线程或资源查询；非普通申请必经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332C5A-72AA-4FAD-86F5-13635BED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6162675"/>
            <a:ext cx="1152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82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精确边界：连接轮询调用 ChannelProcess::ChannelGetStatus 内部方法。集合建链使用 HcommCollectiveChannelCreate。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702C9A-87F9-4BAD-BABA-1E9251C0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C616C3-6471-4C30-8FC8-FF7F794E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F4CB28-2B19-40FA-A4EE-3913F3FE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源码：topo_host.cc / physical_level_build.cc；my_rank.cc:675,1228；endpoint_pair.cc:199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9779171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32C82-7876-4488-AA0D-EB99EF7F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数据面核查：执行控制、同步与搬运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E6FFD3-1B2A-4FEF-B718-0A41B83F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普通 Mesh，任务缓存未重放；“直接”指 HCCL 算法或包装层调用 HCOMM 导出符号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5AFA2A-4087-4205-ACB9-58450369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4543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43050"/>
                <a:gridCol w="4991100"/>
                <a:gridCol w="2676525"/>
                <a:gridCol w="2409825"/>
              </a:tblGrid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 / 阶段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精确接口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含义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分支或边界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运行开始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通信域使用保护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并非创建通信域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批提交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HcommBatchModeStart；HcommBatchModeEnd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切入 / 退出批量任务提交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并非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资源等待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HcommThreadResAcquireTimeOut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设置资源获取超时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等待参数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HcommSetNotifyWaitTimeOut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配置默认 Notify 超时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能力支持时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Thread 通知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Host 就绪 / Device 完成 / 主从同步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Notify 对象与索引随调用点变化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Thread 等待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HcommThreadNotifyWaitOnThreadWithDefaultTimeout</a:t>
                      </a:r>
                    </a:p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或 HcommThreadNotifyWaitOnThread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等待对应 Thread 通知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默认超时与显式超时二选一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Channel 通知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ACK / DATA_SIGNAL 跨 Rank 握手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按收发通道和阶段选择方向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Channel 等待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HcommChannelNotifyWaitOnThreadWithDefaultTimeout</a:t>
                      </a:r>
                    </a:p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或 HcommChannelNotifyWaitOnThread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等待 Peer 准备好或完成传输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同样是能力分支二选一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本地拷贝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自分片、CCL 中转拷贝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用 PostCopy，Read 用 PreCopy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远端搬运</a:t>
                      </a:r>
                    </a:p>
                  </a:txBody>
                  <a:tcPr marL="57150" marR="57150" marT="9525" marB="9525" anchor="ctr">
                    <a:solidFill>
                      <a:srgbClr val="E2F0EE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或 HcommReadOnThread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远端写 / 远端读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Mesh 按 PCIe 协议判断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运行结束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HcommReleaseComm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释放本次运行的使用保护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并非销毁通信域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任务缓存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HcommAicpuTsTaskCacheLookup / Start / End / Execute / Clear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查找、录制、重放与清理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 开启并满足资格时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60CFAF-E891-449C-BD5D-EAAD20D6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610225"/>
            <a:ext cx="11620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237E8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20CD3-1587-419E-8ECF-D60B39038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48325"/>
            <a:ext cx="114490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普通 Mesh 双向 Write 的顺序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7D2D9A-859D-446A-9992-3CB2FEC5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24550"/>
            <a:ext cx="1139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73" b="1">
                <a:solidFill>
                  <a:srgbClr val="237E80"/>
                </a:solidFill>
                <a:latin typeface="PingFang SC"/>
                <a:ea typeface="PingFang SC"/>
                <a:cs typeface="PingFang SC"/>
              </a:defRPr>
            </a:pPr>
            <a:r>
              <a:rPr sz="1073" b="1">
                <a:solidFill>
                  <a:srgbClr val="237E80"/>
                </a:solidFill>
                <a:latin typeface="PingFang SC"/>
                <a:ea typeface="PingFang SC"/>
                <a:cs typeface="PingFang SC"/>
              </a:rPr>
              <a:t>Record(ACK)  →  Wait(ACK)  →  Write(slice)  →  Record(DATA_SIGNAL)  →  Wait(DATA_SIGNAL)  →  LocalCopy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C95806-855A-4025-B797-CE597BC20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81725"/>
            <a:ext cx="11391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23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前五步属于 SendRecvWrite；最后 LocalCopy 由上层模板 PostCopy 调用。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F99720-4248-432C-BDB2-198F869E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ACEEEA-7884-4E24-8DC1-6E3CFAD80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23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3FA1CF-0A17-4FA1-837A-43190AC3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源码：hcomm_primitives_dl.cc:152–193；kernel_launch.cc:348–725；alg_data_trans_wrapper.cc:428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1228972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148A05-D9FB-4959-B1B0-F88F12AB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算法、协议与缓存的变化核查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67FD4-F503-4512-9313-79FC7037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保持相同的条件字段，比较 API 集合、参数和执行次数的变化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7028D0-C6B1-4CA3-AD7C-4CF9DE9E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graphicFrame>
        <p:nvGraphicFramePr>
          <p:cNvPr id="42" name=""/>
          <p:cNvGraphicFramePr/>
          <p:nvPr/>
        </p:nvGraphicFramePr>
        <p:xfrm>
          <a:off xmlns:a="http://schemas.openxmlformats.org/drawingml/2006/main" x="285750" y="952500"/>
          <a:ext xmlns:a="http://schemas.openxmlformats.org/drawingml/2006/main" cx="11620500" cy="30956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43075"/>
                <a:gridCol w="4124325"/>
                <a:gridCol w="2990850"/>
                <a:gridCol w="2762250"/>
              </a:tblGrid>
              <a:tr h="2952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变化因素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代码中的条件 / 分支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接口变化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核查重点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 单 / 多 Channel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150 MiB 阈值对应两个算法名</a:t>
                      </a:r>
                    </a:p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注册到同一个普通 Mesh Template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可保留相同 API 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看 Thread / Channel 数与 slice 参数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协议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KernelRun：isDmaRead_ = IsPcieProtocol(...)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Write 改 Read；中转拷贝前移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先 PreCopy，再从远端 CCL 读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MultiJetty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InsTempUbxAlltoAllVMesh1D 的相关分支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可能用 HcommBatchTransferOnThread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不能推广到普通 Mesh 包装器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窗口探测成功，算法 / 拓扑允许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可减少 CCL PreCopy / PostCopy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检查远端地址来源与访问方式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资源缓存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TryReuseResource / HcclEngineCtxGet 命中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减少重新申请与建链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不是每次都创建 Endpoint / Channel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任务缓存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Lookup miss 录制；hit 重放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hit 跳过本次 OpOrchestrate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00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通信任务仍实际执行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A7C02-6E9A-403D-912D-58A9DD68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91025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Task Cache 分支的精确调用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633FED-A574-4677-83EE-2BD4E756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64E98-A9DE-4CB1-BD9B-3B3C001E7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464820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86703" y="464867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90475E-466E-4CA7-9975-723105259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876800"/>
            <a:ext cx="21050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7845B5-8F95-4363-B4E6-5570EDFC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05375"/>
            <a:ext cx="19716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Lookup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AAEFF-43C6-4E52-B62F-C0195E8D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24450"/>
            <a:ext cx="19716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查询已录制任务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89FC3-3072-4E7E-824E-9EE65E4C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76800"/>
            <a:ext cx="461962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668AC9-D340-48D9-A596-D399363F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905375"/>
            <a:ext cx="44862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miss：Start → OpOrchestrate → End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F2660D-0208-4AC7-8627-6F0B5EC7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5124450"/>
            <a:ext cx="4486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首次仍生成 D1 / D3 原语任务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E917C3-F398-4BCE-A0EC-9AC6FD39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876800"/>
            <a:ext cx="3105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DD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8EC6D-2936-4E2B-B151-C9E633A50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4905375"/>
            <a:ext cx="2971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hit：Execute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8111A-FFF8-451F-9E4B-77E1EF02E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5124450"/>
            <a:ext cx="2971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刷新地址，重放任务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B6597D-B478-4DB2-94BE-A4F5BF22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C0425-9DAB-46B7-A6D7-C869ED7B0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1017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391728" y="5210652"/>
            <a:ext cx="8658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37CC49-5463-445D-A9A4-675D4F5A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943475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miss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18E31-4CE0-4522-A1D4-CDD4F1B7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4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A6F598-DAC6-43E5-940B-4C75D8F2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2" name=""/>
          <p:cNvCxnSpPr>
            <a:stCxn xmlns:a="http://schemas.openxmlformats.org/drawingml/2006/main" id="2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333977" y="55445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C9103-F60F-4860-88B7-8210CDF8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829067-5151-4C5F-AC0D-8ECF7A25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5" name="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334453" y="5801202"/>
            <a:ext cx="90192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AC79B8-865F-4DB1-85C3-52F67C2F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8007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475881-AA2B-4768-AA3A-BDD012D05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5543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68" name=""/>
          <p:cNvCxnSpPr>
            <a:stCxn xmlns:a="http://schemas.openxmlformats.org/drawingml/2006/main" id="28" idx="0"/>
            <a:endCxn xmlns:a="http://schemas.openxmlformats.org/drawingml/2006/main" id="29" idx="2"/>
          </p:cNvCxnSpPr>
          <p:nvPr/>
        </p:nvCxnSpPr>
        <p:spPr>
          <a:xfrm xmlns:a="http://schemas.openxmlformats.org/drawingml/2006/main" flipV="1">
            <a:off x="10354152" y="5544503"/>
            <a:ext cx="0" cy="256222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368609-81B9-4613-95B7-C3E96E62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5591175"/>
            <a:ext cx="30765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hit（跳过逐条展开）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06B0C1-7E17-4EEB-86E5-F789016C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19800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3646C62-2C88-4EC8-979B-5466DE10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57900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完整前缀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F66839-98F6-472C-92D5-75A39CF8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57900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Lookup / Start / End / Execute / Clear 均为 HcommAicpuTsTaskCache*。Clear 属于录制错误或清理条件，不是每次必调。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1F5F3DF-2EC7-410F-B912-6CECC6745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0EEF50-E145-4057-A091-20B77C9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75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063EE21-F691-42AE-A3F0-BC41BB42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源码：alltoall_auto_selector.cc:131；Mesh / UBX 模板；kernel_launch.cc:499–595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1234958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AA28629-A0AB-4C86-A97F-22E445B7A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61925"/>
            <a:ext cx="1162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A1262D"/>
                </a:solidFill>
                <a:latin typeface="PingFang SC"/>
                <a:ea typeface="PingFang SC"/>
                <a:cs typeface="PingFang SC"/>
              </a:rPr>
              <a:t>接口归属与非必经调用清单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DC47C-F3E0-4FCD-9727-9B3D55B5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561975"/>
            <a:ext cx="11144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逐项排除“名称相近”“能力存在”“框架内部函数”带来的误标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C9875-0D1F-4B06-8AD5-1A8426C5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61975"/>
            <a:ext cx="371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825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2029BE-CB45-4787-AFA1-23A8B84D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933450"/>
            <a:ext cx="11620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345B8C"/>
                </a:solidFill>
                <a:latin typeface="PingFang SC"/>
                <a:ea typeface="PingFang SC"/>
                <a:cs typeface="PingFang SC"/>
              </a:rPr>
              <a:t>AllToAll 发射边界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336E30-C59F-46E4-8EF3-D9E500AF1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3D4D27-0994-43A3-A974-8F19A39A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1906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6703" y="1191102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7620">
            <a:solidFill>
              <a:srgbClr val="345B8C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4A27C-0CFE-4BE8-8194-F768F1E01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381125"/>
            <a:ext cx="404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EF7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A347C4-B497-4CA4-9741-08D98EC71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409700"/>
            <a:ext cx="3914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HcclAicpuKernelEntranceLaunch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D9430-BDB2-4805-94C9-0E94801A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1628775"/>
            <a:ext cx="391477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内部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04DD5-526D-4149-9D39-BC47E6AAC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381125"/>
            <a:ext cx="28860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584283-750F-461C-91A4-0A104BC9D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409700"/>
            <a:ext cx="27527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AicpuKernelLaunch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3B62F-9B89-42BD-9FBF-DDF59695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628775"/>
            <a:ext cx="27527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HCCL 内部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ACAE1B-B117-4D9E-AF83-65EE84D1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81125"/>
            <a:ext cx="3695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E"/>
          </a:solidFill>
          <a:ln xmlns:a="http://schemas.openxmlformats.org/drawingml/2006/main" w="7620">
            <a:solidFill>
              <a:srgbClr val="88939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84117D-8878-4663-A6F8-F384FBA19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409700"/>
            <a:ext cx="3562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aclrtLaunchKernelWithConfig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EBD677-53A2-4C34-819F-DEEDFF247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628775"/>
            <a:ext cx="3562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ACL Runtime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6138ED-15C1-4C79-8EEF-6C2FA392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47E6FF-6C73-4585-B9A7-B2E2B4F2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9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4334828" y="172450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941A28-BFDD-44D8-80D6-CF016DE5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8B16F5-C862-4A77-A16F-CAECD504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240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2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7716203" y="1724502"/>
            <a:ext cx="494347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345B8C"/>
            </a:solidFill>
            <a:prstDash val="solid"/>
            <a:tailEnd type="triangle" w="sm" len="sm"/>
          </a:ln>
        </p:spPr>
      </p:cxnSp>
      <p:graphicFrame>
        <p:nvGraphicFramePr>
          <p:cNvPr id="53" name=""/>
          <p:cNvGraphicFramePr/>
          <p:nvPr/>
        </p:nvGraphicFramePr>
        <p:xfrm>
          <a:off xmlns:a="http://schemas.openxmlformats.org/drawingml/2006/main" x="285750" y="2362200"/>
          <a:ext xmlns:a="http://schemas.openxmlformats.org/drawingml/2006/main" cx="116205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933825"/>
                <a:gridCol w="6105525"/>
                <a:gridCol w="1581150"/>
              </a:tblGrid>
              <a:tr h="2857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不应标成普通主例必经的接口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源码证据 / 正确边界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对应类别</a:t>
                      </a:r>
                    </a:p>
                  </a:txBody>
                  <a:tcPr marL="57150" marR="57150" marT="9525" marB="9525" anchor="ctr">
                    <a:solidFill>
                      <a:srgbClr val="628F36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HcclAicpuKernelLaunch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当前 HCCL 调用条件限定 Send / Recv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算子编排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HcclTaskRegister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该调用点属于 CPU / DPU engine 分支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算子编排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HcommCcuKernelLaunch / CCU C++ DSL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本例执行引擎为 AICPU_TS，不走 CCU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/ D5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HcclCommMemReg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OPBASE 资源函数没有该直接必调；底层 HcommMemReg 按需发生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内存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HcommChannelCreate / HcommChannelGetStatus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实际分别为 HcommCollectiveChannelCreate / 内部 ChannelProcess::ChannelGetStatus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基础通信资源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HcommLocalReduceOnThread / ReadReduce / WriteReduce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AllToAll 交换数据，不具有数值归约动作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D2 数据计算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BatchTransfer / WriteWithNotify / Nbi / Fence / Drain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存在接口不代表当前 Mesh 包装器使用；部分引擎还有支持限制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/ D3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HcclCommInit* / HcclCommDestroy</a:t>
                      </a:r>
                    </a:p>
                  </a:txBody>
                  <a:tcPr marL="57150" marR="57150" marT="9525" marB="9525" anchor="ctr">
                    <a:solidFill>
                      <a:srgbClr val="F0F2F2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通信域外围生命周期，不能画成每次算子创建再销毁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72127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通信域资源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5733C9-601B-492E-84C2-639598935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048375"/>
            <a:ext cx="11620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CC8F5FB-D5E3-49FC-919B-53FA4316A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6086475"/>
            <a:ext cx="1495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保留分析边界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83C6F9-A952-4D9E-ACFD-8CAD9679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6086475"/>
            <a:ext cx="98774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defRPr>
            </a:pPr>
            <a:r>
              <a:rPr sz="960" b="0">
                <a:solidFill>
                  <a:srgbClr val="172127"/>
                </a:solidFill>
                <a:latin typeface="PingFang SC"/>
                <a:ea typeface="PingFang SC"/>
                <a:cs typeface="PingFang SC"/>
              </a:rPr>
              <a:t>没有上板 trace。本报告给出指定源码基线下的可达调用与条件，不能直接推导每次 API 调用次数或耗时。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863B2E-29A6-40E6-9D77-5709A302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F43B18-1CA7-4A05-8033-51B28F50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5722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9" name=""/>
          <p:cNvCxnSpPr>
            <a:stCxn xmlns:a="http://schemas.openxmlformats.org/drawingml/2006/main" id="27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86703" y="6572727"/>
            <a:ext cx="11619547" cy="0"/>
          </a:xfrm>
          <a:prstGeom xmlns:a="http://schemas.openxmlformats.org/drawingml/2006/main" prst="straightConnector1">
            <a:avLst/>
          </a:prstGeom>
          <a:ln xmlns:a="http://schemas.openxmlformats.org/drawingml/2006/main" w="5715">
            <a:solidFill>
              <a:srgbClr val="889397"/>
            </a:solidFill>
            <a:prstDash val="soli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DEA673-248E-423E-B8B0-F55C047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" y="6619875"/>
            <a:ext cx="116014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defRPr>
            </a:pPr>
            <a:r>
              <a:rPr sz="623" b="0">
                <a:solidFill>
                  <a:srgbClr val="53616A"/>
                </a:solidFill>
                <a:latin typeface="PingFang SC"/>
                <a:ea typeface="PingFang SC"/>
                <a:cs typeface="PingFang SC"/>
              </a:rPr>
              <a:t>源码：op_common.cc:1005–1203；hcomm/include/hccl/hccl_launch.h:144；AICPU primitive:1193   基线 hccl 170ddeec / hcomm 87ce550f，静态源码分析</a:t>
            </a:r>
          </a:p>
        </p:txBody>
      </p:sp>
    </p:spTree>
    <p:extLst>
      <p:ext uri="{BB962C8B-B14F-4D97-AF65-F5344CB8AC3E}">
        <p14:creationId xmlns:p14="http://schemas.microsoft.com/office/powerpoint/2010/main" val="8317548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2026-09-27T10:50:01.2450000Z</dcterms:created>
  <dcterms:modified xsi:type="dcterms:W3CDTF">2026-09-27T10:50:01.2450000Z</dcterms:modified>
</coreProperties>
</file>