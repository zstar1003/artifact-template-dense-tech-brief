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80dff5a6cb466a" /><Relationship Type="http://schemas.openxmlformats.org/officeDocument/2006/relationships/extended-properties" Target="/docProps/app.xml" Id="R9e87990366ca4a37" /><Relationship Type="http://schemas.openxmlformats.org/officeDocument/2006/relationships/officeDocument" Target="/ppt/presentation.xml" Id="Rce3fa90377bf49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a5a613e99343f7"/>
  </p:sldMasterIdLst>
  <p:notesMasterIdLst>
    <p:notesMasterId xmlns:r="http://schemas.openxmlformats.org/officeDocument/2006/relationships" r:id="R3fb1b41d88494f9e"/>
  </p:notesMasterIdLst>
  <p:sldIdLst>
    <p:sldId xmlns:r="http://schemas.openxmlformats.org/officeDocument/2006/relationships" id="256" r:id="Rb9011bf3ce444b21"/>
    <p:sldId xmlns:r="http://schemas.openxmlformats.org/officeDocument/2006/relationships" id="257" r:id="R8eb968994e5d4a70"/>
    <p:sldId xmlns:r="http://schemas.openxmlformats.org/officeDocument/2006/relationships" id="258" r:id="R6b8e02e972794eed"/>
    <p:sldId xmlns:r="http://schemas.openxmlformats.org/officeDocument/2006/relationships" id="259" r:id="R859edb3b2fcd4d85"/>
    <p:sldId xmlns:r="http://schemas.openxmlformats.org/officeDocument/2006/relationships" id="260" r:id="R1a07c2a445e04a9d"/>
    <p:sldId xmlns:r="http://schemas.openxmlformats.org/officeDocument/2006/relationships" id="261" r:id="Rf28c2be4e3074c19"/>
    <p:sldId xmlns:r="http://schemas.openxmlformats.org/officeDocument/2006/relationships" id="262" r:id="R5365c1ca2c304acf"/>
    <p:sldId xmlns:r="http://schemas.openxmlformats.org/officeDocument/2006/relationships" id="263" r:id="R55b18bdd50b640b0"/>
    <p:sldId xmlns:r="http://schemas.openxmlformats.org/officeDocument/2006/relationships" id="264" r:id="R74e51e6c492e45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13371b1f934f28" /><Relationship Type="http://schemas.openxmlformats.org/officeDocument/2006/relationships/slideMaster" Target="/ppt/slideMasters/slideMaster1.xml" Id="R7fa5a613e99343f7" /><Relationship Type="http://schemas.openxmlformats.org/officeDocument/2006/relationships/notesMaster" Target="/ppt/notesMasters/notesMaster1.xml" Id="R3fb1b41d88494f9e" /><Relationship Type="http://schemas.openxmlformats.org/officeDocument/2006/relationships/presProps" Target="/ppt/presProps.xml" Id="Rc407d650a02546ce" /><Relationship Type="http://schemas.openxmlformats.org/officeDocument/2006/relationships/tableStyles" Target="/ppt/tableStyles.xml" Id="R53079ebb2e974f77" /><Relationship Type="http://schemas.openxmlformats.org/officeDocument/2006/relationships/slide" Target="/ppt/slides/slide1.xml" Id="Rb9011bf3ce444b21" /><Relationship Type="http://schemas.openxmlformats.org/officeDocument/2006/relationships/slide" Target="/ppt/slides/slide2.xml" Id="R8eb968994e5d4a70" /><Relationship Type="http://schemas.openxmlformats.org/officeDocument/2006/relationships/slide" Target="/ppt/slides/slide3.xml" Id="R6b8e02e972794eed" /><Relationship Type="http://schemas.openxmlformats.org/officeDocument/2006/relationships/slide" Target="/ppt/slides/slide4.xml" Id="R859edb3b2fcd4d85" /><Relationship Type="http://schemas.openxmlformats.org/officeDocument/2006/relationships/slide" Target="/ppt/slides/slide5.xml" Id="R1a07c2a445e04a9d" /><Relationship Type="http://schemas.openxmlformats.org/officeDocument/2006/relationships/slide" Target="/ppt/slides/slide6.xml" Id="Rf28c2be4e3074c19" /><Relationship Type="http://schemas.openxmlformats.org/officeDocument/2006/relationships/slide" Target="/ppt/slides/slide7.xml" Id="R5365c1ca2c304acf" /><Relationship Type="http://schemas.openxmlformats.org/officeDocument/2006/relationships/slide" Target="/ppt/slides/slide8.xml" Id="R55b18bdd50b640b0" /><Relationship Type="http://schemas.openxmlformats.org/officeDocument/2006/relationships/slide" Target="/ppt/slides/slide9.xml" Id="R74e51e6c492e45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b69c271ba543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bf53c16a10465e" /><Relationship Type="http://schemas.openxmlformats.org/officeDocument/2006/relationships/notesMaster" Target="/ppt/notesMasters/notesMaster1.xml" Id="Rd69211f1426245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f54ddebd024b14" /><Relationship Type="http://schemas.openxmlformats.org/officeDocument/2006/relationships/notesMaster" Target="/ppt/notesMasters/notesMaster1.xml" Id="R54f8726625664e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ee6e6501b6426f" /><Relationship Type="http://schemas.openxmlformats.org/officeDocument/2006/relationships/notesMaster" Target="/ppt/notesMasters/notesMaster1.xml" Id="Rfd44a72922de4c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510e3284684f9b" /><Relationship Type="http://schemas.openxmlformats.org/officeDocument/2006/relationships/notesMaster" Target="/ppt/notesMasters/notesMaster1.xml" Id="Rf5c70b0f93cb4c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bfbf74f5264409" /><Relationship Type="http://schemas.openxmlformats.org/officeDocument/2006/relationships/notesMaster" Target="/ppt/notesMasters/notesMaster1.xml" Id="Rbbcd37f9b5b046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7ce5ea83314e94" /><Relationship Type="http://schemas.openxmlformats.org/officeDocument/2006/relationships/notesMaster" Target="/ppt/notesMasters/notesMaster1.xml" Id="R937c7c26f81248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ddbbd2428648a9" /><Relationship Type="http://schemas.openxmlformats.org/officeDocument/2006/relationships/notesMaster" Target="/ppt/notesMasters/notesMaster1.xml" Id="R63d522075ec44f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54242b0edc4e27" /><Relationship Type="http://schemas.openxmlformats.org/officeDocument/2006/relationships/notesMaster" Target="/ppt/notesMasters/notesMaster1.xml" Id="Rcdc7252fee434f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2e380525fb4f3d" /><Relationship Type="http://schemas.openxmlformats.org/officeDocument/2006/relationships/notesMaster" Target="/ppt/notesMasters/notesMaster1.xml" Id="Re824b385c94d4d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本页是职责与资源交接图，横向同层表示并列职责，并不表示左侧四类控制面资源在一次调用里严格串行。HCOMM C1 的 Thread / Channel 是域级获取接口，C5 是内部下钻的基础资源。L2/L3 与控制面/数据面是独立分类维度。图中的短数据面名称完整符号见备注中的分类清单。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本页是折叠后的四泳道图。先沿左半页自上而下读 01–06，红色折线表示 ACL 发射的跨端交接，再沿右半页读 07–12。每一行左边是 HCCL 的处理，右边是其涉及的接口或具体产物，短横箭头表示该阶段的子调用，不是所有右列 API 在左列全部结束后才调用。行内 API 之间的准确先后以明示箭头和本备注为准。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01：HcclAlltoAll 在新流程分支进行 CheckAlltoAllInputPara，查询 rankSize/commName/rankId，校验 tag/count/type/rank，ConvertAlltoAllParam 构造 sendCounts/recvCounts/sdispls/rdispls。经 AlltoAllVOutPlace → AlltoAllVOutPlaceCommon，PreCheckSymmetricMemory 可调用 HcclCommSymWinGet（版本、算子和模式满足时探测，不等于成功命中窗口）。AlltoAllVConstructOpParam 包装输入/输出指针、长度、stream、mode、engine、varData；HcclGetOpExpansionMode 内调用 HcclConfigGetInfo。AlltoAllVExecDispatch 再调用 Selector。AllToAll 复用 AllToAllV 的参数和执行基础设施，并不把 opType 改成 ALLTOALLV。</a:t>
            </a:r>
          </a:p>
          <a:p xmlns:a="http://schemas.openxmlformats.org/drawingml/2006/main">
            <a:r>
              <a:t>02：HcclCalcTopoInfo 先 HcclEngineCtxGet；拓扑 miss 时 InitRankInfo 查询成员、层级、实例、链路等，Serialize 后 HcclEngineCtxCreate 保存。普通 Mesh 分支选择 AicpuAllToAllSoleMesh 或 AicpuAllToAllSoleMeshSingleChannel，两者都注册到普通 Mesh Template；不同选择器/配置可改变结果。</a:t>
            </a:r>
          </a:p>
          <a:p xmlns:a="http://schemas.openxmlformats.org/drawingml/2006/main">
            <a:r>
              <a:t>03–05：HcclExecOp 在 HcclGetAlgRes 之前 AcquireWithStream 并将 CPU_TS Thread 导出给 AICPU。TryReuseResource 命中算法上下文时不再执行 CalcRes/申请等；不是说之后完全没有任何控制面调用。miss 时 GetAlgoMeta、CalcAlgHierarchyInfoV2、CalcRes 生成 resourceRequest；HcclAllocAlgResourceAICPU 先本地 Buffer，再 Thread，再 Channel。BuildChannelInfo 还调用 HcclRankGraphGetEndpointInfo〔C3〕；远端 Buffer 查询内调 HcommChannelGetRemoteMems〔C2〕。Serialize 后 HcclEngineCtxCreate/Copy 复制资源元数据到设备。回到 HcclExecOp 再把 AICPU 主 Thread 导出到 CPU_TS。DFX、能力检测及一致性检查是横切调用。</a:t>
            </a:r>
          </a:p>
          <a:p xmlns:a="http://schemas.openxmlformats.org/drawingml/2006/main">
            <a:r>
              <a:t>06：Host 的 HcommThreadNotifyRecordOnThread(cpuTsThread, exportedCpuTsThread, notifyNumOnMainThread-1) 先入队；可选保序后 AicpuKernelLaunch 组 ACL 参数，调用 aclrtLaunchKernelWithConfig；Host 侧随后通过 HcclThreadNotifyWaitOnThreadDefault 对应完成通知入队等待。HcclAicpuKernelLaunch 公开 API 当前仅 Send/Recv 分支调用，不应画成 AllToAll 必经。</a:t>
            </a:r>
          </a:p>
          <a:p xmlns:a="http://schemas.openxmlformats.org/drawingml/2006/main">
            <a:r>
              <a:t>07：HcclLaunchAicpuKernel 先 HcommAcquireComm；按能力发保序通知/检查状态。设备 g_cacheManager 命中时可复用反序列化结果；否则 DeserializeResCtx 后缓存。RestoreVarDataAlltoAllV 修复变长数组的指针。随后 BatchModeStart、DFX 和 KernelStartTask。</a:t>
            </a:r>
          </a:p>
          <a:p xmlns:a="http://schemas.openxmlformats.org/drawingml/2006/main">
            <a:r>
              <a:t>08：TaskCache 关闭则直接 OpOrchestrate。可选超时接口后 Wait Host-ready。GetAlgExec 取得 executor 并调用 Orchestrate。任务缓存命中则 Execute 刷新地址并重放，跳过 08–11 的本次逐条展开；运行生命周期仍保留。</a:t>
            </a:r>
          </a:p>
          <a:p xmlns:a="http://schemas.openxmlformats.org/drawingml/2006/main">
            <a:r>
              <a:t>09–10：Executor::Orchestrate 恢复映射、数据类型、counts/displs。OrchestrateLoop 受 CCL scratch 与 UB_MAX_DATA_SIZE 限制进行外层分块，按每 Peer 剩余 counts 更新本轮描述，逐块 KernelRun。KernelRun 检查 IsPcieProtocol，普通非 PCIe 是 Write；RunALLtoALL 在多线程时 PreSync，然后按通信轮次 CalcCommRankSetForOneLoop。自分片在首通信轮 LocalCopyForMyRank。RunSendRecvByLoop 对 Peer 分割端口组数据，RunSendRecvByChannel 计算 CCL 槽和 queIdx，构造 src/dst/remoteOffset 的 DataSlices，再 RunSendRecv。双向非零调用 SendRecvWrite，仅发送/接收则分别 SendWrite/RecvWrite。</a:t>
            </a:r>
          </a:p>
          <a:p xmlns:a="http://schemas.openxmlformats.org/drawingml/2006/main">
            <a:r>
              <a:t>11：SendRecvWrite 的精确顺序是 recvChannel Record(ACK)、sendChannel Wait(ACK)、sendChannel Write 每个非零 slice、sendChannel Record(DATA_SIGNAL)、recvChannel Wait(DATA_SIGNAL)。普通内存 Write 分支在上层模板 PostCopy 才把本地 CCL 拷到 userOut。不能把 PostCopy 算成 SendRecvWrite 内部第六个调用。</a:t>
            </a:r>
          </a:p>
          <a:p xmlns:a="http://schemas.openxmlformats.org/drawingml/2006/main">
            <a:r>
              <a:t>12：PostSyncInterThreads 源码在主 Thread 上先排 Wait，再在从 Thread 排 Record；它们建立依赖，不要误说 C++ 调用先 Record 后 Wait。最终 Kernel 在算法主 Thread 上 Record 到 exportedAicpuTsThread，Host 步骤06入队的 Wait 消费此通知；随后 ProfilingEnd/DeviceOp、BatchModeEnd、ReleaseComm。API 返回/Kernel CPU 返回不等于所有 Rank 全局同步完成。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星号展开：HcommThreadNotifyWaitOnThreadWithDefaultTimeout 或 HcommThreadNotifyWaitOnThread(...timeout)；HcommChannelNotifyWaitOnThreadWithDefaultTimeout 或 HcommChannelNotifyWaitOnThread(...timeout)，由 hcomm_primitives_dl.cc 的能力判断二选一。源码包装器分别 HcclThreadNotifyWaitOnThreadDefault、HcclChannelNotifyWaitOnThreadDefault。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本页省略的仅是横切校验、日志、Profiler、异常返回与其它引擎分支，主要功能调用已在第3–4页展开。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本页将总图左半页放大，严格区分函数所在仓库与接口分类。Hccl* 前缀不等于都由 HCCL 仓库实现。右列标 C1/C2/C3 的公开接口归 HCOMM；HcclGetOpExpansionMode、HcclGetAlgRes 等是 HCCL 内部函数。右列第①行“OpExpansionMode → ConfigGetInfo”特意同时列内部包装器和实际接口。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HcclAlltoAll 还执行 InitEnvConfig、CheckAlltoAllInputPara、HcclCheckTag、HcomCheckUserRank、CheckCount、CheckDataType。为避免把错误路径与主要调用混在一起，这些放入备注。原路径在硬件版本小于9或非新OutPlace条件回落旧实现。count全0、单Rank、其它engine分别有提前返回或独立分支。</a:t>
            </a:r>
          </a:p>
          <a:p xmlns:a="http://schemas.openxmlformats.org/drawingml/2006/main">
            <a:r>
              <a:t>② 当前拓扑查询 API 的具体子集取决于拓扑与缓存；完整例举：HcclRankGraphGetLayers、HcclRankGraphGetInstSizeListByLayer、HcclRankGraphGetTopoInstsByLayer、HcclRankGraphGetTopoType、HcclRankGraphGetRanksByTopoInst、HcclRankGraphGetRanksByLayer、HcclRankGraphGetLinks。它们不是任意设备都按此表逐个调用的承诺；成员接口HcclGetRankSize/HcclGetRankId与端点接口HcclRankGraphGetEndpointInfo见本页及后续页。各自完整定义及源行在附带报告中。</a:t>
            </a:r>
          </a:p>
          <a:p xmlns:a="http://schemas.openxmlformats.org/drawingml/2006/main">
            <a:r>
              <a:t>③ HcclExecOp 首先可能被 plugin 接管，也有fallbackCtx路径，此处不画入正常主链。GetAlgoMeta 在 HcclGetAlgRes 中位于 TryReuseResource 之前。TryReuseResource 命中将 resCtxSequence 设为已有设备上下文；后续仍会获取主线程信息、反向导出、发射Kernel，不能推导“控制面调用为零”。</a:t>
            </a:r>
          </a:p>
          <a:p xmlns:a="http://schemas.openxmlformats.org/drawingml/2006/main">
            <a:r>
              <a:t>④ CalcRes 最终调用算法 Template::CalcRes，资源需求包含线程、通知与各Peer通道。HcclGetThreadWithConfig 根据接口能力选择 WithConfig 或旧 Acquire。GetUnfoldThreadInfo 可命中已缓存unfold资源；主/从线程不是每次必重新新建。</a:t>
            </a:r>
          </a:p>
          <a:p xmlns:a="http://schemas.openxmlformats.org/drawingml/2006/main">
            <a:r>
              <a:t>⑤ AddExchangeInfo 仅在相关能力和检查需求满足时 HcclCommAddExchangeInfo。HcclChannelAcquire 内部可命中每个Endpoint、已注册内存或Channel的对象缓存，因此“算法资源miss”不意味着所有基础对象都必新建。BuildChannelInfo 读取 HcclRankGraphGetEndpointInfo、HcclChannelGetHcclBuffer；后者内部 HcommChannelGetRemoteMems 取得远端映射。连接状态查询在 MyRank 流程中为 ChannelProcess::ChannelGetStatus 内部方法，不是导出 HcommChannelGetStatus。</a:t>
            </a:r>
          </a:p>
          <a:p xmlns:a="http://schemas.openxmlformats.org/drawingml/2006/main">
            <a:r>
              <a:t>⑥ HcclEngineCtxCopy 管理元数据，归C1；不得因函数里有Copy就归成payload数据搬运D1。资源上下文缓存的生命周期长于一次算子运行。</a:t>
            </a:r>
          </a:p>
          <a:p xmlns:a="http://schemas.openxmlformats.org/drawingml/2006/main">
            <a:r>
              <a:t>⑦ 这里是两个不同方向的Thread导出：第③行把用户流CPU Thread导出给AICPU用于完成Record；第⑦行把算法AICPU主Thread导出给CPU用于Host-ready Record。Host-ready的notify索引是notifyNumOnMainThread-1。</a:t>
            </a:r>
          </a:p>
          <a:p xmlns:a="http://schemas.openxmlformats.org/drawingml/2006/main">
            <a:r>
              <a:t>⑧ AicpuKernelLaunch 为 HCCL 内部函数。其具体ACL调用是 aclrtBinaryGetFunction(入口名HcclLaunchAicpuKernel)、aclrtKernelArgsInit、Append(&amp;param,sizeof(OpParam)+varMemSize)、Finalize、aclrtLaunchKernelWithConfig。HcclThreadResGetInfo 获取unfold stream；接口缺失/不支持时使用用户stream。HcclAicpuKernelLaunch 导出API此调用点仅Send/Recv，不用于当前AllToAll分支。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可选保序的完整子链：HcclOrderLaunchToOrderStream 检查 HcclDedicatedThreadAcquire 能力，按需要获取Host ORDER_OPBASE和设备order线程，将Host order Thread导出给AICPU；HcommThreadNotifyRecordOnThread(hostOrder,unfold,0) + HcommThreadNotifyWaitOnThread(unfold,0)。Kernel进入后 HcclOrderLaunchNotifyRecord 通过HcommThreadNotifyRecordOnThread(deviceOrder,exportedHostOrder,1)通知Host；HcclOrderLaunchToKernelStream在Host order Thread上Wait notify1。无对应能力/句柄可跳过。图模式ACL event分支不属于本页OPBASE。</a:t>
            </a:r>
          </a:p>
          <a:p xmlns:a="http://schemas.openxmlformats.org/drawingml/2006/main">
            <a:r>
              <a:t>超时：HcclSetNotifyWaitTimeOut包装器按能力调用HcommSetNotifyWaitTimeOut；Wait包装器在HcommThreadNotifyWaitOnThreadWithDefaultTimeout与显式timeout版HcommThreadNotifyWaitOnThread之间选择。</a:t>
            </a:r>
          </a:p>
          <a:p xmlns:a="http://schemas.openxmlformats.org/drawingml/2006/main">
            <a:r>
              <a:t>横切：HcclDfxRegOpInfoByCommId、ReportOpProfilingInfo、HcclReportAicpuKernel；部分能力条件下HcclGroupStatusGet。没有把它们画作改变payload流向的阶段。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的两个纵向泳道分别是HCCL/AICPU组织者与HCOMM执行能力，时间自上而下，行间子循环以标题明确。第⑦行是第⑤行Write动作的嵌套实现放大，不是⑥结束后又发起一次Write。没有把所有潜在接口写成每次都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HcclLaunchAicpuKernel (kernel_launch.cc:348) → HcommAcquireComm (:357) → HcclOrderLaunchNotifyRecord (按句柄和保序能力) → IsOpsV2状态检查（HcclCommGetStatus，SUSPEND分支提前ReleaseComm并返回）→ g_cacheManager.Get或DeserializeResCtx/Put → RestoreVarDataAlltoAllV → HcommBatchModeStart (:473)。HcclDfxRegOpInfoByCommId、HcommProfilingReportKernelStartTask属DFX。OpOrchestrate (:276)按能力调用 HcommThreadResAcquireTimeOut；HcclSetNotifyWaitTimeOut 包装 HcommSetNotifyWaitTimeOut；HcclThreadNotifyWaitOnThreadDefault 等 Host-ready，再取Executor。</a:t>
            </a:r>
          </a:p>
          <a:p xmlns:a="http://schemas.openxmlformats.org/drawingml/2006/main">
            <a:r>
              <a:t>② InsV2AlltoAllVSoleExecutor::Orchestrate (:89) 将resCtx中的threads/CCL/topology/channel map恢复，将param的count/displacements构造成localSendRecvInfo。OrchestrateLoop (:202) 创建模板、CalcScratchMultiple，算maxDataSizePerLoop=min(UB_MAX_DATA_SIZE, aligned(CCL size / scratch multiple))（scratch multiple为零时使用传输上限），再以datatype字节数换算count。按各Peer send/recv最大count算loopTimes，更新processedDataCount、每Peer本轮send/recvCounts和displacements，逐块调用KernelRun (:390)。对称内存有独立优化，当前主例不走。</a:t>
            </a:r>
          </a:p>
          <a:p xmlns:a="http://schemas.openxmlformats.org/drawingml/2006/main">
            <a:r>
              <a:t>③ KernelRun (:167) 检查链路是否PCIe设置isDmaRead_，定位myAlgRank，按需要CalcChannelsPerRank，进入RunALLtoALL (:217)。CalcCommLoops控制通信轮次；threadNum&gt;1时PreSyncInterThreads。PreSync在主Thread入队所有Record，再在从Thread入队Wait；self拷贝只在首通信轮且非零self count时发生。Read分支还有首轮PreCopyByLoop及额外线程同步；当前Write主例不走。</a:t>
            </a:r>
          </a:p>
          <a:p xmlns:a="http://schemas.openxmlformats.org/drawingml/2006/main">
            <a:r>
              <a:t>④ 每轮CalcCommRankSetForOneLoop，对Peer循环取channels，CalcDataSplitByPortGroupCommon计算每端口组send/recv数据。RunSendRecvByChannel (:327)算my/remote CCL buffer index和queIdx，后续通信轮在复用相关buffer时PreSync/PostSync，按channel构造DataSlices。RunSendRecv (:391)按read/write以及非零收发count决定SendRecvWrite、SendWrite、RecvWrite等。不能只依据算子名推出固定的HCOMM调用次数。</a:t>
            </a:r>
          </a:p>
          <a:p xmlns:a="http://schemas.openxmlformats.org/drawingml/2006/main">
            <a:r>
              <a:t>⑤ 完整API顺序（alg_data_trans_wrapper.cc:428–464）：</a:t>
            </a:r>
          </a:p>
          <a:p xmlns:a="http://schemas.openxmlformats.org/drawingml/2006/main">
            <a:r>
              <a:t>1 HcommChannelNotifyRecordOnThread(thread,recvChannel,NOTIFY_IDX_ACK)；</a:t>
            </a:r>
          </a:p>
          <a:p xmlns:a="http://schemas.openxmlformats.org/drawingml/2006/main">
            <a:r>
              <a:t>2 HcclChannelNotifyWaitOnThreadDefault(thread,sendChannel,NOTIFY_IDX_ACK,timeout) 包装后调用 HcommChannelNotifyWaitOnThreadWithDefaultTimeout 或 HcommChannelNotifyWaitOnThread；</a:t>
            </a:r>
          </a:p>
          <a:p xmlns:a="http://schemas.openxmlformats.org/drawingml/2006/main">
            <a:r>
              <a:t>3 对每个非零slice：GetSliceAddr + HcommWriteOnThread(thread,sendChannel,dst,src,length)；</a:t>
            </a:r>
          </a:p>
          <a:p xmlns:a="http://schemas.openxmlformats.org/drawingml/2006/main">
            <a:r>
              <a:t>4 HcommChannelNotifyRecordOnThread(thread,sendChannel,NOTIFY_IDX_DATA_SIGNAL)；</a:t>
            </a:r>
          </a:p>
          <a:p xmlns:a="http://schemas.openxmlformats.org/drawingml/2006/main">
            <a:r>
              <a:t>5 对recvChannel用相同Wait包装器等待DATA_SIGNAL。</a:t>
            </a:r>
          </a:p>
          <a:p xmlns:a="http://schemas.openxmlformats.org/drawingml/2006/main">
            <a:r>
              <a:t>Wait并非主动向Peer发送一个请求，它在本地消费远端记录的通知。双方各自入队的动作存在并行，图不声称全网API串行。</a:t>
            </a:r>
          </a:p>
          <a:p xmlns:a="http://schemas.openxmlformats.org/drawingml/2006/main">
            <a:r>
              <a:t>⑥ RunSendRecvByChannel在普通内存!isDmaRead且recvcount非零时PostCopy。LocalCopy (alg_data_trans_wrapper.cc:880)经size检查、GetSliceAddr后调用HcommLocalCopyOnThread。PostSyncInterThreads (:1045)源代码先向main排Wait，再向sub排Record，约束是main后续任务必须等sub完成；C++函数调用顺序不同于任务完成先后。回Kernel后 HcommThreadNotifyRecordOnThread(mainThread, exportedAicpuTsThread, DEFAULT_NOTIFY_IDX=0) (:603)；HcommProfilingReportKernelEndTask / HcommProfilingReportDeviceOp 后 HcommBatchModeEnd (:618)，末尾 HcommReleaseComm (:725)。该release不销毁comm或Channel。最终payload完成由任务依赖与用户流同步保证，不能以CPU侧API返回等同全Rank完成。</a:t>
            </a:r>
          </a:p>
          <a:p xmlns:a="http://schemas.openxmlformats.org/drawingml/2006/main">
            <a:r>
              <a:t>⑦ hcomm/src/base_comm/primitives/api_c_adpt/aicpu_ts_primitives_c_adpt.cc:495，HcommWriteOnThread检查IsDeviceA5，解包Thread/Channel/StreamLite，BuildLocRmaBufferLite(src,len)并构造远端Buffer(dst,len)，调用BaseTransportLiteImpl::Write。UB具体类位于hcomm/src/legacy/ascend950/unified_platform/resource/transport/aicpu/ub_transport_lite_impl.cc:664：准备SqeConfig/GetTaskId，可选PreLaunchWqe → UbConnLite::Write → 可选PostLaunchWqe → BuildUbDbSendTask → ProfilingProcess。UbConnLite::Write在resource/connection/aicpu/ub_conn_lite.cc:367：ProcessSlices → FillOneSqeWrite(UDMA_OPC_WRITE) → ProcessOneWqe → UpdateWqeTasks，返回pi给上层生成DB任务。这是软件任务构造链，未通过硬件trace证明时序/性能。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任务缓存的完整路径：开启且满足策略时HcommAicpuTsTaskCacheLookup；miss时HcommAicpuTsTaskCacheStart → OpOrchestrate → EnforceLaunchTask（BatchModeEnd/Start flush）→ HcommAicpuTsTaskCacheEnd；hit时HcommAicpuTsTaskCacheExecute刷新用户地址并重放；异常录制可HcommAicpuTsTaskCacheClear。关闭时直接OpOrchestrate。上述条件不能省略成无条件五个串行API。</a:t>
            </a:r>
          </a:p>
          <a:p xmlns:a="http://schemas.openxmlformats.org/drawingml/2006/main">
            <a:r>
              <a:t>Wait完整符号：Thread使用HcommThreadNotifyWaitOnThreadWithDefaultTimeout或HcommThreadNotifyWaitOnThread；Channel使用HcommChannelNotifyWaitOnThreadWithDefaultTimeout或HcommChannelNotifyWaitOnThread。默认超时版本与显式timeout版本二选一。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顶部是 HCCL 调用 HCOMM 再回到 HCCL。中间大框是 HcclChannelAcquire 内 MyRank::CreateChannels 的顺序依赖，③向下展开。框内 API 是否触发取决于对象局部缓存。HcclChannelAcquire 还含 V2 准备与结束步骤，本页保留在顶部说明和备注。950 的连接后一致性校验使用 BatchExchangeAndCheckConsistency。FinalizeChannelsByEngine 为 AICPU 准备设备侧句柄。BuildChannelInfo 还调用 HcclRankGraphGetEndpointInfo〔C3〕。HcommChannelUpdateMemInfo 仅在复用通道且新增附加注册内存时调用。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先读左侧 API 和参数，再读两条生命线间的动作方向。步骤2、5箭头表示远端通知被本地 Wait 消费，并非本地 Wait 主动向远端发数据。Rank j 的对称 Write 没有另外画成第7步，以免改变本端调用次序。两个方向的实际入队可并行，该图不表示跨 Rank 全局串行。非零 slice 逐个 Write，零 slice 可跳过。Wait 的完整默认超时符号为 HcommChannelNotifyWaitOnThreadWithDefaultTimeout；否则调用 HcommChannelNotifyWaitOnThread(...timeout)。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图中的 i → j 始终指数据方向。Write 由发送方 i 发起，Read 由接收方 j 发起，不能将 Read 的数据方向误画为其调用方向。本页对称地重排了本 Rank 视角，以保持比较坐标一致。实际 Read 模式首轮 PreCopyByLoop 后有额外线程同步，后续轮次按分片 PreCopy；普通非对称内存的 Read 直接到用户输出。本页只比较普通内存，命中对称内存时可减少中转。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这两幅图是独立分支。资源命中并不自动意味着任务缓存命中。上图 miss 时通过 HcclGetAlgRes 计算资源，下图 miss 时执行 HcommAicpuTsTaskCacheStart、OpOrchestrate、HcommAicpuTsTaskCacheEnd；hit 为 HcommAicpuTsTaskCacheExecute。录制出错可 HcommAicpuTsTaskCacheClear。箭头表示逻辑分流，不含每个异常清理调用。Clear、Start、End、Execute 的公共前缀都是 HcommAicpuTsTaskCache。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矩阵列并非互斥的所有场景：对称内存、资源缓存和任务缓存属于可叠加条件。用文字状态确保黑白打印仍能理解。“使用”表示能力涉及，不是承诺每次都走同一个导出符号或调用固定次数。MultiJetty 对应 InsTempUbxAlltoAllVMesh1D，部分 SendRecvBatchRead 可使用 HcommBatchTransferOnThread，兼容能力不足有回退。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139e9a5b1f4d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185a6c39b64c05" /><Relationship Type="http://schemas.openxmlformats.org/officeDocument/2006/relationships/slideLayout" Target="/ppt/slideLayouts/slideLayout1.xml" Id="R7ca743c89de342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a743c89de342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95383c49c41a6" /><Relationship Type="http://schemas.openxmlformats.org/officeDocument/2006/relationships/notesSlide" Target="/ppt/notesSlides/notesSlide1.xml" Id="Ref5d9a6ae86445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badf962bc4af0" /><Relationship Type="http://schemas.openxmlformats.org/officeDocument/2006/relationships/notesSlide" Target="/ppt/notesSlides/notesSlide2.xml" Id="R8086f9a5a93547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5dfc4d8674381" /><Relationship Type="http://schemas.openxmlformats.org/officeDocument/2006/relationships/notesSlide" Target="/ppt/notesSlides/notesSlide3.xml" Id="Rb22f0251ba9047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f86ddfcca4f5e" /><Relationship Type="http://schemas.openxmlformats.org/officeDocument/2006/relationships/notesSlide" Target="/ppt/notesSlides/notesSlide4.xml" Id="R89c6b68ebdf744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5d915b2934af9" /><Relationship Type="http://schemas.openxmlformats.org/officeDocument/2006/relationships/notesSlide" Target="/ppt/notesSlides/notesSlide5.xml" Id="Rb0efe8a482e446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70137f99c4d9d" /><Relationship Type="http://schemas.openxmlformats.org/officeDocument/2006/relationships/notesSlide" Target="/ppt/notesSlides/notesSlide6.xml" Id="R317ad5fe6a524a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69bd60de94903" /><Relationship Type="http://schemas.openxmlformats.org/officeDocument/2006/relationships/notesSlide" Target="/ppt/notesSlides/notesSlide7.xml" Id="Rca8f9b49254b46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9bceea3cb4af5" /><Relationship Type="http://schemas.openxmlformats.org/officeDocument/2006/relationships/notesSlide" Target="/ppt/notesSlides/notesSlide8.xml" Id="R5cb05795106c4e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f0f3ebef14cfb" /><Relationship Type="http://schemas.openxmlformats.org/officeDocument/2006/relationships/notesSlide" Target="/ppt/notesSlides/notesSlide9.xml" Id="R6cd2cfa202604b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28F578C-38D4-4ABA-BEB2-D1E9A677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/ HCOMM 分工与接口边界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0AEE0-1CD5-4925-BA1F-974AB0E5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Ascend 950 · AICPU_TS · 单算子 OPBASE；多 Rank、非零数据，普通 Mesh 实例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CEBC6-3CDF-4565-B9D7-790DCC1C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44338-4E81-4CD2-A83B-AF789C26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3AC12-69D6-49BD-ACBB-0A7A1841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9715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HCCL：集合算法与执行组织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5EC4-999F-4E0C-8874-1F58146B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21431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80CDB-F3BC-47E4-912D-79885465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502C6-1030-4701-B166-655BCFBF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等长参数归一化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0AA2C-867E-4409-B431-A512A594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4F8ED-3AFF-436A-8EBC-4336AFB8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52550"/>
            <a:ext cx="2200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8D305-A00F-49FF-927D-78E9FD0A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71625"/>
            <a:ext cx="2200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拓扑与数据量决定算法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CD954-7428-487B-83C2-403FB433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323975"/>
            <a:ext cx="29432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DACFF-D554-4DA5-A4DC-69BBAC25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35255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 / Template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47E1F-9778-4595-80B8-7263EDA3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716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计算资源需求、编排每个 Peer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3D413-0170-42B2-9746-47161F27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323975"/>
            <a:ext cx="23622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18B3F-E27E-4E31-932F-05075D70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525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发射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EBC2E-0195-47D4-9F4F-69DC7DD6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71625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内部函数调用 ACL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6BA46-0B68-4077-A78A-D0ED8BF1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EB170-9556-43BD-87B7-541EC9AC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9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60127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3C728-E0C1-4176-94AA-8751019B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6F763-24C5-48C9-8618-94DA6FA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2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430203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BC55A-9AC9-4210-9E08-1C898EB8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77771-75FF-443C-A1BE-49CF4EA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5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86872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CF0FEC-E7C8-43E6-A7D9-F7B49147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1162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78861-DE60-4CA0-B0B5-070C8527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5747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控制面：准备与复用资源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45A036-B893-4994-AC46-EEE95391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C3 拓扑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1BFAB-CF90-405F-B32E-B25F59AE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/ Layer / Endpoint / Link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7BD0F0-3766-49C8-947A-203C069A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D1D95A-A68D-49CA-A754-8CABF862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32B432-4756-4EF9-8DDB-344E4084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3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21992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7A5EF8-9735-4BE1-84B2-9CE5A3FA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C1 通信域资源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DF1B09-BEC7-4A5F-84B4-3861CC42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EngineCtx / Thread / Channel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484AE7-2A32-482A-8AAC-E332A2F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818447-3CA6-46D1-9D5A-A0ABA61F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32AA4B-29F1-4C9A-8D15-9E2A2ACD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9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6067902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B6C6CA-66D0-40E9-9924-F9D272EA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C2 内存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34F488-88B4-48E0-8FFD-4C2C5C3A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 / 远端 CCL Buffer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E8B105-FCD6-4D82-AFD7-B4B01E0F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37AF3D-57F2-4707-964F-3CF0DC37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F3CA7F-CE76-48C6-99DB-F3FFBFCD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5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891587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46A450-D4D0-4CAB-8287-C91BCB75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C5 基础通信资源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F2072C-C45F-4279-89EE-B84EB52E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 / 底层 Channel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83F81D-573F-47FE-A995-58BAE6DE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E6138C-926D-4CB0-A5FF-8B721799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145803-05B5-4824-9AAC-227EE84F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1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7372827" y="2267903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8301B3-6927-4102-A2A1-0798270B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05050"/>
            <a:ext cx="809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192E63-3E56-4034-833A-726F38D0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636F70-9554-4D6D-8BE8-667EB606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7668102" y="44300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728947-3193-48F8-811A-50558711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资源句柄 / 地址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6285D2-BB5D-46BB-BF76-D9F68420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05350"/>
            <a:ext cx="1162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255F51-D86A-401E-B5AA-94912C20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7434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AICPU 执行：HCCL 展开算法，调用 HCOMM 数据面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14A383-CC0F-46D1-B96F-BA03EA38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A871A1-A459-47FF-9D93-04FE1FC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D4 执行控制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1AAFCC-0051-4B76-96C5-F8B3FDE9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43525"/>
            <a:ext cx="3676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AcquireComm / BatchModeStart / End / ReleaseComm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F0AA3C-BC95-4D9B-828A-F546E997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095875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2B266A-EFC6-4B5D-A95E-65193661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24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D3 同步控制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CEF23A-55AC-49E9-883E-FC31E6F0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43525"/>
            <a:ext cx="281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Notify 与 Channel Notify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3DD08C3-5E45-4CA5-9BCD-7602A08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95875"/>
            <a:ext cx="40290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C84276-A170-48ED-A94B-814A3034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24450"/>
            <a:ext cx="3895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D1 数据搬运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D94558-934D-444B-97AD-C030D3EF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43525"/>
            <a:ext cx="3895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 / Write；PCIe 分支用 Read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D71A56-E034-4ABA-B768-3A550F0F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8F658F-BA03-4BE5-AA86-6B022F5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本例范围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77BAB9-9D58-410E-B6AF-1B84E2DA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的主要算法编排位于 HCCL 内部，HCOMM 仅有条件查询。D2 归约原语、D5 CCU C++ 数据面不进入该主路径。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8EC391-0B9B-4C87-9F5E-3C20E52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35C0AF-A365-4D5D-A2A6-9229BD8F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3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356224-F96B-4FF9-8359-4BFE8201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源码：op_common.cc:780,1670；hcomm/include/hccl/hccl_res.h；AICPU Kernel / primitive 适配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2102796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D75644E-D42E-4F9E-9ED4-DD3ADB05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的跨层执行流程：Host 下发 → AICPU 展开 → HCOMM 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307E7-60C3-4D7D-8940-71D9C988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读法：左半页 01→06，再到右半页 07→12；每行从 HCCL 内部函数读到被调接口。主例：资源冷启动、Task Cache 关闭。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3D1D2-6AB4-4E6B-98D0-39FAF54F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39039-02D7-476E-B811-109BACE1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47725"/>
            <a:ext cx="563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66721-4232-4972-BC30-A675953B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57250"/>
            <a:ext cx="550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Ⅰ  Host：参数、算法、资源与 Kernel 下发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DE855-68DE-44E0-B320-3FBE494E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477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1362A-B1C2-414B-9A47-6AF58C28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857250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Ⅱ  AICPU：恢复现场、逐层展开与执行收尾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9BDBA-DB6A-4384-AFB2-49C7ED19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/ Host 内部调用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0049E-8F7B-423C-B8E3-3CD0EF48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10490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 / ACL 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8DD97-8395-4EB2-8941-B9154AB3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10490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/ AICPU 内部调用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2F688-80E1-4C39-B081-D157D462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10490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 / 实际动作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6782D-BF5C-492F-B016-AAE026C8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4302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AACC9-DC8E-4152-A596-B44F5331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4302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4F8A1-CC29-4653-8BA4-F7628BFF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35255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01  参数归一化、确定执行分支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65DBC-8268-405F-A380-E225939F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ConvertAlltoAllParam → AlltoAllVOutPlace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AlltoAllVExecDispatch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CC193-0FA7-4F29-B779-30063EEA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3352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HcclGetRankSize / HcclGetRankId 〔C3〕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HcclGetCommName / HcclConfigGetInfo 〔C1〕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等长 count → 四组 counts / displs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输入、输出、stream、engine 写入 OpParam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B8E7C-FA9F-464E-A069-107A0FCE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4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8842B-8E4B-4B71-B8DD-2DEE9226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06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115152" y="154400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514FE-12AF-4B86-ADB5-6342ABC5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152789-0B80-4649-B5C5-F3B4F123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077528" y="181022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4D2986-F11C-4D2F-997A-585E24FE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05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C7C1F0-0ABD-43E5-A750-C795BEA7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371952" y="21059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855F70-4BD8-44B9-A794-A550ED50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5265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56379C-5CA6-4EE3-B1E3-D1AFD2D5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5265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7076A1-8A4D-4D5B-BFCD-C717B9C5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16217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02  拓扑恢复、算法选择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F139DF-2CAA-4A80-AB71-168FA38F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 → HcclCalcTopoInfo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InitRankInfo（拓扑缓存 miss）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算法注册表返回 algName + topoInfo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DEEFBA-C75D-4824-A729-0B533B19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4315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〔C1〕：查询拓扑缓存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HcclRankGraphGet* 〔C3〕：miss 才查询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 〔C1〕：保存拓扑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按拓扑、数据量选择普通 Mesh 模板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299389-FB72-436F-8FFF-35B26906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352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A65E80-C6F3-4AB6-8D09-30D66315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76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3115152" y="23536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B275FD-6871-44D3-98C9-3D9109D0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9B343C-8DFD-46FE-8323-3F2215E0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3077528" y="261985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BBCEC2-8389-495B-AAE1-E8B09C0F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14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C28636-851C-4C8F-912C-6D6EB8DC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62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371952" y="29156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3021F9-BA64-4AA9-B2FF-9F503F96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6227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44B13B-4CC0-4C9C-88FF-A5618816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6227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7E8E2E-9FCA-4B5E-ABD8-02A9C214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97180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03  绑定用户流，查询算法资源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9516BB-2256-4C0B-99BB-19803776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 → GetAlgExec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HcclGetAlgRes → TryReuseResource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hit：复用设备资源；跳过 04–05 申请段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B96833-A174-405E-A225-27A59F19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5277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 〔C1〕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 〔C1〕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〔C1〕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用户流 Thread 导出给 AICPU，用于完成通知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6B6BA9-540C-48B1-9365-7430FE94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62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9A9F8A-DB71-4221-8393-35D0BEBF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86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3115152" y="316325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659344-88E0-44CB-A992-82614556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F2599D-A60D-4802-AC37-2E6A80F7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3077528" y="342947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66368F-909E-4F88-815C-2B6DA22F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B29C88-25AE-4B13-84F9-358F6642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71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371952" y="37252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AAD18E-821B-4488-BD2D-9E4B40B5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7190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2FEBD9-F5B2-4094-926D-4A281978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7190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7C2018-D0D4-4C62-A08C-99C63B91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78142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04  计算资源需求、申请主从线程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8CCA50-5398-4A04-B4A9-EEDEFFBC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CalcAlgHierarchyInfoV2 → CalcRes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HcclGetThread → HcclGetAicpuThread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DB6877-FCBA-4B87-95ED-88DFE515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6240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 〔C2〕：本地 CCL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HcclThreadAcquireWithConfig 〔C1〕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或 HcclThreadAcquire（兼容分支）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得到主 / 从 / unfold Thread 与 Notify 数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78ADF5-ADF9-4307-AEF4-D21C7A75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63D46F-4EF7-4F1C-ACAF-F93780D5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495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3115152" y="397287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264A97-C637-411C-B5AC-F46180D7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D03C0D-FB50-432F-835D-4649D14B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3077528" y="423910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FBE1742-0109-47C7-BF4E-C86139D7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ADEEF56-007C-4B70-A094-638BAFBC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" name="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371952" y="45348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320EA01-8A81-408E-9800-E870E8D5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8152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281D0B6-8024-41F7-99F1-0EED266F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8152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3E110B7-D07E-4567-9F19-FCDE7FB9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9105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05  建链、回填地址、交付资源上下文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D2BA78-4207-4E42-AC43-47880BC3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HcclGetChannel → HcclGetChannelImpl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BuildChannelInfo → Serialize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反向导出 AICPU 主线程到 CPU_TS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5A9DC1A-4D00-4613-AB4D-C8F1034A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7202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 〔C1〕；建链详见第 5 页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 〔C2〕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 → HcclEngineCtxCopy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 〔均 C1〕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57A4153-C35A-4D65-8E17-65627F9B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466351B-28BE-4B3E-8C90-06B2F0EF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305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3115152" y="478250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DD93FD5-F345-4DF6-BF25-DCED89ED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5D8F6D2-E0E3-4832-A297-44294E74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077528" y="504872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8D3CEFC-81E2-4812-970F-90695B0B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43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C5E3DCC-76C6-46C7-B1FE-34697B7A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371952" y="53444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6847908-6244-4968-8654-D70DEAB4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72203C0-D312-4D39-A2B2-0B0264C6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3DA15CA-B57F-4D76-94AE-2D54B564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0067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  Host 就绪通知 → 发射 → 入队完成等待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E2F4812-8D26-4EAD-8C77-7381C101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OpParam + varData + resCtx 交给 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等待入队，不等同于同步阻塞 CPU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D8B07D3-0CBF-42A0-8AFE-D1C4BAB9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58165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aclrtKernelArgs* → aclrtLaunchKernelWithConfig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保序 Thread / 超时配置按能力分支执行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4856A97-0F50-42A5-B327-05A9268A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3DE6D85-099D-4EEB-891B-FF99A7FC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611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" name=""/>
          <p:cNvCxnSpPr>
            <a:stCxn xmlns:a="http://schemas.openxmlformats.org/drawingml/2006/main" id="87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>
            <a:off x="3115152" y="55921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C362134-938B-4AF7-A33B-A60EBD4E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29E8319-DC3C-4E9A-AAE2-C6234C5A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3077528" y="585835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ED320BB-F2C2-44C3-A857-68582AC0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6D68926-276E-4984-8F87-A5905A4E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1E5697E-9198-45D4-9179-25EB7A0C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35255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07  Kernel 进入、恢复设备侧资源与参数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5ED3914-45BA-4086-B5CF-98FBBB77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3352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DeserializeResCtx（或设备上下文缓存）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修复 counts / displs 指针，取主线程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237E2C9-1749-491E-A6C8-6B7EE263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3352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HcommAcquireComm 〔D4〕：先取得使用保护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HcclCommGetStatus 〔C1〕：能力支持时查询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HcommBatchModeStart 〔D4〕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通信域已有；本步不是新建 comm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9B69F15-8419-42B2-B68F-0092AAE1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54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3DF5E3A-97FE-4BB3-BBFD-8CE566F5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6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9020652" y="154400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9430BAB-E81A-42A2-BC71-80A10A1A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C4928C4-1C3C-4BA4-A884-A82575E0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1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8983028" y="181022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7D73100-6F25-488B-B41E-7EAB34EC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05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7273B3E-4A09-4527-B281-756B733D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4" name=""/>
          <p:cNvCxnSpPr>
            <a:stCxn xmlns:a="http://schemas.openxmlformats.org/drawingml/2006/main" id="104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6277452" y="21059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0D4CBE2-ADCE-4228-AD0F-FB12C1AD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E5D99F7-B951-4924-BC82-3C52393C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221D3A8-1059-4371-B743-B0C7A221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6217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08  等 Host 就绪、选择 Executor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34570B4-2A38-4AAF-A1BB-4F23F614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GetAlgExec → executor.Orchestrate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 Peer→Channel 映射和收发描述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Task Cache hit：跳过本次逐条编排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22B8F61-AA07-4789-8FB7-83627919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4315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HcommThreadResAcquireTimeOut 〔D4，可选〕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HcommSetNotifyWaitTimeOut 〔D3，可选〕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消费 06 的 Host-ready 通知，再展开任务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BD509E6-48D0-4C2F-AB11-1E1E41E2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52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96B73F2-D59A-4056-A7DA-F7CF7938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76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9020652" y="23536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9D1228B-097E-4A24-AA9C-ACB0C921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4463D71-0CA6-4AE4-A6A1-D683C73A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8983028" y="261985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4FDC933-CF75-48DC-B0BC-021D376B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14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3D6B9AA-BA00-46B1-B9E0-2853360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62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6277452" y="29156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1B9998B-CA24-4C4C-A0A0-EC860169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6227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3AD9CED-38CF-4B3E-A9A1-2206403B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6227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34CC6E1-A44F-49BC-86DA-4CD98974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7180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09  大块切分、主从线程起步、自分片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F07D304-A1CF-4235-9BDA-084EFD7C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5277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OrchestrateLoop → KernelRun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RunALLtoALL → CalcCommLoops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PreSyncInterThreads（多线程）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LocalCopyForMyRank → LocalCopy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94B5FEB-E10D-4C92-9419-493D78A7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5277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 〔D1〕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CCL 容量 / 传输上限分块；拷贝本 Rank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845FA26-F786-40B4-8865-50467979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62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2E2D4C9-74B5-4303-855C-86D81CB0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86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9020652" y="316325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3CCBCDE-31A8-401B-A1CB-6D7B865C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91363C2-75C4-4D67-BC7D-7514BE76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129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8983028" y="342947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ACD2365-D9FE-43F6-96F6-60DA2C74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8691E82-02E0-4B50-8F82-6EE32FAD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71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132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>
            <a:off x="6277452" y="37252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AA29826-8354-43FF-B25A-D5EDD648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0CA75A5-125B-4CE0-BB2A-E15A9234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A7BFA82-4922-4F8C-9B5B-08F3FD9B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10  按轮次 → Peer → Channel → slice 展开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133157C-E1F4-4689-9DE8-30F94C58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6240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RunSendRecvByLoop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CalcDataSplitByPortGroupCommon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RunSendRecvByChannel → BuildDataSlices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RunSendRecv（CCL 槽位 / 队列索引见第 4 页）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71F6B00-3AAF-4B1C-9597-28235DA2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6240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根据 counts / displs 计算地址与长度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给每个 Peer 分配 Channel、Thread、CCL 槽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跨轮复用时做 Thread Notify 同步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零 slice 跳过；双向 / 单向按 count 分支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85BAFC9-D3BF-4723-AA9E-5DCC93ED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B8F1E68-CE19-4162-91D0-4EA8A5A2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495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0" name=""/>
          <p:cNvCxnSpPr>
            <a:stCxn xmlns:a="http://schemas.openxmlformats.org/drawingml/2006/main" id="140" idx="2"/>
            <a:endCxn xmlns:a="http://schemas.openxmlformats.org/drawingml/2006/main" id="141" idx="0"/>
          </p:cNvCxnSpPr>
          <p:nvPr/>
        </p:nvCxnSpPr>
        <p:spPr>
          <a:xfrm xmlns:a="http://schemas.openxmlformats.org/drawingml/2006/main">
            <a:off x="9020652" y="397287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AE36C01-AF7F-458F-9239-5DB87675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7281F13-E11A-4741-BF0B-6AE29283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" name="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8983028" y="423910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43A5526-DBA4-4150-851C-65B4A06C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7BD3375-062A-4A96-9882-C8C314E2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6" name=""/>
          <p:cNvCxnSpPr>
            <a:stCxn xmlns:a="http://schemas.openxmlformats.org/drawingml/2006/main" id="146" idx="2"/>
            <a:endCxn xmlns:a="http://schemas.openxmlformats.org/drawingml/2006/main" id="147" idx="0"/>
          </p:cNvCxnSpPr>
          <p:nvPr/>
        </p:nvCxnSpPr>
        <p:spPr>
          <a:xfrm xmlns:a="http://schemas.openxmlformats.org/drawingml/2006/main">
            <a:off x="6277452" y="45348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ABCA039-6063-48FC-9206-0FF7A3EA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152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A5C026D-2069-47AB-8F07-62B2531A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152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A2166B8-EF3B-48BD-9913-D95A5571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9105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11  一个 Peer 的 Write 握手与中转拷贝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216D84F-9BE3-4E92-AEF9-CC4D7507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7202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ACK Record → ② ACK Wait → ③ Write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DATA_SIGNAL Record → ⑤ Wait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PostCopy → LocalCopy：CCL → userOut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7EDE962-C053-47B2-B430-39D80678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7202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 〔D1〕：逐非零 slice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 〔D1〕：接收后拷贝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11F0ADD-D743-4E30-8D4A-B28336AD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99BDC2B-E341-4627-8019-A50644CB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305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4" name=""/>
          <p:cNvCxnSpPr>
            <a:stCxn xmlns:a="http://schemas.openxmlformats.org/drawingml/2006/main" id="154" idx="2"/>
            <a:endCxn xmlns:a="http://schemas.openxmlformats.org/drawingml/2006/main" id="155" idx="0"/>
          </p:cNvCxnSpPr>
          <p:nvPr/>
        </p:nvCxnSpPr>
        <p:spPr>
          <a:xfrm xmlns:a="http://schemas.openxmlformats.org/drawingml/2006/main">
            <a:off x="9020652" y="478250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BD8B689-4579-460B-9E13-9648B15D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D08CDBA-A6CE-4D41-AF45-DCD1FABC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7" name=""/>
          <p:cNvCxnSpPr>
            <a:stCxn xmlns:a="http://schemas.openxmlformats.org/drawingml/2006/main" id="157" idx="3"/>
            <a:endCxn xmlns:a="http://schemas.openxmlformats.org/drawingml/2006/main" id="158" idx="1"/>
          </p:cNvCxnSpPr>
          <p:nvPr/>
        </p:nvCxnSpPr>
        <p:spPr>
          <a:xfrm xmlns:a="http://schemas.openxmlformats.org/drawingml/2006/main">
            <a:off x="8983028" y="504872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8A1C1D9-3291-413D-9BE2-4D00A3E5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43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19F9446-F811-4A0A-A499-6EB95B79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0" name=""/>
          <p:cNvCxnSpPr>
            <a:stCxn xmlns:a="http://schemas.openxmlformats.org/drawingml/2006/main" id="160" idx="2"/>
            <a:endCxn xmlns:a="http://schemas.openxmlformats.org/drawingml/2006/main" id="161" idx="0"/>
          </p:cNvCxnSpPr>
          <p:nvPr/>
        </p:nvCxnSpPr>
        <p:spPr>
          <a:xfrm xmlns:a="http://schemas.openxmlformats.org/drawingml/2006/main">
            <a:off x="6277452" y="53444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5F89887-F120-4479-A963-5309DD9D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240828E-FACA-4469-8F43-6F0B1573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16986EC-55BF-437F-8080-84B4CC7E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0067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12  汇合线程、通知 Host、提交任务并释放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8834758-6259-4CAF-A3A8-F3798EC9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816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PostSyncInterThreads（多线程）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逐层返回 Template → Executor → 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主线程记录完成通知，匹配 06 的 Host Wait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运行保护释放 ≠ 通信域 / Channel 销毁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404D8E6-D921-4C65-94EC-0235ACB7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8165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完成通知〔D3〕；批模式 / 使用保护〔D4〕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HcommBatchModeEnd → HcommReleaseComm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5870072-759A-4EFE-8DD9-B9823A08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A8B38CB-ADF1-41EF-915D-DC5113E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11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8" name=""/>
          <p:cNvCxnSpPr>
            <a:stCxn xmlns:a="http://schemas.openxmlformats.org/drawingml/2006/main" id="168" idx="2"/>
            <a:endCxn xmlns:a="http://schemas.openxmlformats.org/drawingml/2006/main" id="169" idx="0"/>
          </p:cNvCxnSpPr>
          <p:nvPr/>
        </p:nvCxnSpPr>
        <p:spPr>
          <a:xfrm xmlns:a="http://schemas.openxmlformats.org/drawingml/2006/main">
            <a:off x="9020652" y="55921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81B38B5-0042-40C4-B45A-6150971B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B14AA99-C10C-49F7-B3D5-06F2CE66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171" idx="3"/>
            <a:endCxn xmlns:a="http://schemas.openxmlformats.org/drawingml/2006/main" id="172" idx="1"/>
          </p:cNvCxnSpPr>
          <p:nvPr/>
        </p:nvCxnSpPr>
        <p:spPr>
          <a:xfrm xmlns:a="http://schemas.openxmlformats.org/drawingml/2006/main">
            <a:off x="8983028" y="585835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8F1C08A-4BCC-4AB6-8D34-D5CFF458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BF2F30A-68B8-447B-ADF9-3D0092D3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4" name=""/>
          <p:cNvCxnSpPr>
            <a:stCxn xmlns:a="http://schemas.openxmlformats.org/drawingml/2006/main" id="174" idx="3"/>
            <a:endCxn xmlns:a="http://schemas.openxmlformats.org/drawingml/2006/main" id="175" idx="1"/>
          </p:cNvCxnSpPr>
          <p:nvPr/>
        </p:nvCxnSpPr>
        <p:spPr>
          <a:xfrm xmlns:a="http://schemas.openxmlformats.org/drawingml/2006/main">
            <a:off x="5925503" y="5782152"/>
            <a:ext cx="1323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</a:ln>
        </p:spPr>
      </p:cxn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C9E113F-641E-454E-BED4-31633274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6A79C2B-74EB-4A50-843E-2B7971B1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2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177" idx="0"/>
            <a:endCxn xmlns:a="http://schemas.openxmlformats.org/drawingml/2006/main" id="178" idx="2"/>
          </p:cNvCxnSpPr>
          <p:nvPr/>
        </p:nvCxnSpPr>
        <p:spPr>
          <a:xfrm xmlns:a="http://schemas.openxmlformats.org/drawingml/2006/main" flipV="1">
            <a:off x="6058377" y="1429703"/>
            <a:ext cx="0" cy="43519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</a:ln>
        </p:spPr>
      </p:cxn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97CD93C8-D94A-4BBD-9203-E33C273D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2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A5877D12-12AF-4482-82EA-D69BD8FA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0" name=""/>
          <p:cNvCxnSpPr>
            <a:stCxn xmlns:a="http://schemas.openxmlformats.org/drawingml/2006/main" id="180" idx="3"/>
            <a:endCxn xmlns:a="http://schemas.openxmlformats.org/drawingml/2006/main" id="181" idx="1"/>
          </p:cNvCxnSpPr>
          <p:nvPr/>
        </p:nvCxnSpPr>
        <p:spPr>
          <a:xfrm xmlns:a="http://schemas.openxmlformats.org/drawingml/2006/main">
            <a:off x="6058853" y="1429227"/>
            <a:ext cx="1323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38D7A8B-D6A0-44E9-9884-57F903D4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1162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5701AF9-467F-4DC5-9F6F-4DEFC9C9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05550"/>
            <a:ext cx="1146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C1 通信域资源｜C2 内存｜C3 拓扑｜D1 搬运｜D3 同步｜D4 执行控制；“*”为默认超时 / 显式超时二选一。完整符号、条件和代码行见备注。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2C33E80-BEFE-42E1-AA99-BD812596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448A0A3-0A01-46A3-8DC9-7C2B1CA6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5" name=""/>
          <p:cNvCxnSpPr>
            <a:stCxn xmlns:a="http://schemas.openxmlformats.org/drawingml/2006/main" id="185" idx="3"/>
            <a:endCxn xmlns:a="http://schemas.openxmlformats.org/drawingml/2006/main" id="186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1C37D8C-FEE9-45D5-B8DC-B51BE4B8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展开：第 3 页 Host / 资源、第 4 页 AICPU / 数据；源码 op_common.cc:780,1005,1285–2091；kernel_launch.cc:348–725；Mesh Template:167–411。</a:t>
            </a:r>
          </a:p>
        </p:txBody>
      </p:sp>
    </p:spTree>
    <p:extLst>
      <p:ext uri="{BB962C8B-B14F-4D97-AF65-F5344CB8AC3E}">
        <p14:creationId xmlns:p14="http://schemas.microsoft.com/office/powerpoint/2010/main" val="698811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68D138B-76C0-41BD-908A-4CEDBC37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· Host 侧展开：参数如何变成设备可用的资源与任务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0E2EF-1942-4CE4-8781-750A089B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对应总图 01–06；实线 → 是下钻调用，虚线 ← 是返回产物；资源缓存命中可绕过第 ④–⑥ 行的重新申请。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30922-F913-40DA-B4AF-6A53BB29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022D1-FB3C-48AA-91A6-E4C0B2EA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667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E82DA-0B5E-4D89-BE2C-06A62E8E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763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/ Host：上层算子、调度与资源组织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B8BFF-56E0-43A6-8E14-D3A6E6AF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866775"/>
            <a:ext cx="672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5018F-5DE8-4E71-BBC0-6465E0F2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876300"/>
            <a:ext cx="659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 / ACL Runtime：具体接口、处理与返回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C4CE7-CF9D-4933-B1CF-A41EFB9C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6205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04BD7-E0E6-4AD4-9BBE-B1455C9A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162050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1C308-E101-4051-8366-D712D433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62050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6BDC3-BDCE-4209-A5DA-462245DD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71575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算子入口与参数归一化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04F5A-6CBD-4EAC-B991-B7CE4DFB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4302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 → ConvertAlltoAllParam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4EB17-F3B4-4935-8AAF-9B426055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69708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AlltoAllVOutPlace → AlltoAllVOutPlaceCommon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109E1-4803-4E4B-969C-0A75B0B9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9639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AlltoAllVConstructOpParam → AlltoAllVExecDispatch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66E94-CF97-4D3C-B975-D72A14D5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2001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HcclGetRankSize / HcclGetRankId〔C3〕；HcclGetCommName〔C1〕：确定通信域与成员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754131-57FF-469B-A525-71CB1A95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3716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HcclGetOpExpansionMode → HcclConfigGetInfo〔C1〕：读取展开配置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44F8B-E065-4439-808F-EAF52E9D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5430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产物：OpParam + sendCounts / recvCounts / sdispls / rdispls；count 为元素数，地址偏移换算成字节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9B6F7-41A4-42E2-8E88-70BB7FC1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D12BC-7B23-4A69-96F7-B2B362D2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906328" y="14101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59FDF-EFF2-4A7B-9CB0-64E12D18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609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CCB535-25F0-4025-90A2-41786D42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09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21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4906328" y="16102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2516D-0BFF-45CC-BB0F-88F591CD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861057-5B26-4BD1-AA44-466133C8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80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314802" y="17535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D3E481-9CA7-427F-BFAB-9DF18CE7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0225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30FE2D-6F62-4BCB-860D-00250755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0225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F62550-0D14-4414-BF64-157DC859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022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389923-79E5-4C06-AB0C-0382D593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80975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② 拓扑查询与算法选择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FF41C9-00B4-4B16-8F08-C66D6941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8120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 → HcclCalcTopoInfo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497076-A401-4E5D-BD7E-AB23B3C7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07883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miss：InitRankInfo → topoInfo.Serialize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1CB7AC-483F-4D6D-A658-7B2DC214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3456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普通 Mesh 分支 → algName + topoInfo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11EBBC-3C39-4A22-A837-25B43AED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8383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HcclEngineCtxGet〔C1〕：hit 时 DeSerialize；miss 才查完整拓扑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7C67FC-19C6-4CE7-A3DA-66FA6E86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0097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HcclRankGraphGetLayers / GetInstSizeListByLayer / GetTopoInstsByLayer〔C3〕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B8FE60-95ED-4602-9884-063AE0B0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1812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HcclRankGraphGetRanksByLayer / GetLinks〔C3〕等 → HcclEngineCtxCreate〔C1〕保存拓扑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CF0C9D-7001-4683-A36A-87CA1610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4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0892EC-DF88-46B8-A0FD-AA8D9DFC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04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906328" y="20483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8840CF-9221-49FB-8977-F49D59AC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47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63081E-32A6-4B38-A1B7-17DC18CF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47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4906328" y="22483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B88A66-AF5E-4847-9680-F3EA02E1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90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D4DF32-15DB-4CBF-AB06-F24370D8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43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314802" y="23917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D05BF3-79DD-48E9-88A7-900E769A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840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60D79B-8BE0-41EB-8520-B67E0B0B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38400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2FEC94-6B25-4D70-B572-28B67B2E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8400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BE0804-7601-4EC5-895B-3E218A21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447925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用户流绑定与算法资源查询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1CD5A3-E2C8-4B75-8A66-B4F086A0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1937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 → CollAlgExecRegistryV2::GetAlgExec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28BA6D-77DF-4F9C-98A1-67A23E05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746058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HcclGetAlgRes → GetAlgoMeta → TryReuseResource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508FDE-5C5A-4991-967B-C5C7F11B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7274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算法资源 hit：取 resCtxSequence / ctxSize，转⑦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A4CBBB-5341-4BC6-90F7-5D6D9155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4765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HcclThreadAcquireWithStream〔C1〕：将用户 aclrtStream 关联到 CPU_TS Thread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527CAA-7B5D-46FE-9C15-3B9D8270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479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HcclThreadExportToCommEngine〔C1〕：CPU_TS → AICPU_TS，得到 exportedAicpuTsThread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40295C-0246-4D50-AE0D-823528DC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194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HcclEngineCtxGet(algTag, AICPU_TS)〔C1〕：查询算法资源，不与②的拓扑缓存混淆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351D6C-F4B8-432A-BBA8-BE1A6656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FBFB5C-8343-448D-9EF2-2C4AE839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4906328" y="26865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97FE55-9608-406E-B3EC-5C9A4881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886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E68533-9987-490F-AD41-DA281A15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86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" name=""/>
          <p:cNvCxnSpPr>
            <a:stCxn xmlns:a="http://schemas.openxmlformats.org/drawingml/2006/main" id="59" idx="1"/>
            <a:endCxn xmlns:a="http://schemas.openxmlformats.org/drawingml/2006/main" id="60" idx="3"/>
          </p:cNvCxnSpPr>
          <p:nvPr/>
        </p:nvCxnSpPr>
        <p:spPr>
          <a:xfrm xmlns:a="http://schemas.openxmlformats.org/drawingml/2006/main" flipH="1">
            <a:off x="4906328" y="28865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25C67ED-6A0C-433D-88C9-DB772632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3C40DC-E580-4A14-BA70-605403C1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314802" y="30299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CFEF8B2-11E6-4CB1-B9F3-98C99FE3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76575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3605CA4-2A5B-48CA-8828-BC7D790F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ECF77C-C728-4635-AA4A-E34B31D6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7657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138D3F-0DFF-4A49-B849-27CC4AD2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8610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计算需求与线程申请（miss）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D2F2CE3-6AC0-4CD1-8C48-6FF93946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25755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CalcAlgHierarchyInfoV2 → MatchTopo → CalcRes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3BA740D-F250-4C1E-B5D2-B2784BEC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84233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GetAlgResWithEngine → GetAlgResAICPU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6778C1C-9B3E-43F7-8A84-CBA275B5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51091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HcclAllocAlgResourceAICPU → HcclGetThread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EC6FBDD-EE1A-45CE-B7FA-F4F3481E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1146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HcclGetHcclBuffer〔C2〕：取本地 CCL 地址 / 容量，影响后续大块切分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E6AB34B-1B2D-4CAB-A0B4-1105CB72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861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HcclGetAicpuThread → ThreadConfigInit → HcclThreadAcquireWithConfig〔C1〕（或 Acquire）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7481633-45F9-4B5D-8B1F-DA022426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575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产物：主 / 从 Thread、Notify 数；主线程为 Host 同步额外留一个 Notify；unfold 线程缺失才补充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D297D7C-79B3-4561-946B-3DF66E90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B956094-7805-401F-908F-CA7E788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4906328" y="33247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6DE235E-7FAB-4C70-95D5-AC47B36A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524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88BEFD9-8B0E-4D43-AA32-0DDF6110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24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78" idx="1"/>
            <a:endCxn xmlns:a="http://schemas.openxmlformats.org/drawingml/2006/main" id="79" idx="3"/>
          </p:cNvCxnSpPr>
          <p:nvPr/>
        </p:nvCxnSpPr>
        <p:spPr>
          <a:xfrm xmlns:a="http://schemas.openxmlformats.org/drawingml/2006/main" flipH="1">
            <a:off x="4906328" y="35247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6C690B6-C83B-4404-9711-E34B21AD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667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4B91303-DEB3-493F-A707-9E8C8AC1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314802" y="36680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1695183-4244-4597-A2A7-9AC825A9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46CF899-77D1-4068-B9BA-53DCD6D0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14750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0E8CA34-D803-4E2F-807F-2F3EF29B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5234954-88D1-46BF-8973-3C8CF55C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724275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⑤ Peer 建链、内存映射与一致性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9C7A8BF-B2C8-4C06-970B-F45AD1EB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9572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HcclGetChannel → HcclGetChannelImpl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53EB4F5-BEC3-4B3D-8876-AC846FE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022408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AddExchangeInfo（可选）→ BuildChannelInfo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33F6B2B-518B-41F7-98E3-FCC729E5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14909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FillOpExchangeInfo → CompareOpExchangeInfos（按需）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911FC7B-8B3B-43A4-B1F7-2496FF22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7528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HcclChannelAcquire〔C1〕→ Endpoint / Mem / CollectiveChannel 按缺失准备（第 5 页展开）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0178968-C9B6-418B-8A0D-E476550C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9243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HcclRankGraphGetEndpointInfo〔C3〕：回填链路端点；HcclChannelGetHcclBuffer〔C2〕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1F78B90-5D6E-4282-807E-90BA3C9E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957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内部 HcommChannelGetRemoteMems〔C2〕→ remoteCclMem；按能力 HcclCommAddExchangeInfo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B4A627F-69E3-4537-B541-9935CD5D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62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D3EB2BC-88FB-4A6E-8D25-71BDF8AC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962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4906328" y="39628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9B19097-DDAA-4AE0-906C-9EAD47B4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162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B3D226D-0368-411A-B934-D6E5504A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62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" name=""/>
          <p:cNvCxnSpPr>
            <a:stCxn xmlns:a="http://schemas.openxmlformats.org/drawingml/2006/main" id="97" idx="1"/>
            <a:endCxn xmlns:a="http://schemas.openxmlformats.org/drawingml/2006/main" id="98" idx="3"/>
          </p:cNvCxnSpPr>
          <p:nvPr/>
        </p:nvCxnSpPr>
        <p:spPr>
          <a:xfrm xmlns:a="http://schemas.openxmlformats.org/drawingml/2006/main" flipH="1">
            <a:off x="4906328" y="41629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5C95831-05E6-417A-8F5F-F0F01150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05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E1839AF-F645-41B4-B02C-A76C50AA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52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314802" y="43062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6B2C396-6776-4E5B-A818-2A82ED4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BF860CC-8B56-4697-BAF8-E9A19585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52925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9E2599F-78ED-463A-BC21-7834B94E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912C3A4-4BBE-4E2B-9CB5-FFDB632E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36245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资源序列化、复制到设备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B02D92C-49BE-4584-BD3E-CF215B3E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3390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resCtxHost.Serialize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1932007-FE28-48D3-B070-6A85B847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660583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448E5B8-BDA0-43D0-B1FE-A7E29193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78726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缓存内容是资源描述，不是 AllToAll 的用户 payload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D8C95C1-07CE-4022-ADBF-A0538738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3910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HcclEngineCtxCreate(algTag, AICPU_TS)〔C1〕：分配设备侧上下文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393EB28-F20A-4CB1-A90C-4947E9E2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5624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HcclEngineCtxCopy〔C1〕：Host 序列化描述 → Device；返回 resCtxSequence + ctxSize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9D6480A-9ED2-401D-A570-1C04D162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7339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描述包含：Thread / Channel 句柄、CCL 地址、拓扑与算法分层信息、Notify 数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E6871DE-E5B0-42F6-8920-61D89AA9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3E871C8-4189-4AF3-8DCC-6B73EA59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" name=""/>
          <p:cNvCxnSpPr>
            <a:stCxn xmlns:a="http://schemas.openxmlformats.org/drawingml/2006/main" id="113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>
            <a:off x="4906328" y="46010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06033C5-1AFE-4EEA-B1D8-BDE77BE1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800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BEB6010-6CE4-45AA-AE42-560AD59D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00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116" idx="1"/>
            <a:endCxn xmlns:a="http://schemas.openxmlformats.org/drawingml/2006/main" id="117" idx="3"/>
          </p:cNvCxnSpPr>
          <p:nvPr/>
        </p:nvCxnSpPr>
        <p:spPr>
          <a:xfrm xmlns:a="http://schemas.openxmlformats.org/drawingml/2006/main" flipH="1">
            <a:off x="4906328" y="48010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AB6B9B7-322C-4FEB-BCE8-2F0952DC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43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F772B33-5CAC-4192-999F-A5A962D0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91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3" name=""/>
          <p:cNvCxnSpPr>
            <a:stCxn xmlns:a="http://schemas.openxmlformats.org/drawingml/2006/main" id="119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>
            <a:off x="314802" y="49444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B412C5F-08B8-4E28-8EE4-F0B2E18C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9110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E9BB87A-91BC-4C9A-8077-D0039FFF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91100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C728419-0D48-4055-96B5-8481A7F5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91100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674FC5D-CDD3-4E93-9E4A-4D413D30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000625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⑦ 反向导出线程、Host 就绪通知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EF4FDBF-6DB2-401F-8A5E-BA31F25C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17207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GetMainThreadInfo / GetUnfoldThreadInfo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BEFD667-4490-4CDA-B753-0699EDA2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98758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A0E3DDD-7386-40B2-90E8-1BE36B31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42544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可选 HcclOrderLaunchToOrderStream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1338AD0-3AC6-4AD7-A23B-2DDD5377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0292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HcclThreadExportToCommEngine〔C1〕：AICPU 主线程 → CPU_TS，得到 exportedCpuTsThread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A4E54CF-415C-4D87-93AD-66B2819F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2006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HcommThreadNotifyRecordOnThread(cpuTsThread, exportedCpuTsThread, mainNotify-1)〔D3〕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46917CA-BF24-4A5C-83E4-FB6F8EB6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3721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通知语义：用户流前序输入已就绪；AICPU 的 OpOrchestrate 在对应 Notify 上 Wait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6091A78-8E14-4E2F-801E-12F32F88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8C300EB-36B8-4D47-BCD3-F3E5757E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4906328" y="52392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8C8C50A-A515-4C0A-8175-9184176A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43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BC891A2-8B61-426B-A643-039D5398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43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135" idx="1"/>
            <a:endCxn xmlns:a="http://schemas.openxmlformats.org/drawingml/2006/main" id="136" idx="3"/>
          </p:cNvCxnSpPr>
          <p:nvPr/>
        </p:nvCxnSpPr>
        <p:spPr>
          <a:xfrm xmlns:a="http://schemas.openxmlformats.org/drawingml/2006/main" flipH="1">
            <a:off x="4906328" y="54392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61642F1-B4FF-4170-AFD2-36159139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581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368AF35-1704-48AC-AE93-4BDE5C64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629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38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>
            <a:off x="314802" y="55826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1630A1D-EA57-41FB-B5DA-74688B4A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29275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DF7969A-D74C-4270-BA38-23428F3A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629275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0BFE225-9BD1-44CC-98B8-94F5DB23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2927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8DF76D3-E930-4CAD-88F2-091C6126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63880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⑧ ACL 发射与用户流完成等待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D2E8F79-4757-48B5-8CF1-94F84514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81025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49E46C1-1FE3-4DAE-B753-6DC5866E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936933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可选 HcclOrderLaunchToKernelStream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A3B8CA6-7DB8-4AAB-8C08-E04BBAE3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6361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HcclThreadNotifyWaitOnThreadDefault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629AA9F-37AD-41A0-941E-A7FEE004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6673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aclrtBinaryGetFunction → aclrtKernelArgsInit → aclrtKernelArgsAppend → aclrtKernelArgsFinalize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8856962-711A-43A1-9C6B-61DBA7FB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8388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HcclThreadResGetInfo〔C1，可选〕取 stream → aclrtLaunchKernelWithConfig（ACL，非 HCOMM）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D237E5F-1756-4BFE-932C-F4F1CFC3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60102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HcommThreadNotifyWaitOnThreadWithDefaultTimeout / HcommThreadNotifyWaitOnThread〔D3〕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4179739-2D37-455B-82F3-54A8025E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87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077FEB6-77D6-45FA-ACB6-E631714D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87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5" name=""/>
          <p:cNvCxnSpPr>
            <a:stCxn xmlns:a="http://schemas.openxmlformats.org/drawingml/2006/main" id="151" idx="3"/>
            <a:endCxn xmlns:a="http://schemas.openxmlformats.org/drawingml/2006/main" id="152" idx="1"/>
          </p:cNvCxnSpPr>
          <p:nvPr/>
        </p:nvCxnSpPr>
        <p:spPr>
          <a:xfrm xmlns:a="http://schemas.openxmlformats.org/drawingml/2006/main">
            <a:off x="4906328" y="58774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33E1120-A67E-4CA4-8D5D-45CEA591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07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18F94AA-F8E3-4CA5-ACC1-F740270D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07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8" name=""/>
          <p:cNvCxnSpPr>
            <a:stCxn xmlns:a="http://schemas.openxmlformats.org/drawingml/2006/main" id="154" idx="1"/>
            <a:endCxn xmlns:a="http://schemas.openxmlformats.org/drawingml/2006/main" id="155" idx="3"/>
          </p:cNvCxnSpPr>
          <p:nvPr/>
        </p:nvCxnSpPr>
        <p:spPr>
          <a:xfrm xmlns:a="http://schemas.openxmlformats.org/drawingml/2006/main" flipH="1">
            <a:off x="4906328" y="60774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902BD6D-A107-49A6-AF36-43E64A73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315075"/>
            <a:ext cx="1162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3516664-E58C-438B-A26C-9FD25AD6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1146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跨端交付：OpParam + varData + resCtx 指针；就绪依赖：用户流前序 → Host Record → AICPU Wait；完成依赖：AICPU Record → Host Wait → 用户流后续。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7399027-E5D5-4DDD-8D08-5D11E568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2A849F7-0106-4BD1-B998-E123019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159" idx="3"/>
            <a:endCxn xmlns:a="http://schemas.openxmlformats.org/drawingml/2006/main" id="16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600E2C5-D95E-4A14-BADA-2A63C7C2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源码：all_to_all_v.cc:23,638,730,775；op_common.cc:780,1005,1135,1285,1331,1364,1670–1810,1979–2091；order_launch.cc。</a:t>
            </a:r>
          </a:p>
        </p:txBody>
      </p:sp>
    </p:spTree>
    <p:extLst>
      <p:ext uri="{BB962C8B-B14F-4D97-AF65-F5344CB8AC3E}">
        <p14:creationId xmlns:p14="http://schemas.microsoft.com/office/powerpoint/2010/main" val="329529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4B0BF6C-251D-4F73-93E2-C103D50B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· AICPU 侧展开：分块 × 通信轮次 × Peer × Channel × slice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CD08C-B6AD-4D7A-8CEE-AF6DDEA9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对应总图 07–12；普通 Mesh Write 路径。两列为调用者和被调接口；末行补到 950 的传输实现，UB 为条件示例。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1A607-C831-46D6-AAC6-9F18DB32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D1B7D-1E37-4575-A156-9CEF4080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66775"/>
            <a:ext cx="501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FAE3F-F29D-42C5-8BB0-B5F5BA2E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76300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/ AICPU：编排层、循环层次与数据地址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CA8EB-445D-41DD-9809-DFFB684F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866775"/>
            <a:ext cx="632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6ED0C-DBCB-480B-852F-3CD6B530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876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数据面：精确原语、顺序及其含义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7F98C-6D4F-4062-AD63-1C3698AC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52525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C2DD5-7626-4D33-AADC-9C57238D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152525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FC3A5-E2AF-4204-B46A-0A1510D3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52525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97AD6-A06B-4D39-BFE7-35BEB1D7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62050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Kernel 恢复执行现场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79F04-D29C-4EC0-BD6D-32CE7FF5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6207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HcclLaunchAicpuKernel → DeserializeResCtx（或缓存）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D8E08-26A9-4471-B13B-617C0BC5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05903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RestoreVarDataAlltoAllV：counts / displs 指针重新定位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4BAD8-792D-4E3E-9B05-58665FFD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4973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取主线程；OpOrchestrate 内等待 Host-ready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24EC4-DB40-4EC2-AF1C-F76A0AD0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18110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 HcommAcquireComm〔D4〕→（可选状态 / 保序）→ 恢复资源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4D4C2-9475-44F9-91B5-4BD68367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33921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HcommBatchModeStart〔D4〕→ OpOrchestrate 的超时设置 / Wait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B1F19-65C3-442C-BFB7-A8AE0307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49733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HcommThreadNotifyWaitOnThreadWithDefaultTimeout〔D3〕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FDA88-FD1A-4114-ACA6-82A75B7E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5544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或 HcommThreadNotifyWaitOnThread；消费 Host 已记录的就绪通知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43B90-A9C0-45AD-8258-B0B958AE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54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F46E70-58E6-432F-B31C-A192D969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4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306378" y="15435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38569-8C9D-4FAF-B61D-97D09485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8B040D-AC6D-4EA8-BD7D-8DC0E42C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885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314802" y="18392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D56ECD-209E-4149-802A-BECCA1A0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85950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671299-C1E2-4EE3-88C8-9C53D0C3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85950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E1F870-32AA-4269-8E53-5A9D36B7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85950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130E63-85F5-4296-B280-3AB92465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895475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② Executor 外层分块：逐块调用 Template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9AA6AA-152D-4B8D-A4CA-539BCCDE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9550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GetAlgExec → InsV2AlltoAllVSoleExecutor::Orchestrate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473400-597A-4459-9EC7-AECC35E3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39328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 Channel 映射、每 Peer 的 counts / displs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B4ECDB-99E5-4DC1-BDEA-0A074794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38315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OrchestrateLoop → CalcScratchMultiple → KernelRun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0F1636-33DA-4731-AE52-0AC99865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1452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这一层仍是 HCCL，尚未直接搬运 payload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5AED49-FC4C-4A0D-AFBF-501B9EEF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7264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maxDataSizePerLoop 受 CCL scratch 容量与 UB_MAX_DATA_SIZE 约束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420BE5-F1A9-448E-982F-489DD72A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3075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逐块更新 processedDataCount、src/dst 偏移和各 Peer 本轮 count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FA24C8-A374-43D7-8D12-AE8C1038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8887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Task Cache hit 时 Execute 重放；不会重新走本次 Executor / Template 展开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66DAD5-7589-4CC7-B905-6109FEB1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D9EB8B-52DE-41C4-8D17-07DFBC5E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306378" y="2276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347D4F-A3A2-47B2-A8BE-8040E543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A73260-2EF9-478B-A546-78E54EF7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314802" y="25727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3D3BF0-4108-43B4-8AD8-7DBEE3F2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59CC96-4B6E-424C-B40D-F52270FD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19375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27B258-60BE-4F02-8E58-D2C6CA62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A18232-E11A-461D-A6D2-0774E067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628900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Template 起步：判断协议、主从同步、自分片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F315A7-217A-4810-9590-CECD23DA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2892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KernelRun → IsPcieProtocol → RunALLtoALL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283736-AA3D-4E8C-98CF-F207147F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72753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CalcCommLoops；PreSyncInterThreads（threadNum &gt; 1）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C052CC-0D7E-4EBC-A84A-B91B0EC7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1658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LocalCopyForMyRank → LocalCopy（首轮且 self count &gt; 0）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34ED09-1EC4-4978-B000-222F2784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4795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PreSync：主 Thread Record 各从 Thread → 各从 Thread Wait〔D3〕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D6889C-8942-4037-94D5-CB30F5F8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0606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HcommThreadNotifyRecordOnThread；HcommThreadNotifyWaitOnThread*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DB4C10-18C7-4BB4-BCBD-074ED461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6418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HcommLocalCopyOnThread〔D1〕：userIn[self] → userOut[self]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6439D4-13B9-494A-8437-84AF888B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2229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非 PCIe 走 Write；PCIe 走 Read + PreCopy，详见第 7 页对照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062DFD-DC80-4403-A98B-226B6289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09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C84545-BCDE-48DC-85DD-0936938B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09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5306378" y="30103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B6D425-A1D3-433F-ABB3-62A65952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05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048908-982F-4A58-AFC4-B0556688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314802" y="33061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3C9FCD-63ED-4C6B-AE0E-77D6BC6F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2800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F528A8-6140-46B3-B9FC-D856D3AA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52800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C1BE70-97C4-412F-9AC7-EC85FF99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2800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33FCA4-5C30-473D-B15F-D9A0C972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362325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内层展开：轮次 → Peer → Channel → 非零 slice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03019C-EB9B-4586-B86F-FDF63B16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56235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CalcCommRankSetForOneLoop → RunSendRecvByLoop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8086FF-C142-4D0B-BB13-3F5760D2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06178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CalcDataSplitByPortGroupCommon：端口组切分 send / recv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A6F4C40-01BA-47A6-A9C8-2B7A63D0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5000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RunSendRecvByChannel → CalcCclBuffIdx → BuildDataSlices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929E67A-BF16-4FCA-B9A1-18D28BE6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38137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CCL 槽位选 Thread（queIdx）；计算 src / dst / remoteOffset / len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ABA10C-E5C4-4D66-A51E-045021D8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53949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后续轮次复用缓冲时进行 per-Rank Thread Notify 同步〔D3〕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FD7EEFC-6C6E-468E-A33E-20812FF5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9760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RunSendRecv：双向非零 → SendRecvWrite；仅单向 → SendWrite / RecvWrite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DE66E9-FC25-44DB-BE48-8CC4EA7F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5572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零 slice 跳过 Write；相同 API 会随轮次、Peer、Channel、slice 多次出现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94E3C91-4CB0-4802-8AAC-B653AD32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30D5E67-4562-4E57-B0F4-42EF1FF6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5306378" y="37438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4B41619-F034-48CD-9A33-372641DE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038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2D36F9C-FF03-49EF-AA74-BA7D9CF0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08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314802" y="40395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57E7E8F-9560-4140-8350-14269AF6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86225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6387BC1-DF94-45CA-94FE-C3293C4A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86225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F4C929B-0374-4BB0-B659-E3974E2A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86225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613FCF4-37BE-4CCB-A9AF-4E310AA2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095750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⑤ Peer Write：先握手，再写入，再确认接收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6BFB6B4-2B47-43EB-A987-AFB9907C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29577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SendRecvWrite（①–⑤属于同一个包装器）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AD4302E-ABA8-4E7C-84EC-B2F11A98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439603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本端发出 ACK；等对端 ACK；发送本端 slices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1070A0C-2662-48B0-A2E7-B8FDB129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8343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 DATA_SIGNAL；等对端 DATA_SIGNAL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90DFA0E-7805-4C52-BADA-7B3E194E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11480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HcommChannelNotifyRecordOnThread(recvChannel, ACK)〔D3〕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1A28231-62AF-4DB3-AA8F-738B5AC2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7291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② HcommChannelNotifyWaitOnThread*(sendChannel, ACK)〔D3〕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D491EA8-D8F9-47D1-B6C2-9EA321DE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3103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HcommWriteOnThread(thread, sendChannel, dst, src, len)〔D1〕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B1A0AB6-D5E8-4F5B-8B09-5A9B7D73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8914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Record(sendChannel, DATA_SIGNAL) → ⑤ Wait*(recvChannel, DATA_SIGNAL)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092E18B-88A4-416D-B2D0-18CE8A87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36D06E7-EA6D-4D73-8901-D88DE208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5306378" y="44772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6FCB7EB-96B3-46F0-B948-B98C765B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72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E400E9-3915-4769-BECC-7917C50E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19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314802" y="47729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9507E8E-739D-48C4-9D56-D7EB51AC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19650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7F44A0E-024C-4822-BDA7-D1DB8D72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19650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904D270-950F-4401-BA38-F75C64C7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19650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B7A4662-89CC-426B-BB5F-921FD821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829175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中转拷贝、线程汇合与完成通知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AACC659-99E0-4AC5-B70C-E2C3DA00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02920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PostCopy → LocalCopy：本地 CCL → userOut[peer]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81C9CAE-D8A1-474B-B275-D65C6964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173028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PostSyncInterThreads（多线程）；全部大块结束后回 Kernel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4DCEF79-3327-4F12-984E-9CE6FA8C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1685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Record 完成通知 → BatchModeEnd → ReleaseComm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63BBCBE-FFA4-48CE-BE54-4715DD72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4822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HcommLocalCopyOnThread〔D1〕；PostCopy 不在 SendRecvWrite 内部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E30950C-C386-4F43-9C14-6134841E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0634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PostSync：主 Thread 先入队 Wait，从 Thread 入队 Record〔D3〕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F4E72EA-285E-4E02-8F50-83C2F982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16445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HcommThreadNotifyRecordOnThread(main, exportedAicpuTsThread, 0)〔D3〕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0FDA7B6-DF2A-43F0-B777-87A2621D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32257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HcommBatchModeEnd → HcommReleaseComm〔D4〕；Host Wait 消费完成通知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22B7CBD-514D-4E5C-97A9-E8E711BD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2F0A4E8-8A39-4EFE-BDF9-0EB01CCA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104" idx="3"/>
            <a:endCxn xmlns:a="http://schemas.openxmlformats.org/drawingml/2006/main" id="105" idx="1"/>
          </p:cNvCxnSpPr>
          <p:nvPr/>
        </p:nvCxnSpPr>
        <p:spPr>
          <a:xfrm xmlns:a="http://schemas.openxmlformats.org/drawingml/2006/main">
            <a:off x="5306378" y="52106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42C5752-027F-46D5-9EE3-4A3C60F1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B5A7355-3418-4C15-9A28-2F6D5A72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553075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D170BEF-5CCD-4D33-ACE3-68670D68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990E7EA-A212-4E47-8BEF-E5509BF2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562600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⑦ ⑤中 Write 的实现下钻（发送时调用，非收尾后）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CB4957E-E8BB-4585-A2BE-AEB8888F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76262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 → 解包 Thread / Channel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7249C2C-A754-4D71-87BA-746723F1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906453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BuildLocRmaBufferLite + 远端 Buffer(dst,len)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26E4E99-2315-4C84-8E99-C539B656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028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BaseTransportLiteImpl::Write（按具体传输实现分派）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B237C16-29A5-4762-9F4D-1B2A934A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58165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950 / UB 示例：UbTransportLiteImpl::Write → UbConnLite::Write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90FFF39-6205-45DD-8419-1DF0FDB4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73976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ProcessSlices → FillOneSqeWrite → ProcessOneWqe → UpdateWqeTasks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748B498-82E7-4F5A-85F3-060D71E3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89788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 producer index → BuildUbDbSendTask；生成传输 WQE / Doorbell 任务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BC1B929-E7AA-4C11-8126-20BD8F03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05599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仅为 UB 分支；不能将这条实现下钻推广成所有协议的共同路径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DF09209-AD2D-4D59-A943-520C18EA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DD9ABCD-9B60-4834-B8CE-4EA89A0C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118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5306378" y="59440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8D5AEC4-2462-49A3-9732-1477BB22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334125"/>
            <a:ext cx="1162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AD04B76-BA18-4987-95AD-10ABAD76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46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* Wait 的完整超时分支见备注。全称 Record / Wait 见⑤的前两行；它们改变 Notify 类型与 Channel 参数，不是新的 API。AllToAll 不调用数值归约原语。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F4DFBDB-86C2-4A5E-B16B-0E8B7A87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1818C7C-F9B5-4EEF-9002-F79B95BA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598BD2D-7BBB-46E1-8534-8E82F9C8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源码：kernel_launch.cc:276,348–725；SoleExecutor:89,202–391；Mesh:167–411；alg_data_trans_wrapper.cc:428,880,1010,1045；AICPU primitive:495；UB transport:664。</a:t>
            </a:r>
          </a:p>
        </p:txBody>
      </p:sp>
    </p:spTree>
    <p:extLst>
      <p:ext uri="{BB962C8B-B14F-4D97-AF65-F5344CB8AC3E}">
        <p14:creationId xmlns:p14="http://schemas.microsoft.com/office/powerpoint/2010/main" val="338921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1460208-059E-48CA-90D8-B2697DEB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的建链展开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03E26-420E-40F7-824D-92EE7ACF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C1 域级资源获取下钻到 C5 基础通道和 C2 内存；灰色名称为内部方法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2B67C-2C2B-45CC-BF1A-35F12F26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6D4D6-D9B4-41C1-9CB3-5A0FAC51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3276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BC3C6-6DA1-4D7C-BCBB-04419F28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971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HCCL：HcclGetChannelImpl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0F27A-8B7C-4024-8E48-C68D157F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90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构造 ChannelDesc、登记一致性信息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47784-50C4-4953-99A3-FAD863AF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42975"/>
            <a:ext cx="43338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3DD-209F-42B5-8B82-029CD505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971550"/>
            <a:ext cx="4200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 〔C1〕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8468C-192A-4885-9A9A-27F0CEF0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190625"/>
            <a:ext cx="420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 / 归一化请求，调用 MyRank::CreateChannels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DA77B-1CE4-4A3F-A9E2-5E44D1FF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942975"/>
            <a:ext cx="29527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3A8A7-4BBB-4F8C-94F8-ABDD9716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9715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518FD-D8F7-438D-871F-F4EBFE19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1906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回填 handle / protocol / remoteCclMem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0E7C5-036C-4E13-96CD-04B4C70A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402A8-6F14-4719-B06E-9FA0A953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63303" y="1276827"/>
            <a:ext cx="532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243FD-B4B7-486A-B189-0A74076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F0013-D9E6-43F2-928E-2097C1E2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30578" y="1276827"/>
            <a:ext cx="522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7F2E2-4D67-48BB-B6F6-585FE489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08D3F-F4A6-4B1E-BB72-BC1E5A0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81200"/>
            <a:ext cx="11620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1B2EF-BD08-4A62-A088-3A14EAE2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1930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MyRank::CreateChannels 内部依赖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C56D0-B72A-4A53-AA75-D4B16EA7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5144E-3895-47E4-B7B2-855F26D9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  描述转换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15719-704B-48E2-9132-59A9D205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ChannelDescHccl2Hcomm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97CF1-A8B2-46A2-8E27-A4E278B2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9F6158-EF6A-4DBC-81AA-9A0141AF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2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5441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E7C73-66D9-43CA-A3DA-DD854685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B764AD-EE58-43FC-A257-6FC381ED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  Socket 准备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6DB819-8A6F-4DF1-ACBA-CDF234FC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D30D11-9AAE-43D7-A9A9-CDE2B9ED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8CB36F-25CC-44B8-BB23-CFC55029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8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8110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AEBA6D-8610-4575-BB35-068C12A4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92351C-354B-42BE-B41A-E57E3484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  Channel 准备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354C4A-56DC-47BF-919E-36F3B63D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B32A1B-5375-4C63-84B1-BAEF001E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FFF4D7-338F-430B-BE2E-A8BC6EA6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4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0780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291503-7FFD-4E49-BD4D-4D37DCCF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2D1C06-33FF-41B9-8E83-26F171B6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4  连接 / 校验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3D1629-D4D7-4AF8-AFEE-75B2966D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  <a:p xmlns:a="http://schemas.openxmlformats.org/drawingml/2006/main">
            <a:pPr algn="l">
              <a:buNone/>
              <a:def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131108-DB41-463C-A079-1E812075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7031F3-9C73-48EB-9763-7E685276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0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93449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30C279-9432-4C19-8B18-2C58CD25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131133-0042-476A-A973-9539A890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5  引擎回填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FAA2C5-82E1-4561-94FD-609ECBC1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CCB03B-5388-4729-8FCB-C92B29A5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BB5F4A-3E0C-40D4-A058-DFE0DF7D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6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6267927" y="1639253"/>
            <a:ext cx="0" cy="3419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0E4D78-3A1E-4212-8BFF-39F8AD49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2776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262E73-77FD-440F-A040-463470D1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09950"/>
            <a:ext cx="11106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BatchCreateChannels：对每个 Peer / Link 处理，局部缓存命中可复用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536704-67F0-4D5D-8F99-4061123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178E0D-16C4-440D-987B-49973FB3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EndpointMgr::Get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55B17A-ADBD-4C14-8671-26FF10B4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HcommEndpointCreate 〔C5〕</a:t>
            </a:r>
          </a:p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仅端点缺失时创建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00DA0C-A6C6-40D1-A12A-E427FAD0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6E57B2-634A-4C38-950A-603EB2B7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4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319182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D767EC-BF9B-4EE5-877B-B9E5453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BD1A49-BBE3-4381-ABFD-C660EC4C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端点监听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1652B3-E488-41B9-A14F-FB75766C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 〔C5〕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2BACD4-E66D-40CC-9301-FAD9A968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2B49CD-C750-40B2-A1C9-F1DC411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0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5963603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BAA4BA-D165-4DC1-9A88-A6706F56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966240-2228-4E16-8D42-3558F01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PrepareMemHandles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808EE3-19B0-4709-B819-84FCF0B2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HcommMemReg 〔C2〕</a:t>
            </a:r>
          </a:p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仅注册缺失时调用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AD2418-61E8-4B17-ABC9-A24DCBAA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9B6AB5-44A4-4435-A6D0-D9CC16E2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6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873537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D66C0D-8B62-4E0B-A64C-EC41A3FE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FF33F0-0895-400C-8645-D805D0BB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EndpointPair::CreateChannel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4E59D4-1FD5-4CF8-9D8E-70290AC8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 〔C5〕</a:t>
            </a:r>
          </a:p>
          <a:p xmlns:a="http://schemas.openxmlformats.org/drawingml/2006/main">
            <a:pPr algn="l"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仅通道缺失时创建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A953C2A-CB6E-47B7-92B0-F4DF0BD0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EB43FA-9F3B-4196-865A-18E4EAAC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2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6029802" y="30965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F9E44F-6F21-4CAF-AFC9-BAEA82B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返回 HCCL 后的地址查询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8CCD8C-1D03-4700-B421-B21FEE09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A522450-7330-4F7A-841C-887343F0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6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286703" y="5648802"/>
            <a:ext cx="5904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D438A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DC8933-83F7-4189-B1AB-0EF8EE02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 〔C2〕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AD90E0E-61D1-406C-8AF7-382CD14C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962650"/>
            <a:ext cx="576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内部 HcommChannelGetRemoteMems 读取 Peer 注册映射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B94F937-B9DB-4212-9876-5D6F12CB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91150"/>
            <a:ext cx="5362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连接状态查询的精确边界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7CDBF6-79E9-4928-B11C-9C68D4BB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6621F6B-4029-446C-96EA-1A0862AD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2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544628" y="5648802"/>
            <a:ext cx="536162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D4BCC4-6AA5-40E5-97C3-70BD1216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7054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ChannelProcess::ChannelGetStatus 是内部方法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B1F2CE6-71CD-4133-8133-D1CBBABC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9721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本链路不应替换成导出 API HcommChannelGetStatus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9B60E5C-49A2-4ED3-81B9-C87FC50F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010F23-CDD6-4D5F-BA8E-65AEB856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7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AE76F3E-37E5-47E8-B272-19561774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源码：coll_comm_res_c_adpt.cc:755；my_rank.cc:675,1228,1303；endpoint_mgr.cc:76,138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86198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FDE8760-6E98-4E33-ACE4-3722F0AA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普通 Mesh Write：一个 Peer 的握手与数据传输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8621F-DC34-4E47-A210-24E6895F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Rank i 视角；非 PCIe、普通内存，双向 count 非零。实线箭头表示对应方向的通知或数据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09BAC-C0A6-43E8-8D1B-627771A6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DDA2A-883B-498D-B0BE-FC60D961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B5614-4128-4429-806C-6F16A228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i（本端）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BED5A-98F7-4522-8979-062F93F8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6E4A4-CE70-45A1-A4A7-E583F14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j（对端）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44BD6-3853-4F88-82ED-1B7A8AB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69196-FF2D-445A-B0D9-4D5EA534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3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19185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D438A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3EA2F-7A38-4D5E-90FD-8F172794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97C43-AB86-458F-BE2B-91D907F4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6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52560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EA837-31FA-4A7C-8BDA-F3C56372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① 接收区就绪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731CE-717E-42D0-B05F-814463C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90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C3EC4-8A77-4E62-96B6-A3013FD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287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recvChannel, 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4E7B1-9B85-4FA9-9627-240F3177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9242A-20B0-471A-9E41-A07C71FA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192328" y="17149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0EADD-0FF7-4D97-A162-DD5D9F84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287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ACK：i 可接收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8F4C7-50C0-46E6-9401-54BEEFE2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024DE-B7D4-4AA0-A141-E8B2EF3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86703" y="19531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89615-F712-45B1-BEB3-C781C06E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097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② 等对端就绪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F426D-8D81-4B33-A7F8-7FC084C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97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F1A3C-7E68-4506-8563-C8F57DD9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479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sendChannel, 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4F5DAF-CD6E-42CD-AB37-2DCF27B1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DACA0-C80F-4A4A-9B40-CFC8B9B1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2" name="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7192328" y="233410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68F62F-7F73-41E1-95B5-67F2385C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4787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ACK：j 可接收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06A6F-EAF5-4E45-AB1B-5FEB264F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7705F8-DD55-4C33-BE5D-44B56374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6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86703" y="25722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A4279B-2912-411E-B2B7-F2095CDC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289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写远端数据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536910-7B37-4EB5-8E0F-F59120A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6A36EF-F1C0-4C91-9D35-3479F887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6702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thread, sendChannel, dst, src, len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9BFB46-A0B2-4CF9-8FD8-DE444EF8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9283EB-018C-484A-9567-434789F0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2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192328" y="295322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386352-934E-416D-BDFF-0DF2B060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670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 → j.CCL[i]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12970D-1D77-4A1B-B946-6D451479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CB9C27-F466-4513-AA5A-9A7A3A13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6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86703" y="319135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EE1763-EA52-4216-A3A0-2FB54EAF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480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④ 通知写入阶段完成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54F0EA-D2F1-4A7A-9746-D90F21D3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480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FB777F-945F-4193-828A-722E3FD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8615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sendChannel, DATA_SIGNAL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3764F6-6395-4105-9867-17B4B01B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A3B5CC-9CC6-43A4-AB73-72FD2B79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2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192328" y="357235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B7211A-627A-4624-A598-69125908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8612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DATA_SIGNAL：i → j 完成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9EBCAB-EF84-472E-B519-7B70249A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EDF93C-B2CC-4E90-85F7-62123E74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6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381047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C01279-5832-479D-AFDA-3C6EA2A3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671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⑤ 等本端接收完成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F705D4-2D67-4D92-AC5F-34057661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67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2A9400-354B-4430-8214-CEA89931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052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recvChannel, DATA_SIGNAL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1C632B-6538-49BE-A027-DA242D17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6BB0E2-48C3-49B8-B1AD-769AA3FD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2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7192328" y="41914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1917A6-1DBF-4E6B-AFB7-C63FCAC4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052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DATA_SIGNAL：j → i 完成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9A30EA-237B-4E6A-9B6B-ECE8F08F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3C5679-B202-412A-9288-A466C48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6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86703" y="44296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DBCEE4-38AB-471E-8814-C4711B10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862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从中转区取出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78A171-F3D6-46B4-8B06-8E0B59F7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86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90133D-4DF3-48C3-BAC5-55A680DF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244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i.CCL[j] → i.userOut[j]，模板 PostCopy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9E65DD-A638-489B-82E5-3D7A6E7C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09FFBF-A724-45F1-B13C-AEAE32B4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2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192328" y="45343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96D858-75CF-4E74-8803-DF8097A4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95CB12-DC60-493A-A6AA-95CB11B7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5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8982552" y="4534853"/>
            <a:ext cx="0" cy="303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027A30D-81C3-44DA-9C2F-674A9B4E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416D30-628D-47B1-BEBD-1C989AD5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8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7192328" y="48391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69057F-E53D-4C2B-8A26-44132D6D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本地拷贝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733545-B198-46A9-BBB9-5B2D88DD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F7A8553-5C95-4F43-8BB1-30CA56F3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2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286703" y="50487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CAD68A5-CBDE-4185-874A-30A3D5B4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48275"/>
            <a:ext cx="5734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D06A967-CEBA-447C-B0A9-3D7AB95F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86375"/>
            <a:ext cx="556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对称执行与索引口径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7553C40-856B-4640-9F13-9520CCF0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53075"/>
            <a:ext cx="550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也执行对称 Write。第五步等待的正是 j 写入 i 的数据。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CCL[j] 表示 Peer j 的逻辑分片，实际槽位由轮次与分片计算。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C566383-1C71-404D-8C9C-552BBEEA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48275"/>
            <a:ext cx="57721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27EB9B-5AF6-4245-B21D-7A9D41E5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86375"/>
            <a:ext cx="5600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API 归属与 Wait 分支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7E09F9F-E5F1-4B4B-8211-739E4974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553075"/>
            <a:ext cx="554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①–⑤位于 SendRecvWrite；⑥位于上层模板的 PostCopy。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Wait* 在默认超时 / 显式超时接口之间按能力二选一。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9D59FB7-F997-4F46-A9B6-0483AAF9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86475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07C265-911F-43DA-839C-8E5D12E1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24575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950 底层实现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75845C4-D0B6-4301-ACA5-73977539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 解包 Channel，构造 RmaBufferLite，再进入 BaseTransportLiteImpl::Write(...StreamLite)。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681192D-FAAF-4ECA-87EE-4462CABD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6FC58DC-2E1D-4D92-8D3B-BF3679B4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4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CFAFC6-211E-4E01-9CDE-E8060CFA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源码：alg_data_trans_wrapper.cc:428–464；Mesh 模板:327–380；AICPU primitive:495–545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276031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97797B-4DA4-45F3-9923-4CBD092C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Read / Write 分支的数据路径差异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0689A-BBBF-480A-93FE-68D10D33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普通 Mesh 模板按链路协议设置 isDmaRead_；两图使用同一发送方向 i → j，便于比较中转位置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32F36-42FD-497B-8F04-5319F706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AF043-4DBD-4A55-86F3-06C4579A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Write 分支：发送方写入远端 CCL，接收方再取出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FA73F-B6AC-4E17-8CA9-BEDE04D7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0D90F-6065-4816-A112-40BB0EE2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C420E-E3F9-49EB-8852-0ACD0D7E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DD5B4-E896-42CB-95B0-E2EB16B6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EF1E6-E584-4A8F-855E-43AEE448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81175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FD2EB-EEDC-4C14-8122-02D6CB3A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9C3CF-396D-4038-8AC3-13C647E2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28825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6E05F-5E79-4F21-A0EB-1C25F78F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1175"/>
            <a:ext cx="22764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647F9-27F1-4545-AFFA-0F5746D9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097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j.CCL[i]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F8233-9C6F-4354-ABB5-12F99499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2882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接收端通信中转区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CD2B4-9E79-4D90-A22F-52DCF779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81175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228CB-F919-4B74-A264-A7508FA7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27CE8-55D7-454A-8883-7CA6B135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2882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用户输出位置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80A5B-F45D-4C57-B21F-3386CF68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28C72-6588-4D77-B4EE-4A19BBC4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8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268153" y="2115027"/>
            <a:ext cx="25898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64E0B-10E9-4F2C-B7BC-77680B2F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1ADE9-D36B-4E79-9B93-0824F7BA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1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135428" y="2115027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9B7CE-AA51-4AC8-89C0-49A10FF1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3832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A3A1B-806A-4411-8891-E6370DD2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43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6EA6A-D10D-4143-92D5-0CBFE2EA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5270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 / 接收缓冲就绪后执行 Write；接收方等 DATA_SIGNAL，再 PostCopy 到自己的输出。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5FA72-C2EC-44C0-8EF7-A92E9A7D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9562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PCIe Read 分支：发送方先放入本地 CCL，接收方主动读取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03DF54-D8CC-49A4-A4F0-3335AA2C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4BDE53-31F0-4847-9D32-C4019212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6E316-2518-4FC0-B8C1-48D885A1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B9A57-042D-4601-B548-8B0C229F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6E259C-B5B0-42E6-9965-F56ABB46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BBE5D-1BC9-4352-B0DB-9F9A0CB1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624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1C7E6D-C39B-4596-9CE9-853929FB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814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5EE266-AE49-47EC-B089-7E06CF76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33825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2F1CB8-E58D-44EE-A65A-6915B649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624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i.CCL[j]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AF3831-E30A-4CB9-91F0-673BF555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81475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发送端通信中转区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D78232-7F69-4D52-AB65-4AB64489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33825"/>
            <a:ext cx="29432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36E3C8-F55F-464C-91C1-47D2468A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3738D8-E20C-456A-A554-116D090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8147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从 i 的 CCL 主动读取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2FFBAC-4B43-4269-8AD5-CB5D652C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6B6926-D184-454E-B3E4-7DFD8802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1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572703" y="4267677"/>
            <a:ext cx="51339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3E053D-1F7F-4A90-A05A-1B607072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00B1F2-71F3-4282-98A4-EB07EDF0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4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5354003" y="4267677"/>
            <a:ext cx="25803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9343B8-694D-4580-B463-083E5516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957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PreCopy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BD378F-1310-4BE8-BCC0-73AAFF7D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9097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HcommReadOnThread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05E007-AF0D-47ED-BB22-732B5244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0535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发送方先 PreCopy；接收方等 ACK 后执行 Read。完成握手约束双方的缓冲区复用。</a:t>
            </a:r>
          </a:p>
        </p:txBody>
      </p:sp>
      <p:graphicFrame>
        <p:nvGraphicFramePr>
          <p:cNvPr id="158" name=""/>
          <p:cNvGraphicFramePr/>
          <p:nvPr/>
        </p:nvGraphicFramePr>
        <p:xfrm>
          <a:off xmlns:a="http://schemas.openxmlformats.org/drawingml/2006/main" x="285750" y="5276850"/>
          <a:ext xmlns:a="http://schemas.openxmlformats.org/drawingml/2006/main" cx="11620500" cy="1123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24025"/>
                <a:gridCol w="4943475"/>
                <a:gridCol w="4953000"/>
              </a:tblGrid>
              <a:tr h="2667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比较项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Write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数据搬运 API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 ＋ HcommLocalCopyOnThread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 ＋ HcommReadOnThread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中转拷贝位置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接收侧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发送侧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共同同步能力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79C219-8B32-464D-92A3-CAB73364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9FCDA4-8264-4B20-9E03-0A3DE1E0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1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0A7B7B-0D17-4832-BFA5-0230F1F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源码：Mesh 模板:167–192,217–269,327–411；SendRecvRead:652–689；LocalCopy:880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483195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6927505-F7E3-4C91-8598-A4879E7D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资源缓存与任务缓存的两层复用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51B7B-28B9-482D-ACE1-0B541C6A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资源缓存减少准备工作；任务缓存命中后跳过本次逐条展开，两者可以分别命中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CB109-DF8E-4170-8127-ACFECE50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925DE-38D2-4EE3-AB69-9CB9FB10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控制面：算法资源缓存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6FE04-CB80-4A97-B54A-42D50667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08102-71E5-4D0B-8BA6-F2AAAD20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6703" y="1191102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51E51-22E4-4FAB-8CE7-1DDCDCAD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60714-2127-486F-A753-8215A6EA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19225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TryReuseResource〔HCCL〕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F8A20-5ACD-48F6-BFDE-2EC1A0E5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3830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〔C1〕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BA84D-1CAC-4111-A0DA-D4F5A72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8A63E-DECA-4574-A1EA-A135A454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41922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hit：取已有上下文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AF52C-2FAB-41E6-B571-8F7FAFC4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3830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复用 Thread / Channel / Buffer 描述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E555D-0748-4046-A57B-64C317C1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3C22E-BCAB-4E11-8999-21F5E3A3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476500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miss：重新计算资源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FFE56-8008-4C84-ADD2-0F33F159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955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CalcRes，申请 Thread / Channel，保存 EngineCtx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D26C4-F4B7-4645-9B5E-10B15A4E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05000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A20D5-CBF8-4312-84D3-C8716672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3357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交付 AICPU 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0FC84-F6C9-4CDA-8EF8-14F1BBBA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152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继续 Kernel 发射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893D6-9AA0-4B05-BE68-40DA8753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F013B-9EDB-47FF-AB70-06DB239D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9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210878" y="1753077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D466A-B651-4363-A1FC-EFC54358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954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7DC4C-DE73-446B-B627-4EC84775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04B74-76FA-48B9-AAF2-5B33EFC3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3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714977" y="2125028"/>
            <a:ext cx="0" cy="6943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3C629-463E-452C-8B64-10854B4F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283E5E-EB33-4CF7-8F2B-478B27AB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6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715453" y="28198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05C0E-A4E0-43E4-9065-91E5699E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527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343D1-4516-42F4-9345-0418A4F0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ED01C4-2552-42C1-97AB-8D01BA87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0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297103" y="1753077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2786DF-7846-49FF-840A-35181CF3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EEBB0E-5133-49D6-92DE-8693A3F9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3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9344502" y="1753553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E5DED3-0992-4E3F-A93A-4A96DAB2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754C24-4689-4ECF-B295-8DA1DB32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6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9344978" y="2267427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7CEFEE-256B-4A3B-BD2C-6EDF812D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868CBB-81D5-498D-871B-505A6988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954453" y="28198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E7AC64-430F-4308-9FEA-403DADA8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42592E-C0CE-4BA7-8473-04DC06C4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2" name=""/>
          <p:cNvCxnSpPr>
            <a:stCxn xmlns:a="http://schemas.openxmlformats.org/drawingml/2006/main" id="43" idx="0"/>
            <a:endCxn xmlns:a="http://schemas.openxmlformats.org/drawingml/2006/main" id="44" idx="2"/>
          </p:cNvCxnSpPr>
          <p:nvPr/>
        </p:nvCxnSpPr>
        <p:spPr>
          <a:xfrm xmlns:a="http://schemas.openxmlformats.org/drawingml/2006/main" flipV="1">
            <a:off x="9344502" y="2267903"/>
            <a:ext cx="0" cy="5514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F4AF8F-2B9E-44C4-B15B-3E9740BD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575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数据面：AICPU 任务缓存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9C0861-0CFC-4D36-9564-C9FE08BC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E15BBB-F7BE-4099-BB5A-5989E871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6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286703" y="37152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D438A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41D935-D1EB-4454-94AC-CB34C381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14775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CF9CF2-2F4E-40AE-8F5B-548848D9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43350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Lookup：查任务缓存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B2CF24-0B28-4273-B8A0-E50DB251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624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HcommAicpuTsTaskCacheLookup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13D9A0-42E0-4F81-BADD-C554840F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14775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DEFD5E-16F4-4D0C-9811-539B6E0F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9433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hit：Execute 重放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9C1E1B-64F1-47B8-B704-5DE63F05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62425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刷新地址，跳过本次 OpOrchestrate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D4AA4D-12CC-488F-A94E-3D45BDC7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199B3F-2D98-4AFE-84AC-4DB17BA0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00625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miss：Start → 编排 → End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D87635-91F5-448F-9FFC-D6CC231F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2197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录制期间仍生成搬运和同步任务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44F5D8-E67D-469F-896A-FBEE0765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29125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149E81-626C-4E3C-A93C-46F5AEC6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4577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数据通信继续执行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880F87-382A-48A8-BD3E-D90641AE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76775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D1 搬运 / D3 同步依赖仍存在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483D6B-20E7-48C6-93D3-98C27A67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621E4F-55E8-4D2C-842C-2023F17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1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3210878" y="4277202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FE6EC9-B98C-46AA-A558-A5D32BDD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95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BAB34C-EB2C-4204-B851-E6E07532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ED5950-85A8-4489-94FE-47658E40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5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714977" y="464915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24FEE9-B1E5-489D-8CB8-3DF11361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163B0AC-7814-488C-98A6-92218330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8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715453" y="53344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AC6039-3647-4B8B-A592-8B7DD676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673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26D1A8-68F0-4BF1-97FD-55875F61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078443-9339-4A75-90AF-92BE3809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2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7297103" y="4277202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489C23C-E4E9-4204-BBE8-F9ECED98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DF1AF58-E18A-413F-9B19-53B1F209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5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9344502" y="4277678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9FA60F-F992-4175-8384-EF1BA818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DE6A4F5-A3A5-4FC0-99F8-7C83F012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8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9344978" y="4791552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C87CFB8-2113-4648-9F4E-91352B32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55CA9A9-50BA-4081-9C09-8DFA51C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1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8954453" y="53344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D11C03-08D2-4F2B-99FB-73663F42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68DC8B5-7AF3-42AB-A6C5-519B70BD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4" name=""/>
          <p:cNvCxnSpPr>
            <a:stCxn xmlns:a="http://schemas.openxmlformats.org/drawingml/2006/main" id="85" idx="0"/>
            <a:endCxn xmlns:a="http://schemas.openxmlformats.org/drawingml/2006/main" id="86" idx="2"/>
          </p:cNvCxnSpPr>
          <p:nvPr/>
        </p:nvCxnSpPr>
        <p:spPr>
          <a:xfrm xmlns:a="http://schemas.openxmlformats.org/drawingml/2006/main" flipV="1">
            <a:off x="9344502" y="4792028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2A44FAF-3113-4C52-83F3-B74FAF62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A50DB2-02EC-4FE1-9B02-39F3BE61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任务缓存条件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E9BBBFA-8179-44CB-8FE8-5C777998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要求开关、950、支持的算子和拓扑等。MC2、OFFLOAD、ACL graph、输入输出重叠等场景受限；关闭时直接编排。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1E0789-3F84-4080-A656-ADF1FFD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7AF13F-D34A-4E42-B55C-F52DE98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0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2664CA0-E90F-4A0E-B304-CE19E9D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源码：op_common.cc:1331–1422；kernel_launch.cc:499–595；aicpu_task_cache_policy.cc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65788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CA774-D03D-4B0A-AD79-D3E11738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接口变化的条件矩阵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9EA3B-B67C-4F9D-8390-E98C8F95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“使用”表示该路径涉及此能力；具体次数还取决于 Peer、Channel、分片与缓存，不是实测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E09E1-6109-45AF-9491-31127538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285750" y="952500"/>
          <a:ext xmlns:a="http://schemas.openxmlformats.org/drawingml/2006/main" cx="11620500" cy="3943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33700"/>
                <a:gridCol w="1609725"/>
                <a:gridCol w="1504950"/>
                <a:gridCol w="2076450"/>
                <a:gridCol w="1743075"/>
                <a:gridCol w="1752600"/>
              </a:tblGrid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 / API 族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Mesh Write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MultiJetty 相关分支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对称内存命中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hit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HcommWriteOnThread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Read</a:t>
                      </a:r>
                    </a:p>
                  </a:txBody>
                  <a:tcPr marL="57150" marR="57150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可直接访问窗口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HcommReadOnThread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本分支不用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可批量 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 / 协议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HcommLocalCopyOnThread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可减少中转拷贝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HcommBatchTransferOnThread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非此包装器必经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非普通 Mesh 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 BatchRead 可用</a:t>
                      </a:r>
                    </a:p>
                  </a:txBody>
                  <a:tcPr marL="57150" marR="57150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不能仅据内存判断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取决于录制内容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· Channel / Thread Notify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按并发组织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仍需顺序约束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依赖随任务重放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· 批模式 / 使用保护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仍保留运行控制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/ C2 / C3 / C5 · 准备资源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请求形态可变化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 / 地址来源改变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还取决于资源缓存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· 数值归约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非归约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不因窗口改变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不因重放增加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D5 · CCU C++ DSL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仍为 AICPU 路径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仍看执行引擎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不因缓存切换引擎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6C747-E4B6-46AE-9652-534B45FB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汇报时需要保留的调用边界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4868B-EAD0-4D3C-A00D-666EECC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D24C2-F1B8-48B9-A62D-BEB858CA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6703" y="53535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95353-F38E-4A3A-9A60-8BBA3E01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8640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HcclAicpuKernelLaunch：当前调用点为 Send / Recv。AllToAll 由 HCCL 内部 launch 调用 ACL Runtime。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78B8E-365B-4B2A-B999-F442716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800725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HcclCommMemReg：普通 OPBASE 路径不能推断每次直调。底层按需调用的 HcommMemReg 是另一个接口。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3C72F-97ED-45D1-A935-9D5CCA06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11505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编排主要由 HCCL Executor / Template 完成；HcclGroupStatusGet 仅为能力支持时的 Group 状态查询。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C2BA4-DD07-4C1E-94F5-98C02B2E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34F89-A250-4CF6-A91D-50016A9B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24B98-E3E4-4A79-A25A-D9DDD632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源码：Mesh / UBX Template；hcomm_primitives_dl.cc；op_common.cc:1005；Task Cache policy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814114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2026-09-27T11:28:58.6810000Z</dcterms:created>
  <dcterms:modified xsi:type="dcterms:W3CDTF">2026-09-27T11:28:58.6810000Z</dcterms:modified>
</coreProperties>
</file>