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199dfe990d48b2" /><Relationship Type="http://schemas.openxmlformats.org/officeDocument/2006/relationships/extended-properties" Target="/docProps/app.xml" Id="Rb0c8d300357c4890" /><Relationship Type="http://schemas.openxmlformats.org/officeDocument/2006/relationships/officeDocument" Target="/ppt/presentation.xml" Id="R12106eda203340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5e5ed374a4e03"/>
  </p:sldMasterIdLst>
  <p:notesMasterIdLst>
    <p:notesMasterId xmlns:r="http://schemas.openxmlformats.org/officeDocument/2006/relationships" r:id="Rd9e31265cbd64ad9"/>
  </p:notesMasterIdLst>
  <p:sldIdLst>
    <p:sldId xmlns:r="http://schemas.openxmlformats.org/officeDocument/2006/relationships" id="256" r:id="R3c002329157f4694"/>
    <p:sldId xmlns:r="http://schemas.openxmlformats.org/officeDocument/2006/relationships" id="257" r:id="Rd8b2b075831d45f6"/>
    <p:sldId xmlns:r="http://schemas.openxmlformats.org/officeDocument/2006/relationships" id="258" r:id="R89ec42190cb14077"/>
    <p:sldId xmlns:r="http://schemas.openxmlformats.org/officeDocument/2006/relationships" id="259" r:id="R0948351e7f6e4d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5107f74714f3f" /><Relationship Type="http://schemas.openxmlformats.org/officeDocument/2006/relationships/slideMaster" Target="/ppt/slideMasters/slideMaster1.xml" Id="R5305e5ed374a4e03" /><Relationship Type="http://schemas.openxmlformats.org/officeDocument/2006/relationships/notesMaster" Target="/ppt/notesMasters/notesMaster1.xml" Id="Rd9e31265cbd64ad9" /><Relationship Type="http://schemas.openxmlformats.org/officeDocument/2006/relationships/presProps" Target="/ppt/presProps.xml" Id="R83889670d6a94910" /><Relationship Type="http://schemas.openxmlformats.org/officeDocument/2006/relationships/tableStyles" Target="/ppt/tableStyles.xml" Id="R934d0243fc134473" /><Relationship Type="http://schemas.openxmlformats.org/officeDocument/2006/relationships/slide" Target="/ppt/slides/slide1.xml" Id="R3c002329157f4694" /><Relationship Type="http://schemas.openxmlformats.org/officeDocument/2006/relationships/slide" Target="/ppt/slides/slide2.xml" Id="Rd8b2b075831d45f6" /><Relationship Type="http://schemas.openxmlformats.org/officeDocument/2006/relationships/slide" Target="/ppt/slides/slide3.xml" Id="R89ec42190cb14077" /><Relationship Type="http://schemas.openxmlformats.org/officeDocument/2006/relationships/slide" Target="/ppt/slides/slide4.xml" Id="R0948351e7f6e4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df8421bc8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5d4ac618684c6f" /><Relationship Type="http://schemas.openxmlformats.org/officeDocument/2006/relationships/notesMaster" Target="/ppt/notesMasters/notesMaster1.xml" Id="Rcf65dd3c173c4b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1c4240c6a5446d" /><Relationship Type="http://schemas.openxmlformats.org/officeDocument/2006/relationships/notesMaster" Target="/ppt/notesMasters/notesMaster1.xml" Id="R4b5b189d83544c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4c70e85c474478" /><Relationship Type="http://schemas.openxmlformats.org/officeDocument/2006/relationships/notesMaster" Target="/ppt/notesMasters/notesMaster1.xml" Id="R8b8fbc8e5c04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cc4c71600d4907" /><Relationship Type="http://schemas.openxmlformats.org/officeDocument/2006/relationships/notesMaster" Target="/ppt/notesMasters/notesMaster1.xml" Id="R9bf8c08c4cee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讲解顺序：先看左侧三层，再用右侧三个编号总结公共主干、跨层边界和执行差异。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关键函数释义：</a:t>
            </a:r>
          </a:p>
          <a:p xmlns:a="http://schemas.openxmlformats.org/drawingml/2006/main">
            <a:r>
              <a:t>HcclAllReduce：AllReduce 的公开入口，接收缓冲区、元素数、数据类型、规约类型和流。</a:t>
            </a:r>
          </a:p>
          <a:p xmlns:a="http://schemas.openxmlformats.org/drawingml/2006/main">
            <a:r>
              <a:t>AllReduceInitAndCheck：校验通信域、指针、数据类型、count、reduceType 与执行流。</a:t>
            </a:r>
          </a:p>
          <a:p xmlns:a="http://schemas.openxmlformats.org/drawingml/2006/main">
            <a:r>
              <a:t>FillAllReduceOpParam：把公开接口参数归一化为内部 OpParam，供不同算法共用。</a:t>
            </a:r>
          </a:p>
          <a:p xmlns:a="http://schemas.openxmlformats.org/drawingml/2006/main">
            <a:r>
              <a:t>HcclGetOpExpansionMode：读取配置与运行环境支持的展开模式。</a:t>
            </a:r>
          </a:p>
          <a:p xmlns:a="http://schemas.openxmlformats.org/drawingml/2006/main">
            <a:r>
              <a:t>DecideHcclOpExpansionMode：根据设备、算子、资源和配置决定候选 Engine。</a:t>
            </a:r>
          </a:p>
          <a:p xmlns:a="http://schemas.openxmlformats.org/drawingml/2006/main">
            <a:r>
              <a:t>ApplyOpExpansionMode：把最终模式写入通信域或本次算子上下文。</a:t>
            </a:r>
          </a:p>
          <a:p xmlns:a="http://schemas.openxmlformats.org/drawingml/2006/main">
            <a:r>
              <a:t>Selector：根据拓扑、数据量和算子语义选择算法。</a:t>
            </a:r>
          </a:p>
          <a:p xmlns:a="http://schemas.openxmlformats.org/drawingml/2006/main">
            <a:r>
              <a:t>SelectorEngine：从 Engine 维度选择可用实现。</a:t>
            </a:r>
          </a:p>
          <a:p xmlns:a="http://schemas.openxmlformats.org/drawingml/2006/main">
            <a:r>
              <a:t>ExecuteSelector：从执行模板维度选择具体实现。</a:t>
            </a:r>
          </a:p>
          <a:p xmlns:a="http://schemas.openxmlformats.org/drawingml/2006/main">
            <a:r>
              <a:t>HcclExecOp：进入统一算子执行框架。</a:t>
            </a:r>
          </a:p>
          <a:p xmlns:a="http://schemas.openxmlformats.org/drawingml/2006/main">
            <a:r>
              <a:t>CalcResRequest：计算线程、通道、内存、Notify 等资源需求。</a:t>
            </a:r>
          </a:p>
          <a:p xmlns:a="http://schemas.openxmlformats.org/drawingml/2006/main">
            <a:r>
              <a:t>GetAlgResource：按 CommEngine 申请或复用算法资源。</a:t>
            </a:r>
          </a:p>
          <a:p xmlns:a="http://schemas.openxmlformats.org/drawingml/2006/main">
            <a:r>
              <a:t>RankGraph：HCOMM 对通信拓扑的统一抽象。</a:t>
            </a:r>
          </a:p>
          <a:p xmlns:a="http://schemas.openxmlformats.org/drawingml/2006/main">
            <a:r>
              <a:t>HcclChannelAcquire：把 HCCL 通道需求转换为 HCOMM 通道对象并返回句柄。</a:t>
            </a:r>
          </a:p>
          <a:p xmlns:a="http://schemas.openxmlformats.org/drawingml/2006/main">
            <a:r>
              <a:t>HcommCollectiveChannelCreate：在 HCOMM 内创建集合通信 Channel。</a:t>
            </a:r>
          </a:p>
          <a:p xmlns:a="http://schemas.openxmlformats.org/drawingml/2006/main">
            <a:r>
              <a:t>Channel L3：统一承接上层通信原语并落到 UB、RoCE、HCCS 等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 RankGraph、Channel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本页按四个阶段讲解。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 1：入口与参数统一</a:t>
            </a:r>
          </a:p>
          <a:p xmlns:a="http://schemas.openxmlformats.org/drawingml/2006/main">
            <a:r>
              <a:t>HcclAllReduce：集合规约公开入口。</a:t>
            </a:r>
          </a:p>
          <a:p xmlns:a="http://schemas.openxmlformats.org/drawingml/2006/main">
            <a:r>
              <a:t>AllReduceInitAndCheck：检查通信域状态、输入输出指针、count、datatype、reduceType 和 stream。</a:t>
            </a:r>
          </a:p>
          <a:p xmlns:a="http://schemas.openxmlformats.org/drawingml/2006/main">
            <a:r>
              <a:t>FillAllReduceOpParam：生成算法选择和执行统一使用的 OpParam。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 2：展开模式</a:t>
            </a:r>
          </a:p>
          <a:p xmlns:a="http://schemas.openxmlformats.org/drawingml/2006/main">
            <a:r>
              <a:t>HcclGetOpExpansionMode：读取通信域当前模式和配置限制。</a:t>
            </a:r>
          </a:p>
          <a:p xmlns:a="http://schemas.openxmlformats.org/drawingml/2006/main">
            <a:r>
              <a:t>HcclConfigGetInfo：提供用户配置或默认配置。</a:t>
            </a:r>
          </a:p>
          <a:p xmlns:a="http://schemas.openxmlformats.org/drawingml/2006/main">
            <a:r>
              <a:t>DecideHcclOpExpansionMode：在 AICPU_TS、AIV、AIV_ONLY、CCU_MS、CCU_SCHED 中决定候选路径。</a:t>
            </a:r>
          </a:p>
          <a:p xmlns:a="http://schemas.openxmlformats.org/drawingml/2006/main">
            <a:r>
              <a:t>ApplyOpExpansionMode：把决定结果应用到本次调用。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 3：通信域与拓扑</a:t>
            </a:r>
          </a:p>
          <a:p xmlns:a="http://schemas.openxmlformats.org/drawingml/2006/main">
            <a:r>
              <a:t>HcclCommGetStatus：确认通信域初始化完成且状态可用。</a:t>
            </a:r>
          </a:p>
          <a:p xmlns:a="http://schemas.openxmlformats.org/drawingml/2006/main">
            <a:r>
              <a:t>HcclEngineCtxGet/Create：复用或创建 Engine 上下文。</a:t>
            </a:r>
          </a:p>
          <a:p xmlns:a="http://schemas.openxmlformats.org/drawingml/2006/main">
            <a:r>
              <a:t>GetLayers：返回 RankGraph 的层级列表。</a:t>
            </a:r>
          </a:p>
          <a:p xmlns:a="http://schemas.openxmlformats.org/drawingml/2006/main">
            <a:r>
              <a:t>GetTopoInstsByLayer：返回指定层内的拓扑实例。</a:t>
            </a:r>
          </a:p>
          <a:p xmlns:a="http://schemas.openxmlformats.org/drawingml/2006/main">
            <a:r>
              <a:t>GetTopoType：返回 Ring、Mesh 等拓扑类型。</a:t>
            </a:r>
          </a:p>
          <a:p xmlns:a="http://schemas.openxmlformats.org/drawingml/2006/main">
            <a:r>
              <a:t>GetRanksByTopoInst：返回某拓扑实例中的 Rank 集合。</a:t>
            </a:r>
          </a:p>
          <a:p xmlns:a="http://schemas.openxmlformats.org/drawingml/2006/main">
            <a:r>
              <a:t>GetEndpointNum/Desc/Info：读取 Endpoint 数量、描述与详细属性。</a:t>
            </a:r>
          </a:p>
          <a:p xmlns:a="http://schemas.openxmlformats.org/drawingml/2006/main">
            <a:r>
              <a:t>GetLinks：读取 Endpoint 之间的链路关系。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 4：算法选择与资源入口</a:t>
            </a:r>
          </a:p>
          <a:p xmlns:a="http://schemas.openxmlformats.org/drawingml/2006/main">
            <a:r>
              <a:t>Selector：综合设备、Rank 数、数据量、datatype、reduceType、内存布局和 CCU 资源选择算法。</a:t>
            </a:r>
          </a:p>
          <a:p xmlns:a="http://schemas.openxmlformats.org/drawingml/2006/main">
            <a:r>
              <a:t>SelectorEngine 与 ExecuteSelector：两种选择入口，不是前后串行关系。</a:t>
            </a:r>
          </a:p>
          <a:p xmlns:a="http://schemas.openxmlformats.org/drawingml/2006/main">
            <a:r>
              <a:t>HcclExecOp：进入统一执行框架。</a:t>
            </a:r>
          </a:p>
          <a:p xmlns:a="http://schemas.openxmlformats.org/drawingml/2006/main">
            <a:r>
              <a:t>CalcResRequest：计算算法所需线程、Channel、内存和同步资源。</a:t>
            </a:r>
          </a:p>
          <a:p xmlns:a="http://schemas.openxmlformats.org/drawingml/2006/main">
            <a:r>
              <a:t>GetAlgResource：按算法与 Engine 申请或复用资源。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旧流程或条件不满足时可能进入 legacy 分支。源码：hccl/src/ops/all_reduce/all_reduce.cc；hccl/src/ops/op_common/op_common.cc；hcomm/.../coll_comm_rank_graph_a_adpt.cc。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阅读顺序：每列自上而下，完成后进入右侧下一列。黄色步骤标出跨层边界、核心 HCOMM 创建点、一致性检查和资源回填点。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 步函数释义：</a:t>
            </a:r>
          </a:p>
          <a:p xmlns:a="http://schemas.openxmlformats.org/drawingml/2006/main">
            <a:r>
              <a:t>01 HcclGetChannelImpl：选择与当前设备、协议和 Engine 匹配的通道实现。</a:t>
            </a:r>
          </a:p>
          <a:p xmlns:a="http://schemas.openxmlformats.org/drawingml/2006/main">
            <a:r>
              <a:t>02 AddExchangeInfo：准备需要在 Rank 间交换的建链元数据。</a:t>
            </a:r>
          </a:p>
          <a:p xmlns:a="http://schemas.openxmlformats.org/drawingml/2006/main">
            <a:r>
              <a:t>03 HcclChannelAcquire：HCCL 建链入口，申请或复用 Channel 资源。</a:t>
            </a:r>
          </a:p>
          <a:p xmlns:a="http://schemas.openxmlformats.org/drawingml/2006/main">
            <a:r>
              <a:t>04 CheckChannelResParams：检查通道数量、描述符、内存和 Engine 参数。</a:t>
            </a:r>
          </a:p>
          <a:p xmlns:a="http://schemas.openxmlformats.org/drawingml/2006/main">
            <a:r>
              <a:t>05 ProcessHcclResPackReq：处理资源打包请求，形成统一资源申请。</a:t>
            </a:r>
          </a:p>
          <a:p xmlns:a="http://schemas.openxmlformats.org/drawingml/2006/main">
            <a:r>
              <a:t>06 PrepareV2ChannelAcquire：整理 V2 建链所需的通道描述和上下文。</a:t>
            </a:r>
          </a:p>
          <a:p xmlns:a="http://schemas.openxmlformats.org/drawingml/2006/main">
            <a:r>
              <a:t>07 PrepareChannelSymMemHandles：为 AICPU 或 AIV 准备对称内存句柄。</a:t>
            </a:r>
          </a:p>
          <a:p xmlns:a="http://schemas.openxmlformats.org/drawingml/2006/main">
            <a:r>
              <a:t>08 MyRank::CreateChannels：以本 Rank 为中心批量组织通道创建。</a:t>
            </a:r>
          </a:p>
          <a:p xmlns:a="http://schemas.openxmlformats.org/drawingml/2006/main">
            <a:r>
              <a:t>09 CheckChannelParam：进入 HCOMM 后再次检查协议、端点和通道参数。</a:t>
            </a:r>
          </a:p>
          <a:p xmlns:a="http://schemas.openxmlformats.org/drawingml/2006/main">
            <a:r>
              <a:t>10 ChannelDescHccl2Hcomm：把 HcclChannelDesc 转换为 HCOMM ChannelDesc。</a:t>
            </a:r>
          </a:p>
          <a:p xmlns:a="http://schemas.openxmlformats.org/drawingml/2006/main">
            <a:r>
              <a:t>11 ConfigSqDepthByExpansionMode：根据 AICPU、AIV 或 CCU 模式配置发送队列深度。</a:t>
            </a:r>
          </a:p>
          <a:p xmlns:a="http://schemas.openxmlformats.org/drawingml/2006/main">
            <a:r>
              <a:t>12 BatchCreateSockets：为多个对端批量创建 Socket。</a:t>
            </a:r>
          </a:p>
          <a:p xmlns:a="http://schemas.openxmlformats.org/drawingml/2006/main">
            <a:r>
              <a:t>13 BatchServerInitForChannels：初始化服务端监听和握手资源。</a:t>
            </a:r>
          </a:p>
          <a:p xmlns:a="http://schemas.openxmlformats.org/drawingml/2006/main">
            <a:r>
              <a:t>14 BatchGetSocketsForChannels：按通道取得已经创建或复用的 Socket。</a:t>
            </a:r>
          </a:p>
          <a:p xmlns:a="http://schemas.openxmlformats.org/drawingml/2006/main">
            <a:r>
              <a:t>15 BatchCreateChannels：基于 Socket 与描述符批量创建 Channel。</a:t>
            </a:r>
          </a:p>
          <a:p xmlns:a="http://schemas.openxmlformats.org/drawingml/2006/main">
            <a:r>
              <a:t>16 EndpointMgr::Get：获得 Endpoint 管理器，用于端点查找和生命周期管理。</a:t>
            </a:r>
          </a:p>
          <a:p xmlns:a="http://schemas.openxmlformats.org/drawingml/2006/main">
            <a:r>
              <a:t>17 HcommEndpointStartListen：启动本地 Endpoint 监听，等待对端连接。</a:t>
            </a:r>
          </a:p>
          <a:p xmlns:a="http://schemas.openxmlformats.org/drawingml/2006/main">
            <a:r>
              <a:t>18 PrepareMemHandles：准备本地内存注册句柄，供远端访问。</a:t>
            </a:r>
          </a:p>
          <a:p xmlns:a="http://schemas.openxmlformats.org/drawingml/2006/main">
            <a:r>
              <a:t>19 RankPairMgr::Get：取得 RankPair 管理器。</a:t>
            </a:r>
          </a:p>
          <a:p xmlns:a="http://schemas.openxmlformats.org/drawingml/2006/main">
            <a:r>
              <a:t>20 RankPair::GetEndpointPair：按本地 Rank 与远端 Rank 获取或复用 EndpointPair。</a:t>
            </a:r>
          </a:p>
          <a:p xmlns:a="http://schemas.openxmlformats.org/drawingml/2006/main">
            <a:r>
              <a:t>21 EndpointPair::CreateChannel：在 EndpointPair 上创建具体 Channel。</a:t>
            </a:r>
          </a:p>
          <a:p xmlns:a="http://schemas.openxmlformats.org/drawingml/2006/main">
            <a:r>
              <a:t>22 HcommCollectiveChannelCreate：HCOMM 集合通信 Channel 创建入口。</a:t>
            </a:r>
          </a:p>
          <a:p xmlns:a="http://schemas.openxmlformats.org/drawingml/2006/main">
            <a:r>
              <a:t>23 NormalizeHcommChannelDescs：统一描述符默认值、协议和资源参数。</a:t>
            </a:r>
          </a:p>
          <a:p xmlns:a="http://schemas.openxmlformats.org/drawingml/2006/main">
            <a:r>
              <a:t>24 ChannelProcess::CreateChannelsLoop：循环处理多个 Channel 的创建请求。</a:t>
            </a:r>
          </a:p>
          <a:p xmlns:a="http://schemas.openxmlformats.org/drawingml/2006/main">
            <a:r>
              <a:t>25 Channel::CreateChannel：创建具体协议对应的底层 Channel 对象。</a:t>
            </a:r>
          </a:p>
          <a:p xmlns:a="http://schemas.openxmlformats.org/drawingml/2006/main">
            <a:r>
              <a:t>26 BatchConnectChannels：对多个 Channel 批量发起连接。</a:t>
            </a:r>
          </a:p>
          <a:p xmlns:a="http://schemas.openxmlformats.org/drawingml/2006/main">
            <a:r>
              <a:t>27 ChannelProcess::ChannelGetStatus：轮询连接状态并收集失败原因。</a:t>
            </a:r>
          </a:p>
          <a:p xmlns:a="http://schemas.openxmlformats.org/drawingml/2006/main">
            <a:r>
              <a:t>28 BatchExchangeAndCheckConsistency：跨 Rank 交换配置并检查一致性。</a:t>
            </a:r>
          </a:p>
          <a:p xmlns:a="http://schemas.openxmlformats.org/drawingml/2006/main">
            <a:r>
              <a:t>29 FinalizeChannelsByEngine：按照 AICPU、AIV 或 CCU 整理最终资源。</a:t>
            </a:r>
          </a:p>
          <a:p xmlns:a="http://schemas.openxmlformats.org/drawingml/2006/main">
            <a:r>
              <a:t>30 ConvertAivChannelHandlesToDevicePtrs：把 AIV Channel 句柄转换为设备核可访问的指针。</a:t>
            </a:r>
          </a:p>
          <a:p xmlns:a="http://schemas.openxmlformats.org/drawingml/2006/main">
            <a:r>
              <a:t>31 HcclChannelGetHcclBuffer：取得 HCCL 通信缓冲区及相关地址信息。</a:t>
            </a:r>
          </a:p>
          <a:p xmlns:a="http://schemas.openxmlformats.org/drawingml/2006/main">
            <a:r>
              <a:t>32 return ChannelHandle + Remote CCL Buffer：把可执行的 Channel 句柄和远端缓冲区返回上层。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条件：AICPU/AIV 才交换对称内存。AIV 才转换设备侧 Channel 句柄。DEV_TYPE_950 执行一致性校验。CCU 资源不足返回 HCCL_E_UNAVAIL 并触发回退。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源码：coll_comm_res_c_adpt.cc:755-858；my_rank.cc:567-1300；endpoint_pair.cc:199-226；channel_process.cc:89-133。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三列为互斥执行路径，不会在一次算子调用中依次执行。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AICPU_TS 函数释义：</a:t>
            </a:r>
          </a:p>
          <a:p xmlns:a="http://schemas.openxmlformats.org/drawingml/2006/main">
            <a:r>
              <a:t>HcclThreadAcquire：从通信域资源池申请 AICPU 执行线程。</a:t>
            </a:r>
          </a:p>
          <a:p xmlns:a="http://schemas.openxmlformats.org/drawingml/2006/main">
            <a:r>
              <a:t>AicpuKernelLaunch：发射承载通信流程的 AICPU Kernel。</a:t>
            </a:r>
          </a:p>
          <a:p xmlns:a="http://schemas.openxmlformats.org/drawingml/2006/main">
            <a:r>
              <a:t>HcclThreadResGetInfo：查询线程绑定的 Channel、Notify、内存等资源。</a:t>
            </a:r>
          </a:p>
          <a:p xmlns:a="http://schemas.openxmlformats.org/drawingml/2006/main">
            <a:r>
              <a:t>aclrtLaunchKernelWithConfig：按照配置启动 AICPU Kernel。</a:t>
            </a:r>
          </a:p>
          <a:p xmlns:a="http://schemas.openxmlformats.org/drawingml/2006/main">
            <a:r>
              <a:t>HcommLocalCopyOnThread：在线程上执行本地拷贝。</a:t>
            </a:r>
          </a:p>
          <a:p xmlns:a="http://schemas.openxmlformats.org/drawingml/2006/main">
            <a:r>
              <a:t>HcommLocalReduceOnThread：在线程上执行本地规约。</a:t>
            </a:r>
          </a:p>
          <a:p xmlns:a="http://schemas.openxmlformats.org/drawingml/2006/main">
            <a:r>
              <a:t>HcommReadOnThread / HcommWriteOnThread：通过 Channel 发起远端读写。</a:t>
            </a:r>
          </a:p>
          <a:p xmlns:a="http://schemas.openxmlformats.org/drawingml/2006/main">
            <a:r>
              <a:t>HcommReadReduceOnThread / HcommWriteReduceOnThread：把远端读写与规约融合。</a:t>
            </a:r>
          </a:p>
          <a:p xmlns:a="http://schemas.openxmlformats.org/drawingml/2006/main">
            <a:r>
              <a:t>HcommBatchTransferOnThread：批量提交多个传输任务。</a:t>
            </a:r>
          </a:p>
          <a:p xmlns:a="http://schemas.openxmlformats.org/drawingml/2006/main">
            <a:r>
              <a:t>HcommThreadNotifyRecord/WaitOnThread：记录或等待线程级同步通知。</a:t>
            </a:r>
          </a:p>
          <a:p xmlns:a="http://schemas.openxmlformats.org/drawingml/2006/main">
            <a:r>
              <a:t>HcommChannelNotifyRecordOnThread：记录 Channel 级同步通知。</a:t>
            </a:r>
          </a:p>
          <a:p xmlns:a="http://schemas.openxmlformats.org/drawingml/2006/main">
            <a:r>
              <a:t>HcommFence/ChannelFence/DrainOnThread：保证操作顺序并等待队列排空。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 函数释义：</a:t>
            </a:r>
          </a:p>
          <a:p xmlns:a="http://schemas.openxmlformats.org/drawingml/2006/main">
            <a:r>
              <a:t>GetAlgResAiv：汇总 AIV 算法需要的线程、Channel、内存和参数区。</a:t>
            </a:r>
          </a:p>
          <a:p xmlns:a="http://schemas.openxmlformats.org/drawingml/2006/main">
            <a:r>
              <a:t>HcclEngineCtxGet/Create：获取或创建 AIV EngineCtx。</a:t>
            </a:r>
          </a:p>
          <a:p xmlns:a="http://schemas.openxmlformats.org/drawingml/2006/main">
            <a:r>
              <a:t>HcclAllocAlgResourceAiv：分配 AIV 算法资源。</a:t>
            </a:r>
          </a:p>
          <a:p xmlns:a="http://schemas.openxmlformats.org/drawingml/2006/main">
            <a:r>
              <a:t>HcclCommRegCommStateCallback：注册通信状态变化回调。</a:t>
            </a:r>
          </a:p>
          <a:p xmlns:a="http://schemas.openxmlformats.org/drawingml/2006/main">
            <a:r>
              <a:t>HcclCommMemReg：把通信内存注册给设备侧访问。</a:t>
            </a:r>
          </a:p>
          <a:p xmlns:a="http://schemas.openxmlformats.org/drawingml/2006/main">
            <a:r>
              <a:t>HcclGetHcclBuffer：取得 HCCL 通信缓冲区。</a:t>
            </a:r>
          </a:p>
          <a:p xmlns:a="http://schemas.openxmlformats.org/drawingml/2006/main">
            <a:r>
              <a:t>HcclChannelAcquire(AIV)：创建或复用 AIV 使用的 Channel。</a:t>
            </a:r>
          </a:p>
          <a:p xmlns:a="http://schemas.openxmlformats.org/drawingml/2006/main">
            <a:r>
              <a:t>ConvertAivChannelHandlesToDevicePtrs：把 Host 句柄映射为设备指针。</a:t>
            </a:r>
          </a:p>
          <a:p xmlns:a="http://schemas.openxmlformats.org/drawingml/2006/main">
            <a:r>
              <a:t>HcclAivKernelEntranceLaunch：发射 AIV Kernel 的统一入口。</a:t>
            </a:r>
          </a:p>
          <a:p xmlns:a="http://schemas.openxmlformats.org/drawingml/2006/main">
            <a:r>
              <a:t>GetAivParamStorageByComm：获取当前通信域的 AIV 参数存储区。</a:t>
            </a:r>
          </a:p>
          <a:p xmlns:a="http://schemas.openxmlformats.org/drawingml/2006/main">
            <a:r>
              <a:t>ExecuteKernelLaunch：组装 Kernel 参数并发射。</a:t>
            </a:r>
          </a:p>
          <a:p xmlns:a="http://schemas.openxmlformats.org/drawingml/2006/main">
            <a:r>
              <a:t>ExecuteKernelLaunchInner：进入底层 Runtime 发射逻辑。</a:t>
            </a:r>
          </a:p>
          <a:p xmlns:a="http://schemas.openxmlformats.org/drawingml/2006/main">
            <a:r>
              <a:t>aclrtLaunchKernelWithHostArgs：携带 Host 参数启动 Vector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 函数释义：</a:t>
            </a:r>
          </a:p>
          <a:p xmlns:a="http://schemas.openxmlformats.org/drawingml/2006/main">
            <a:r>
              <a:t>GetAlgResCcu：汇总 CCU 路径的算法资源。</a:t>
            </a:r>
          </a:p>
          <a:p xmlns:a="http://schemas.openxmlformats.org/drawingml/2006/main">
            <a:r>
              <a:t>HcclAllocAlgResourceCcu：分配 CCU 线程、Channel 和实例资源。</a:t>
            </a:r>
          </a:p>
          <a:p xmlns:a="http://schemas.openxmlformats.org/drawingml/2006/main">
            <a:r>
              <a:t>HcclGetThread / HcclGetChannelForCcu：获取 CCU 调度线程和通信 Channel。</a:t>
            </a:r>
          </a:p>
          <a:p xmlns:a="http://schemas.openxmlformats.org/drawingml/2006/main">
            <a:r>
              <a:t>HcclChannelQuery / HcclChannelAcquire(CCU)：查询已有 Channel 或申请新 Channel。</a:t>
            </a:r>
          </a:p>
          <a:p xmlns:a="http://schemas.openxmlformats.org/drawingml/2006/main">
            <a:r>
              <a:t>HcclGetCcuKernel / HcclGetCcuKernelDynamic：取得静态或动态 CCU Kernel。</a:t>
            </a:r>
          </a:p>
          <a:p xmlns:a="http://schemas.openxmlformats.org/drawingml/2006/main">
            <a:r>
              <a:t>HcclCommQueryAssignedCcuIns：查询通信域已经分配的 CCU 实例。</a:t>
            </a:r>
          </a:p>
          <a:p xmlns:a="http://schemas.openxmlformats.org/drawingml/2006/main">
            <a:r>
              <a:t>HcommCcuInsResDescCreate / SetNum：创建实例资源描述并设置资源数量。</a:t>
            </a:r>
          </a:p>
          <a:p xmlns:a="http://schemas.openxmlformats.org/drawingml/2006/main">
            <a:r>
              <a:t>HcommCcuInsCreate：根据资源描述创建 CCU 实例。</a:t>
            </a:r>
          </a:p>
          <a:p xmlns:a="http://schemas.openxmlformats.org/drawingml/2006/main">
            <a:r>
              <a:t>HcclCommAssignCcuIns：把 CCU 实例绑定到通信域。</a:t>
            </a:r>
          </a:p>
          <a:p xmlns:a="http://schemas.openxmlformats.org/drawingml/2006/main">
            <a:r>
              <a:t>HcommCcuKernelRegisterStart/Register/End：完成一次 CCU Kernel 注册事务。</a:t>
            </a:r>
          </a:p>
          <a:p xmlns:a="http://schemas.openxmlformats.org/drawingml/2006/main">
            <a:r>
              <a:t>HcommCcuKernelLaunch：提交 CCU Kernel Mission。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共享资源：RankGraph、EngineCtx、Thread、Channel、通信内存和 Notify。CCU 资源不足时，各 Rank 协商后回退。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源码：aicpu_ts_primitives_c_adpt.cc；op_common.cc:1216-1247,2200-2990；hccl_aiv_utils.cc:1068-1223；ccu_launch.cc。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17a535786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c2b7057c134ffb" /><Relationship Type="http://schemas.openxmlformats.org/officeDocument/2006/relationships/slideLayout" Target="/ppt/slideLayouts/slideLayout1.xml" Id="R53f149a4eff94d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149a4eff94d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01abf4d374daa" /><Relationship Type="http://schemas.openxmlformats.org/officeDocument/2006/relationships/notesSlide" Target="/ppt/notesSlides/notesSlide1.xml" Id="R52712db1c5594a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dc952f54b4649" /><Relationship Type="http://schemas.openxmlformats.org/officeDocument/2006/relationships/notesSlide" Target="/ppt/notesSlides/notesSlide2.xml" Id="R122d199e266b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b9ab01c154950" /><Relationship Type="http://schemas.openxmlformats.org/officeDocument/2006/relationships/notesSlide" Target="/ppt/notesSlides/notesSlide3.xml" Id="Rc6d9ed04bc95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bd209eb6444d7" /><Relationship Type="http://schemas.openxmlformats.org/officeDocument/2006/relationships/notesSlide" Target="/ppt/notesSlides/notesSlide4.xml" Id="Rf75fb4c6fe5645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D2AE8A-0DDD-43D7-8437-DE26385C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一次集合算子调用跨越算法选择、HCOMM 建链与三类执行引擎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A3D2F-F4E2-4BC7-8101-2C42132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新流程完整调用框架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F7307-764A-4F9A-9CC9-DCA800CC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54A45-0F4A-4E33-9598-35868998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6A56F-E7CC-44B3-A8C5-238B3C2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算子与选择层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66431-4F32-42FD-A867-4F8AAE7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集合规约公开入口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C1996-44FB-4037-94D7-20AC8E9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9673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校验参数与通信域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E3D13-33F4-4914-97E5-42CF27D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9673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76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组装统一 OpParam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ADE21-5F16-4FBC-A4A4-EC9EE38C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4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74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4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读取候选展开模式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89902-B020-419A-9545-B6777AF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 / ApplyOpExpansionMode()</a:t>
            </a:r>
          </a:p>
          <a:p xmlns:a="http://schemas.openxmlformats.org/drawingml/2006/main">
            <a:pPr algn="ctr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决策并写入执行模式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73B49-8856-4980-8A37-C0E9CC6D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43C19-227B-4702-A901-AF9E6DD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1133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8685"/>
          </a:bodyPr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 按引擎选择</a:t>
            </a:r>
          </a:p>
          <a:p xmlns:a="http://schemas.openxmlformats.org/drawingml/2006/main">
            <a:pPr algn="ctr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 按模板选择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51E0B-BE74-4764-90A0-EE8E05E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C6154-EB89-431D-8516-C17720E5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计算资源需求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71280-82B1-49AA-8A5A-A741627D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66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申请算法资源</a:t>
            </a:r>
          </a:p>
        </p:txBody>
      </p:sp>
      <p:cxnSp>
        <p:nvCxnSpPr>
          <p:cNvPr id="8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9263" y="16383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719263" y="2038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19263" y="2438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19263" y="2838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4900" y="3238500"/>
            <a:ext cx="61436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04900" y="37719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4900" y="4229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657350" y="4486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1D036-F36F-4821-8FD7-DAF3B95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7A650-14AC-4A06-AE90-1A733E0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 通信资源层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AAAAA3-00AC-4F4B-AEF0-DDC12F51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76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通信拓扑抽象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C2DE1-8E70-4AA1-8A58-533E1E8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95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 / GetTopoInstsByLayer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获取层级 / 层内实例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02A13-8D11-4C58-9C24-69DAD36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 / GetRanksByTopoInst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获取拓扑类型 / Rank 分组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468CB-0C3B-4476-A637-120B57D2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GetEndpointDesc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获取端点数量 / 描述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9AE350-CC7D-459F-953B-4F1D8AF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670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获取链路 / 端点详情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13E1A-6E3B-4249-979C-A83E26EF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申请或复用通信通道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531AA2-8142-4D24-A7B0-0142B10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62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 / Endpoint</a:t>
            </a:r>
          </a:p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网络连接与本地端点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8FC90A-7724-4578-9B82-340618D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1133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9915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 / EndpointPair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 对与端点对缓存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4E654D-E1DD-406D-AEDF-4AA0EAD8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00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ctr">
              <a:defRPr sz="69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1B1E4-0188-41EE-8A5C-523EB949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386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统一传输通道层</a:t>
            </a:r>
          </a:p>
        </p:txBody>
      </p:sp>
      <p:cxnSp>
        <p:nvCxnSpPr>
          <p:cNvPr id="10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19525" y="3467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819525" y="390525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33888" y="4343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1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886075" y="3281363"/>
            <a:ext cx="381000" cy="1204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D6B810-6B5A-454C-B221-56DAFADD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C80BB5-AF46-4FA0-9AF7-49CBBB8A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 执行层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130626-D5FB-4021-839C-969B8C54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共享资源：三种 Engine 共用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E3CB9F-0A5D-4016-9E38-B5690D1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0426"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  <a:p xmlns:a="http://schemas.openxmlformats.org/drawingml/2006/main">
            <a:pPr algn="ctr">
              <a:defRPr sz="70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引擎上下文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13262B-07C5-4A30-9560-7CA56F0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执行线程 / 通道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F2218F-6769-43B7-9DD6-DFA57EC5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Notify：缓冲区和同步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53226A-DA25-4874-A106-D07D3FA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D9A15B-78A4-4205-BEAB-C80DB04E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逐原语读写、规约与同步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DE9F41-7B30-40E4-A677-A9F8177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EA58E6-3998-4A4F-8B2D-4B4DDE99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  <a:p xmlns:a="http://schemas.openxmlformats.org/drawingml/2006/main">
            <a:pPr algn="ctr">
              <a:def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携带 Host 参数发射 Vector Kernel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C386E2-CF20-4193-8921-E70CBEC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494861-47BF-40FD-A77D-A74FB4CC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提交 CCU Kernel Mission</a:t>
            </a:r>
          </a:p>
        </p:txBody>
      </p:sp>
      <p:cxnSp>
        <p:nvCxnSpPr>
          <p:cNvPr id="124" name=""/>
          <p:cNvCxnSpPr>
            <a:stCxn xmlns:a="http://schemas.openxmlformats.org/drawingml/2006/main" id="35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600700" y="4610100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A72A74-4B69-4A81-999B-BE61741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795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1430">
            <a:solidFill>
              <a:srgbClr val="3D414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Transport：UB / RoCE / HCCS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59905B-D837-425A-B367-008252FD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图例：灰色为共用基础能力　黄色为跨层关键 API　红框为 HCCL 作用域　蓝框为 HCOMM / Engine 作用域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3D4560-D0BF-4F26-A028-A09F10EF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52525"/>
            <a:ext cx="2914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B77D0E-57B9-47CE-9423-65DA8954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28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AA72E6-C9D0-4431-9682-B58DCDBC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287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公共主干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0ECA91-FE3B-4A02-90F2-38FBC057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2343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不同集合算子会替换入口和 Fill*OpParam。展开模式、RankGraph、Selector、资源申请主干高度共用。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CEEB99-2A59-4728-B661-11F8A422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9146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9F80AF-0A35-4E06-88C2-9FF6E914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24018D-D56B-4FD0-B19E-3182A870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HCCL 与 HCOMM 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D2C19D-F921-46B5-83FA-5A3BE9A3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2343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 根据 CommEngine 组织资源。需要通信连接时，HcclChannelAcquire 把 HCCL 描述符转换为 HCOMM 对象。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DD7E96-F517-4462-9DE5-FFB27D0A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3825"/>
            <a:ext cx="2914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31A779-408E-4D32-809E-BE3AABB6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D87F3B-681B-4895-BA0F-F58811B5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执行差异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124C95-54E7-42EA-9141-60D511FB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逐原语调用 HCOMM。AIV 发射 Vector Kernel。CCU 注册 Kernel 并提交 Mission。三条路径共享 Channel 和通信内存。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B172FD-142A-4E15-A983-E7C3E3B1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9B773D-D736-4442-B4E4-BCEFEDC6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C29251-9487-45AC-AB1E-1981EDD0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00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算子决定通信语义，Selector 决定算法和 Engine，Engine 决定最终调用的 HCOMM API 族。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4120DF-6BEC-448C-BEFA-E2B1B3E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F9DE58-CFA3-4D2A-BCD9-108AACB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846B5E-C2EB-4ABB-811E-C97684F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31742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80C25D-A605-44CF-BF59-02161BB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先归一化算子参数，再结合配置与拓扑选择算法和执行引擎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5DFEB-2FF7-4285-90BE-CED909AD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详细调用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2CC7E-54D5-4DC1-9865-A2AB770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4E365-2D8E-4DF9-90C9-90D2F406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CAEAC-7E54-4737-BCF6-2240D63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算子公共入口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48022-5907-49CA-8666-C5854BE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公开入口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1CD7-3C11-4731-9769-54BB1DD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71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校验参数和通信域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6AF59-0797-4C96-A0DB-8051AB6F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组装统一算子参数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CAAB4-94EA-4FF0-970B-18C69EC2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算法无关参数对象</a:t>
            </a:r>
          </a:p>
        </p:txBody>
      </p:sp>
      <p:cxnSp>
        <p:nvCxnSpPr>
          <p:cNvPr id="7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5317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C6828-12E1-4A99-9303-E2EA8FE0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743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5B330-15CF-4262-BF5A-3110D9DD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8001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75E7E-7479-4021-9D87-E1DC91B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展开模式决策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BE801-BC95-41A1-BD1A-5491865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读取支持的展开模式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DA033-F595-4269-9EB6-695879D9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24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ctr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结合配置和资源做决策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C6090-1FF8-4B2F-9551-30AB18D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  <a:p xmlns:a="http://schemas.openxmlformats.org/drawingml/2006/main">
            <a:pPr algn="ctr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写入本次执行上下文</a:t>
            </a:r>
          </a:p>
        </p:txBody>
      </p:sp>
      <p:cxnSp>
        <p:nvCxnSpPr>
          <p:cNvPr id="8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43525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2F857-ED7D-42B5-9BDA-AB58081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配置来源：HcclConfigGetInfo()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4C14C-66BE-4C4E-B6F0-11FD0932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623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C3273-2F46-4657-B65E-D10BAC40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72E07-B83A-4603-BB9F-92F0AB3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5F6DB-3AA5-4898-B408-E25A2573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800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E66AF-6983-4034-A998-660F3DC9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通信域与 RankGraph 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A228E-58E6-462E-A498-1B5FF68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确认通信域可用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71966-C3A9-4E31-827B-3F55B70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  <a:p xmlns:a="http://schemas.openxmlformats.org/drawingml/2006/main">
            <a:pPr algn="ctr">
              <a:def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获取或创建引擎上下文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400D7-7FE8-4407-9636-C4F35C51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GetLayers()  获取拓扑层级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1E4083-724F-4DA2-982A-34A9A8D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GetTopoInstsByLayer()  获取层内实例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D2C9B-F976-4D15-81D7-7DFAF123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GetTopoType()  获取拓扑类型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38967-BCEB-4E0E-8DB8-61A7C1A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GetRanksByTopoInst()  获取 Rank 分组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62D4F-7769-4C32-B000-D39C052F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GetEndpointNum()  获取端点数量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E4C666-3C34-41BA-97E0-CB72D89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GetEndpointDesc()  获取端点描述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DCD007-AC00-4237-BCC0-349C133E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GetLinks()  获取链路关系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461EF-26CB-4281-9A99-D3D057D1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GetEndpointInfo()  获取端点详情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127F4B-A268-4ADF-9379-C8C3F8E5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E0843F-7809-4CC5-836B-FF76D38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与执行入口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7C546C-825E-444E-AC46-654B853B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73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算法总入口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B3A9EF-B266-4B08-993A-9D188025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  按引擎选择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50081C-FE8F-4BFF-BA11-5388835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00725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  按模板选择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3E7D07-FE84-4E60-A81F-1EBD5FFB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867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4BD537-302B-4411-A1C3-B0BCEB8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70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54F8C5-8425-4FEC-9E98-F71B35C9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626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  <a:p xmlns:a="http://schemas.openxmlformats.org/drawingml/2006/main">
            <a:pPr algn="ctr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计算资源需求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5A6715-511F-44DB-AEE8-07C0357C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076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2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62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2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申请算法资源</a:t>
            </a:r>
          </a:p>
        </p:txBody>
      </p:sp>
      <p:cxnSp>
        <p:nvCxnSpPr>
          <p:cNvPr id="11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857375" y="5519738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57375" y="5724525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95700" y="5519738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3695700" y="5724525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343525" y="57245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FFF77F-4959-4F98-A22D-1B76913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0E16ED-8A9E-4B85-BF4B-E2F3AE17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FBD06E-3572-4DCC-A4A2-A371E13F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E0D5F2-684E-4005-9E9C-43A2F65F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573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1：参数统一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1F8D7D-D0B7-4337-8887-66DF686E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各算子把公开接口参数转成 OpParam。不同算子主要差在 Fill*OpParam 和语义字段。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8AA377-D53D-4D3C-9D87-B850036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198A23-9EB2-495B-9766-64FCAC18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5E0404-AAF4-4AC2-8653-D08BCDBC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2：模式与拓扑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DD256C-D6CD-4B0B-A34F-4D3D1F1D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343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配置先限定 AICPU、AIV 或 CCU。RankGraph 再提供层级、拓扑类型、Rank 分组、Endpoint 和 Link。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F00A9F-40AA-4108-BCDF-A1CEE427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91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2905B7-480F-4FA3-A8F4-EF8A96E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357BD2-2CEA-4501-832D-A04C2D9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3：算法选择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A04EEF-C271-4B7F-A6B8-B488A78D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根据设备类型、Rank 数、数据量、datatype、reduceType、内存布局和 CCU 资源输出算法。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3DFE53-CA1F-4944-A6EC-95C08BD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公用与差异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4E2D85-9B04-4484-BF76-747CAB84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911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344C49-B36B-480A-BFE0-415B2E2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公用：展开模式、RankGraph、Selector、HcclExecOp、资源申请。差异：算子入口、OpParam 字段、候选算法及阈值。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EAE835-09E9-44D6-8D27-41B2E31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71029A-9CD8-48B1-9374-122A29C1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C12485-A8D1-4270-BF13-F4CA011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146109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8ACE8A-4CC2-454E-AAC4-5938C421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内部包含 32 个顺序步骤，跨越 HCCL 与 HCOMM 资源生命周期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DAE2C-85FD-4EAC-AAC9-097192F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Socket、EndpointPair、Channel 创建、连接确认与资源回填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B2846-8F13-41EC-BC9B-E0257737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E08E2-8289-431B-8E00-002D463E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8D275-3557-4C1D-AC20-43B9D7D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HcclGetChannelImpl()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B86D2-34F0-46AD-9C86-FE030FFE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AddExchangeInfo()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添加跨 Rank 交换信息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A1B39-7EA5-47D1-BDC9-57626382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HcclChannelAcquire()</a:t>
            </a:r>
          </a:p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AFF3C-495D-4C84-8D4D-7BA5C7D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CheckChannelResParams()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校验通道资源参数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886C8-DFD9-460C-8BB6-E8E011DB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ProcessHcclResPackReq()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处理资源打包请求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9D82A-7C5F-43CE-9A90-996B95D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PrepareV2ChannelAcquire()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 V2 通道申请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5F5FF-7070-4A06-A6FB-1F5EADC7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PrepareChannelSymMemHandles()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准备对称内存句柄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BD06C-111F-4F6F-8E94-FD99BFF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MyRank::CreateChannels()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创建本 Rank 通道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159DB-E666-4DE3-A02C-B4F2CD26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098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FDFF3-F5D1-4960-98F3-CB3402D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CheckChannelParam()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 HCOMM 通道参数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22DF7-0DE1-41ED-987A-E127769A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ChannelDescHccl2Hcomm()</a:t>
            </a:r>
          </a:p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描述符由 HCCL 转 HCOMM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0D198-A048-445B-B2BA-EBEF57A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ConfigSqDepthByExpansionMode()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按模式配置 SQ 深度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11535-1842-455F-BEC5-85D0E26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12 BatchCreateSockets()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E1D06-8E1D-4508-B2B1-D727280C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13 BatchServerInitForChannels()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初始化服务端 Socket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E9EA9-B8D7-41B8-AFFC-8DA7FAB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14 BatchGetSocketsForChannels()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获取通道对应 Socket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173A0-EA04-4A36-A9C3-DB8FFADF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15 BatchCreateChannels()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Channel 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11E65-4D78-475B-9765-3C02AF24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16 EndpointMgr::Get()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Endpoint 管理器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999C6-0F6A-4468-B3E3-E0942183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57239-0BE6-49DD-AB30-2D656C7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17 HcommEndpointStartListen()</a:t>
            </a:r>
          </a:p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启动 Endpoint 监听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C5976-1B56-44B0-8367-07113030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18 PrepareMemHandles()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准备本地内存句柄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D049D-D87F-43F3-A9C0-B7C7306C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19 RankPairMgr::Get()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RankPair 管理器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E3B52-9B14-4DBD-854E-AE25A26D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20 RankPair::GetEndpointPair()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 EndpointPair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F558F-4729-4C1A-92A9-8789842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21 EndpointPair::CreateChannel()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创建具体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AF419-2018-4DA4-8BD0-BBCB9953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22 HcommCollectiveChannelCreate()</a:t>
            </a:r>
          </a:p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B17DE-DFEE-49B5-B834-BFB0C80A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23 NormalizeHcommChannelDescs()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归一化 HCOMM 描述符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F0403-E60D-4CCB-83E0-706DFEF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24 ChannelProcess::CreateChannelsLoop()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循环创建 Channel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717431-C4C9-4129-97F4-9314CFC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6770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171DD6-3FE0-4B0A-8F78-FBC8AFD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Channel::CreateChannel()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创建底层 Channel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30C23-8728-4F7A-9B93-9ACC7F41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26 BatchConnectChannels()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批量发起连接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BAAE01-955D-4AA0-B33A-3B72499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27 ChannelProcess::ChannelGetStatus()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查询连接状态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0F218-059C-4593-AA44-6B1C12D1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28 BatchExchangeAndCheckConsistency()</a:t>
            </a:r>
          </a:p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交换并校验一致性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5CE28-4817-4B5F-80FC-A467C7C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29 FinalizeChannelsByEngine()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完成资源封装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0DB240-B9E5-4906-9023-5D8DDDD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30 ConvertAivChannelHandlesToDevicePtrs()</a:t>
            </a:r>
          </a:p>
          <a:p xmlns:a="http://schemas.openxmlformats.org/drawingml/2006/main">
            <a:pPr algn="l">
              <a:def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句柄转设备指针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A14F6C-37D7-491D-A53E-574FFAE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31 HcclChannelGetHcclBuffer()</a:t>
            </a:r>
          </a:p>
          <a:p xmlns:a="http://schemas.openxmlformats.org/drawingml/2006/main">
            <a:pPr algn="l">
              <a:def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HCCL 通信缓冲区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66D257-58FA-4180-BD70-28F810E7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32 return ChannelHandle + Remote CCL Buffer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返回通道句柄和远端缓冲区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66A0BF-A50C-4EA0-AEDF-68651460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667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98D8C9-7FB8-4C74-AE5A-4843A37F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515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/ AIV 交换对称内存　AIV 转换设备侧 Channel 句柄　950 做一致性校验　CCU 资源不足返回 HCCL_E_UNAVAIL 并协商回退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176F4A-E6DE-4F6A-93A7-75FC34B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844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输出：ChannelHandle、Remote CCL Buffer、Engine 对应的设备侧资源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CCEDFE-5004-4A3D-97D4-9FE7496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5E7B43-BAEF-40EC-BEE0-DA7ED53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0B9655-B287-4F35-8A47-F358C0F4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准备与转换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78C458-E05F-4EA0-88E8-1A06ADA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至 10 检查资源参数，组织交换信息，并把 HcclChannelDesc 转换为 HCOMM Channel 描述符。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E8B932-83A9-4309-8A5B-5045F094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4B0D05-4357-4F66-B67F-EE90511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943FF9-A749-4DE8-86A8-23B89FE6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86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对象创建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EBB3CB-5E0B-43E8-8A06-3356AF1F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至 24 创建 Socket，获取 EndpointMgr 和 RankPair，复用或创建 EndpointPair，再构造具体 Channel。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ED245B-FA58-464E-8D81-A991072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338D49-E3E1-4B4E-BDDF-E8D72CE4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56AC1E-AA92-4BC1-B025-EFD77331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连接与一致性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129816-02C1-4116-90A6-ADF738D8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8147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至 32 发起连接并轮询状态。部分设备交换并校验一致性，再按 Engine 回填句柄和通信缓冲区。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D79732-9446-4E3D-BB52-91354FD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建链结论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77E4F0-C653-4B49-8C5E-24071F6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34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83C1C9-BA36-4CBF-86F7-9F46659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007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 不是单一建连动作。它把 HCCL 的资源请求转换成 HCOMM 的 Socket、EndpointPair 和 Channel，并返回执行引擎可直接使用的资源。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5E887C-F083-4256-B0C8-F4C026D2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49C4E5-8C17-42D0-8D31-B5529C8B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E662D9-8E88-4C66-B83D-1FF5E44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566687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DADC7A-5950-484D-BB5B-9A42ADEE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三种 Engine 共用 RankGraph、Channel 与通信内存，差异集中在展开位置和发射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6D46B-BF3E-4827-88BC-F93A6DA1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执行链路对照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EC2BC-E4D8-45DA-A4B1-58EFD810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137CA-CCA4-4FEA-A6C1-FDE7AF2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共用准备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EA242-E08B-4D2B-99C2-7A9AE7D0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0077D-08A3-425F-8485-F007203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52D0B-B14D-42C2-BFF3-6BE33C56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E45BE-FE96-44FF-A5E3-9F6932F8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527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0062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484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D8E4D-7F05-4C02-AF13-057BA45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F9B4B-002D-41BB-A148-BA6E442E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12361-BBC6-4696-B5CD-995BC65C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AICPU Kernel 内逐原语展开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AB914-9520-4031-8027-B5116F4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C749C-C003-4999-8B32-B94E96F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HcclThreadAcquire() — 申请执行线程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9C436-3EB7-4B75-B535-A98853A8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1788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AicpuKernelLaunch() — 发射 AICPU 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6091A-0E7C-4B56-9B4C-D12A2FE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71825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HcclThreadResGetInfo() — 查询线程资源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9DD2E-825E-4B11-B8B4-130C744A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1863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aclrtLaunchKernelWithConfig() — 按配置启动 Kernel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D4AC3-68A4-4821-9611-572A398A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18AD4-9CAB-426A-89F2-E1C8A66A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 — 本地拷贝 / 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BDF63-9D61-474A-B719-9D666EC8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8368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 — 通道读写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29893-BE23-41EF-8A41-BCBBE5A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4786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HcommReadReduce / WriteReduce — 读写融合规约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D011A-656C-416C-9A90-344A65BA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1204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HcommBatchTransfer — 批量传输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77ED5-2764-4E2C-9B64-FBF72EE5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7621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ThreadNotifyRecord / Wait — 线程同步通知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EA212-845E-4302-9EFD-56768450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4039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ChannelNotifyRecord — 通道同步通知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A52C6-D486-4468-9317-FDBCB9C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0457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7739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Fence / ChannelFence / Drain — 屏障与排空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F5C0C-07AF-4D4C-993A-4938509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最终：Hcomm*OnThread — 在线程上执行通信原语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C3B36B-A866-477F-A9A5-CC3F1AF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F412D-74AC-478A-9B65-139614B0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BD1101-1F23-4496-B15A-218B944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7E8E2-AE5A-492E-A425-443065EF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223A9-0DF4-4B9E-8E07-549A73E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GetAlgResAiv() — 获取 AIV 资源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C4D58C-E814-4272-AB6A-06BEA28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0286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HcclEngineCtxGet / Create — 获取引擎上下文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65E220-F69A-4004-9D6C-CD9C5B94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8821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HcclAllocAlgResourceAiv() — 分配 AIV 算法资源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69D824-075F-4833-9112-845FEF8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7357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HcclCommRegCommStateCallback() — 注册状态回调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ACF40D-7C06-40E4-8D06-7B1E0E1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5893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HcclCommMemReg / GetHcclBuffer — 注册内存 / 取缓冲区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32180B-ED25-477D-A3FA-29F11097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4429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HcclChannelAcquire(AIV) — 申请 AIV 通道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B7BC8-8234-4619-859C-11EF2349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2964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ConvertAivChannelHandlesToDevicePtrs — 转设备侧指针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996D7-98B5-461A-B0A6-4F458443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E069AD-2328-40E2-97C5-C5AFB63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272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HcclAivKernelEntranceLaunch — 发射 AIV 核入口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3BDCFE-0EE1-4A08-BC4C-19B1F64D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5381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272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GetAivParamStorageByComm — 获取参数存储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E7FEC1-2D93-4CC8-96D9-319C4E6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9213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272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ExecuteKernelLaunch — 执行 Kernel 发射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6BA4C3-5073-4BE0-8CA2-288AF384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3044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2722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ExecuteKernelLaunchInner — 进入底层发射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00D652-4D2A-4A83-A08B-D3E6C0F5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9692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最终：aclrtLaunchKernelWithHostArgs — 携带 Host 参数发射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1A25C8-1ED0-4359-A4C7-36EAA35E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E69EBE-273C-41A2-914F-81B9B827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874215-5B42-49D7-B169-BD624BB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4DCB2C-B0B0-46B3-8C93-A733319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A47027-1357-4D6D-B675-A151AC3F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GetAlgResCcu() — 获取 CCU 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7ED5F9-CDDD-417F-BC29-1FCBB2FC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7969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HcclAllocAlgResourceCcu() — 分配 CCU 算法资源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CC43F7-BAB5-452F-9F20-CE2466E2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4188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HcclGetThread / GetChannelForCcu — 获取线程 / 通道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8BC47B-2217-466A-A6A2-6F61CF0C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0406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HcclChannelQuery / Acquire(CCU) — 查询或申请通道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E4B9D0-BC40-431E-8DF6-A476DE9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HcclGetCcuKernel / Dynamic — 获取静态 / 动态 Kernel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87C897-9CE8-499A-A998-213117F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2844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HcclCommQueryAssignedCcuIns — 查询已分配实例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704E51-4289-419B-A7B1-E786BFE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9063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HcommCcuInsResDescCreate / SetNum — 创建资源描述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F0DE8A-4C5D-4E00-B963-09E61591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5281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HcommCcuInsCreate / AssignCcuIns — 创建并绑定实例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37F7BE-8BFA-4BC5-A7B3-4AB1009C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5849FE-B466-4631-8B81-4986136B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HcommCcuKernelRegisterStart — 开始注册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D8E8E8-1B24-428B-BCD9-B8FB916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325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HcommCcuKernelRegister — 注册 Kernel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A54C47E-247E-47E2-B064-6A824D75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510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HcommCcuKernelRegisterEnd — 完成注册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B8C1E6-6B21-412C-81BC-8EE3BEA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最终：HcommCcuKernelLaunch — 提交 CCU Mission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D3E543-66D0-4C01-9463-9A230211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8448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共同落点：Channel L3、UB、RoCE、HCCS 等 Transport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80E570-D6D0-4069-A25A-6A4CEAC3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4439F3-E113-417C-8C4E-D4602186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共用资源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272430-E286-4B6B-BE5C-2AC829E9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三种 Engine 都依赖 RankGraph、EngineCtx、Thread、Channel、通信内存和 Notify。建链结果可以复用。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6139EE-6F3B-4EF2-872C-ECFF3F9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A6A651-FE52-42EC-8E1F-FD405DC2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C47DEB-F224-4B9E-8D1E-10648737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展开位置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6991BF-944F-4178-B52C-4612FFD8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在 AICPU Kernel 内逐步调用 HCOMM 原语。AIV 在 Vector Kernel 内展开。CCU 在 CCU 实例中执行已注册 Kernel。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D95210-93E7-435C-AA3B-9FA4083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33825"/>
            <a:ext cx="2647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E5959F3-4275-4A97-B01F-B6250A1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2D809C-AC1F-48BF-BD11-A63F4E57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资源与回退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65326A-3797-4907-B1BE-6FA6E210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076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需要把 Channel 句柄转换为设备指针。CCU 需要实例、Kernel 注册和 Mission 提交。CCU 资源不足时跨 Rank 协商回退。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E7F412-F749-4017-BAC7-BDE6E74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算子间复用规律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80502B-B038-4D79-9426-E2F61E33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245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C4F89E-5B2A-4C02-AD58-96040581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647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不同算子可复用 RankGraph、建链和基础 HCOMM 原语。算法展开方式不同，会改变资源准备步骤及最终发射 API。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CC48013-1C02-4D52-99C3-475760E9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34DB28-EA41-4749-9DEE-D5CB2F0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95F8A8-EC88-4679-B6D6-68FB0B64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C358F7-A821-4282-BF4B-894AC454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417759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2026-09-17T15:42:20.2770000Z</dcterms:created>
  <dcterms:modified xsi:type="dcterms:W3CDTF">2026-09-17T15:42:20.2780000Z</dcterms:modified>
</coreProperties>
</file>