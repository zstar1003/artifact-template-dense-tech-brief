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efcfde0a9446f0" /><Relationship Type="http://schemas.openxmlformats.org/officeDocument/2006/relationships/extended-properties" Target="/docProps/app.xml" Id="Rfaf3c07a93e64f84" /><Relationship Type="http://schemas.openxmlformats.org/officeDocument/2006/relationships/officeDocument" Target="/ppt/presentation.xml" Id="R28b78f4d0ff84e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b45912edd54d24"/>
  </p:sldMasterIdLst>
  <p:notesMasterIdLst>
    <p:notesMasterId xmlns:r="http://schemas.openxmlformats.org/officeDocument/2006/relationships" r:id="Rab42ce49f67d4c0b"/>
  </p:notesMasterIdLst>
  <p:sldIdLst>
    <p:sldId xmlns:r="http://schemas.openxmlformats.org/officeDocument/2006/relationships" id="256" r:id="R7146ffc558cd4f11"/>
    <p:sldId xmlns:r="http://schemas.openxmlformats.org/officeDocument/2006/relationships" id="257" r:id="R267b2a1ed13e484d"/>
    <p:sldId xmlns:r="http://schemas.openxmlformats.org/officeDocument/2006/relationships" id="258" r:id="R25173c58c8d34584"/>
    <p:sldId xmlns:r="http://schemas.openxmlformats.org/officeDocument/2006/relationships" id="259" r:id="R19eb3700af284540"/>
    <p:sldId xmlns:r="http://schemas.openxmlformats.org/officeDocument/2006/relationships" id="260" r:id="R0dfa9053e9464f87"/>
    <p:sldId xmlns:r="http://schemas.openxmlformats.org/officeDocument/2006/relationships" id="261" r:id="R02becd987197467c"/>
    <p:sldId xmlns:r="http://schemas.openxmlformats.org/officeDocument/2006/relationships" id="262" r:id="Rb97d45648c9048c2"/>
    <p:sldId xmlns:r="http://schemas.openxmlformats.org/officeDocument/2006/relationships" id="263" r:id="R81ca1abada774b95"/>
    <p:sldId xmlns:r="http://schemas.openxmlformats.org/officeDocument/2006/relationships" id="264" r:id="Ra0e9aefcfd0249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553c6667334042" /><Relationship Type="http://schemas.openxmlformats.org/officeDocument/2006/relationships/slideMaster" Target="/ppt/slideMasters/slideMaster1.xml" Id="R56b45912edd54d24" /><Relationship Type="http://schemas.openxmlformats.org/officeDocument/2006/relationships/notesMaster" Target="/ppt/notesMasters/notesMaster1.xml" Id="Rab42ce49f67d4c0b" /><Relationship Type="http://schemas.openxmlformats.org/officeDocument/2006/relationships/presProps" Target="/ppt/presProps.xml" Id="R37b8e2837e7a4a18" /><Relationship Type="http://schemas.openxmlformats.org/officeDocument/2006/relationships/tableStyles" Target="/ppt/tableStyles.xml" Id="Re4f92ab36f804411" /><Relationship Type="http://schemas.openxmlformats.org/officeDocument/2006/relationships/slide" Target="/ppt/slides/slide1.xml" Id="R7146ffc558cd4f11" /><Relationship Type="http://schemas.openxmlformats.org/officeDocument/2006/relationships/slide" Target="/ppt/slides/slide2.xml" Id="R267b2a1ed13e484d" /><Relationship Type="http://schemas.openxmlformats.org/officeDocument/2006/relationships/slide" Target="/ppt/slides/slide3.xml" Id="R25173c58c8d34584" /><Relationship Type="http://schemas.openxmlformats.org/officeDocument/2006/relationships/slide" Target="/ppt/slides/slide4.xml" Id="R19eb3700af284540" /><Relationship Type="http://schemas.openxmlformats.org/officeDocument/2006/relationships/slide" Target="/ppt/slides/slide5.xml" Id="R0dfa9053e9464f87" /><Relationship Type="http://schemas.openxmlformats.org/officeDocument/2006/relationships/slide" Target="/ppt/slides/slide6.xml" Id="R02becd987197467c" /><Relationship Type="http://schemas.openxmlformats.org/officeDocument/2006/relationships/slide" Target="/ppt/slides/slide7.xml" Id="Rb97d45648c9048c2" /><Relationship Type="http://schemas.openxmlformats.org/officeDocument/2006/relationships/slide" Target="/ppt/slides/slide8.xml" Id="R81ca1abada774b95" /><Relationship Type="http://schemas.openxmlformats.org/officeDocument/2006/relationships/slide" Target="/ppt/slides/slide9.xml" Id="Ra0e9aefcfd0249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5fad79b7934c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4ee9cbfe46465c" /><Relationship Type="http://schemas.openxmlformats.org/officeDocument/2006/relationships/notesMaster" Target="/ppt/notesMasters/notesMaster1.xml" Id="Rb57ae634f71742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7791568df1433e" /><Relationship Type="http://schemas.openxmlformats.org/officeDocument/2006/relationships/notesMaster" Target="/ppt/notesMasters/notesMaster1.xml" Id="R5349ce68220644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ad2c62f5374787" /><Relationship Type="http://schemas.openxmlformats.org/officeDocument/2006/relationships/notesMaster" Target="/ppt/notesMasters/notesMaster1.xml" Id="R134f88fd5a434d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a39290e9114df2" /><Relationship Type="http://schemas.openxmlformats.org/officeDocument/2006/relationships/notesMaster" Target="/ppt/notesMasters/notesMaster1.xml" Id="Rfbea1d4c3c2c4b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faf647a09a4e18" /><Relationship Type="http://schemas.openxmlformats.org/officeDocument/2006/relationships/notesMaster" Target="/ppt/notesMasters/notesMaster1.xml" Id="R3c0ea9e7fea448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d07be54fe54484" /><Relationship Type="http://schemas.openxmlformats.org/officeDocument/2006/relationships/notesMaster" Target="/ppt/notesMasters/notesMaster1.xml" Id="R1f8a1b2ff04745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9add46672b4b0c" /><Relationship Type="http://schemas.openxmlformats.org/officeDocument/2006/relationships/notesMaster" Target="/ppt/notesMasters/notesMaster1.xml" Id="R068f27b9fe9a40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6a75f810ea4ed5" /><Relationship Type="http://schemas.openxmlformats.org/officeDocument/2006/relationships/notesMaster" Target="/ppt/notesMasters/notesMaster1.xml" Id="Re66b1705411840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c801e1ac5f4a59" /><Relationship Type="http://schemas.openxmlformats.org/officeDocument/2006/relationships/notesMaster" Target="/ppt/notesMasters/notesMaster1.xml" Id="R057dc9c601e748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1。本套总览在第1页，参数与选择第2页，资源第3页，建链与资源交付第4页，发射第5页，设备编排第6页，双向握手第7页，数据地址与Write内部第8页，完成第9页。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固定范围：Ascend 950 / AICPU_TS / OPBASE，普通 Mesh Write、普通用户内存、多个Rank、非零数据。通信域与用户stream已经建立。资源缓存未命中、Task Cache关闭。4 Rank、每对2个FP32为教学例子。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总览仅挑选关键函数，不代表相邻节点之间存在一条直接C++调用。流程①②③④⑤⑥⑦⑧顺序推进，底部独立展示用户字节路径。HCOMM数据面也可能由Host调用，具体时序在第5页。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170ddeec539b4d693028ce6e0cf5c58933e4d46d，hcomm 87ce550f8f7c584e0ed89b0ec56699553d9c332d。Hccl前缀本身不能判断库归属。上层调用方具体模块未确认，不以STL/SCL作为已确认源码符号。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2。本套总览在第1页，参数与选择第2页，资源第3页，建链与资源交付第4页，发射第5页，设备编排第6页，双向握手第7页，数据地址与Write内部第8页，完成第9页。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固定范围：Ascend 950 / AICPU_TS / OPBASE，普通 Mesh Write、普通用户内存、多个Rank、非零数据。通信域与用户stream已经建立。资源缓存未命中、Task Cache关闭。4 Rank、每对2个FP32为教学例子。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正文在参数处理与配置查询之间只画关键调用，AlltoAllVOutPlaceCommon等共用辅助函数详见下列逐项注释。RankGraph列表并非严格时序。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[上层调用 HCCL / 算子 API] HcclAlltoAll：接收等长全互换请求。本例 sendCount=recvCount=2，表示“给每个 Rank 发送 2 个数”，不是总共只发 2 个数。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Host / 内部函数] CheckAlltoAllInputPara：检查请求是否合法。检查通信域、指针、stream、数据类型与数量等。本例输入输出分开，参数有效才继续。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调 HCOMM / 控制面 / 拓扑] HcclGetRankSize：读取通信域的成员数。本例得到 4。HCCL 据此准备 4 个发送数量和 4 个接收数量。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调 HCOMM / 控制面 / 域资源] HcclGetCommName：读取通信域名称。用于组成算子标识和后续上下文查找键，避免不同通信域的资源混用。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调 HCOMM / 控制面 / 拓扑] HcclGetRankId：读取本 Rank 的编号。以 Rank 0 为讲解视角，这里得到 0，后续据此区分本地分片和远端分片。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Host / 内部函数] ConvertAlltoAllParam：计算每份数据在数组中的起点。本例数量数组为 [2,2,2,2]，发送和接收位移数组为 [0,2,4,6]，位移单位是元素。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Host / 内部函数] AlltoAllVOutPlace：进入共用的非原地执行入口。等长 AllToAll 使用可变长框架的实现，算子类型仍然保持 ALLTOALL。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Host / 内部函数] AlltoAllVOutPlaceCommon：进入共用的参数处理与调度流程。它继续构造算子参数、读取展开模式，再进入下一页的选择与执行分发。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Host / 内部函数] AlltoAllVConstructOpParam：把零散参数封成一个执行请求。保存输入输出地址、数量和位移、数据类型及 stream，形成后面要传给 AICPU 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Host /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调 HCOMM /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Host /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Host /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调 HCOMM /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Host /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调 HCOMM / 控制面 / 域资源] HcclEngineCtxGet：先查已有的拓扑上下文。命中则直接恢复已有说明。未命中才查询拓扑并保存，具体查询逐项解释在对应细节页。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Host /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[HCCL Host /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[HCCL 调 HCOMM / 控制面 / 拓扑] HcclRankGraphGetLayers：有哪些网络层。返回网络层标识，用于了解通信域是怎样分层组织的。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20. [HCCL 调 HCOMM / 控制面 / 拓扑] HcclRankGraphGetInstSizeListByLayer：这一层各拓扑实例有多大。返回实例规模信息，帮助 HCCL 判断这一层的组织形态。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21. [HCCL 调 HCOMM / 控制面 / 拓扑] HcclRankGraphGetRanksByLayer：这一层包含哪些 Rank。给出层级成员，用于构造算法通信分组。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22. [HCCL 调 HCOMM / 控制面 / 拓扑] HcclRankGraphGetTopoInstsByLayer：这一层有哪些拓扑实例。列举该层的具体实例，下一步可逐实例查询类型和成员。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23. [HCCL 调 HCOMM / 控制面 / 拓扑] HcclRankGraphGetTopoType：指定实例是什么拓扑类型。给出拓扑类型信息，帮助选择能用于该拓扑的算法。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24. [HCCL 调 HCOMM / 控制面 / 拓扑] HcclRankGraphGetRanksByTopoInst：指定实例有哪些成员。将拓扑实例与实际 Rank 编号对应起来。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25. [HCCL 调 HCOMM / 控制面 / 拓扑] HcclRankGraphGetEndpointNum：一个 Rank 有多少可查询端点。先得到端点数量，准备后续端点描述查询。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26. [HCCL 调 HCOMM / 控制面 / 拓扑] HcclRankGraphGetEndpointDesc：这些端点怎样标识。返回端点描述，供链路选择和 Channel 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27. [HCCL 调 HCOMM / 控制面 / 拓扑] HcclRankGraphGetEndpointInfo：端点还有哪些属性。查询带宽系数、Die 等属性，后面按端口切分数据也会用到。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28. [HCCL 调 HCOMM / 控制面 / 拓扑] HcclRankGraphGetLinks：两个 Rank 之间有哪些链路。得到可用链路信息，帮助选定通信端点、协议及建链请求。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入口还包含环境配置、tag/rank/count/type检查、日志与对称内存探测。普通内存假设下不会进入对称窗口直访分支。这里只展开决定正常通信链的函数，非所有日志或校验辅助函数清单。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此页是拓扑查询接口的含义清单，不宣称十项一定按表中顺序或各调用一次。不同内部构建方法按实际层级和端点需要调用。构造结束后使用 HcclEngineCtxCreate（创建具名拓扑上下文）保存可复用说明。HcclGetRankSize/HcclGetRankId 则分别回答总成员数和本 Rank 编号，已在主流程解释。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hcomm/include/hccl/hccl_rank_graph.h; hccl/src/ops/op_common/topo_info/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170ddeec539b4d693028ce6e0cf5c58933e4d46d，hcomm 87ce550f8f7c584e0ed89b0ec56699553d9c332d。Hccl前缀本身不能判断库归属。上层调用方具体模块未确认，不以STL/SCL作为已确认源码符号。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3。本套总览在第1页，参数与选择第2页，资源第3页，建链与资源交付第4页，发射第5页，设备编排第6页，双向握手第7页，数据地址与Write内部第8页，完成第9页。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固定范围：Ascend 950 / AICPU_TS / OPBASE，普通 Mesh Write、普通用户内存、多个Rank、非零数据。通信域与用户stream已经建立。资源缓存未命中、Task Cache关闭。4 Rank、每对2个FP32为教学例子。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首次资源未命中为主线。CPU_TS用户Thread首次导出方向是CPU_TS到AICPU_TS。资源缓存和AICPU任务缓存独立，后者关闭。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Host / 内部函数] GetAlgExec：按算法名称取出执行器对象。执行器负责计算资源需求，并在设备侧组织该算法的执行。此处只取得 Host 侧对象。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控制面 / 域资源] HcclThreadAcquireWithStream：把用户 stream 包装成通信 Thread。得到 CPU_TS Thread，后面用它提交“输入就绪”和“等待完成”通知。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调 HCOMM / 控制面 / 域资源] HcclThreadExportToCommEngine：把用户 Thread 转成 AICPU 可使用的句柄。这是第一个导出方向：CPU_TS 到 AICPU_TS。设备完成后要通过它通知用户流。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Host / 内部函数] HcclGetAlgRes：统一取得本次算法的资源。先尝试复用，资源没有准备过才继续计算与申请。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Host / 内部函数] GetAlgoMeta：读取算法登记的属性。取出算法引擎、算子类型和算法层次等描述，供资源规划使用。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Host / 内部函数] TryReuseResource：判断算法资源是否已经存在。使用算法标识查询资源上下文。命中时跳过下面的重新计算和创建。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调 HCOMM / 控制面 / 域资源] HcclEngineCtxGet：查找算法资源上下文。这次查的是算法资源，不是上一页的拓扑缓存。本例按未命中继续。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Host / 内部函数] CalcAlgHierarchyInfoV2：把拓扑整理成算法使用的通信分组。得到各层成员和本 Rank 在组中的位置，为资源数量计算提供依据。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Host / 内部函数] CalcRes：列出算法需要的资源清单。计算主从 Thread、通知槽位以及到哪些 Peer 的 Channel 请求，此时只是算需求。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20. 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21. 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22. 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23. 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24. 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25. 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26. 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27. 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内部 GetAlgResWithEngine（按执行引擎分派资源取得流程）会进入 GetAlgResAICPU（负责 AICPU 资源申请、序列化与设备上下文交付）。正常 AICPU Thread 分配不能笼统写成必经公开 HcommThreadAlloc，普通资源管理器可能走内部创建。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170ddeec539b4d693028ce6e0cf5c58933e4d46d，hcomm 87ce550f8f7c584e0ed89b0ec56699553d9c332d。Hccl前缀本身不能判断库归属。上层调用方具体模块未确认，不以STL/SCL作为已确认源码符号。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4。本套总览在第1页，参数与选择第2页，资源第3页，建链与资源交付第4页，发射第5页，设备编排第6页，双向握手第7页，数据地址与Write内部第8页，完成第9页。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固定范围：Ascend 950 / AICPU_TS / OPBASE，普通 Mesh Write、普通用户内存、多个Rank、非零数据。通信域与用户stream已经建立。资源缓存未命中、Task Cache关闭。4 Rank、每对2个FP32为教学例子。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箭头展示资源创建父流程与后续HCCL交付阶段。BatchCreateChannels内包含按需端点、内存与基础通道准备。上图不是将内部方法和导出接口视为同一层平铺API。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[HCOMM 内部 / 资源管理] MyRank::CreateChannels：统筹这一批通道的建立。安排控制连接、端点、内存、基础通道、连接状态和一致性检查。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[HCOMM 内部 / 资源管理] BatchCreateSockets：准备与对端交换控制信息的连接。控制信息包括建链所需地址和参数，不能把它当成本次用户数据已开始发送。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[HCOMM 内部 / 资源管理] BatchCreateChannels：逐项准备底层通信通道。调用端点管理器取得或创建端点，再准备可用内存并建立基础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[HCOMM 内部调用 / 底层资源 API] HcommEndpointCreate：创建底层通信端点。端点缓存未命中才创建，已有匹配端点可以复用。类别：底层通信资源管理。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[HCOMM 内部调用 / 底层资源 API] HcommEndpointStartListen：使本地端点具备接入能力。为后续对端建链做好准备，属于端点资源准备。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[HCOMM 内部调用 / 底层资源 API] HcommMemReg：把通信内存登记为端点可访问的内存。准备内存句柄时按缺失情况注册 CCL 等通信内存。类别：内存管理。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[HCOMM 内部调用 / 底层资源 API] HcommCollectiveChannelCreate：建立集合通信使用的基础通道。已有匹配 Channel 时复用，不能写成每次都重新创建。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[HCOMM 内部 / 资源管理] BatchConnectChannels：检查并等待这一批通道连接到位。内部调用 ChannelProcess::ChannelGetStatus 轮询连接状态，不是另一个公开 GetStatus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[HCOMM 内部 / 资源管理] BatchExchangeAndCheckConsistency：交换并检查双方建链参数。950 路径检查两端信息一致，降低参数不匹配导致的通信错误。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[HCOMM 内部 / 资源管理] FinalizeChannelsByEngine：整理执行引擎能使用的通道句柄。为 AICPU 准备最终 Channel 表示，返回到 Host 的资源构造流程。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Host / 内部函数] BuildChannelInfo：把 Channel 句柄补成算法需要的通道说明。保存远端 Rank、协议、通知数量、端口分片属性，以及远端 CCL 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调 HCOMM / 控制面 / 拓扑] HcclRankGraphGetEndpointInfo：查询所选端点的属性。取得带宽系数等，用于按端口分片。能力允许时也读取 Die 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调 HCOMM / 控制面 / 内存] HcclChannelGetHcclBuffer：查询该通道对应的远端 CCL 缓冲区。得到对端缓冲区可访问地址和大小，后面才知道 Write 的目的地址。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[HCOMM 内部调用 / 内存管理 API] HcommChannelGetRemoteMems：查询基础通道上的远端内存映射。供上一项解析远端 CCL。查询返回地址信息，这一步不搬用户数据。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Host / 内部函数] Serialize：把资源上下文打包成连续字节。打包 Thread、Channel、缓冲区地址、拓扑和分组信息，便于交给设备。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Host / 内部函数] HcclMemcpyCtxHostToDevice：组织资源上下文向设备侧的交付。它依次调用下面两个 HCOMM API，传的是资源描述，不是 AllToAll 输入张量。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调 HCOMM / 控制面 / 域资源] HcclEngineCtxCreate：为 AICPU 创建具名上下文空间。按算法标识和所需大小取得空间，供后续查询或跨算子复用。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[HCCL 调 HCOMM / 控制面 / 域资源] HcclEngineCtxCopy：把打包好的资源描述复制进上下文。设备随后从这里恢复 Thread、Channel 和地址等信息。类别仍是通信域资源管理。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[HCCL 调 HCOMM / 控制面 / 域资源] HcclThreadExportToCommEngine：把设备主 Thread 转成 Host 可使用的句柄。第二个导出方向是 AICPU_TS 到 CPU_TS。Host 用它向设备发“输入已经就绪”的通知。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BatchCreateChannels 内部顺序：EndpointMgr::Get（查找或准备端点）按需调用 HcommEndpointCreate（创建端点），然后调用 HcommEndpointStartListen（监听）。PrepareMemHandles（准备内存句柄）调用 RegisterCommMemsToEndpoint（把通信内存登记到端点）并按需调用 HcommMemReg（注册内存）。RankPair/EndpointPair::CreateChannel（按 Rank/端点对获取通道）最终按缓存状态调用 HcommCollectiveChannelCreate（创建集合通信基础通道）。ChannelProcess::ChannelGetStatus 是内部状态方法。当前路径不要替换成名字相近的 HcommChannelCreate 或 HcommChannelGetStatus。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Serialize 的实际对象是 AlgResourceCtxSerializable。第一次导出用户 Thread 是为了设备完成通知，第二次导出设备主 Thread 是为了 Host 输入就绪通知。GetMainThreadInfo（读取保存的主 Thread 和通知数）发生在第二次导出之前。两种导出是句柄视图转换，不是复制用户输入。算法资源缓存命中时可以跳过本页的重新序列化、创建与复制。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170ddeec539b4d693028ce6e0cf5c58933e4d46d，hcomm 87ce550f8f7c584e0ed89b0ec56699553d9c332d。Hccl前缀本身不能判断库归属。上层调用方具体模块未确认，不以STL/SCL作为已确认源码符号。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5。本套总览在第1页，参数与选择第2页，资源第3页，建链与资源交付第4页，发射第5页，设备编排第6页，双向握手第7页，数据地址与Write内部第8页，完成第9页。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固定范围：Ascend 950 / AICPU_TS / OPBASE，普通 Mesh Write、普通用户内存、多个Rank、非零数据。通信域与用户stream已经建立。资源缓存未命中、Task Cache关闭。4 Rank、每对2个FP32为教学例子。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黑线是Host调用推进，灰虚线是返回到Host。中列只是HCOMM数据面API的调用位置，不是单独的CPU执行实体。设备入口可与Host后续提交并发，依赖通过Thread通知约束。AllToAll调用内部AicpuKernelLaunch，不是Send/Recv的导出HcclAicpuKernelLaunc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Host / 内部函数] HcclOrderLaunchToKernelStream：完成发射后的按序同步安排。随后还要把“等待本次通信完成”的任务排入用户流，具体完成关系见对应细节页。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20. 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21. 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22. 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23. 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24. 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25. 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26. 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27. 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28. 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开启时还有查找/录制/重放路径，见对应细节页。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170ddeec539b4d693028ce6e0cf5c58933e4d46d，hcomm 87ce550f8f7c584e0ed89b0ec56699553d9c332d。Hccl前缀本身不能判断库归属。上层调用方具体模块未确认，不以STL/SCL作为已确认源码符号。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6。本套总览在第1页，参数与选择第2页，资源第3页，建链与资源交付第4页，发射第5页，设备编排第6页，双向握手第7页，数据地址与Write内部第8页，完成第9页。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固定范围：Ascend 950 / AICPU_TS / OPBASE，普通 Mesh Write、普通用户内存、多个Rank、非零数据。通信域与用户stream已经建立。资源缓存未命中、Task Cache关闭。4 Rank、每对2个FP32为教学例子。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/中为HCCL内部函数，右为HCOMM数据面。实际设备入口先AcquireComm，恢复上下文/变长数据，再BatchStart，随后OpOrchestrate。模板RunALLtoALL先计算轮次，再有条件PreSync。当前页将依赖原语拉到右侧，以保持软件归属可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20. 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21. 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22. 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23. 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24. 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25. 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26. 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27. 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28. 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29. 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开启时还有查找/录制/重放路径，见对应细节页。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170ddeec539b4d693028ce6e0cf5c58933e4d46d，hcomm 87ce550f8f7c584e0ed89b0ec56699553d9c332d。Hccl前缀本身不能判断库归属。上层调用方具体模块未确认，不以STL/SCL作为已确认源码符号。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7。本套总览在第1页，参数与选择第2页，资源第3页，建链与资源交付第4页，发射第5页，设备编排第6页，双向握手第7页，数据地址与Write内部第8页，完成第9页。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固定范围：Ascend 950 / AICPU_TS / OPBASE，普通 Mesh Write、普通用户内存、多个Rank、非零数据。通信域与用户stream已经建立。资源缓存未命中、Task Cache关闭。4 Rank、每对2个FP32为教学例子。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图箭头展示通知/数据逻辑方向与本端调用含义，不表示两端CPU实时同步串行。ACK使用recv/send两个逻辑方向，DATA_SIGNAL同样区分正反向。同一Peer的两个方向可复用同一个Channel句柄。显式超时与默认超时Wait是包装能力替代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170ddeec539b4d693028ce6e0cf5c58933e4d46d，hcomm 87ce550f8f7c584e0ed89b0ec56699553d9c332d。Hccl前缀本身不能判断库归属。上层调用方具体模块未确认，不以STL/SCL作为已确认源码符号。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8。本套总览在第1页，参数与选择第2页，资源第3页，建链与资源交付第4页，发射第5页，设备编排第6页，双向握手第7页，数据地址与Write内部第8页，完成第9页。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固定范围：Ascend 950 / AICPU_TS / OPBASE，普通 Mesh Write、普通用户内存、多个Rank、非零数据。通信域与用户stream已经建立。资源缓存未命中、Task Cache关闭。4 Rank、每对2个FP32为教学例子。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上方数据方向为R0到R1，所以最终目的recvBuf[0]；第7页F从R0本端视角接收R1数据，目的recvBuf[2]。两者并不矛盾。普通Write允许源自用户输入，CCL为接收中转，后续本地后拷贝完成落位。图中Rank1完整结果为教学示例而非单次Write只搬整个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调 HCOMM / 数据面 / 搬运] HcommWriteOnThread：接收一次远端写任务的描述。输入是执行 Thread、Channel、本地源地址、远端目的地址和字节数。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[HCOMM 数据面 / 内部函数] UnwrapChannelHandle：把通道句柄解包为实际通道对象。后续才能访问该 Channel 对应的传输实现。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[HCOMM 数据面 / 内部函数] AddThread：把本次使用的 Thread 加入执行管理。为后面的批模式与任务管理记录参与者，不是另外新建一条通信线程。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[HCOMM 数据面 / 内部方法] Thread::GetStreamLitePtr：取得 950 的轻量任务流对象。把本次搬运放到这个 Thread 对应的任务流上，保持与握手任务的顺序。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[HCOMM 传输层 / 内部方法] BaseTransportLiteImpl::BuildLocRmaBufferLite：构造本地访问描述。将 src 和 len 整理成传输层需要的本地缓冲描述，供后续远端写使用。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[HCOMM 传输层 / 内部方法] BaseTransportLiteImpl::Write：向所选传输实现提交远端写。使用本地描述、远端地址和任务流生成后续传输任务。具体进一步下钻取决于 Channel 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[HCOMM 数据面 / 本地拷贝 API] HcommLocalCopyOnThread：处理自分片或接收后的本地拷贝。它最终通过 Thread 的本地拷贝能力搬字节，不走同一个跨 Rank 远端写过程。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[HCOMM 数据面 / 内部方法] Thread::LocalCopy：在指定任务流安排本地复制。在后拷贝场景，将本地 CCL 中的数据放入本地用户输出的正确位置。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 传输分支会继续构造网络工作请求并提交任务/门铃，其他协议使用各自传输实现。这里不把 UB 下钻虚构为所有 950 模式的必经路径。Byte copy 没有归约计算，因此 AllToAll 主线不需要 Reduce 类原语。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hcomm/src/base_comm/primitives/api_c_adpt/aicpu_ts_primitives_c_adpt.cc:495–535,1118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170ddeec539b4d693028ce6e0cf5c58933e4d46d，hcomm 87ce550f8f7c584e0ed89b0ec56699553d9c332d。Hccl前缀本身不能判断库归属。上层调用方具体模块未确认，不以STL/SCL作为已确认源码符号。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9。本套总览在第1页，参数与选择第2页，资源第3页，建链与资源交付第4页，发射第5页，设备编排第6页，双向握手第7页，数据地址与Write内部第8页，完成第9页。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固定范围：Ascend 950 / AICPU_TS / OPBASE，普通 Mesh Write、普通用户内存、多个Rank、非零数据。通信域与用户stream已经建立。资源缓存未命中、Task Cache关闭。4 Rank、每对2个FP32为教学例子。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主体按任务执行依赖画，左下单列C++侧收尾API。不要将依赖箭头当作全局硬件时序。Host若要读取结果，需要上层实际流同步机制，本分析不猜框架调用的同步API。控制面分类：通信域资源、内存、拓扑、算子编排、底层资源。数据面本例覆盖搬运/同步/执行控制，不进入数据归约计算和CCU C++模型。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170ddeec539b4d693028ce6e0cf5c58933e4d46d，hcomm 87ce550f8f7c584e0ed89b0ec56699553d9c332d。Hccl前缀本身不能判断库归属。上层调用方具体模块未确认，不以STL/SCL作为已确认源码符号。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e7bd8df87647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a7b86e1f6b4cc3" /><Relationship Type="http://schemas.openxmlformats.org/officeDocument/2006/relationships/slideLayout" Target="/ppt/slideLayouts/slideLayout1.xml" Id="R53b0e0c6e94d40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b0e0c6e94d40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aafb76fa74226" /><Relationship Type="http://schemas.openxmlformats.org/officeDocument/2006/relationships/notesSlide" Target="/ppt/notesSlides/notesSlide1.xml" Id="R239b37ae6b3540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615448c1245d5" /><Relationship Type="http://schemas.openxmlformats.org/officeDocument/2006/relationships/notesSlide" Target="/ppt/notesSlides/notesSlide2.xml" Id="Rc4fe7951286743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e4e6d2b484aae" /><Relationship Type="http://schemas.openxmlformats.org/officeDocument/2006/relationships/notesSlide" Target="/ppt/notesSlides/notesSlide3.xml" Id="Rb80f2636761143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ab6e6dd1d456c" /><Relationship Type="http://schemas.openxmlformats.org/officeDocument/2006/relationships/notesSlide" Target="/ppt/notesSlides/notesSlide4.xml" Id="Red616d01c20643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7557eddf54e7d" /><Relationship Type="http://schemas.openxmlformats.org/officeDocument/2006/relationships/notesSlide" Target="/ppt/notesSlides/notesSlide5.xml" Id="Rd32c0f922f3440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6eb2283ca47ff" /><Relationship Type="http://schemas.openxmlformats.org/officeDocument/2006/relationships/notesSlide" Target="/ppt/notesSlides/notesSlide6.xml" Id="R513399fb588c45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9f4ced7e24299" /><Relationship Type="http://schemas.openxmlformats.org/officeDocument/2006/relationships/notesSlide" Target="/ppt/notesSlides/notesSlide7.xml" Id="R271db7b140614e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c6fdf40a74d49" /><Relationship Type="http://schemas.openxmlformats.org/officeDocument/2006/relationships/notesSlide" Target="/ppt/notesSlides/notesSlide8.xml" Id="Rf05bf708093e4c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2a85554c64b3e" /><Relationship Type="http://schemas.openxmlformats.org/officeDocument/2006/relationships/notesSlide" Target="/ppt/notesSlides/notesSlide9.xml" Id="Rc039e500271745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AllToAll 执行总览与详细展开索引">
            <a:extLst xmlns:a="http://schemas.openxmlformats.org/drawingml/2006/main">
              <a:ext uri="{FF2B5EF4-FFF2-40B4-BE49-F238E27FC236}">
                <a16:creationId xmlns:a16="http://schemas.microsoft.com/office/drawing/2014/main" id="{D05B4CC6-21D7-4342-AB5C-DACEFE26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24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执行总览与详细展开索引</a:t>
            </a:r>
          </a:p>
        </p:txBody>
      </p:sp>
      <p:sp>
        <p:nvSpPr>
          <p:cNvPr id="2" name="Ascend 950 / AICPU_TS / OPBASE，普通 Mesh Write。按①至⑧读主流程，节点右上角标出详解页。">
            <a:extLst xmlns:a="http://schemas.openxmlformats.org/drawingml/2006/main">
              <a:ext uri="{FF2B5EF4-FFF2-40B4-BE49-F238E27FC236}">
                <a16:creationId xmlns:a16="http://schemas.microsoft.com/office/drawing/2014/main" id="{C6D3D394-7DCE-4A6B-847A-5B4358C0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05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Ascend 950 / AICPU_TS / OPBASE，普通 Mesh Write。按①至⑧读主流程，节点右上角标出详解页。</a:t>
            </a:r>
          </a:p>
        </p:txBody>
      </p:sp>
      <p:sp>
        <p:nvSpPr>
          <p:cNvPr id="3" name="1 / 9">
            <a:extLst xmlns:a="http://schemas.openxmlformats.org/drawingml/2006/main">
              <a:ext uri="{FF2B5EF4-FFF2-40B4-BE49-F238E27FC236}">
                <a16:creationId xmlns:a16="http://schemas.microsoft.com/office/drawing/2014/main" id="{5CF6BD05-8B34-4E0F-8CD9-7753DF34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00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1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DD02E-B029-40DF-8C4E-489F1C77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D9ADD-084C-4A7A-9AAD-682229A7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7" name="总览　　源码：hccl 170ddeec / hcomm 87ce550f，静态分析，未上板验证。">
            <a:extLst xmlns:a="http://schemas.openxmlformats.org/drawingml/2006/main">
              <a:ext uri="{FF2B5EF4-FFF2-40B4-BE49-F238E27FC236}">
                <a16:creationId xmlns:a16="http://schemas.microsoft.com/office/drawing/2014/main" id="{FD90E2C7-BF6D-4245-9391-E5F2CA6C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总览　　源码：hccl 170ddeec / hcomm 87ce550f，静态分析，未上板验证。</a:t>
            </a:r>
          </a:p>
        </p:txBody>
      </p:sp>
      <p:sp>
        <p:nvSpPr>
          <p:cNvPr id="8" name="Host：整理请求、准备资源，再提交设备任务">
            <a:extLst xmlns:a="http://schemas.openxmlformats.org/drawingml/2006/main">
              <a:ext uri="{FF2B5EF4-FFF2-40B4-BE49-F238E27FC236}">
                <a16:creationId xmlns:a16="http://schemas.microsoft.com/office/drawing/2014/main" id="{38559E22-D298-4D52-8DA5-4F75206E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62025"/>
            <a:ext cx="1162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Host：整理请求、准备资源，再提交设备任务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6F5E4-7E14-4B6F-88A7-3B9BDF37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04925"/>
            <a:ext cx="276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0" name="① 请求与选算法">
            <a:extLst xmlns:a="http://schemas.openxmlformats.org/drawingml/2006/main">
              <a:ext uri="{FF2B5EF4-FFF2-40B4-BE49-F238E27FC236}">
                <a16:creationId xmlns:a16="http://schemas.microsoft.com/office/drawing/2014/main" id="{3E5663C4-7E12-4F1D-A61B-04FC2476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6207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 请求与选算法</a:t>
            </a:r>
          </a:p>
        </p:txBody>
      </p:sp>
      <p:sp>
        <p:nvSpPr>
          <p:cNvPr id="11" name="第 2 页">
            <a:extLst xmlns:a="http://schemas.openxmlformats.org/drawingml/2006/main">
              <a:ext uri="{FF2B5EF4-FFF2-40B4-BE49-F238E27FC236}">
                <a16:creationId xmlns:a16="http://schemas.microsoft.com/office/drawing/2014/main" id="{C0D4576D-7E9B-4C3B-B414-C34B3FCB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371600"/>
            <a:ext cx="714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第 2 页</a:t>
            </a:r>
          </a:p>
        </p:txBody>
      </p:sp>
      <p:sp>
        <p:nvSpPr>
          <p:cNvPr id="12" name="HCCL Host">
            <a:extLst xmlns:a="http://schemas.openxmlformats.org/drawingml/2006/main">
              <a:ext uri="{FF2B5EF4-FFF2-40B4-BE49-F238E27FC236}">
                <a16:creationId xmlns:a16="http://schemas.microsoft.com/office/drawing/2014/main" id="{EAE75B27-5017-4311-9B1D-F98A22FF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638300"/>
            <a:ext cx="2590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13" name="API含义">
            <a:extLst xmlns:a="http://schemas.openxmlformats.org/drawingml/2006/main">
              <a:ext uri="{FF2B5EF4-FFF2-40B4-BE49-F238E27FC236}">
                <a16:creationId xmlns:a16="http://schemas.microsoft.com/office/drawing/2014/main" id="{2C692D80-521C-4AD5-B5DF-AC84356D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33575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HcclAlltoAll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接收全互换请求</a:t>
            </a:r>
          </a:p>
        </p:txBody>
      </p:sp>
      <p:sp>
        <p:nvSpPr>
          <p:cNvPr id="14" name="API含义">
            <a:extLst xmlns:a="http://schemas.openxmlformats.org/drawingml/2006/main">
              <a:ext uri="{FF2B5EF4-FFF2-40B4-BE49-F238E27FC236}">
                <a16:creationId xmlns:a16="http://schemas.microsoft.com/office/drawing/2014/main" id="{CC0A9A88-4D29-4AA8-8233-63314396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71700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SelectAicpuAlgo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选定 AICPU 算法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7A555-6684-4750-ABD3-EEDA2D4F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2431F-661B-47DD-BC67-3215466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048953" y="195310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D99889-82D3-4F0F-AC3B-0BF03609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04925"/>
            <a:ext cx="276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9" name="② 取得资源">
            <a:extLst xmlns:a="http://schemas.openxmlformats.org/drawingml/2006/main">
              <a:ext uri="{FF2B5EF4-FFF2-40B4-BE49-F238E27FC236}">
                <a16:creationId xmlns:a16="http://schemas.microsoft.com/office/drawing/2014/main" id="{2F446249-BB48-4349-B1B4-96AC79EB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36207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 取得资源</a:t>
            </a:r>
          </a:p>
        </p:txBody>
      </p:sp>
      <p:sp>
        <p:nvSpPr>
          <p:cNvPr id="20" name="第 3 页">
            <a:extLst xmlns:a="http://schemas.openxmlformats.org/drawingml/2006/main">
              <a:ext uri="{FF2B5EF4-FFF2-40B4-BE49-F238E27FC236}">
                <a16:creationId xmlns:a16="http://schemas.microsoft.com/office/drawing/2014/main" id="{C3883204-D03F-4CA9-8B27-C16326DE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371600"/>
            <a:ext cx="714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第 3 页</a:t>
            </a:r>
          </a:p>
        </p:txBody>
      </p:sp>
      <p:sp>
        <p:nvSpPr>
          <p:cNvPr id="21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59250622-4CCA-421E-A43B-2904304B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638300"/>
            <a:ext cx="2590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22" name="API含义">
            <a:extLst xmlns:a="http://schemas.openxmlformats.org/drawingml/2006/main">
              <a:ext uri="{FF2B5EF4-FFF2-40B4-BE49-F238E27FC236}">
                <a16:creationId xmlns:a16="http://schemas.microsoft.com/office/drawing/2014/main" id="{85A1331D-40D4-4103-9E14-8AAB3CCD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933575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HcclGetHcclBuffer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 CCL 缓冲区</a:t>
            </a:r>
          </a:p>
        </p:txBody>
      </p:sp>
      <p:sp>
        <p:nvSpPr>
          <p:cNvPr id="23" name="API含义">
            <a:extLst xmlns:a="http://schemas.openxmlformats.org/drawingml/2006/main">
              <a:ext uri="{FF2B5EF4-FFF2-40B4-BE49-F238E27FC236}">
                <a16:creationId xmlns:a16="http://schemas.microsoft.com/office/drawing/2014/main" id="{70DE5C68-372B-4D8A-9819-EE4FD5EE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171700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取得队列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CCF69E-6837-4681-B177-FACE1DF8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947DC2-A545-4EC9-A337-F3670C68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6001703" y="195310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CD6487-5E98-43E8-BB86-156C7466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04925"/>
            <a:ext cx="276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28" name="③ 建链与交付">
            <a:extLst xmlns:a="http://schemas.openxmlformats.org/drawingml/2006/main">
              <a:ext uri="{FF2B5EF4-FFF2-40B4-BE49-F238E27FC236}">
                <a16:creationId xmlns:a16="http://schemas.microsoft.com/office/drawing/2014/main" id="{55A69A11-E1B9-422B-A1CE-AAE71628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36207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③ 建链与交付</a:t>
            </a:r>
          </a:p>
        </p:txBody>
      </p:sp>
      <p:sp>
        <p:nvSpPr>
          <p:cNvPr id="29" name="第 4 页">
            <a:extLst xmlns:a="http://schemas.openxmlformats.org/drawingml/2006/main">
              <a:ext uri="{FF2B5EF4-FFF2-40B4-BE49-F238E27FC236}">
                <a16:creationId xmlns:a16="http://schemas.microsoft.com/office/drawing/2014/main" id="{AE640B48-B2EB-492C-9F5B-8E9DE0CD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71600"/>
            <a:ext cx="714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第 4 页</a:t>
            </a:r>
          </a:p>
        </p:txBody>
      </p:sp>
      <p:sp>
        <p:nvSpPr>
          <p:cNvPr id="30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07515EA8-A92E-4630-A27F-D87E1643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638300"/>
            <a:ext cx="2590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31" name="API含义">
            <a:extLst xmlns:a="http://schemas.openxmlformats.org/drawingml/2006/main">
              <a:ext uri="{FF2B5EF4-FFF2-40B4-BE49-F238E27FC236}">
                <a16:creationId xmlns:a16="http://schemas.microsoft.com/office/drawing/2014/main" id="{8D1D6033-B979-4593-8D1B-2595C235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933575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HcclChannelAcquire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 Peer 通道</a:t>
            </a:r>
          </a:p>
        </p:txBody>
      </p:sp>
      <p:sp>
        <p:nvSpPr>
          <p:cNvPr id="32" name="API含义">
            <a:extLst xmlns:a="http://schemas.openxmlformats.org/drawingml/2006/main">
              <a:ext uri="{FF2B5EF4-FFF2-40B4-BE49-F238E27FC236}">
                <a16:creationId xmlns:a16="http://schemas.microsoft.com/office/drawing/2014/main" id="{7AD9EB95-EF55-40AF-8120-37BC3A0A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71700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HcclEngineCtxCopy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交付资源描述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C04E33-16BA-4F38-842B-F4F002EE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9BF3DB-76F7-47DA-B81A-FCB867E7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954453" y="195310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6F647B-8B8C-4C51-80BE-2B6938A5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04925"/>
            <a:ext cx="276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37" name="④ 发射设备任务">
            <a:extLst xmlns:a="http://schemas.openxmlformats.org/drawingml/2006/main">
              <a:ext uri="{FF2B5EF4-FFF2-40B4-BE49-F238E27FC236}">
                <a16:creationId xmlns:a16="http://schemas.microsoft.com/office/drawing/2014/main" id="{5F425A57-55E5-4AC8-BAA6-FB7C4B94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36207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 发射设备任务</a:t>
            </a:r>
          </a:p>
        </p:txBody>
      </p:sp>
      <p:sp>
        <p:nvSpPr>
          <p:cNvPr id="38" name="第 5 页">
            <a:extLst xmlns:a="http://schemas.openxmlformats.org/drawingml/2006/main">
              <a:ext uri="{FF2B5EF4-FFF2-40B4-BE49-F238E27FC236}">
                <a16:creationId xmlns:a16="http://schemas.microsoft.com/office/drawing/2014/main" id="{0008B38D-5C44-4BE2-8104-32ADCF34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1371600"/>
            <a:ext cx="714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第 5 页</a:t>
            </a:r>
          </a:p>
        </p:txBody>
      </p:sp>
      <p:sp>
        <p:nvSpPr>
          <p:cNvPr id="39" name="HCCL Host / ACL Runtime">
            <a:extLst xmlns:a="http://schemas.openxmlformats.org/drawingml/2006/main">
              <a:ext uri="{FF2B5EF4-FFF2-40B4-BE49-F238E27FC236}">
                <a16:creationId xmlns:a16="http://schemas.microsoft.com/office/drawing/2014/main" id="{B9D321D2-2A48-4380-B0F8-4164079F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638300"/>
            <a:ext cx="2590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 / ACL Runtime</a:t>
            </a:r>
          </a:p>
        </p:txBody>
      </p:sp>
      <p:sp>
        <p:nvSpPr>
          <p:cNvPr id="40" name="API含义">
            <a:extLst xmlns:a="http://schemas.openxmlformats.org/drawingml/2006/main">
              <a:ext uri="{FF2B5EF4-FFF2-40B4-BE49-F238E27FC236}">
                <a16:creationId xmlns:a16="http://schemas.microsoft.com/office/drawing/2014/main" id="{2C4EA902-BF2D-4458-AFD9-D75D16BC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933575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AicpuKernelLaunch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组织设备启动</a:t>
            </a:r>
          </a:p>
        </p:txBody>
      </p:sp>
      <p:sp>
        <p:nvSpPr>
          <p:cNvPr id="41" name="API含义">
            <a:extLst xmlns:a="http://schemas.openxmlformats.org/drawingml/2006/main">
              <a:ext uri="{FF2B5EF4-FFF2-40B4-BE49-F238E27FC236}">
                <a16:creationId xmlns:a16="http://schemas.microsoft.com/office/drawing/2014/main" id="{8C569E79-73E2-4321-BD54-A86869F4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71700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提交 Kernel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D19719-4209-4066-8E38-FC169525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52825"/>
            <a:ext cx="276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43" name="⑤ 展开算法">
            <a:extLst xmlns:a="http://schemas.openxmlformats.org/drawingml/2006/main">
              <a:ext uri="{FF2B5EF4-FFF2-40B4-BE49-F238E27FC236}">
                <a16:creationId xmlns:a16="http://schemas.microsoft.com/office/drawing/2014/main" id="{F23F7B97-3955-45DB-B778-1A035E9F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60997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⑤ 展开算法</a:t>
            </a:r>
          </a:p>
        </p:txBody>
      </p:sp>
      <p:sp>
        <p:nvSpPr>
          <p:cNvPr id="44" name="第 6 页">
            <a:extLst xmlns:a="http://schemas.openxmlformats.org/drawingml/2006/main">
              <a:ext uri="{FF2B5EF4-FFF2-40B4-BE49-F238E27FC236}">
                <a16:creationId xmlns:a16="http://schemas.microsoft.com/office/drawing/2014/main" id="{85FE4179-BD1E-44B0-9192-C1015F58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19500"/>
            <a:ext cx="714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第 6 页</a:t>
            </a:r>
          </a:p>
        </p:txBody>
      </p:sp>
      <p:sp>
        <p:nvSpPr>
          <p:cNvPr id="45" name="HCCL AICPU">
            <a:extLst xmlns:a="http://schemas.openxmlformats.org/drawingml/2006/main">
              <a:ext uri="{FF2B5EF4-FFF2-40B4-BE49-F238E27FC236}">
                <a16:creationId xmlns:a16="http://schemas.microsoft.com/office/drawing/2014/main" id="{E05CA307-B64E-4E49-B30E-3BB24DF1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86200"/>
            <a:ext cx="2590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</p:txBody>
      </p:sp>
      <p:sp>
        <p:nvSpPr>
          <p:cNvPr id="46" name="API含义">
            <a:extLst xmlns:a="http://schemas.openxmlformats.org/drawingml/2006/main">
              <a:ext uri="{FF2B5EF4-FFF2-40B4-BE49-F238E27FC236}">
                <a16:creationId xmlns:a16="http://schemas.microsoft.com/office/drawing/2014/main" id="{1DA4E48A-A403-4499-AC9D-2FAD117E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181475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HcclLaunchAicpuKernel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设备入口</a:t>
            </a:r>
          </a:p>
        </p:txBody>
      </p:sp>
      <p:sp>
        <p:nvSpPr>
          <p:cNvPr id="47" name="API含义">
            <a:extLst xmlns:a="http://schemas.openxmlformats.org/drawingml/2006/main">
              <a:ext uri="{FF2B5EF4-FFF2-40B4-BE49-F238E27FC236}">
                <a16:creationId xmlns:a16="http://schemas.microsoft.com/office/drawing/2014/main" id="{474C5992-07EE-4497-9ECF-FD26E185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419600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OpOrchestrate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按块、轮、Peer 编排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B42F54-29B3-4FE4-A642-D8EEC4CC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00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32C7A6-3887-495A-B157-A0A3CC97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00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3048953" y="420100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CC885F-E1E0-443E-BED0-2A742752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52825"/>
            <a:ext cx="276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52" name="⑥ 握手与远端写">
            <a:extLst xmlns:a="http://schemas.openxmlformats.org/drawingml/2006/main">
              <a:ext uri="{FF2B5EF4-FFF2-40B4-BE49-F238E27FC236}">
                <a16:creationId xmlns:a16="http://schemas.microsoft.com/office/drawing/2014/main" id="{524891FA-911C-4BA6-A430-A03C1922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60997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⑥ 握手与远端写</a:t>
            </a:r>
          </a:p>
        </p:txBody>
      </p:sp>
      <p:sp>
        <p:nvSpPr>
          <p:cNvPr id="53" name="第 7 页">
            <a:extLst xmlns:a="http://schemas.openxmlformats.org/drawingml/2006/main">
              <a:ext uri="{FF2B5EF4-FFF2-40B4-BE49-F238E27FC236}">
                <a16:creationId xmlns:a16="http://schemas.microsoft.com/office/drawing/2014/main" id="{FE172F50-F1E4-4051-8C85-DBDA8096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19500"/>
            <a:ext cx="714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第 7 页</a:t>
            </a:r>
          </a:p>
        </p:txBody>
      </p:sp>
      <p:sp>
        <p:nvSpPr>
          <p:cNvPr id="54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B6018582-0FA6-41EC-AA0A-69725091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886200"/>
            <a:ext cx="2590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55" name="API含义">
            <a:extLst xmlns:a="http://schemas.openxmlformats.org/drawingml/2006/main">
              <a:ext uri="{FF2B5EF4-FFF2-40B4-BE49-F238E27FC236}">
                <a16:creationId xmlns:a16="http://schemas.microsoft.com/office/drawing/2014/main" id="{06792866-C3FE-4A36-9C25-49181A94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181475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</a:t>
            </a:r>
          </a:p>
        </p:txBody>
      </p:sp>
      <p:sp>
        <p:nvSpPr>
          <p:cNvPr id="56" name="API含义">
            <a:extLst xmlns:a="http://schemas.openxmlformats.org/drawingml/2006/main">
              <a:ext uri="{FF2B5EF4-FFF2-40B4-BE49-F238E27FC236}">
                <a16:creationId xmlns:a16="http://schemas.microsoft.com/office/drawing/2014/main" id="{8B02503B-B656-49A1-9EC0-4D464F94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419600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HcommWriteOnThread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写入远端 CCL</a:t>
            </a:r>
          </a:p>
        </p:txBody>
      </p:sp>
      <p:sp>
        <p:nvSpPr>
          <p:cNvPr id="57" name="接收准备通知、等待对端后才搬运">
            <a:extLst xmlns:a="http://schemas.openxmlformats.org/drawingml/2006/main">
              <a:ext uri="{FF2B5EF4-FFF2-40B4-BE49-F238E27FC236}">
                <a16:creationId xmlns:a16="http://schemas.microsoft.com/office/drawing/2014/main" id="{6B5356E2-A971-4039-889A-3D759527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638675"/>
            <a:ext cx="2590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接收准备通知、等待对端后才搬运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77E3F26-14D6-4E1C-92B5-9B1246A3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00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4F49B8A-6977-4FA6-ABFC-38AAF9A4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00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6001703" y="420100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F287302-BB8A-4A12-97A6-B3C81135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52825"/>
            <a:ext cx="276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62" name="⑦ 数据落位">
            <a:extLst xmlns:a="http://schemas.openxmlformats.org/drawingml/2006/main">
              <a:ext uri="{FF2B5EF4-FFF2-40B4-BE49-F238E27FC236}">
                <a16:creationId xmlns:a16="http://schemas.microsoft.com/office/drawing/2014/main" id="{ADEB84C7-BDC9-4467-BCE1-45C3260D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0997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⑦ 数据落位</a:t>
            </a:r>
          </a:p>
        </p:txBody>
      </p:sp>
      <p:sp>
        <p:nvSpPr>
          <p:cNvPr id="63" name="第 8 页">
            <a:extLst xmlns:a="http://schemas.openxmlformats.org/drawingml/2006/main">
              <a:ext uri="{FF2B5EF4-FFF2-40B4-BE49-F238E27FC236}">
                <a16:creationId xmlns:a16="http://schemas.microsoft.com/office/drawing/2014/main" id="{38DCF830-9B5C-493C-B6AA-D82ADE2C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19500"/>
            <a:ext cx="714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第 8 页</a:t>
            </a:r>
          </a:p>
        </p:txBody>
      </p:sp>
      <p:sp>
        <p:nvSpPr>
          <p:cNvPr id="64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0F3C1BE0-5124-4F57-A007-1CD7CB52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886200"/>
            <a:ext cx="2590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65" name="API含义">
            <a:extLst xmlns:a="http://schemas.openxmlformats.org/drawingml/2006/main">
              <a:ext uri="{FF2B5EF4-FFF2-40B4-BE49-F238E27FC236}">
                <a16:creationId xmlns:a16="http://schemas.microsoft.com/office/drawing/2014/main" id="{6B8B2BD8-8294-4D89-9C9C-0E1B98F0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181475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</a:t>
            </a:r>
          </a:p>
        </p:txBody>
      </p:sp>
      <p:sp>
        <p:nvSpPr>
          <p:cNvPr id="66" name="API含义">
            <a:extLst xmlns:a="http://schemas.openxmlformats.org/drawingml/2006/main">
              <a:ext uri="{FF2B5EF4-FFF2-40B4-BE49-F238E27FC236}">
                <a16:creationId xmlns:a16="http://schemas.microsoft.com/office/drawing/2014/main" id="{51784DEE-C408-4D60-8F94-65E90CB5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19600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/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自分片或已收到的数据拷入 recvBuf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F873FEC-AC2D-4A50-95A3-FB884C12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00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4B7929A-749A-47E1-BC5A-9E09155F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00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8954453" y="420100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EDBE225-8B1A-460B-9C43-55F3E40E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52825"/>
            <a:ext cx="276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71" name="⑧ 完成与继续">
            <a:extLst xmlns:a="http://schemas.openxmlformats.org/drawingml/2006/main">
              <a:ext uri="{FF2B5EF4-FFF2-40B4-BE49-F238E27FC236}">
                <a16:creationId xmlns:a16="http://schemas.microsoft.com/office/drawing/2014/main" id="{7F00A770-94C1-4676-907C-2A81D2B2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60997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⑧ 完成与继续</a:t>
            </a:r>
          </a:p>
        </p:txBody>
      </p:sp>
      <p:sp>
        <p:nvSpPr>
          <p:cNvPr id="72" name="第 9 页">
            <a:extLst xmlns:a="http://schemas.openxmlformats.org/drawingml/2006/main">
              <a:ext uri="{FF2B5EF4-FFF2-40B4-BE49-F238E27FC236}">
                <a16:creationId xmlns:a16="http://schemas.microsoft.com/office/drawing/2014/main" id="{865E3960-5AAB-4AFB-A54F-DF8DAEBD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619500"/>
            <a:ext cx="714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第 9 页</a:t>
            </a:r>
          </a:p>
        </p:txBody>
      </p:sp>
      <p:sp>
        <p:nvSpPr>
          <p:cNvPr id="73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3994E630-C964-4CA4-8EF6-834C40A4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886200"/>
            <a:ext cx="2590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74" name="API含义">
            <a:extLst xmlns:a="http://schemas.openxmlformats.org/drawingml/2006/main">
              <a:ext uri="{FF2B5EF4-FFF2-40B4-BE49-F238E27FC236}">
                <a16:creationId xmlns:a16="http://schemas.microsoft.com/office/drawing/2014/main" id="{7812F306-3685-4549-BF43-D46B3BD3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181475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</a:t>
            </a:r>
          </a:p>
        </p:txBody>
      </p:sp>
      <p:sp>
        <p:nvSpPr>
          <p:cNvPr id="75" name="API含义">
            <a:extLst xmlns:a="http://schemas.openxmlformats.org/drawingml/2006/main">
              <a:ext uri="{FF2B5EF4-FFF2-40B4-BE49-F238E27FC236}">
                <a16:creationId xmlns:a16="http://schemas.microsoft.com/office/drawing/2014/main" id="{5BE7799C-7F4A-47EF-81C3-D518A1EA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419600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HcommBatchModeEnd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提交剩余任务</a:t>
            </a:r>
          </a:p>
        </p:txBody>
      </p:sp>
      <p:sp>
        <p:nvSpPr>
          <p:cNvPr id="76" name="通知满足后，用户流继续执行">
            <a:extLst xmlns:a="http://schemas.openxmlformats.org/drawingml/2006/main">
              <a:ext uri="{FF2B5EF4-FFF2-40B4-BE49-F238E27FC236}">
                <a16:creationId xmlns:a16="http://schemas.microsoft.com/office/drawing/2014/main" id="{58ADF6A0-CDBA-4CD9-8C61-9F8DFA99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638675"/>
            <a:ext cx="2590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通知满足后，用户流继续执行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4A29883-FD7D-45D8-996E-F9DE16DF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600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1255105-CE8B-4D97-ADF8-25773622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77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10525602" y="2601278"/>
            <a:ext cx="0" cy="3895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A6E2EA1-07F9-4F0D-A3DD-F98CB9A4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3FCDFC1-6942-4936-8FBC-343F38B7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80" idx="1"/>
            <a:endCxn xmlns:a="http://schemas.openxmlformats.org/drawingml/2006/main" id="81" idx="3"/>
          </p:cNvCxnSpPr>
          <p:nvPr/>
        </p:nvCxnSpPr>
        <p:spPr>
          <a:xfrm xmlns:a="http://schemas.openxmlformats.org/drawingml/2006/main" flipH="1">
            <a:off x="191453" y="2991327"/>
            <a:ext cx="103336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</a:ln>
        </p:spPr>
      </p:cxn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F91083C-B105-4F6B-AFB5-9DDE0D7B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93D720D-D387-40C8-9CD3-FB8C6A2C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200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" name=""/>
          <p:cNvCxnSpPr>
            <a:stCxn xmlns:a="http://schemas.openxmlformats.org/drawingml/2006/main" id="83" idx="2"/>
            <a:endCxn xmlns:a="http://schemas.openxmlformats.org/drawingml/2006/main" id="84" idx="0"/>
          </p:cNvCxnSpPr>
          <p:nvPr/>
        </p:nvCxnSpPr>
        <p:spPr>
          <a:xfrm xmlns:a="http://schemas.openxmlformats.org/drawingml/2006/main">
            <a:off x="190977" y="2991803"/>
            <a:ext cx="0" cy="120872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</a:ln>
        </p:spPr>
      </p:cxn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4E80DD5-8A34-4747-AC2A-FFA33F70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200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BCCB389-2565-4B34-A01A-7C088AEA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00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" name=""/>
          <p:cNvCxnSpPr>
            <a:stCxn xmlns:a="http://schemas.openxmlformats.org/drawingml/2006/main" id="86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191453" y="4201002"/>
            <a:ext cx="9429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89" name="资源描述：Thread / Channel / 地址等，不是用户输入张量">
            <a:extLst xmlns:a="http://schemas.openxmlformats.org/drawingml/2006/main">
              <a:ext uri="{FF2B5EF4-FFF2-40B4-BE49-F238E27FC236}">
                <a16:creationId xmlns:a16="http://schemas.microsoft.com/office/drawing/2014/main" id="{2800DCD0-8453-4E33-A2A5-B1B4BB8F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33675"/>
            <a:ext cx="638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资源描述：Thread / Channel / 地址等，不是用户输入张量</a:t>
            </a:r>
          </a:p>
        </p:txBody>
      </p:sp>
      <p:sp>
        <p:nvSpPr>
          <p:cNvPr id="90" name="AICPU：生成通信任务，按依赖执行数据交换">
            <a:extLst xmlns:a="http://schemas.openxmlformats.org/drawingml/2006/main">
              <a:ext uri="{FF2B5EF4-FFF2-40B4-BE49-F238E27FC236}">
                <a16:creationId xmlns:a16="http://schemas.microsoft.com/office/drawing/2014/main" id="{7763930D-B072-44E5-AAEF-57F8496F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09925"/>
            <a:ext cx="1162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AICPU：生成通信任务，按依赖执行数据交换</a:t>
            </a:r>
          </a:p>
        </p:txBody>
      </p:sp>
      <p:sp>
        <p:nvSpPr>
          <p:cNvPr id="91" name="用户数据路径（以 Rank 0 发给 Rank 1 为例）">
            <a:extLst xmlns:a="http://schemas.openxmlformats.org/drawingml/2006/main">
              <a:ext uri="{FF2B5EF4-FFF2-40B4-BE49-F238E27FC236}">
                <a16:creationId xmlns:a16="http://schemas.microsoft.com/office/drawing/2014/main" id="{CD05F4CD-F0B9-484D-9C4E-7CEF64C4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153025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用户数据路径（以 Rank 0 发给 Rank 1 为例）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010280B-7BB5-4C30-9EF5-75FCE23A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34025"/>
            <a:ext cx="27241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93" name="Rank 0 · sendBuf">
            <a:extLst xmlns:a="http://schemas.openxmlformats.org/drawingml/2006/main">
              <a:ext uri="{FF2B5EF4-FFF2-40B4-BE49-F238E27FC236}">
                <a16:creationId xmlns:a16="http://schemas.microsoft.com/office/drawing/2014/main" id="{2189D82B-1A1B-4980-88F9-F3F90DC5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591175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0 · sendBuf</a:t>
            </a:r>
          </a:p>
        </p:txBody>
      </p:sp>
      <p:sp>
        <p:nvSpPr>
          <p:cNvPr id="94" name="给 Rank 1 的分片 [2,3]">
            <a:extLst xmlns:a="http://schemas.openxmlformats.org/drawingml/2006/main">
              <a:ext uri="{FF2B5EF4-FFF2-40B4-BE49-F238E27FC236}">
                <a16:creationId xmlns:a16="http://schemas.microsoft.com/office/drawing/2014/main" id="{90DA0BC2-243E-4CD9-B69A-53CCBD75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88645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给 Rank 1 的分片 [2,3]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B60AA8C-7007-429A-82F3-9D06C2C6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534025"/>
            <a:ext cx="27241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96" name="Rank 1 · CCL Buffer">
            <a:extLst xmlns:a="http://schemas.openxmlformats.org/drawingml/2006/main">
              <a:ext uri="{FF2B5EF4-FFF2-40B4-BE49-F238E27FC236}">
                <a16:creationId xmlns:a16="http://schemas.microsoft.com/office/drawing/2014/main" id="{0A79ABFA-0223-44A2-9501-0996E1EC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91175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1 · CCL Buffer</a:t>
            </a:r>
          </a:p>
        </p:txBody>
      </p:sp>
      <p:sp>
        <p:nvSpPr>
          <p:cNvPr id="97" name="接收远端写入的 8 字节">
            <a:extLst xmlns:a="http://schemas.openxmlformats.org/drawingml/2006/main">
              <a:ext uri="{FF2B5EF4-FFF2-40B4-BE49-F238E27FC236}">
                <a16:creationId xmlns:a16="http://schemas.microsoft.com/office/drawing/2014/main" id="{42CA5FF8-00C8-4A60-AC5F-BE9F8A47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88645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接收远端写入的 8 字节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4670174-8459-4ABC-83E0-3DEB127B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534025"/>
            <a:ext cx="27241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99" name="Rank 1 · recvBuf">
            <a:extLst xmlns:a="http://schemas.openxmlformats.org/drawingml/2006/main">
              <a:ext uri="{FF2B5EF4-FFF2-40B4-BE49-F238E27FC236}">
                <a16:creationId xmlns:a16="http://schemas.microsoft.com/office/drawing/2014/main" id="{C7C60643-B693-45D7-A589-EACFC7E6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591175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1 · recvBuf</a:t>
            </a:r>
          </a:p>
        </p:txBody>
      </p:sp>
      <p:sp>
        <p:nvSpPr>
          <p:cNvPr id="100" name="按来源 Rank 0 放置 [2,3]">
            <a:extLst xmlns:a="http://schemas.openxmlformats.org/drawingml/2006/main">
              <a:ext uri="{FF2B5EF4-FFF2-40B4-BE49-F238E27FC236}">
                <a16:creationId xmlns:a16="http://schemas.microsoft.com/office/drawing/2014/main" id="{99EA87A4-D1F1-4655-B852-70E4F58D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88645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按来源 Rank 0 放置 [2,3]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95E98A0-F7ED-4F02-B76A-CCEFE45F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90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A4FA283-2684-4770-8162-D2925D19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90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3010853" y="5905977"/>
            <a:ext cx="1723072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04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53C0262A-18B7-4F64-B5C0-7678E211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619750"/>
            <a:ext cx="1524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105" name="跨 Rank 搬运 · 第 7–8 页">
            <a:extLst xmlns:a="http://schemas.openxmlformats.org/drawingml/2006/main">
              <a:ext uri="{FF2B5EF4-FFF2-40B4-BE49-F238E27FC236}">
                <a16:creationId xmlns:a16="http://schemas.microsoft.com/office/drawing/2014/main" id="{1A0C5C49-6C78-4B55-9BB0-1A446F83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029325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跨 Rank 搬运 · 第 7–8 页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07722A9-DEC2-4BCC-93C0-C274FC9E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590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EDA26A7-D9AE-47DC-B0FD-F639FC44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90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9" name=""/>
          <p:cNvCxnSpPr>
            <a:stCxn xmlns:a="http://schemas.openxmlformats.org/drawingml/2006/main" id="106" idx="3"/>
            <a:endCxn xmlns:a="http://schemas.openxmlformats.org/drawingml/2006/main" id="107" idx="1"/>
          </p:cNvCxnSpPr>
          <p:nvPr/>
        </p:nvCxnSpPr>
        <p:spPr>
          <a:xfrm xmlns:a="http://schemas.openxmlformats.org/drawingml/2006/main">
            <a:off x="7459028" y="5905977"/>
            <a:ext cx="1723072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09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04264E4B-CF56-4AB6-9767-8410019F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619750"/>
            <a:ext cx="16287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7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10" name="接收后本地拷贝 · 第 8 页">
            <a:extLst xmlns:a="http://schemas.openxmlformats.org/drawingml/2006/main">
              <a:ext uri="{FF2B5EF4-FFF2-40B4-BE49-F238E27FC236}">
                <a16:creationId xmlns:a16="http://schemas.microsoft.com/office/drawing/2014/main" id="{FEB90B56-600E-4C24-BCC7-B33B7A68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6029325"/>
            <a:ext cx="16287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接收后本地拷贝 · 第 8 页</a:t>
            </a:r>
          </a:p>
        </p:txBody>
      </p:sp>
      <p:sp>
        <p:nvSpPr>
          <p:cNvPr id="111" name="箭头表示阶段推进及数据方向。各块内部的跨层调用、通知等待和条件在对应页展开。">
            <a:extLst xmlns:a="http://schemas.openxmlformats.org/drawingml/2006/main">
              <a:ext uri="{FF2B5EF4-FFF2-40B4-BE49-F238E27FC236}">
                <a16:creationId xmlns:a16="http://schemas.microsoft.com/office/drawing/2014/main" id="{9F759EE7-A043-490E-A4A8-3F9CBDC5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343650"/>
            <a:ext cx="1162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9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箭头表示阶段推进及数据方向。各块内部的跨层调用、通知等待和条件在对应页展开。</a:t>
            </a:r>
          </a:p>
        </p:txBody>
      </p:sp>
    </p:spTree>
    <p:extLst>
      <p:ext uri="{BB962C8B-B14F-4D97-AF65-F5344CB8AC3E}">
        <p14:creationId xmlns:p14="http://schemas.microsoft.com/office/powerpoint/2010/main" val="1751609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① 请求与算法选择">
            <a:extLst xmlns:a="http://schemas.openxmlformats.org/drawingml/2006/main">
              <a:ext uri="{FF2B5EF4-FFF2-40B4-BE49-F238E27FC236}">
                <a16:creationId xmlns:a16="http://schemas.microsoft.com/office/drawing/2014/main" id="{6C2AB189-68B9-4B7A-AFF1-0D17FADF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24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 请求与算法选择</a:t>
            </a:r>
          </a:p>
        </p:txBody>
      </p:sp>
      <p:sp>
        <p:nvSpPr>
          <p:cNvPr id="2" name="展开总览第①块。HCCL 整理请求，HCOMM 控制面提供通信域配置与拓扑。">
            <a:extLst xmlns:a="http://schemas.openxmlformats.org/drawingml/2006/main">
              <a:ext uri="{FF2B5EF4-FFF2-40B4-BE49-F238E27FC236}">
                <a16:creationId xmlns:a16="http://schemas.microsoft.com/office/drawing/2014/main" id="{8E386F07-0782-4B61-BE01-874A512B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05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展开总览第①块。HCCL 整理请求，HCOMM 控制面提供通信域配置与拓扑。</a:t>
            </a:r>
          </a:p>
        </p:txBody>
      </p:sp>
      <p:sp>
        <p:nvSpPr>
          <p:cNvPr id="3" name="2 / 9">
            <a:extLst xmlns:a="http://schemas.openxmlformats.org/drawingml/2006/main">
              <a:ext uri="{FF2B5EF4-FFF2-40B4-BE49-F238E27FC236}">
                <a16:creationId xmlns:a16="http://schemas.microsoft.com/office/drawing/2014/main" id="{A262B829-C52D-4363-AFD3-548A3605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00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2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1AD89-B85C-49FE-A8D5-C300E081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F1D92-2A77-4033-A7C6-555ABFCB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7" name="① 请求与选算法 · 总览第1页　　源码：hccl 170ddeec / hcomm 87ce550f，静态分析，未上板验证。">
            <a:extLst xmlns:a="http://schemas.openxmlformats.org/drawingml/2006/main">
              <a:ext uri="{FF2B5EF4-FFF2-40B4-BE49-F238E27FC236}">
                <a16:creationId xmlns:a16="http://schemas.microsoft.com/office/drawing/2014/main" id="{059E0F4A-1420-405E-8C01-6E6D65D5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① 请求与选算法 · 总览第1页　　源码：hccl 170ddeec / hcomm 87ce550f，静态分析，未上板验证。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EE97F-BD17-4FCD-BB7A-43C172C3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90600"/>
            <a:ext cx="5448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HCCL Host：参数处理与选择">
            <a:extLst xmlns:a="http://schemas.openxmlformats.org/drawingml/2006/main">
              <a:ext uri="{FF2B5EF4-FFF2-40B4-BE49-F238E27FC236}">
                <a16:creationId xmlns:a16="http://schemas.microsoft.com/office/drawing/2014/main" id="{CDEEE048-D8A5-468B-92C6-4A7C526C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19175"/>
            <a:ext cx="5295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Host：参数处理与选择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168A7-B49D-41D5-A3DE-66853134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90600"/>
            <a:ext cx="5676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" name="HCOMM 控制面：查询配置与拓扑">
            <a:extLst xmlns:a="http://schemas.openxmlformats.org/drawingml/2006/main">
              <a:ext uri="{FF2B5EF4-FFF2-40B4-BE49-F238E27FC236}">
                <a16:creationId xmlns:a16="http://schemas.microsoft.com/office/drawing/2014/main" id="{00ED9123-4F9C-46DA-A4C5-B64D96D6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019175"/>
            <a:ext cx="552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控制面：查询配置与拓扑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DFF57-46DE-43BF-81BC-4BF3A367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00175"/>
            <a:ext cx="54483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3" name="1  上层进入算子入口">
            <a:extLst xmlns:a="http://schemas.openxmlformats.org/drawingml/2006/main">
              <a:ext uri="{FF2B5EF4-FFF2-40B4-BE49-F238E27FC236}">
                <a16:creationId xmlns:a16="http://schemas.microsoft.com/office/drawing/2014/main" id="{E600EEA7-1726-4B06-8323-AAD11DB0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47800"/>
            <a:ext cx="529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  上层进入算子入口</a:t>
            </a:r>
          </a:p>
        </p:txBody>
      </p:sp>
      <p:sp>
        <p:nvSpPr>
          <p:cNvPr id="14" name="API含义">
            <a:extLst xmlns:a="http://schemas.openxmlformats.org/drawingml/2006/main">
              <a:ext uri="{FF2B5EF4-FFF2-40B4-BE49-F238E27FC236}">
                <a16:creationId xmlns:a16="http://schemas.microsoft.com/office/drawing/2014/main" id="{0D43D9FF-C966-4462-B966-95012142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14500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HcclAlltoAll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接收等长全互换请求</a:t>
            </a:r>
          </a:p>
        </p:txBody>
      </p:sp>
      <p:sp>
        <p:nvSpPr>
          <p:cNvPr id="15" name="API含义">
            <a:extLst xmlns:a="http://schemas.openxmlformats.org/drawingml/2006/main">
              <a:ext uri="{FF2B5EF4-FFF2-40B4-BE49-F238E27FC236}">
                <a16:creationId xmlns:a16="http://schemas.microsoft.com/office/drawing/2014/main" id="{9245ABA8-2900-40BD-AC7F-95B08966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24050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CheckAlltoAllInputPara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校验指针、数量、类型和通信域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9317B-5F20-40EA-B506-B16CF2C3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00175"/>
            <a:ext cx="56769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7" name="2  返回通信域基本信息">
            <a:extLst xmlns:a="http://schemas.openxmlformats.org/drawingml/2006/main">
              <a:ext uri="{FF2B5EF4-FFF2-40B4-BE49-F238E27FC236}">
                <a16:creationId xmlns:a16="http://schemas.microsoft.com/office/drawing/2014/main" id="{B046C8DF-4181-48C0-83C6-A054A359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478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2  返回通信域基本信息</a:t>
            </a:r>
          </a:p>
        </p:txBody>
      </p:sp>
      <p:sp>
        <p:nvSpPr>
          <p:cNvPr id="18" name="API含义">
            <a:extLst xmlns:a="http://schemas.openxmlformats.org/drawingml/2006/main">
              <a:ext uri="{FF2B5EF4-FFF2-40B4-BE49-F238E27FC236}">
                <a16:creationId xmlns:a16="http://schemas.microsoft.com/office/drawing/2014/main" id="{7C5C2143-4B27-4031-8AF6-6C57D52E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HcclGetRankSize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成员数 = 4</a:t>
            </a:r>
          </a:p>
        </p:txBody>
      </p:sp>
      <p:sp>
        <p:nvSpPr>
          <p:cNvPr id="19" name="API含义">
            <a:extLst xmlns:a="http://schemas.openxmlformats.org/drawingml/2006/main">
              <a:ext uri="{FF2B5EF4-FFF2-40B4-BE49-F238E27FC236}">
                <a16:creationId xmlns:a16="http://schemas.microsoft.com/office/drawing/2014/main" id="{A04C9DF2-C607-4A10-957E-007D50E6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HcclGetRankId / HcclGetCommName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本端编号 / 域名称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194FA3-6A4A-4AA8-AD1A-ACCDE12B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45BFC6-9C3E-4120-BF8B-C95DAA3F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735003" y="1686402"/>
            <a:ext cx="4943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2CF981-9923-4345-8344-D8489755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41E8AA-82E9-4FDE-A034-FF56EA47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09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" name=""/>
          <p:cNvCxnSpPr>
            <a:stCxn xmlns:a="http://schemas.openxmlformats.org/drawingml/2006/main" id="23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H="1">
            <a:off x="5992178" y="2095977"/>
            <a:ext cx="2371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267992-392D-4656-8380-55538E59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09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65F94C-4843-4D12-BE8A-58580039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5991702" y="2096453"/>
            <a:ext cx="0" cy="4657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638B8E-0C1F-4133-80F5-1BDBB343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81A956-C068-44A2-A186-BA6CF62D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" name=""/>
          <p:cNvCxnSpPr>
            <a:stCxn xmlns:a="http://schemas.openxmlformats.org/drawingml/2006/main" id="29" idx="1"/>
            <a:endCxn xmlns:a="http://schemas.openxmlformats.org/drawingml/2006/main" id="30" idx="3"/>
          </p:cNvCxnSpPr>
          <p:nvPr/>
        </p:nvCxnSpPr>
        <p:spPr>
          <a:xfrm xmlns:a="http://schemas.openxmlformats.org/drawingml/2006/main" flipH="1">
            <a:off x="5735003" y="2562702"/>
            <a:ext cx="25622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7EDAD2-FAB8-4647-A62A-EA654F78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90775"/>
            <a:ext cx="54483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33" name="3  形成共用执行请求">
            <a:extLst xmlns:a="http://schemas.openxmlformats.org/drawingml/2006/main">
              <a:ext uri="{FF2B5EF4-FFF2-40B4-BE49-F238E27FC236}">
                <a16:creationId xmlns:a16="http://schemas.microsoft.com/office/drawing/2014/main" id="{E5F938D7-A411-4039-A4B7-DB958CF3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38400"/>
            <a:ext cx="529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3  形成共用执行请求</a:t>
            </a:r>
          </a:p>
        </p:txBody>
      </p:sp>
      <p:sp>
        <p:nvSpPr>
          <p:cNvPr id="34" name="API含义">
            <a:extLst xmlns:a="http://schemas.openxmlformats.org/drawingml/2006/main">
              <a:ext uri="{FF2B5EF4-FFF2-40B4-BE49-F238E27FC236}">
                <a16:creationId xmlns:a16="http://schemas.microsoft.com/office/drawing/2014/main" id="{00EDF629-C299-4ED8-95B8-69EE8A46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05100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ConvertAlltoAllParam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生成 counts 和位移</a:t>
            </a:r>
          </a:p>
        </p:txBody>
      </p:sp>
      <p:sp>
        <p:nvSpPr>
          <p:cNvPr id="35" name="API含义">
            <a:extLst xmlns:a="http://schemas.openxmlformats.org/drawingml/2006/main">
              <a:ext uri="{FF2B5EF4-FFF2-40B4-BE49-F238E27FC236}">
                <a16:creationId xmlns:a16="http://schemas.microsoft.com/office/drawing/2014/main" id="{F12C6E78-B2DA-4859-8DA6-BA08BEFA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914650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AlltoAllVOutPlace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进入非原地共用实现</a:t>
            </a:r>
          </a:p>
        </p:txBody>
      </p:sp>
      <p:sp>
        <p:nvSpPr>
          <p:cNvPr id="36" name="API含义">
            <a:extLst xmlns:a="http://schemas.openxmlformats.org/drawingml/2006/main">
              <a:ext uri="{FF2B5EF4-FFF2-40B4-BE49-F238E27FC236}">
                <a16:creationId xmlns:a16="http://schemas.microsoft.com/office/drawing/2014/main" id="{83897A7A-58A4-4E50-B01B-601ECC0F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24200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封装输入、输出和 stream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17CBE7-8907-4DB0-8725-76F2F999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90775"/>
            <a:ext cx="56769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38" name="4  查询展开配置与可用拓扑">
            <a:extLst xmlns:a="http://schemas.openxmlformats.org/drawingml/2006/main">
              <a:ext uri="{FF2B5EF4-FFF2-40B4-BE49-F238E27FC236}">
                <a16:creationId xmlns:a16="http://schemas.microsoft.com/office/drawing/2014/main" id="{736CEEBE-2B7B-4AD1-B97A-F1E51428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384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4  查询展开配置与可用拓扑</a:t>
            </a:r>
          </a:p>
        </p:txBody>
      </p:sp>
      <p:sp>
        <p:nvSpPr>
          <p:cNvPr id="39" name="API含义">
            <a:extLst xmlns:a="http://schemas.openxmlformats.org/drawingml/2006/main">
              <a:ext uri="{FF2B5EF4-FFF2-40B4-BE49-F238E27FC236}">
                <a16:creationId xmlns:a16="http://schemas.microsoft.com/office/drawing/2014/main" id="{93233099-F638-4E2C-8909-7B8DC73E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05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HcclConfigGetInfo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返回 AICPU_TS 配置</a:t>
            </a:r>
          </a:p>
        </p:txBody>
      </p:sp>
      <p:sp>
        <p:nvSpPr>
          <p:cNvPr id="40" name="API含义">
            <a:extLst xmlns:a="http://schemas.openxmlformats.org/drawingml/2006/main">
              <a:ext uri="{FF2B5EF4-FFF2-40B4-BE49-F238E27FC236}">
                <a16:creationId xmlns:a16="http://schemas.microsoft.com/office/drawing/2014/main" id="{B5666434-7849-420B-A4EE-119C27E0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HcclCommGetStatus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能力支持时检查域状态</a:t>
            </a:r>
          </a:p>
        </p:txBody>
      </p:sp>
      <p:sp>
        <p:nvSpPr>
          <p:cNvPr id="41" name="API含义">
            <a:extLst xmlns:a="http://schemas.openxmlformats.org/drawingml/2006/main">
              <a:ext uri="{FF2B5EF4-FFF2-40B4-BE49-F238E27FC236}">
                <a16:creationId xmlns:a16="http://schemas.microsoft.com/office/drawing/2014/main" id="{485B39C5-1168-4528-9A0A-BD549C7A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242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命中则恢复已有拓扑上下文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8BB663-819E-41F1-95BF-F630B8CF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86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E0CA92-48C7-41F9-9B07-C46F8F2E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86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5735003" y="3086577"/>
            <a:ext cx="4943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439550-FB61-4731-8372-93D9EF1F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52850"/>
            <a:ext cx="54483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46" name="5  选择算法并开始执行准备">
            <a:extLst xmlns:a="http://schemas.openxmlformats.org/drawingml/2006/main">
              <a:ext uri="{FF2B5EF4-FFF2-40B4-BE49-F238E27FC236}">
                <a16:creationId xmlns:a16="http://schemas.microsoft.com/office/drawing/2014/main" id="{5F015D03-4D2F-46F8-BC35-AE8891A3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00475"/>
            <a:ext cx="529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5  选择算法并开始执行准备</a:t>
            </a:r>
          </a:p>
        </p:txBody>
      </p:sp>
      <p:sp>
        <p:nvSpPr>
          <p:cNvPr id="47" name="API含义">
            <a:extLst xmlns:a="http://schemas.openxmlformats.org/drawingml/2006/main">
              <a:ext uri="{FF2B5EF4-FFF2-40B4-BE49-F238E27FC236}">
                <a16:creationId xmlns:a16="http://schemas.microsoft.com/office/drawing/2014/main" id="{C201E212-65B4-461D-9274-310362E1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67175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HcclGetOpExpansionMode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解释展开配置</a:t>
            </a:r>
          </a:p>
        </p:txBody>
      </p:sp>
      <p:sp>
        <p:nvSpPr>
          <p:cNvPr id="48" name="API含义">
            <a:extLst xmlns:a="http://schemas.openxmlformats.org/drawingml/2006/main">
              <a:ext uri="{FF2B5EF4-FFF2-40B4-BE49-F238E27FC236}">
                <a16:creationId xmlns:a16="http://schemas.microsoft.com/office/drawing/2014/main" id="{D9765FF9-0824-4430-B974-6012CEEC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276725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AlltoAllVExecDispatch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进入选择与分发</a:t>
            </a:r>
          </a:p>
        </p:txBody>
      </p:sp>
      <p:sp>
        <p:nvSpPr>
          <p:cNvPr id="49" name="API含义">
            <a:extLst xmlns:a="http://schemas.openxmlformats.org/drawingml/2006/main">
              <a:ext uri="{FF2B5EF4-FFF2-40B4-BE49-F238E27FC236}">
                <a16:creationId xmlns:a16="http://schemas.microsoft.com/office/drawing/2014/main" id="{9BC366EE-B188-4DEB-8117-7D142B2D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86275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Selector / HcclCalcTopoInfo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组织选择 / 形成拓扑说明</a:t>
            </a:r>
          </a:p>
        </p:txBody>
      </p:sp>
      <p:sp>
        <p:nvSpPr>
          <p:cNvPr id="50" name="API含义">
            <a:extLst xmlns:a="http://schemas.openxmlformats.org/drawingml/2006/main">
              <a:ext uri="{FF2B5EF4-FFF2-40B4-BE49-F238E27FC236}">
                <a16:creationId xmlns:a16="http://schemas.microsoft.com/office/drawing/2014/main" id="{4149CE27-32EC-4AF1-84C5-ED37E759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95825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SelectAicpuAlgo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选定普通 Mesh 算法</a:t>
            </a:r>
          </a:p>
        </p:txBody>
      </p:sp>
      <p:sp>
        <p:nvSpPr>
          <p:cNvPr id="51" name="API含义">
            <a:extLst xmlns:a="http://schemas.openxmlformats.org/drawingml/2006/main">
              <a:ext uri="{FF2B5EF4-FFF2-40B4-BE49-F238E27FC236}">
                <a16:creationId xmlns:a16="http://schemas.microsoft.com/office/drawing/2014/main" id="{745B38A7-A2D7-4CBB-BCDB-55E63354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905375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HcclExecOp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进入资源准备，接第 3 页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4791F1-8914-41FF-90EB-D584A733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56769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53" name="拓扑缓存未命中时按需查询">
            <a:extLst xmlns:a="http://schemas.openxmlformats.org/drawingml/2006/main">
              <a:ext uri="{FF2B5EF4-FFF2-40B4-BE49-F238E27FC236}">
                <a16:creationId xmlns:a16="http://schemas.microsoft.com/office/drawing/2014/main" id="{E39C8B20-EA57-41DF-9014-35ECB9BF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00475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拓扑缓存未命中时按需查询</a:t>
            </a:r>
          </a:p>
        </p:txBody>
      </p:sp>
      <p:sp>
        <p:nvSpPr>
          <p:cNvPr id="54" name="API含义">
            <a:extLst xmlns:a="http://schemas.openxmlformats.org/drawingml/2006/main">
              <a:ext uri="{FF2B5EF4-FFF2-40B4-BE49-F238E27FC236}">
                <a16:creationId xmlns:a16="http://schemas.microsoft.com/office/drawing/2014/main" id="{69A182B9-9BF2-43D6-AC67-1261F508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671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HcclRankGraphGetLayers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有哪些网络层</a:t>
            </a:r>
          </a:p>
        </p:txBody>
      </p:sp>
      <p:sp>
        <p:nvSpPr>
          <p:cNvPr id="55" name="API含义">
            <a:extLst xmlns:a="http://schemas.openxmlformats.org/drawingml/2006/main">
              <a:ext uri="{FF2B5EF4-FFF2-40B4-BE49-F238E27FC236}">
                <a16:creationId xmlns:a16="http://schemas.microsoft.com/office/drawing/2014/main" id="{33C78303-D299-4C1F-B705-78625324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7672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HcclRankGraphGetRanksByLayer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层内有哪些 Rank</a:t>
            </a:r>
          </a:p>
        </p:txBody>
      </p:sp>
      <p:sp>
        <p:nvSpPr>
          <p:cNvPr id="56" name="API含义">
            <a:extLst xmlns:a="http://schemas.openxmlformats.org/drawingml/2006/main">
              <a:ext uri="{FF2B5EF4-FFF2-40B4-BE49-F238E27FC236}">
                <a16:creationId xmlns:a16="http://schemas.microsoft.com/office/drawing/2014/main" id="{C1E9748C-E518-403F-AE9F-9654FFE2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862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HcclRankGraphGetTopoType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拓扑实例的类型</a:t>
            </a:r>
          </a:p>
        </p:txBody>
      </p:sp>
      <p:sp>
        <p:nvSpPr>
          <p:cNvPr id="57" name="API含义">
            <a:extLst xmlns:a="http://schemas.openxmlformats.org/drawingml/2006/main">
              <a:ext uri="{FF2B5EF4-FFF2-40B4-BE49-F238E27FC236}">
                <a16:creationId xmlns:a16="http://schemas.microsoft.com/office/drawing/2014/main" id="{E446B449-798F-46B6-9B5B-F0823FB9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9582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HcclRankGraphGetEndpointDesc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可用端点标识</a:t>
            </a:r>
          </a:p>
        </p:txBody>
      </p:sp>
      <p:sp>
        <p:nvSpPr>
          <p:cNvPr id="58" name="API含义">
            <a:extLst xmlns:a="http://schemas.openxmlformats.org/drawingml/2006/main">
              <a:ext uri="{FF2B5EF4-FFF2-40B4-BE49-F238E27FC236}">
                <a16:creationId xmlns:a16="http://schemas.microsoft.com/office/drawing/2014/main" id="{2C7CE518-873F-4FD0-BD3D-9778FE06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053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HcclRankGraphGetLinks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Rank 间有哪些链路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AFB808E-8019-4CAF-A0C3-C330BEB0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05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1D3228E-AE56-462E-89B2-F5831D38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05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5735003" y="4305777"/>
            <a:ext cx="4943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17EAEC4-0805-4A9A-B0E1-ADDB3028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B7F0741-E87E-4B52-8FC0-6069DE6F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" name=""/>
          <p:cNvCxnSpPr>
            <a:stCxn xmlns:a="http://schemas.openxmlformats.org/drawingml/2006/main" id="62" idx="1"/>
            <a:endCxn xmlns:a="http://schemas.openxmlformats.org/drawingml/2006/main" id="63" idx="3"/>
          </p:cNvCxnSpPr>
          <p:nvPr/>
        </p:nvCxnSpPr>
        <p:spPr>
          <a:xfrm xmlns:a="http://schemas.openxmlformats.org/drawingml/2006/main" flipH="1">
            <a:off x="5735003" y="5134452"/>
            <a:ext cx="4943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D15E48C-135B-4EDE-9C93-D4980A87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62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A6B708D-9A96-45C6-9A40-9EBA97CC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362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" name=""/>
          <p:cNvCxnSpPr>
            <a:stCxn xmlns:a="http://schemas.openxmlformats.org/drawingml/2006/main" id="65" idx="1"/>
            <a:endCxn xmlns:a="http://schemas.openxmlformats.org/drawingml/2006/main" id="66" idx="3"/>
          </p:cNvCxnSpPr>
          <p:nvPr/>
        </p:nvCxnSpPr>
        <p:spPr>
          <a:xfrm xmlns:a="http://schemas.openxmlformats.org/drawingml/2006/main" flipH="1">
            <a:off x="5992178" y="3362802"/>
            <a:ext cx="2371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3B98E0F-EBEA-4476-851F-1343ADE1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362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E73811E-A28F-41B9-8366-40FBB158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933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68" idx="2"/>
            <a:endCxn xmlns:a="http://schemas.openxmlformats.org/drawingml/2006/main" id="69" idx="0"/>
          </p:cNvCxnSpPr>
          <p:nvPr/>
        </p:nvCxnSpPr>
        <p:spPr>
          <a:xfrm xmlns:a="http://schemas.openxmlformats.org/drawingml/2006/main">
            <a:off x="5991702" y="3363278"/>
            <a:ext cx="0" cy="57054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80C2292-8066-40B7-9195-C507D372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933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A429179-9BF0-4908-8196-253C9BB2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33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" name=""/>
          <p:cNvCxnSpPr>
            <a:stCxn xmlns:a="http://schemas.openxmlformats.org/drawingml/2006/main" id="71" idx="1"/>
            <a:endCxn xmlns:a="http://schemas.openxmlformats.org/drawingml/2006/main" id="72" idx="3"/>
          </p:cNvCxnSpPr>
          <p:nvPr/>
        </p:nvCxnSpPr>
        <p:spPr>
          <a:xfrm xmlns:a="http://schemas.openxmlformats.org/drawingml/2006/main" flipH="1">
            <a:off x="5735003" y="3934302"/>
            <a:ext cx="25622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74" name="本例：每个 Rank 给 4 个目标各发 2 个 FP32，counts = [2,2,2,2]，位移 = [0,2,4,6]（元素）。">
            <a:extLst xmlns:a="http://schemas.openxmlformats.org/drawingml/2006/main">
              <a:ext uri="{FF2B5EF4-FFF2-40B4-BE49-F238E27FC236}">
                <a16:creationId xmlns:a16="http://schemas.microsoft.com/office/drawing/2014/main" id="{307C1E9A-8FC6-492F-9C6E-992053C0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524500"/>
            <a:ext cx="11610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本例：每个 Rank 给 4 个目标各发 2 个 FP32，counts = [2,2,2,2]，位移 = [0,2,4,6]（元素）。</a:t>
            </a:r>
          </a:p>
        </p:txBody>
      </p:sp>
      <p:sp>
        <p:nvSpPr>
          <p:cNvPr id="75" name="拓扑框列的是按需查询项，不表示所有接口必然按列出顺序各调用一次。其余查询解释见本页备注。">
            <a:extLst xmlns:a="http://schemas.openxmlformats.org/drawingml/2006/main">
              <a:ext uri="{FF2B5EF4-FFF2-40B4-BE49-F238E27FC236}">
                <a16:creationId xmlns:a16="http://schemas.microsoft.com/office/drawing/2014/main" id="{F1281340-6FAB-4488-BD01-8728F70D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810250"/>
            <a:ext cx="11610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拓扑框列的是按需查询项，不表示所有接口必然按列出顺序各调用一次。其余查询解释见本页备注。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7443A3B-5F72-402A-B154-437A8AF5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1162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7" name="输出给下一阶段：规范化的算子参数、算法名称、拓扑与通信分组依据。">
            <a:extLst xmlns:a="http://schemas.openxmlformats.org/drawingml/2006/main">
              <a:ext uri="{FF2B5EF4-FFF2-40B4-BE49-F238E27FC236}">
                <a16:creationId xmlns:a16="http://schemas.microsoft.com/office/drawing/2014/main" id="{5EDC1A3C-930D-4164-94BB-774C1657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输出给下一阶段：规范化的算子参数、算法名称、拓扑与通信分组依据。</a:t>
            </a:r>
          </a:p>
        </p:txBody>
      </p:sp>
    </p:spTree>
    <p:extLst>
      <p:ext uri="{BB962C8B-B14F-4D97-AF65-F5344CB8AC3E}">
        <p14:creationId xmlns:p14="http://schemas.microsoft.com/office/powerpoint/2010/main" val="5796331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② 资源准备：用户流、设备队列与通信缓冲区">
            <a:extLst xmlns:a="http://schemas.openxmlformats.org/drawingml/2006/main">
              <a:ext uri="{FF2B5EF4-FFF2-40B4-BE49-F238E27FC236}">
                <a16:creationId xmlns:a16="http://schemas.microsoft.com/office/drawing/2014/main" id="{F1BA407E-AF9B-474C-B907-8D4493A9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24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 资源准备：用户流、设备队列与通信缓冲区</a:t>
            </a:r>
          </a:p>
        </p:txBody>
      </p:sp>
      <p:sp>
        <p:nvSpPr>
          <p:cNvPr id="2" name="展开总览第②块。Thread 表示通信任务队列句柄，资源缓存命中可以复用。">
            <a:extLst xmlns:a="http://schemas.openxmlformats.org/drawingml/2006/main">
              <a:ext uri="{FF2B5EF4-FFF2-40B4-BE49-F238E27FC236}">
                <a16:creationId xmlns:a16="http://schemas.microsoft.com/office/drawing/2014/main" id="{0A75434A-3D0C-4434-B9AE-7FF45159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05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展开总览第②块。Thread 表示通信任务队列句柄，资源缓存命中可以复用。</a:t>
            </a:r>
          </a:p>
        </p:txBody>
      </p:sp>
      <p:sp>
        <p:nvSpPr>
          <p:cNvPr id="3" name="3 / 9">
            <a:extLst xmlns:a="http://schemas.openxmlformats.org/drawingml/2006/main">
              <a:ext uri="{FF2B5EF4-FFF2-40B4-BE49-F238E27FC236}">
                <a16:creationId xmlns:a16="http://schemas.microsoft.com/office/drawing/2014/main" id="{D6C4AEA3-B46A-4464-816E-D5F7A672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00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3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13643-24CB-448D-AD15-1484751D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B86E5-0DD0-4C99-866E-EEB71ABB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7" name="② 取得资源 · 总览第1页　　源码：hccl 170ddeec / hcomm 87ce550f，静态分析，未上板验证。">
            <a:extLst xmlns:a="http://schemas.openxmlformats.org/drawingml/2006/main">
              <a:ext uri="{FF2B5EF4-FFF2-40B4-BE49-F238E27FC236}">
                <a16:creationId xmlns:a16="http://schemas.microsoft.com/office/drawing/2014/main" id="{6CDCF9BA-90EF-4FDF-9C45-0D52472D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② 取得资源 · 总览第1页　　源码：hccl 170ddeec / hcomm 87ce550f，静态分析，未上板验证。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E2662-AFB4-47DC-9B60-BF65CF7C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90600"/>
            <a:ext cx="5448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HCCL Host：先规划，再按清单申请">
            <a:extLst xmlns:a="http://schemas.openxmlformats.org/drawingml/2006/main">
              <a:ext uri="{FF2B5EF4-FFF2-40B4-BE49-F238E27FC236}">
                <a16:creationId xmlns:a16="http://schemas.microsoft.com/office/drawing/2014/main" id="{2131D2E8-B809-4CD6-A223-3DFC7CAF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19175"/>
            <a:ext cx="5295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Host：先规划，再按清单申请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0B8AC-C899-4F72-87D6-30DCB80C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90600"/>
            <a:ext cx="5676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" name="HCOMM 控制面：返回句柄、地址与容量">
            <a:extLst xmlns:a="http://schemas.openxmlformats.org/drawingml/2006/main">
              <a:ext uri="{FF2B5EF4-FFF2-40B4-BE49-F238E27FC236}">
                <a16:creationId xmlns:a16="http://schemas.microsoft.com/office/drawing/2014/main" id="{4A2CE1F3-8CDA-4389-A573-893B537E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019175"/>
            <a:ext cx="552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控制面：返回句柄、地址与容量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7A110-E338-4B94-8CA9-78AAC1F5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00175"/>
            <a:ext cx="5448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3" name="1  获取执行器">
            <a:extLst xmlns:a="http://schemas.openxmlformats.org/drawingml/2006/main">
              <a:ext uri="{FF2B5EF4-FFF2-40B4-BE49-F238E27FC236}">
                <a16:creationId xmlns:a16="http://schemas.microsoft.com/office/drawing/2014/main" id="{DD6DCA1A-E746-4FB2-AADF-62BA0E4F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47800"/>
            <a:ext cx="529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  获取执行器</a:t>
            </a:r>
          </a:p>
        </p:txBody>
      </p:sp>
      <p:sp>
        <p:nvSpPr>
          <p:cNvPr id="14" name="API含义">
            <a:extLst xmlns:a="http://schemas.openxmlformats.org/drawingml/2006/main">
              <a:ext uri="{FF2B5EF4-FFF2-40B4-BE49-F238E27FC236}">
                <a16:creationId xmlns:a16="http://schemas.microsoft.com/office/drawing/2014/main" id="{CE61FF26-24E7-435E-B0F0-91776DBB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14500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按算法名称取得执行器对象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19EE4-E912-40F8-9DD0-CEBE9B7F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00175"/>
            <a:ext cx="56769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6" name="2  绑定用户流并导出句柄">
            <a:extLst xmlns:a="http://schemas.openxmlformats.org/drawingml/2006/main">
              <a:ext uri="{FF2B5EF4-FFF2-40B4-BE49-F238E27FC236}">
                <a16:creationId xmlns:a16="http://schemas.microsoft.com/office/drawing/2014/main" id="{F7C21AA9-4029-48AB-897C-85BB8F08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478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2  绑定用户流并导出句柄</a:t>
            </a:r>
          </a:p>
        </p:txBody>
      </p:sp>
      <p:sp>
        <p:nvSpPr>
          <p:cNvPr id="17" name="API含义">
            <a:extLst xmlns:a="http://schemas.openxmlformats.org/drawingml/2006/main">
              <a:ext uri="{FF2B5EF4-FFF2-40B4-BE49-F238E27FC236}">
                <a16:creationId xmlns:a16="http://schemas.microsoft.com/office/drawing/2014/main" id="{6679ED64-FEA2-432A-8AC9-6051D20C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取得用户流对应的 CPU_TS Thread</a:t>
            </a:r>
          </a:p>
        </p:txBody>
      </p:sp>
      <p:sp>
        <p:nvSpPr>
          <p:cNvPr id="18" name="API含义">
            <a:extLst xmlns:a="http://schemas.openxmlformats.org/drawingml/2006/main">
              <a:ext uri="{FF2B5EF4-FFF2-40B4-BE49-F238E27FC236}">
                <a16:creationId xmlns:a16="http://schemas.microsoft.com/office/drawing/2014/main" id="{B6FD633F-B09E-4BE8-86B2-18BC9DC9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导出给 AICPU 侧使用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37284C-D615-4229-8857-1174252C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4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64B4E7-CD34-4599-817D-E4C965A7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4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735003" y="1743552"/>
            <a:ext cx="4943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2" name="用途：设备最终向这个用户 Thread 发送完成通知。">
            <a:extLst xmlns:a="http://schemas.openxmlformats.org/drawingml/2006/main">
              <a:ext uri="{FF2B5EF4-FFF2-40B4-BE49-F238E27FC236}">
                <a16:creationId xmlns:a16="http://schemas.microsoft.com/office/drawing/2014/main" id="{9D657EDB-6AE8-433C-A7C5-26B25EC5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5457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用途：设备最终向这个用户 Thread 发送完成通知。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921DA0-94E1-4A28-8230-322F53D3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52700"/>
            <a:ext cx="54483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24" name="3  查询复用并计算资源需求">
            <a:extLst xmlns:a="http://schemas.openxmlformats.org/drawingml/2006/main">
              <a:ext uri="{FF2B5EF4-FFF2-40B4-BE49-F238E27FC236}">
                <a16:creationId xmlns:a16="http://schemas.microsoft.com/office/drawing/2014/main" id="{A05EA48D-F5BE-4729-B405-B64E0EFE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00325"/>
            <a:ext cx="529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3  查询复用并计算资源需求</a:t>
            </a:r>
          </a:p>
        </p:txBody>
      </p:sp>
      <p:sp>
        <p:nvSpPr>
          <p:cNvPr id="25" name="API含义">
            <a:extLst xmlns:a="http://schemas.openxmlformats.org/drawingml/2006/main">
              <a:ext uri="{FF2B5EF4-FFF2-40B4-BE49-F238E27FC236}">
                <a16:creationId xmlns:a16="http://schemas.microsoft.com/office/drawing/2014/main" id="{8829F6F8-3FBE-4A1A-B0FB-9C762132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67025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HcclGetAlgRes / GetAlgoMeta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读取算法资源及属性</a:t>
            </a:r>
          </a:p>
        </p:txBody>
      </p:sp>
      <p:sp>
        <p:nvSpPr>
          <p:cNvPr id="26" name="API含义">
            <a:extLst xmlns:a="http://schemas.openxmlformats.org/drawingml/2006/main">
              <a:ext uri="{FF2B5EF4-FFF2-40B4-BE49-F238E27FC236}">
                <a16:creationId xmlns:a16="http://schemas.microsoft.com/office/drawing/2014/main" id="{5C876C71-BC88-4C9E-BD00-2E18570F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076575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TryReuseResource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检查算法资源上下文</a:t>
            </a:r>
          </a:p>
        </p:txBody>
      </p:sp>
      <p:sp>
        <p:nvSpPr>
          <p:cNvPr id="27" name="API含义">
            <a:extLst xmlns:a="http://schemas.openxmlformats.org/drawingml/2006/main">
              <a:ext uri="{FF2B5EF4-FFF2-40B4-BE49-F238E27FC236}">
                <a16:creationId xmlns:a16="http://schemas.microsoft.com/office/drawing/2014/main" id="{F09B1297-A97F-46AC-BA9D-CE9DD71E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86125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CalcAlgHierarchyInfoV2 / CalcRes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分组 / 计算资源清单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DE5347-A1DE-4077-8D98-5219992E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567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29" name="HcclEngineCtxGet：查询算法资源缓存">
            <a:extLst xmlns:a="http://schemas.openxmlformats.org/drawingml/2006/main">
              <a:ext uri="{FF2B5EF4-FFF2-40B4-BE49-F238E27FC236}">
                <a16:creationId xmlns:a16="http://schemas.microsoft.com/office/drawing/2014/main" id="{67ECEEE7-42C6-47A7-8269-F6ADE9E0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HcclEngineCtxGet：查询算法资源缓存</a:t>
            </a:r>
          </a:p>
        </p:txBody>
      </p:sp>
      <p:sp>
        <p:nvSpPr>
          <p:cNvPr id="30" name="API含义">
            <a:extLst xmlns:a="http://schemas.openxmlformats.org/drawingml/2006/main">
              <a:ext uri="{FF2B5EF4-FFF2-40B4-BE49-F238E27FC236}">
                <a16:creationId xmlns:a16="http://schemas.microsoft.com/office/drawing/2014/main" id="{CB121A17-D53C-461A-93C5-D10363AF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6702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/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未命中：继续申请。命中：复用，跳过相应创建与建链。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B86B34-877E-4E58-9AB8-8880AD43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0FDC10-1A45-4C9E-9F5E-246A5D2B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31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6001703" y="2229327"/>
            <a:ext cx="2276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468B63-DC39-44B8-B488-D06E1C7C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F8E90B-E669-4FB3-AC26-64919024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6001227" y="2229803"/>
            <a:ext cx="0" cy="43719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82FF24-47A7-4E67-ABC1-D6287204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3A6271-48F0-4648-A857-181F38BB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67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37" idx="1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5735003" y="26674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926FCA-BB9D-4BF3-A319-092AB3CD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655BE9-CBE9-4277-9069-09E9D6C7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5735003" y="2991327"/>
            <a:ext cx="4943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BD12C8-42DE-4DC7-A11C-16088BC0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90975"/>
            <a:ext cx="544830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44" name="4  按缓冲区、Thread、Channel 顺序准备">
            <a:extLst xmlns:a="http://schemas.openxmlformats.org/drawingml/2006/main">
              <a:ext uri="{FF2B5EF4-FFF2-40B4-BE49-F238E27FC236}">
                <a16:creationId xmlns:a16="http://schemas.microsoft.com/office/drawing/2014/main" id="{B1C86A28-ABB0-4505-B581-EA6819D3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38600"/>
            <a:ext cx="529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4  按缓冲区、Thread、Channel 顺序准备</a:t>
            </a:r>
          </a:p>
        </p:txBody>
      </p:sp>
      <p:sp>
        <p:nvSpPr>
          <p:cNvPr id="45" name="API含义">
            <a:extLst xmlns:a="http://schemas.openxmlformats.org/drawingml/2006/main">
              <a:ext uri="{FF2B5EF4-FFF2-40B4-BE49-F238E27FC236}">
                <a16:creationId xmlns:a16="http://schemas.microsoft.com/office/drawing/2014/main" id="{DEB7278C-6911-4660-B229-9C07EA2B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305300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GetAlgResAICPU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进入 AICPU 资源准备</a:t>
            </a:r>
          </a:p>
        </p:txBody>
      </p:sp>
      <p:sp>
        <p:nvSpPr>
          <p:cNvPr id="46" name="API含义">
            <a:extLst xmlns:a="http://schemas.openxmlformats.org/drawingml/2006/main">
              <a:ext uri="{FF2B5EF4-FFF2-40B4-BE49-F238E27FC236}">
                <a16:creationId xmlns:a16="http://schemas.microsoft.com/office/drawing/2014/main" id="{0C36862B-8E68-4CDC-BC0C-DACD5612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14850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执行资源申请</a:t>
            </a:r>
          </a:p>
        </p:txBody>
      </p:sp>
      <p:sp>
        <p:nvSpPr>
          <p:cNvPr id="47" name="API含义">
            <a:extLst xmlns:a="http://schemas.openxmlformats.org/drawingml/2006/main">
              <a:ext uri="{FF2B5EF4-FFF2-40B4-BE49-F238E27FC236}">
                <a16:creationId xmlns:a16="http://schemas.microsoft.com/office/drawing/2014/main" id="{5539B392-5131-457C-A263-18633952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724400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HcclGetThread / HcclGetAicpuThread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取得设备主从队列</a:t>
            </a:r>
          </a:p>
        </p:txBody>
      </p:sp>
      <p:sp>
        <p:nvSpPr>
          <p:cNvPr id="48" name="API含义">
            <a:extLst xmlns:a="http://schemas.openxmlformats.org/drawingml/2006/main">
              <a:ext uri="{FF2B5EF4-FFF2-40B4-BE49-F238E27FC236}">
                <a16:creationId xmlns:a16="http://schemas.microsoft.com/office/drawing/2014/main" id="{F743C448-D467-4F1B-8AD9-572CD73F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933950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HcclGetChannel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组织各 Peer 的通道请求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C08DE5-6557-43CE-9152-1098BFDB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38550"/>
            <a:ext cx="56769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50" name="5  返回本地资源，通道内部接第 4 页">
            <a:extLst xmlns:a="http://schemas.openxmlformats.org/drawingml/2006/main">
              <a:ext uri="{FF2B5EF4-FFF2-40B4-BE49-F238E27FC236}">
                <a16:creationId xmlns:a16="http://schemas.microsoft.com/office/drawing/2014/main" id="{7AE074CF-5F38-4CD7-8C12-27C36815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86175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5  返回本地资源，通道内部接第 4 页</a:t>
            </a:r>
          </a:p>
        </p:txBody>
      </p:sp>
      <p:sp>
        <p:nvSpPr>
          <p:cNvPr id="51" name="API含义">
            <a:extLst xmlns:a="http://schemas.openxmlformats.org/drawingml/2006/main">
              <a:ext uri="{FF2B5EF4-FFF2-40B4-BE49-F238E27FC236}">
                <a16:creationId xmlns:a16="http://schemas.microsoft.com/office/drawing/2014/main" id="{649A6236-BC58-44D3-B3AE-5753FCCB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528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HcclGetHcclBuffer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返回本地 CCL 缓冲区地址和大小</a:t>
            </a:r>
          </a:p>
        </p:txBody>
      </p:sp>
      <p:sp>
        <p:nvSpPr>
          <p:cNvPr id="52" name="API含义">
            <a:extLst xmlns:a="http://schemas.openxmlformats.org/drawingml/2006/main">
              <a:ext uri="{FF2B5EF4-FFF2-40B4-BE49-F238E27FC236}">
                <a16:creationId xmlns:a16="http://schemas.microsoft.com/office/drawing/2014/main" id="{8A8CB697-F319-4069-A7A6-AE1C5542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6242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按通知数取得主从 Thread</a:t>
            </a:r>
          </a:p>
        </p:txBody>
      </p:sp>
      <p:sp>
        <p:nvSpPr>
          <p:cNvPr id="53" name="API含义">
            <a:extLst xmlns:a="http://schemas.openxmlformats.org/drawingml/2006/main">
              <a:ext uri="{FF2B5EF4-FFF2-40B4-BE49-F238E27FC236}">
                <a16:creationId xmlns:a16="http://schemas.microsoft.com/office/drawing/2014/main" id="{B59D85F2-60F8-483B-8A3C-12BB6497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719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配置版不支持时使用的替代接口</a:t>
            </a:r>
          </a:p>
        </p:txBody>
      </p:sp>
      <p:sp>
        <p:nvSpPr>
          <p:cNvPr id="54" name="API含义">
            <a:extLst xmlns:a="http://schemas.openxmlformats.org/drawingml/2006/main">
              <a:ext uri="{FF2B5EF4-FFF2-40B4-BE49-F238E27FC236}">
                <a16:creationId xmlns:a16="http://schemas.microsoft.com/office/drawing/2014/main" id="{B6819C7E-B0E1-4DE7-938F-85B6BCC7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8152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HcclChannelAcquire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取得到各 Peer 的 Channel</a:t>
            </a:r>
          </a:p>
        </p:txBody>
      </p:sp>
      <p:sp>
        <p:nvSpPr>
          <p:cNvPr id="55" name="Thread 两种获取接口是能力分支，不能画成每次连续调用。">
            <a:extLst xmlns:a="http://schemas.openxmlformats.org/drawingml/2006/main">
              <a:ext uri="{FF2B5EF4-FFF2-40B4-BE49-F238E27FC236}">
                <a16:creationId xmlns:a16="http://schemas.microsoft.com/office/drawing/2014/main" id="{6DC57251-F959-4212-9C1B-8F62CDBB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10150"/>
            <a:ext cx="546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Thread 两种获取接口是能力分支，不能画成每次连续调用。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3FB4042-D040-445E-AF2B-E8749827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48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568FE7-C9F7-47E3-BD6C-FF82C126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48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5735003" y="4448652"/>
            <a:ext cx="4943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E2D2B5E-9BC6-478B-B79B-AF458019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08AFB3-8CD8-4221-AA29-D9154D19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90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3010377" y="3744278"/>
            <a:ext cx="0" cy="24669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62" name="此时拿到的是可用资源。尚未开始本次用户输入的跨 Rank 搬运。">
            <a:extLst xmlns:a="http://schemas.openxmlformats.org/drawingml/2006/main">
              <a:ext uri="{FF2B5EF4-FFF2-40B4-BE49-F238E27FC236}">
                <a16:creationId xmlns:a16="http://schemas.microsoft.com/office/drawing/2014/main" id="{6A858AB5-D6E4-4AF1-AFBE-EAA67BC6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724525"/>
            <a:ext cx="11610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此时拿到的是可用资源。尚未开始本次用户输入的跨 Rank 搬运。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1547B26-8DD9-40C7-B412-E8317EA0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1162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4" name="输出给建链阶段：设备主从 Thread、本地 CCL 地址、逐 Peer / 协议 / 端点组织的 Channel 请求。">
            <a:extLst xmlns:a="http://schemas.openxmlformats.org/drawingml/2006/main">
              <a:ext uri="{FF2B5EF4-FFF2-40B4-BE49-F238E27FC236}">
                <a16:creationId xmlns:a16="http://schemas.microsoft.com/office/drawing/2014/main" id="{17E6A923-C78C-4F4B-97F8-00C8ED4F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输出给建链阶段：设备主从 Thread、本地 CCL 地址、逐 Peer / 协议 / 端点组织的 Channel 请求。</a:t>
            </a:r>
          </a:p>
        </p:txBody>
      </p:sp>
    </p:spTree>
    <p:extLst>
      <p:ext uri="{BB962C8B-B14F-4D97-AF65-F5344CB8AC3E}">
        <p14:creationId xmlns:p14="http://schemas.microsoft.com/office/powerpoint/2010/main" val="1921032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③ 建链与资源交付">
            <a:extLst xmlns:a="http://schemas.openxmlformats.org/drawingml/2006/main">
              <a:ext uri="{FF2B5EF4-FFF2-40B4-BE49-F238E27FC236}">
                <a16:creationId xmlns:a16="http://schemas.microsoft.com/office/drawing/2014/main" id="{6EB91619-F489-43EE-A0B9-BEA4B4DA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24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③ 建链与资源交付</a:t>
            </a:r>
          </a:p>
        </p:txBody>
      </p:sp>
      <p:sp>
        <p:nvSpPr>
          <p:cNvPr id="2" name="展开总览第③块。上半部分在 HCOMM 内完成建链，下半部分由 HCCL 整理描述并交给设备。">
            <a:extLst xmlns:a="http://schemas.openxmlformats.org/drawingml/2006/main">
              <a:ext uri="{FF2B5EF4-FFF2-40B4-BE49-F238E27FC236}">
                <a16:creationId xmlns:a16="http://schemas.microsoft.com/office/drawing/2014/main" id="{DAB79B72-D08F-4339-8153-E9534052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05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展开总览第③块。上半部分在 HCOMM 内完成建链，下半部分由 HCCL 整理描述并交给设备。</a:t>
            </a:r>
          </a:p>
        </p:txBody>
      </p:sp>
      <p:sp>
        <p:nvSpPr>
          <p:cNvPr id="3" name="4 / 9">
            <a:extLst xmlns:a="http://schemas.openxmlformats.org/drawingml/2006/main">
              <a:ext uri="{FF2B5EF4-FFF2-40B4-BE49-F238E27FC236}">
                <a16:creationId xmlns:a16="http://schemas.microsoft.com/office/drawing/2014/main" id="{7473347C-1944-49FA-BE5A-3EFE7711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00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4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549C8-8905-45CC-999A-58D61BD0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6EE45-A112-4839-8004-7252F800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7" name="③ 建链与交付 · 总览第1页　　源码：hccl 170ddeec / hcomm 87ce550f，静态分析，未上板验证。">
            <a:extLst xmlns:a="http://schemas.openxmlformats.org/drawingml/2006/main">
              <a:ext uri="{FF2B5EF4-FFF2-40B4-BE49-F238E27FC236}">
                <a16:creationId xmlns:a16="http://schemas.microsoft.com/office/drawing/2014/main" id="{CDACADA3-084D-42B5-B347-C289CBED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③ 建链与交付 · 总览第1页　　源码：hccl 170ddeec / hcomm 87ce550f，静态分析，未上板验证。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30B26-F964-49DB-BFFC-28A68B9E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90600"/>
            <a:ext cx="11620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HCOMM 控制面：HcclChannelAcquire 内部，由 MyRank::CreateChannels 统筹">
            <a:extLst xmlns:a="http://schemas.openxmlformats.org/drawingml/2006/main">
              <a:ext uri="{FF2B5EF4-FFF2-40B4-BE49-F238E27FC236}">
                <a16:creationId xmlns:a16="http://schemas.microsoft.com/office/drawing/2014/main" id="{A1B925F9-9969-4FFA-B33B-A1B8E566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19175"/>
            <a:ext cx="11468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控制面：HcclChannelAcquire 内部，由 MyRank::CreateChannels 统筹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74279-9E8F-4770-9F4E-18873852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00175"/>
            <a:ext cx="371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1" name="1  建立控制连接">
            <a:extLst xmlns:a="http://schemas.openxmlformats.org/drawingml/2006/main">
              <a:ext uri="{FF2B5EF4-FFF2-40B4-BE49-F238E27FC236}">
                <a16:creationId xmlns:a16="http://schemas.microsoft.com/office/drawing/2014/main" id="{F7DFDE2B-6F4F-476F-A73B-0C7ECFF3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4780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  建立控制连接</a:t>
            </a:r>
          </a:p>
        </p:txBody>
      </p:sp>
      <p:sp>
        <p:nvSpPr>
          <p:cNvPr id="12" name="API含义">
            <a:extLst xmlns:a="http://schemas.openxmlformats.org/drawingml/2006/main">
              <a:ext uri="{FF2B5EF4-FFF2-40B4-BE49-F238E27FC236}">
                <a16:creationId xmlns:a16="http://schemas.microsoft.com/office/drawing/2014/main" id="{D67C7E21-2546-4D55-9876-495DB6BB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145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BatchCreateSockets</a:t>
            </a:r>
            <a:r>
              <a:rPr sz="93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准备双方控制信息交换</a:t>
            </a:r>
          </a:p>
        </p:txBody>
      </p:sp>
      <p:sp>
        <p:nvSpPr>
          <p:cNvPr id="13" name="API含义">
            <a:extLst xmlns:a="http://schemas.openxmlformats.org/drawingml/2006/main">
              <a:ext uri="{FF2B5EF4-FFF2-40B4-BE49-F238E27FC236}">
                <a16:creationId xmlns:a16="http://schemas.microsoft.com/office/drawing/2014/main" id="{E8FADA94-E30A-4DE0-A9F3-2E6BD6D7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2405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BatchCreateChannels</a:t>
            </a:r>
            <a:r>
              <a:rPr sz="93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开始逐项准备底层资源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9FC4F-4893-4B00-B9F2-0BA6EE13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00175"/>
            <a:ext cx="3714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5" name="2  创建或复用端点与通道">
            <a:extLst xmlns:a="http://schemas.openxmlformats.org/drawingml/2006/main">
              <a:ext uri="{FF2B5EF4-FFF2-40B4-BE49-F238E27FC236}">
                <a16:creationId xmlns:a16="http://schemas.microsoft.com/office/drawing/2014/main" id="{4B487B8A-14FD-4A18-AF50-EC12B06B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4780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2  创建或复用端点与通道</a:t>
            </a:r>
          </a:p>
        </p:txBody>
      </p:sp>
      <p:sp>
        <p:nvSpPr>
          <p:cNvPr id="16" name="API含义">
            <a:extLst xmlns:a="http://schemas.openxmlformats.org/drawingml/2006/main">
              <a:ext uri="{FF2B5EF4-FFF2-40B4-BE49-F238E27FC236}">
                <a16:creationId xmlns:a16="http://schemas.microsoft.com/office/drawing/2014/main" id="{78DD41CA-C901-41C6-BF76-3F65FF76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145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HcommEndpointCreate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缺失时创建端点</a:t>
            </a:r>
          </a:p>
        </p:txBody>
      </p:sp>
      <p:sp>
        <p:nvSpPr>
          <p:cNvPr id="17" name="API含义">
            <a:extLst xmlns:a="http://schemas.openxmlformats.org/drawingml/2006/main">
              <a:ext uri="{FF2B5EF4-FFF2-40B4-BE49-F238E27FC236}">
                <a16:creationId xmlns:a16="http://schemas.microsoft.com/office/drawing/2014/main" id="{DDE189A2-137B-41F9-AB99-393D3119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2405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启动端点监听</a:t>
            </a:r>
          </a:p>
        </p:txBody>
      </p:sp>
      <p:sp>
        <p:nvSpPr>
          <p:cNvPr id="18" name="API含义">
            <a:extLst xmlns:a="http://schemas.openxmlformats.org/drawingml/2006/main">
              <a:ext uri="{FF2B5EF4-FFF2-40B4-BE49-F238E27FC236}">
                <a16:creationId xmlns:a16="http://schemas.microsoft.com/office/drawing/2014/main" id="{B437104D-E515-4FDD-B4C2-F857D91F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336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HcommMemReg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按需注册通信内存</a:t>
            </a:r>
          </a:p>
        </p:txBody>
      </p:sp>
      <p:sp>
        <p:nvSpPr>
          <p:cNvPr id="19" name="API含义">
            <a:extLst xmlns:a="http://schemas.openxmlformats.org/drawingml/2006/main">
              <a:ext uri="{FF2B5EF4-FFF2-40B4-BE49-F238E27FC236}">
                <a16:creationId xmlns:a16="http://schemas.microsoft.com/office/drawing/2014/main" id="{BCDE2DAE-25F7-484B-A2DD-97BC76E3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4315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创建基础通道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0EC590-DEA8-436C-97B8-894A0B2E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00175"/>
            <a:ext cx="3714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21" name="3  等待连接，校验并返回">
            <a:extLst xmlns:a="http://schemas.openxmlformats.org/drawingml/2006/main">
              <a:ext uri="{FF2B5EF4-FFF2-40B4-BE49-F238E27FC236}">
                <a16:creationId xmlns:a16="http://schemas.microsoft.com/office/drawing/2014/main" id="{F30652E9-2A59-44A6-A0FD-1E086400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4780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3  等待连接，校验并返回</a:t>
            </a:r>
          </a:p>
        </p:txBody>
      </p:sp>
      <p:sp>
        <p:nvSpPr>
          <p:cNvPr id="22" name="API含义">
            <a:extLst xmlns:a="http://schemas.openxmlformats.org/drawingml/2006/main">
              <a:ext uri="{FF2B5EF4-FFF2-40B4-BE49-F238E27FC236}">
                <a16:creationId xmlns:a16="http://schemas.microsoft.com/office/drawing/2014/main" id="{1A5AF134-03D9-43B1-A73C-1EE429E7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BatchConnectChannels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等待连接到位</a:t>
            </a:r>
          </a:p>
        </p:txBody>
      </p:sp>
      <p:sp>
        <p:nvSpPr>
          <p:cNvPr id="23" name="API含义">
            <a:extLst xmlns:a="http://schemas.openxmlformats.org/drawingml/2006/main">
              <a:ext uri="{FF2B5EF4-FFF2-40B4-BE49-F238E27FC236}">
                <a16:creationId xmlns:a16="http://schemas.microsoft.com/office/drawing/2014/main" id="{0F776648-8A2B-4B5E-8BB9-A3572035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2405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一致性校验</a:t>
            </a:r>
          </a:p>
        </p:txBody>
      </p:sp>
      <p:sp>
        <p:nvSpPr>
          <p:cNvPr id="24" name="API含义">
            <a:extLst xmlns:a="http://schemas.openxmlformats.org/drawingml/2006/main">
              <a:ext uri="{FF2B5EF4-FFF2-40B4-BE49-F238E27FC236}">
                <a16:creationId xmlns:a16="http://schemas.microsoft.com/office/drawing/2014/main" id="{5856F0BA-4364-4EE3-BC14-4D740C9F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整理引擎句柄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1CD7DF-8866-4FF7-AF09-2181ACB8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9C1F6B-776E-448F-A268-6B23A91A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001453" y="1838802"/>
            <a:ext cx="2371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785054-AE5D-419F-8A3B-D7440C2C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BEEF63-AA4D-4E66-B34C-476228E7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7954328" y="1838802"/>
            <a:ext cx="2371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31" name="缓存命中可复用端点 / Channel；MemReg 按已注册状态决定。">
            <a:extLst xmlns:a="http://schemas.openxmlformats.org/drawingml/2006/main">
              <a:ext uri="{FF2B5EF4-FFF2-40B4-BE49-F238E27FC236}">
                <a16:creationId xmlns:a16="http://schemas.microsoft.com/office/drawing/2014/main" id="{AF215378-A12C-4914-AB89-AC87CB22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048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缓存命中可复用端点 / Channel；MemReg 按已注册状态决定。</a:t>
            </a:r>
          </a:p>
        </p:txBody>
      </p:sp>
      <p:sp>
        <p:nvSpPr>
          <p:cNvPr id="32" name="状态检查用内部 ChannelProcess::ChannelGetStatus。">
            <a:extLst xmlns:a="http://schemas.openxmlformats.org/drawingml/2006/main">
              <a:ext uri="{FF2B5EF4-FFF2-40B4-BE49-F238E27FC236}">
                <a16:creationId xmlns:a16="http://schemas.microsoft.com/office/drawing/2014/main" id="{0DE6F4B9-63B2-4CB4-B45C-131D5EC5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62275"/>
            <a:ext cx="3695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状态检查用内部 ChannelProcess::ChannelGetStatus。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E0A854-6062-46F5-810A-4C77F60F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57575"/>
            <a:ext cx="11620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CL Host：补齐可用地址、序列化；HCOMM 控制面：保存设备上下文">
            <a:extLst xmlns:a="http://schemas.openxmlformats.org/drawingml/2006/main">
              <a:ext uri="{FF2B5EF4-FFF2-40B4-BE49-F238E27FC236}">
                <a16:creationId xmlns:a16="http://schemas.microsoft.com/office/drawing/2014/main" id="{0F629A25-64D9-4CB8-8C61-F9FEE347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86150"/>
            <a:ext cx="11468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Host：补齐可用地址、序列化；HCOMM 控制面：保存设备上下文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CEEE25-DAD5-4C41-8A95-7F6D4027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76675"/>
            <a:ext cx="371475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36" name="4  形成可供算法使用的通道说明">
            <a:extLst xmlns:a="http://schemas.openxmlformats.org/drawingml/2006/main">
              <a:ext uri="{FF2B5EF4-FFF2-40B4-BE49-F238E27FC236}">
                <a16:creationId xmlns:a16="http://schemas.microsoft.com/office/drawing/2014/main" id="{1D7DE67E-8F69-4BF7-8CBC-F42F1B0C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2430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4  形成可供算法使用的通道说明</a:t>
            </a:r>
          </a:p>
        </p:txBody>
      </p:sp>
      <p:sp>
        <p:nvSpPr>
          <p:cNvPr id="37" name="API含义">
            <a:extLst xmlns:a="http://schemas.openxmlformats.org/drawingml/2006/main">
              <a:ext uri="{FF2B5EF4-FFF2-40B4-BE49-F238E27FC236}">
                <a16:creationId xmlns:a16="http://schemas.microsoft.com/office/drawing/2014/main" id="{557FBD17-5A94-4241-92F2-F6396571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910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BuildChannelInfo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补齐 Channel 属性</a:t>
            </a:r>
          </a:p>
        </p:txBody>
      </p:sp>
      <p:sp>
        <p:nvSpPr>
          <p:cNvPr id="38" name="API含义">
            <a:extLst xmlns:a="http://schemas.openxmlformats.org/drawingml/2006/main">
              <a:ext uri="{FF2B5EF4-FFF2-40B4-BE49-F238E27FC236}">
                <a16:creationId xmlns:a16="http://schemas.microsoft.com/office/drawing/2014/main" id="{EEA44BCD-8213-4C17-9A74-45DBBA9A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0055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查询端点属性</a:t>
            </a:r>
          </a:p>
        </p:txBody>
      </p:sp>
      <p:sp>
        <p:nvSpPr>
          <p:cNvPr id="39" name="API含义">
            <a:extLst xmlns:a="http://schemas.openxmlformats.org/drawingml/2006/main">
              <a:ext uri="{FF2B5EF4-FFF2-40B4-BE49-F238E27FC236}">
                <a16:creationId xmlns:a16="http://schemas.microsoft.com/office/drawing/2014/main" id="{55ABA1CE-D36D-444D-AB3B-576246CE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101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查询远端 CCL 地址</a:t>
            </a:r>
          </a:p>
        </p:txBody>
      </p:sp>
      <p:sp>
        <p:nvSpPr>
          <p:cNvPr id="40" name="API含义">
            <a:extLst xmlns:a="http://schemas.openxmlformats.org/drawingml/2006/main">
              <a:ext uri="{FF2B5EF4-FFF2-40B4-BE49-F238E27FC236}">
                <a16:creationId xmlns:a16="http://schemas.microsoft.com/office/drawing/2014/main" id="{CC109137-A527-435D-B5B4-FE25B58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81965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HcommChannelGetRemoteMems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底层远端内存映射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12431C-5ACE-4CE5-97E3-B941CD53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76675"/>
            <a:ext cx="371475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42" name="5  打包并交付设备上下文">
            <a:extLst xmlns:a="http://schemas.openxmlformats.org/drawingml/2006/main">
              <a:ext uri="{FF2B5EF4-FFF2-40B4-BE49-F238E27FC236}">
                <a16:creationId xmlns:a16="http://schemas.microsoft.com/office/drawing/2014/main" id="{FE2531F7-42E0-4F2F-8ECB-70BAD945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92430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5  打包并交付设备上下文</a:t>
            </a:r>
          </a:p>
        </p:txBody>
      </p:sp>
      <p:sp>
        <p:nvSpPr>
          <p:cNvPr id="43" name="API含义">
            <a:extLst xmlns:a="http://schemas.openxmlformats.org/drawingml/2006/main">
              <a:ext uri="{FF2B5EF4-FFF2-40B4-BE49-F238E27FC236}">
                <a16:creationId xmlns:a16="http://schemas.microsoft.com/office/drawing/2014/main" id="{1BE5BACC-264E-45E8-A495-88AE6ADD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1910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Serialize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把资源描述编码为连续字节</a:t>
            </a:r>
          </a:p>
        </p:txBody>
      </p:sp>
      <p:sp>
        <p:nvSpPr>
          <p:cNvPr id="44" name="API含义">
            <a:extLst xmlns:a="http://schemas.openxmlformats.org/drawingml/2006/main">
              <a:ext uri="{FF2B5EF4-FFF2-40B4-BE49-F238E27FC236}">
                <a16:creationId xmlns:a16="http://schemas.microsoft.com/office/drawing/2014/main" id="{8BC8BB53-B6D1-4371-998A-F3093CEA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40055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组织上下文交付</a:t>
            </a:r>
          </a:p>
        </p:txBody>
      </p:sp>
      <p:sp>
        <p:nvSpPr>
          <p:cNvPr id="45" name="API含义">
            <a:extLst xmlns:a="http://schemas.openxmlformats.org/drawingml/2006/main">
              <a:ext uri="{FF2B5EF4-FFF2-40B4-BE49-F238E27FC236}">
                <a16:creationId xmlns:a16="http://schemas.microsoft.com/office/drawing/2014/main" id="{C8C1B2EE-4E5C-405A-B77B-F523760C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6101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HcclEngineCtxCreate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取得设备上下文空间</a:t>
            </a:r>
          </a:p>
        </p:txBody>
      </p:sp>
      <p:sp>
        <p:nvSpPr>
          <p:cNvPr id="46" name="API含义">
            <a:extLst xmlns:a="http://schemas.openxmlformats.org/drawingml/2006/main">
              <a:ext uri="{FF2B5EF4-FFF2-40B4-BE49-F238E27FC236}">
                <a16:creationId xmlns:a16="http://schemas.microsoft.com/office/drawing/2014/main" id="{BFB211DE-6A0A-4445-A313-965717E8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1965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HcclEngineCtxCopy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复制已打包的资源描述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85FFB5-41D6-4DC5-8F50-655DF289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371475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48" name="6  准备 Host 通知设备的句柄">
            <a:extLst xmlns:a="http://schemas.openxmlformats.org/drawingml/2006/main">
              <a:ext uri="{FF2B5EF4-FFF2-40B4-BE49-F238E27FC236}">
                <a16:creationId xmlns:a16="http://schemas.microsoft.com/office/drawing/2014/main" id="{C56BD15B-B8B1-4E1B-89B2-30794AD3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2430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6  准备 Host 通知设备的句柄</a:t>
            </a:r>
          </a:p>
        </p:txBody>
      </p:sp>
      <p:sp>
        <p:nvSpPr>
          <p:cNvPr id="49" name="API含义">
            <a:extLst xmlns:a="http://schemas.openxmlformats.org/drawingml/2006/main">
              <a:ext uri="{FF2B5EF4-FFF2-40B4-BE49-F238E27FC236}">
                <a16:creationId xmlns:a16="http://schemas.microsoft.com/office/drawing/2014/main" id="{5F03CAEB-BFCD-42B0-9022-F233F15E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910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GetMainThreadInfo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读取设备主 Thread</a:t>
            </a:r>
          </a:p>
        </p:txBody>
      </p:sp>
      <p:sp>
        <p:nvSpPr>
          <p:cNvPr id="50" name="API含义">
            <a:extLst xmlns:a="http://schemas.openxmlformats.org/drawingml/2006/main">
              <a:ext uri="{FF2B5EF4-FFF2-40B4-BE49-F238E27FC236}">
                <a16:creationId xmlns:a16="http://schemas.microsoft.com/office/drawing/2014/main" id="{38CF6F7C-03ED-4663-BCDA-CA75F1CF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0055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导出为 CPU_TS 视图</a:t>
            </a:r>
          </a:p>
        </p:txBody>
      </p:sp>
      <p:sp>
        <p:nvSpPr>
          <p:cNvPr id="51" name="方向：AICPU_TS → CPU_TS&#10;供 Host 发送“输入已经就绪”通知。">
            <a:extLst xmlns:a="http://schemas.openxmlformats.org/drawingml/2006/main">
              <a:ext uri="{FF2B5EF4-FFF2-40B4-BE49-F238E27FC236}">
                <a16:creationId xmlns:a16="http://schemas.microsoft.com/office/drawing/2014/main" id="{69C44E67-DCB2-490D-82D2-44FE8996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3514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方向：AICPU_TS → CPU_TS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供 Host 发送“输入已经就绪”通知。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E20F56-8515-42E4-B440-B9396462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76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09F5E3F-204F-471D-8C2B-798895A5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2676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11907203" y="2677002"/>
            <a:ext cx="1133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76ABA6A-C074-40D0-859C-08FCDF57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2676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C3B052-3EB4-41CA-B8E8-252FE0A9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" name=""/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12021027" y="2677478"/>
            <a:ext cx="0" cy="67532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B5D4CF2-669C-4F6A-A042-A96388C5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99969D7-80DC-4E19-B353-65A7A773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58" idx="1"/>
            <a:endCxn xmlns:a="http://schemas.openxmlformats.org/drawingml/2006/main" id="59" idx="3"/>
          </p:cNvCxnSpPr>
          <p:nvPr/>
        </p:nvCxnSpPr>
        <p:spPr>
          <a:xfrm xmlns:a="http://schemas.openxmlformats.org/drawingml/2006/main" flipH="1">
            <a:off x="191453" y="3353277"/>
            <a:ext cx="1182909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AD7473-D07F-4EC6-BC46-43CF74BB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FBB6049-F155-4E51-B33B-4134D41E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638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" name="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190977" y="3353753"/>
            <a:ext cx="0" cy="128492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B9E918A-E915-45EF-B204-9B707FA7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638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B4A98E1-3D77-4E94-8231-85D995AB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38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191453" y="4639152"/>
            <a:ext cx="9429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45C28A0-8EC5-42FB-8CE3-80C9823C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38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8066F79-B008-47FB-85BC-68D2F3FC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638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4001453" y="4639152"/>
            <a:ext cx="2371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42CEBF1-6E15-4EE4-A769-94D59848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38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DB46A3D-A6BC-4FC0-ACB7-4482997C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38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7954328" y="4639152"/>
            <a:ext cx="2371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73" name="两次导出用途不同：第 3 页导出用户 Thread，供设备通知完成；本页导出设备主 Thread，供 Host 通知输入就绪。">
            <a:extLst xmlns:a="http://schemas.openxmlformats.org/drawingml/2006/main">
              <a:ext uri="{FF2B5EF4-FFF2-40B4-BE49-F238E27FC236}">
                <a16:creationId xmlns:a16="http://schemas.microsoft.com/office/drawing/2014/main" id="{ADDA4387-4D88-4714-AB1B-C7823658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724525"/>
            <a:ext cx="11610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两次导出用途不同：第 3 页导出用户 Thread，供设备通知完成；本页导出设备主 Thread，供 Host 通知输入就绪。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33FFDE4-792E-49FD-8EF9-FE99AF9A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1162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5" name="交付的是 Thread / Channel / 缓冲区地址等资源元数据。HcclEngineCtxCopy 不搬运本次用户输入张量。">
            <a:extLst xmlns:a="http://schemas.openxmlformats.org/drawingml/2006/main">
              <a:ext uri="{FF2B5EF4-FFF2-40B4-BE49-F238E27FC236}">
                <a16:creationId xmlns:a16="http://schemas.microsoft.com/office/drawing/2014/main" id="{6B5DF5BA-D6B7-4F2F-8B4C-70C2E9CB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交付的是 Thread / Channel / 缓冲区地址等资源元数据。HcclEngineCtxCopy 不搬运本次用户输入张量。</a:t>
            </a:r>
          </a:p>
        </p:txBody>
      </p:sp>
    </p:spTree>
    <p:extLst>
      <p:ext uri="{BB962C8B-B14F-4D97-AF65-F5344CB8AC3E}">
        <p14:creationId xmlns:p14="http://schemas.microsoft.com/office/powerpoint/2010/main" val="9655170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④ Host 发射：先排输入通知，再启动 AICPU">
            <a:extLst xmlns:a="http://schemas.openxmlformats.org/drawingml/2006/main">
              <a:ext uri="{FF2B5EF4-FFF2-40B4-BE49-F238E27FC236}">
                <a16:creationId xmlns:a16="http://schemas.microsoft.com/office/drawing/2014/main" id="{87B6DF61-D3CD-459D-8B60-A2D9A1CD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24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 Host 发射：先排输入通知，再启动 AICPU</a:t>
            </a:r>
          </a:p>
        </p:txBody>
      </p:sp>
      <p:sp>
        <p:nvSpPr>
          <p:cNvPr id="2" name="展开总览第④块。本页区分 C++ 调用顺序与流上等待依赖，Host 调 Notify 仍属于 HCOMM 数据面。">
            <a:extLst xmlns:a="http://schemas.openxmlformats.org/drawingml/2006/main">
              <a:ext uri="{FF2B5EF4-FFF2-40B4-BE49-F238E27FC236}">
                <a16:creationId xmlns:a16="http://schemas.microsoft.com/office/drawing/2014/main" id="{E8368414-70E5-41FD-9F3A-6AE1BF42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05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展开总览第④块。本页区分 C++ 调用顺序与流上等待依赖，Host 调 Notify 仍属于 HCOMM 数据面。</a:t>
            </a:r>
          </a:p>
        </p:txBody>
      </p:sp>
      <p:sp>
        <p:nvSpPr>
          <p:cNvPr id="3" name="5 / 9">
            <a:extLst xmlns:a="http://schemas.openxmlformats.org/drawingml/2006/main">
              <a:ext uri="{FF2B5EF4-FFF2-40B4-BE49-F238E27FC236}">
                <a16:creationId xmlns:a16="http://schemas.microsoft.com/office/drawing/2014/main" id="{65074516-EBDC-4965-A204-D2733169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00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5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11F11-EF41-42CA-86C4-00C267F8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261D9-425C-4F97-9DDE-0D0473ED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7" name="④ 发射 · 总览第1页　　源码：hccl 170ddeec / hcomm 87ce550f，静态分析，未上板验证。">
            <a:extLst xmlns:a="http://schemas.openxmlformats.org/drawingml/2006/main">
              <a:ext uri="{FF2B5EF4-FFF2-40B4-BE49-F238E27FC236}">
                <a16:creationId xmlns:a16="http://schemas.microsoft.com/office/drawing/2014/main" id="{DAB94D6D-37C1-432E-AF4E-23FDBCC7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④ 发射 · 总览第1页　　源码：hccl 170ddeec / hcomm 87ce550f，静态分析，未上板验证。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E9611-4CCE-4189-BFC3-CE6DF09A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90600"/>
            <a:ext cx="3581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HCCL Host">
            <a:extLst xmlns:a="http://schemas.openxmlformats.org/drawingml/2006/main">
              <a:ext uri="{FF2B5EF4-FFF2-40B4-BE49-F238E27FC236}">
                <a16:creationId xmlns:a16="http://schemas.microsoft.com/office/drawing/2014/main" id="{196152A1-3190-486D-8B5F-8518EC07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19175"/>
            <a:ext cx="342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9A43B-C4ED-40E6-987A-56CFC602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90600"/>
            <a:ext cx="3829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" name="HCOMM 数据面 / 通知任务">
            <a:extLst xmlns:a="http://schemas.openxmlformats.org/drawingml/2006/main">
              <a:ext uri="{FF2B5EF4-FFF2-40B4-BE49-F238E27FC236}">
                <a16:creationId xmlns:a16="http://schemas.microsoft.com/office/drawing/2014/main" id="{193D7255-60F0-4F63-AE7E-A9F93CB7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019175"/>
            <a:ext cx="3676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 / 通知任务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B9538-E975-4E5B-9D8E-0E36A43C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3524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3" name="ACL Runtime">
            <a:extLst xmlns:a="http://schemas.openxmlformats.org/drawingml/2006/main">
              <a:ext uri="{FF2B5EF4-FFF2-40B4-BE49-F238E27FC236}">
                <a16:creationId xmlns:a16="http://schemas.microsoft.com/office/drawing/2014/main" id="{0AB6078A-0F7B-42DF-8318-39AE11A8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19175"/>
            <a:ext cx="3371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0D646-A83D-4CCA-B789-3E2BE89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38275"/>
            <a:ext cx="3581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5" name="1  组织入口发射">
            <a:extLst xmlns:a="http://schemas.openxmlformats.org/drawingml/2006/main">
              <a:ext uri="{FF2B5EF4-FFF2-40B4-BE49-F238E27FC236}">
                <a16:creationId xmlns:a16="http://schemas.microsoft.com/office/drawing/2014/main" id="{61D64C25-0520-47C6-A6E4-204B1C97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85900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  组织入口发射</a:t>
            </a:r>
          </a:p>
        </p:txBody>
      </p:sp>
      <p:sp>
        <p:nvSpPr>
          <p:cNvPr id="16" name="API含义">
            <a:extLst xmlns:a="http://schemas.openxmlformats.org/drawingml/2006/main">
              <a:ext uri="{FF2B5EF4-FFF2-40B4-BE49-F238E27FC236}">
                <a16:creationId xmlns:a16="http://schemas.microsoft.com/office/drawing/2014/main" id="{83584369-BC31-42BD-8D8E-474991E4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52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  <a:r>
              <a:rPr sz="9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</a:t>
            </a:r>
          </a:p>
        </p:txBody>
      </p:sp>
      <p:sp>
        <p:nvSpPr>
          <p:cNvPr id="17" name="串起输入通知、Kernel 启动和完成等待。">
            <a:extLst xmlns:a="http://schemas.openxmlformats.org/drawingml/2006/main">
              <a:ext uri="{FF2B5EF4-FFF2-40B4-BE49-F238E27FC236}">
                <a16:creationId xmlns:a16="http://schemas.microsoft.com/office/drawing/2014/main" id="{DEC828C8-DA77-475F-9113-EB2EA2C4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62150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串起输入通知、Kernel 启动和完成等待。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8E13C-8838-45EA-BEF6-599D18C5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38275"/>
            <a:ext cx="3829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9" name="2  排入“输入就绪”通知">
            <a:extLst xmlns:a="http://schemas.openxmlformats.org/drawingml/2006/main">
              <a:ext uri="{FF2B5EF4-FFF2-40B4-BE49-F238E27FC236}">
                <a16:creationId xmlns:a16="http://schemas.microsoft.com/office/drawing/2014/main" id="{8F0502C2-1843-4A24-951E-03904C16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85900"/>
            <a:ext cx="3676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2  排入“输入就绪”通知</a:t>
            </a:r>
          </a:p>
        </p:txBody>
      </p:sp>
      <p:sp>
        <p:nvSpPr>
          <p:cNvPr id="20" name="API含义">
            <a:extLst xmlns:a="http://schemas.openxmlformats.org/drawingml/2006/main">
              <a:ext uri="{FF2B5EF4-FFF2-40B4-BE49-F238E27FC236}">
                <a16:creationId xmlns:a16="http://schemas.microsoft.com/office/drawing/2014/main" id="{1651F203-5EB1-4A53-879C-2FCB9682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9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</a:t>
            </a:r>
          </a:p>
        </p:txBody>
      </p:sp>
      <p:sp>
        <p:nvSpPr>
          <p:cNvPr id="21" name="用户流前置任务完成后，通知设备主 Thread。">
            <a:extLst xmlns:a="http://schemas.openxmlformats.org/drawingml/2006/main">
              <a:ext uri="{FF2B5EF4-FFF2-40B4-BE49-F238E27FC236}">
                <a16:creationId xmlns:a16="http://schemas.microsoft.com/office/drawing/2014/main" id="{C493C0D6-02E1-4E3D-826D-32E223DA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09775"/>
            <a:ext cx="365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用户流前置任务完成后，通知设备主 Thread。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74386C-7078-466B-9B32-8BDC12BE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19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84C8EA-6352-41C1-ADB6-CDF03719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19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3868103" y="1819752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66757D-6669-4E8F-A266-859D14A4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52725"/>
            <a:ext cx="3581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26" name="3  构造并发射 Kernel">
            <a:extLst xmlns:a="http://schemas.openxmlformats.org/drawingml/2006/main">
              <a:ext uri="{FF2B5EF4-FFF2-40B4-BE49-F238E27FC236}">
                <a16:creationId xmlns:a16="http://schemas.microsoft.com/office/drawing/2014/main" id="{C41B644A-E5CD-44C1-ADE8-B3CE2302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00350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3  构造并发射 Kernel</a:t>
            </a:r>
          </a:p>
        </p:txBody>
      </p:sp>
      <p:sp>
        <p:nvSpPr>
          <p:cNvPr id="27" name="API含义">
            <a:extLst xmlns:a="http://schemas.openxmlformats.org/drawingml/2006/main">
              <a:ext uri="{FF2B5EF4-FFF2-40B4-BE49-F238E27FC236}">
                <a16:creationId xmlns:a16="http://schemas.microsoft.com/office/drawing/2014/main" id="{EB0B5499-0D97-45AD-B73F-E32B4CA8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067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AicpuKernelLaunch</a:t>
            </a:r>
            <a:r>
              <a:rPr sz="9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调用右侧 ACL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90DB7E-1EA4-4C96-9A6F-9130639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0A11AB-E91C-4691-B2F9-E30D9096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" name="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4039553" y="222932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A863F1-99AA-4C09-BF1B-0085DB1E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236C7E-190C-46EE-8E00-BE457ABF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4039077" y="2229803"/>
            <a:ext cx="0" cy="72294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DF5A4F-CCA4-4C94-9AEA-CEF9C44E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F5B1F4-9C22-43CC-90F4-3E1E6562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34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3868103" y="295322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78ABF3-6BA8-4764-B126-979CFDA5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38275"/>
            <a:ext cx="352425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38" name="ACL 参数构造与发射顺序">
            <a:extLst xmlns:a="http://schemas.openxmlformats.org/drawingml/2006/main">
              <a:ext uri="{FF2B5EF4-FFF2-40B4-BE49-F238E27FC236}">
                <a16:creationId xmlns:a16="http://schemas.microsoft.com/office/drawing/2014/main" id="{245F946A-6706-44E8-ABF1-DA3C53CB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85900"/>
            <a:ext cx="337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ACL 参数构造与发射顺序</a:t>
            </a:r>
          </a:p>
        </p:txBody>
      </p:sp>
      <p:sp>
        <p:nvSpPr>
          <p:cNvPr id="39" name="1. aclrtBinaryGetFunction">
            <a:extLst xmlns:a="http://schemas.openxmlformats.org/drawingml/2006/main">
              <a:ext uri="{FF2B5EF4-FFF2-40B4-BE49-F238E27FC236}">
                <a16:creationId xmlns:a16="http://schemas.microsoft.com/office/drawing/2014/main" id="{38B2E2D1-3A1F-462A-A15B-1D0833AF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47850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1. aclrtBinaryGetFunction</a:t>
            </a:r>
          </a:p>
        </p:txBody>
      </p:sp>
      <p:sp>
        <p:nvSpPr>
          <p:cNvPr id="40" name="找到 HcclLaunchAicpuKernel 入口">
            <a:extLst xmlns:a="http://schemas.openxmlformats.org/drawingml/2006/main">
              <a:ext uri="{FF2B5EF4-FFF2-40B4-BE49-F238E27FC236}">
                <a16:creationId xmlns:a16="http://schemas.microsoft.com/office/drawing/2014/main" id="{A038D9C7-D28E-4547-A425-843F3374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47875"/>
            <a:ext cx="3114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找到 HcclLaunchAicpuKernel 入口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DF932C-F835-4241-BE4C-81004C19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0FAB80-2ACC-4DD6-9051-CA9332BB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" name=""/>
          <p:cNvCxnSpPr>
            <a:stCxn xmlns:a="http://schemas.openxmlformats.org/drawingml/2006/main" id="41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8544402" y="222980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44" name="2. aclrtKernelArgsInit">
            <a:extLst xmlns:a="http://schemas.openxmlformats.org/drawingml/2006/main">
              <a:ext uri="{FF2B5EF4-FFF2-40B4-BE49-F238E27FC236}">
                <a16:creationId xmlns:a16="http://schemas.microsoft.com/office/drawing/2014/main" id="{A2AE7EF6-70D4-40A4-9EED-BDF616D8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57425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2. aclrtKernelArgsInit</a:t>
            </a:r>
          </a:p>
        </p:txBody>
      </p:sp>
      <p:sp>
        <p:nvSpPr>
          <p:cNvPr id="45" name="创建参数包">
            <a:extLst xmlns:a="http://schemas.openxmlformats.org/drawingml/2006/main">
              <a:ext uri="{FF2B5EF4-FFF2-40B4-BE49-F238E27FC236}">
                <a16:creationId xmlns:a16="http://schemas.microsoft.com/office/drawing/2014/main" id="{C6FE25F9-C990-492F-85B5-E8E14F3E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57450"/>
            <a:ext cx="3114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创建参数包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EF4B1D-9A97-4910-A2B9-5DA4A164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D6071D-1127-485B-831A-9013E0A6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46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8544402" y="26393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49" name="3. aclrtKernelArgsAppend">
            <a:extLst xmlns:a="http://schemas.openxmlformats.org/drawingml/2006/main">
              <a:ext uri="{FF2B5EF4-FFF2-40B4-BE49-F238E27FC236}">
                <a16:creationId xmlns:a16="http://schemas.microsoft.com/office/drawing/2014/main" id="{AAE717AB-E7AB-483C-99ED-5B826D6E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3. aclrtKernelArgsAppend</a:t>
            </a:r>
          </a:p>
        </p:txBody>
      </p:sp>
      <p:sp>
        <p:nvSpPr>
          <p:cNvPr id="50" name="加入参数和变长数据">
            <a:extLst xmlns:a="http://schemas.openxmlformats.org/drawingml/2006/main">
              <a:ext uri="{FF2B5EF4-FFF2-40B4-BE49-F238E27FC236}">
                <a16:creationId xmlns:a16="http://schemas.microsoft.com/office/drawing/2014/main" id="{1BF57172-0D00-41A4-BE1E-7258B5E4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867025"/>
            <a:ext cx="3114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加入参数和变长数据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9F725C-3B28-431C-AC28-95923D87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48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73302A-B841-4CF4-894C-5E4303C2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51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8544402" y="30489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54" name="4. aclrtKernelArgsFinalize">
            <a:extLst xmlns:a="http://schemas.openxmlformats.org/drawingml/2006/main">
              <a:ext uri="{FF2B5EF4-FFF2-40B4-BE49-F238E27FC236}">
                <a16:creationId xmlns:a16="http://schemas.microsoft.com/office/drawing/2014/main" id="{246BB0AD-CB54-44E2-88D3-3FAC0642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76575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4. aclrtKernelArgsFinalize</a:t>
            </a:r>
          </a:p>
        </p:txBody>
      </p:sp>
      <p:sp>
        <p:nvSpPr>
          <p:cNvPr id="55" name="完成参数封装">
            <a:extLst xmlns:a="http://schemas.openxmlformats.org/drawingml/2006/main">
              <a:ext uri="{FF2B5EF4-FFF2-40B4-BE49-F238E27FC236}">
                <a16:creationId xmlns:a16="http://schemas.microsoft.com/office/drawing/2014/main" id="{A8118C3B-148B-4F50-A661-811409DA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276600"/>
            <a:ext cx="3114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完成参数封装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4E72AD-7641-47E6-B6D0-7E2BAEBA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457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0FAF645-00F3-4940-911C-C471D4D3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505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8544402" y="345852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59" name="5. aclrtLaunchKernelWithConfig">
            <a:extLst xmlns:a="http://schemas.openxmlformats.org/drawingml/2006/main">
              <a:ext uri="{FF2B5EF4-FFF2-40B4-BE49-F238E27FC236}">
                <a16:creationId xmlns:a16="http://schemas.microsoft.com/office/drawing/2014/main" id="{A28DBAFF-3475-4FC8-98A6-36E1549B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86150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5. aclrtLaunchKernelWithConfig</a:t>
            </a:r>
          </a:p>
        </p:txBody>
      </p:sp>
      <p:sp>
        <p:nvSpPr>
          <p:cNvPr id="60" name="提交 AICPU Kernel">
            <a:extLst xmlns:a="http://schemas.openxmlformats.org/drawingml/2006/main">
              <a:ext uri="{FF2B5EF4-FFF2-40B4-BE49-F238E27FC236}">
                <a16:creationId xmlns:a16="http://schemas.microsoft.com/office/drawing/2014/main" id="{9C9899E3-3777-4B53-B292-EA2CBC19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686175"/>
            <a:ext cx="3114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提交 AICPU Kernel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0D669F0-089F-4300-A072-6943B80A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19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0B40121-C067-43A4-9C0B-11AC913E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219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3868103" y="3219927"/>
            <a:ext cx="433292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C54EF9A-835B-41A7-B457-F96FB184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219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BCCDAED-8F33-4FDE-B45C-DA00DFA2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628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" name=""/>
          <p:cNvCxnSpPr>
            <a:stCxn xmlns:a="http://schemas.openxmlformats.org/drawingml/2006/main" id="64" idx="0"/>
            <a:endCxn xmlns:a="http://schemas.openxmlformats.org/drawingml/2006/main" id="65" idx="2"/>
          </p:cNvCxnSpPr>
          <p:nvPr/>
        </p:nvCxnSpPr>
        <p:spPr>
          <a:xfrm xmlns:a="http://schemas.openxmlformats.org/drawingml/2006/main" flipV="1">
            <a:off x="8201502" y="1629728"/>
            <a:ext cx="0" cy="158972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DF4FBA6-236D-46CC-9D76-5E9223E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628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F93AEA8-64D4-4BFC-B4F9-5BF9C85A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28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8201978" y="1629252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7A6E8A7-5A9F-4333-B91B-4BE674F1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67225"/>
            <a:ext cx="3581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71" name="4  发射后排完成等待">
            <a:extLst xmlns:a="http://schemas.openxmlformats.org/drawingml/2006/main">
              <a:ext uri="{FF2B5EF4-FFF2-40B4-BE49-F238E27FC236}">
                <a16:creationId xmlns:a16="http://schemas.microsoft.com/office/drawing/2014/main" id="{03924D35-DB21-4B33-B1C3-A7B079A0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14850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4  发射后排完成等待</a:t>
            </a:r>
          </a:p>
        </p:txBody>
      </p:sp>
      <p:sp>
        <p:nvSpPr>
          <p:cNvPr id="72" name="返回 Host 发射流程&#10;将下游任务挡在通信完成之后。">
            <a:extLst xmlns:a="http://schemas.openxmlformats.org/drawingml/2006/main">
              <a:ext uri="{FF2B5EF4-FFF2-40B4-BE49-F238E27FC236}">
                <a16:creationId xmlns:a16="http://schemas.microsoft.com/office/drawing/2014/main" id="{C07483BE-8901-4CCC-A92C-66533261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838700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返回 Host 发射流程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将下游任务挡在通信完成之后。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CE83FE5-3DE7-4304-97C6-0B7E0061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67225"/>
            <a:ext cx="38290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74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AB196D3B-D22F-4D46-B7B9-14CBCCDC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14850"/>
            <a:ext cx="3676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75" name="在用户流排入算子完成等待。&#10;等待目标是设备主 Thread 的最终通知。">
            <a:extLst xmlns:a="http://schemas.openxmlformats.org/drawingml/2006/main">
              <a:ext uri="{FF2B5EF4-FFF2-40B4-BE49-F238E27FC236}">
                <a16:creationId xmlns:a16="http://schemas.microsoft.com/office/drawing/2014/main" id="{8CCBF748-88AD-4B90-8D56-A2182688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848225"/>
            <a:ext cx="365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在用户流排入算子完成等待。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等待目标是设备主 Thread 的最终通知。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A541AE7-43CF-4C39-91D1-AD27DECD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14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DB9234C-E298-4426-A69F-4F6652B1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14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" name=""/>
          <p:cNvCxnSpPr>
            <a:stCxn xmlns:a="http://schemas.openxmlformats.org/drawingml/2006/main" id="76" idx="1"/>
            <a:endCxn xmlns:a="http://schemas.openxmlformats.org/drawingml/2006/main" id="77" idx="3"/>
          </p:cNvCxnSpPr>
          <p:nvPr/>
        </p:nvCxnSpPr>
        <p:spPr>
          <a:xfrm xmlns:a="http://schemas.openxmlformats.org/drawingml/2006/main" flipH="1">
            <a:off x="8211503" y="3915252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410EC90-4D8F-4522-AF98-7D7EB720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14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A8575DF-801A-4F70-8825-B66AB681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57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>
            <a:off x="8211027" y="3915728"/>
            <a:ext cx="0" cy="34194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8BF7D15-5ADD-4E62-B1A0-E2B82183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57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C2CE813-05AB-4AC2-879A-337DF68B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57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" name=""/>
          <p:cNvCxnSpPr>
            <a:stCxn xmlns:a="http://schemas.openxmlformats.org/drawingml/2006/main" id="82" idx="1"/>
            <a:endCxn xmlns:a="http://schemas.openxmlformats.org/drawingml/2006/main" id="83" idx="3"/>
          </p:cNvCxnSpPr>
          <p:nvPr/>
        </p:nvCxnSpPr>
        <p:spPr>
          <a:xfrm xmlns:a="http://schemas.openxmlformats.org/drawingml/2006/main" flipH="1">
            <a:off x="2077403" y="4258152"/>
            <a:ext cx="61331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30615A6-C7AC-4C5A-955B-0332B38B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57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A91EB00-6E91-4022-91F2-2257C0EC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6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2076927" y="4258628"/>
            <a:ext cx="0" cy="20859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4B2638A-2BD9-447A-BD5E-E1CE2CDD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914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F366CEE-BECC-4C9A-8118-0650D622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914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" name=""/>
          <p:cNvCxnSpPr>
            <a:stCxn xmlns:a="http://schemas.openxmlformats.org/drawingml/2006/main" id="88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>
            <a:off x="3868103" y="4915377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8A877FB-4B32-4207-855C-9D478FE6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67225"/>
            <a:ext cx="3524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92" name="设备开始执行：接第 6 页">
            <a:extLst xmlns:a="http://schemas.openxmlformats.org/drawingml/2006/main">
              <a:ext uri="{FF2B5EF4-FFF2-40B4-BE49-F238E27FC236}">
                <a16:creationId xmlns:a16="http://schemas.microsoft.com/office/drawing/2014/main" id="{F99C7484-928C-458B-9332-DBF41DE7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14850"/>
            <a:ext cx="337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设备开始执行：接第 6 页</a:t>
            </a:r>
          </a:p>
        </p:txBody>
      </p:sp>
      <p:sp>
        <p:nvSpPr>
          <p:cNvPr id="93" name="API含义">
            <a:extLst xmlns:a="http://schemas.openxmlformats.org/drawingml/2006/main">
              <a:ext uri="{FF2B5EF4-FFF2-40B4-BE49-F238E27FC236}">
                <a16:creationId xmlns:a16="http://schemas.microsoft.com/office/drawing/2014/main" id="{F5B968F6-4329-440B-B02A-1BDF3858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577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HcclLaunchAicpuKernel</a:t>
            </a:r>
            <a:r>
              <a:rPr sz="9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设备入口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33D1526-CC45-421A-851E-13CB0926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076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A91A062-6140-420E-B9D7-BA73113F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46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" name=""/>
          <p:cNvCxnSpPr>
            <a:stCxn xmlns:a="http://schemas.openxmlformats.org/drawingml/2006/main" id="94" idx="2"/>
            <a:endCxn xmlns:a="http://schemas.openxmlformats.org/drawingml/2006/main" id="95" idx="0"/>
          </p:cNvCxnSpPr>
          <p:nvPr/>
        </p:nvCxnSpPr>
        <p:spPr>
          <a:xfrm xmlns:a="http://schemas.openxmlformats.org/drawingml/2006/main">
            <a:off x="10144602" y="4077653"/>
            <a:ext cx="0" cy="3895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7" name="按序启动能力另有 HcclOrderLaunchToOrderStream / HcclOrderLaunchToKernelStream，按配置生效，细节见备注。">
            <a:extLst xmlns:a="http://schemas.openxmlformats.org/drawingml/2006/main">
              <a:ext uri="{FF2B5EF4-FFF2-40B4-BE49-F238E27FC236}">
                <a16:creationId xmlns:a16="http://schemas.microsoft.com/office/drawing/2014/main" id="{09458460-EBE8-45C7-8525-2B8C47AB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57850"/>
            <a:ext cx="11610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按序启动能力另有 HcclOrderLaunchToOrderStream / HcclOrderLaunchToKernelStream，按配置生效，细节见备注。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2439C35-2482-478E-9E47-49754910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1162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9" name="正确顺序：Host 排输入 Record，发射 Kernel，随后排完成 Wait。排入 Wait 不等于 CPU 阻塞等通信结束。">
            <a:extLst xmlns:a="http://schemas.openxmlformats.org/drawingml/2006/main">
              <a:ext uri="{FF2B5EF4-FFF2-40B4-BE49-F238E27FC236}">
                <a16:creationId xmlns:a16="http://schemas.microsoft.com/office/drawing/2014/main" id="{01A22600-5164-4C92-8A61-4BFEE7F4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正确顺序：Host 排输入 Record，发射 Kernel，随后排完成 Wait。排入 Wait 不等于 CPU 阻塞等通信结束。</a:t>
            </a:r>
          </a:p>
        </p:txBody>
      </p:sp>
    </p:spTree>
    <p:extLst>
      <p:ext uri="{BB962C8B-B14F-4D97-AF65-F5344CB8AC3E}">
        <p14:creationId xmlns:p14="http://schemas.microsoft.com/office/powerpoint/2010/main" val="11983510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⑤ AICPU 编排：恢复资源，按块、轮和 Peer 展开">
            <a:extLst xmlns:a="http://schemas.openxmlformats.org/drawingml/2006/main">
              <a:ext uri="{FF2B5EF4-FFF2-40B4-BE49-F238E27FC236}">
                <a16:creationId xmlns:a16="http://schemas.microsoft.com/office/drawing/2014/main" id="{23ACE60D-F797-4576-99CA-903D598E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24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⑤ AICPU 编排：恢复资源，按块、轮和 Peer 展开</a:t>
            </a:r>
          </a:p>
        </p:txBody>
      </p:sp>
      <p:sp>
        <p:nvSpPr>
          <p:cNvPr id="2" name="展开总览第⑤块。HCCL 在 AICPU 上生成任务，HCOMM 把通知与搬运放入对应通信 Thread。">
            <a:extLst xmlns:a="http://schemas.openxmlformats.org/drawingml/2006/main">
              <a:ext uri="{FF2B5EF4-FFF2-40B4-BE49-F238E27FC236}">
                <a16:creationId xmlns:a16="http://schemas.microsoft.com/office/drawing/2014/main" id="{7B2A2FD1-6981-4820-BD2D-B0D3AAD8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05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展开总览第⑤块。HCCL 在 AICPU 上生成任务，HCOMM 把通知与搬运放入对应通信 Thread。</a:t>
            </a:r>
          </a:p>
        </p:txBody>
      </p:sp>
      <p:sp>
        <p:nvSpPr>
          <p:cNvPr id="3" name="6 / 9">
            <a:extLst xmlns:a="http://schemas.openxmlformats.org/drawingml/2006/main">
              <a:ext uri="{FF2B5EF4-FFF2-40B4-BE49-F238E27FC236}">
                <a16:creationId xmlns:a16="http://schemas.microsoft.com/office/drawing/2014/main" id="{286A3E49-76FA-4474-9268-7CCB9F3F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00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6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54524-B71F-4F3A-AE38-C3073ADB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C780F-8141-4DE0-93A6-28281923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7" name="⑤ 设备编排 · 总览第1页　　源码：hccl 170ddeec / hcomm 87ce550f，静态分析，未上板验证。">
            <a:extLst xmlns:a="http://schemas.openxmlformats.org/drawingml/2006/main">
              <a:ext uri="{FF2B5EF4-FFF2-40B4-BE49-F238E27FC236}">
                <a16:creationId xmlns:a16="http://schemas.microsoft.com/office/drawing/2014/main" id="{C80CCDAC-61AC-4EC0-AE28-0CC0AA67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⑤ 设备编排 · 总览第1页　　源码：hccl 170ddeec / hcomm 87ce550f，静态分析，未上板验证。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ABD2B-579E-40C9-94FC-BF93E9A9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90600"/>
            <a:ext cx="3581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HCCL AICPU：入口与恢复">
            <a:extLst xmlns:a="http://schemas.openxmlformats.org/drawingml/2006/main">
              <a:ext uri="{FF2B5EF4-FFF2-40B4-BE49-F238E27FC236}">
                <a16:creationId xmlns:a16="http://schemas.microsoft.com/office/drawing/2014/main" id="{D39AF9D7-636B-4999-A569-37A9199B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19175"/>
            <a:ext cx="342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AICPU：入口与恢复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E3DAD-F60F-4390-A416-2BADCD14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90600"/>
            <a:ext cx="3829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" name="HCCL AICPU：算法展开">
            <a:extLst xmlns:a="http://schemas.openxmlformats.org/drawingml/2006/main">
              <a:ext uri="{FF2B5EF4-FFF2-40B4-BE49-F238E27FC236}">
                <a16:creationId xmlns:a16="http://schemas.microsoft.com/office/drawing/2014/main" id="{6495EF4E-138C-49F4-BA5F-3C3BD31D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019175"/>
            <a:ext cx="3676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AICPU：算法展开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07837-F9A2-4F27-A10B-31BE84F6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3524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HCOMM 数据面：依赖与执行控制">
            <a:extLst xmlns:a="http://schemas.openxmlformats.org/drawingml/2006/main">
              <a:ext uri="{FF2B5EF4-FFF2-40B4-BE49-F238E27FC236}">
                <a16:creationId xmlns:a16="http://schemas.microsoft.com/office/drawing/2014/main" id="{1F28B151-F2F7-426C-BB4E-A4CCA6F5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19175"/>
            <a:ext cx="3371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数据面：依赖与执行控制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0E5E1-68F1-46CC-A54E-AEAB73B0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0"/>
            <a:ext cx="358140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5" name="1  恢复本次设备执行所需信息">
            <a:extLst xmlns:a="http://schemas.openxmlformats.org/drawingml/2006/main">
              <a:ext uri="{FF2B5EF4-FFF2-40B4-BE49-F238E27FC236}">
                <a16:creationId xmlns:a16="http://schemas.microsoft.com/office/drawing/2014/main" id="{45AA5B27-5326-451B-95D6-4B57FC96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7637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  恢复本次设备执行所需信息</a:t>
            </a:r>
          </a:p>
        </p:txBody>
      </p:sp>
      <p:sp>
        <p:nvSpPr>
          <p:cNvPr id="16" name="API含义">
            <a:extLst xmlns:a="http://schemas.openxmlformats.org/drawingml/2006/main">
              <a:ext uri="{FF2B5EF4-FFF2-40B4-BE49-F238E27FC236}">
                <a16:creationId xmlns:a16="http://schemas.microsoft.com/office/drawing/2014/main" id="{5E9F5846-215A-4A8C-9544-39D8EC9D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430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HcclLaunchAicpuKernel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接收参数</a:t>
            </a:r>
          </a:p>
        </p:txBody>
      </p:sp>
      <p:sp>
        <p:nvSpPr>
          <p:cNvPr id="17" name="API含义">
            <a:extLst xmlns:a="http://schemas.openxmlformats.org/drawingml/2006/main">
              <a:ext uri="{FF2B5EF4-FFF2-40B4-BE49-F238E27FC236}">
                <a16:creationId xmlns:a16="http://schemas.microsoft.com/office/drawing/2014/main" id="{D1BB7AB6-ED01-4BF6-B611-BC759B6B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526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DeserializeResCtx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恢复 Thread / Channel</a:t>
            </a:r>
          </a:p>
        </p:txBody>
      </p:sp>
      <p:sp>
        <p:nvSpPr>
          <p:cNvPr id="18" name="API含义">
            <a:extLst xmlns:a="http://schemas.openxmlformats.org/drawingml/2006/main">
              <a:ext uri="{FF2B5EF4-FFF2-40B4-BE49-F238E27FC236}">
                <a16:creationId xmlns:a16="http://schemas.microsoft.com/office/drawing/2014/main" id="{A0910268-D2E7-4365-AA14-C7727DB8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162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恢复 counts / 位移</a:t>
            </a:r>
          </a:p>
        </p:txBody>
      </p:sp>
      <p:sp>
        <p:nvSpPr>
          <p:cNvPr id="19" name="API含义">
            <a:extLst xmlns:a="http://schemas.openxmlformats.org/drawingml/2006/main">
              <a:ext uri="{FF2B5EF4-FFF2-40B4-BE49-F238E27FC236}">
                <a16:creationId xmlns:a16="http://schemas.microsoft.com/office/drawing/2014/main" id="{E55D8C24-7B11-4F57-8BE3-23E350EC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3717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OpOrchestrate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组织本次任务生成</a:t>
            </a:r>
          </a:p>
        </p:txBody>
      </p:sp>
      <p:sp>
        <p:nvSpPr>
          <p:cNvPr id="20" name="API含义">
            <a:extLst xmlns:a="http://schemas.openxmlformats.org/drawingml/2006/main">
              <a:ext uri="{FF2B5EF4-FFF2-40B4-BE49-F238E27FC236}">
                <a16:creationId xmlns:a16="http://schemas.microsoft.com/office/drawing/2014/main" id="{DFB8C5A1-E483-4C9E-914F-DD3D521D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5812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取得设备侧执行器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B082C-A68E-4522-9D24-D9264688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35242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22" name="入口配套调用">
            <a:extLst xmlns:a="http://schemas.openxmlformats.org/drawingml/2006/main">
              <a:ext uri="{FF2B5EF4-FFF2-40B4-BE49-F238E27FC236}">
                <a16:creationId xmlns:a16="http://schemas.microsoft.com/office/drawing/2014/main" id="{05FFE5E0-57E3-4364-A563-21E3194E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76375"/>
            <a:ext cx="337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入口配套调用</a:t>
            </a:r>
          </a:p>
        </p:txBody>
      </p:sp>
      <p:sp>
        <p:nvSpPr>
          <p:cNvPr id="23" name="API含义">
            <a:extLst xmlns:a="http://schemas.openxmlformats.org/drawingml/2006/main">
              <a:ext uri="{FF2B5EF4-FFF2-40B4-BE49-F238E27FC236}">
                <a16:creationId xmlns:a16="http://schemas.microsoft.com/office/drawing/2014/main" id="{90CF9E65-0794-4ACD-8692-A3CD9E65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43075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HcommAcquireComm</a:t>
            </a:r>
            <a:r>
              <a:rPr sz="89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保护本次域使用</a:t>
            </a:r>
          </a:p>
        </p:txBody>
      </p:sp>
      <p:sp>
        <p:nvSpPr>
          <p:cNvPr id="24" name="API含义">
            <a:extLst xmlns:a="http://schemas.openxmlformats.org/drawingml/2006/main">
              <a:ext uri="{FF2B5EF4-FFF2-40B4-BE49-F238E27FC236}">
                <a16:creationId xmlns:a16="http://schemas.microsoft.com/office/drawing/2014/main" id="{D7441B4C-C9DC-4E1C-9C48-05107ED1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52625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HcommBatchModeStart</a:t>
            </a:r>
            <a:r>
              <a:rPr sz="89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启用批模式</a:t>
            </a:r>
          </a:p>
        </p:txBody>
      </p:sp>
      <p:sp>
        <p:nvSpPr>
          <p:cNvPr id="25" name="API含义">
            <a:extLst xmlns:a="http://schemas.openxmlformats.org/drawingml/2006/main">
              <a:ext uri="{FF2B5EF4-FFF2-40B4-BE49-F238E27FC236}">
                <a16:creationId xmlns:a16="http://schemas.microsoft.com/office/drawing/2014/main" id="{B15544D5-7F29-4585-81D1-CBF47BD9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62175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89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等待输入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2AB377-50B8-4543-A089-45432FA5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695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07BAF2-2DD9-4C6C-88EF-345F8D72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95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868103" y="169592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A07B68-834D-4B62-9FD7-6B28B5D2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95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A35037-CD20-485A-8ED3-C76E7100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33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" name=""/>
          <p:cNvCxnSpPr>
            <a:stCxn xmlns:a="http://schemas.openxmlformats.org/drawingml/2006/main" id="29" idx="0"/>
            <a:endCxn xmlns:a="http://schemas.openxmlformats.org/drawingml/2006/main" id="30" idx="2"/>
          </p:cNvCxnSpPr>
          <p:nvPr/>
        </p:nvCxnSpPr>
        <p:spPr>
          <a:xfrm xmlns:a="http://schemas.openxmlformats.org/drawingml/2006/main" flipV="1">
            <a:off x="4039077" y="1334453"/>
            <a:ext cx="0" cy="36099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AD89AF-C4E4-4B75-B751-5015FD48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33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CFA434-9340-4ACF-BAF6-0355AFC7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33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4039553" y="1333977"/>
            <a:ext cx="61045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F1C9F6-1BFB-4571-A52F-C877C858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33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46573A-17CC-4B23-8578-A542E4F5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42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" name=""/>
          <p:cNvCxnSpPr>
            <a:stCxn xmlns:a="http://schemas.openxmlformats.org/drawingml/2006/main" id="35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10144602" y="1334453"/>
            <a:ext cx="0" cy="9429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43BC08-AEAD-4F0D-B827-FC8D87A8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28750"/>
            <a:ext cx="382905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39" name="2  外层按容量分块">
            <a:extLst xmlns:a="http://schemas.openxmlformats.org/drawingml/2006/main">
              <a:ext uri="{FF2B5EF4-FFF2-40B4-BE49-F238E27FC236}">
                <a16:creationId xmlns:a16="http://schemas.microsoft.com/office/drawing/2014/main" id="{14FF22EF-3853-4BEE-ADB3-174CF288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76375"/>
            <a:ext cx="3676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2  外层按容量分块</a:t>
            </a:r>
          </a:p>
        </p:txBody>
      </p:sp>
      <p:sp>
        <p:nvSpPr>
          <p:cNvPr id="40" name="API含义">
            <a:extLst xmlns:a="http://schemas.openxmlformats.org/drawingml/2006/main">
              <a:ext uri="{FF2B5EF4-FFF2-40B4-BE49-F238E27FC236}">
                <a16:creationId xmlns:a16="http://schemas.microsoft.com/office/drawing/2014/main" id="{93A7660B-BD56-4CF7-A28A-53F5D620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4307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</a:t>
            </a:r>
            <a:r>
              <a:rPr sz="93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恢复各 Peer 传输信息</a:t>
            </a:r>
          </a:p>
        </p:txBody>
      </p:sp>
      <p:sp>
        <p:nvSpPr>
          <p:cNvPr id="41" name="API含义">
            <a:extLst xmlns:a="http://schemas.openxmlformats.org/drawingml/2006/main">
              <a:ext uri="{FF2B5EF4-FFF2-40B4-BE49-F238E27FC236}">
                <a16:creationId xmlns:a16="http://schemas.microsoft.com/office/drawing/2014/main" id="{7B1CF9AE-0696-466A-B802-E726DE89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93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分块并推进输入 / 输出偏移</a:t>
            </a:r>
          </a:p>
        </p:txBody>
      </p:sp>
      <p:sp>
        <p:nvSpPr>
          <p:cNvPr id="42" name="API含义">
            <a:extLst xmlns:a="http://schemas.openxmlformats.org/drawingml/2006/main">
              <a:ext uri="{FF2B5EF4-FFF2-40B4-BE49-F238E27FC236}">
                <a16:creationId xmlns:a16="http://schemas.microsoft.com/office/drawing/2014/main" id="{8DBAA0B7-C885-440A-8B57-7F3FEEA2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6217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CalcScratchMultiple</a:t>
            </a:r>
            <a:r>
              <a:rPr sz="93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计算中转空间需求</a:t>
            </a:r>
          </a:p>
        </p:txBody>
      </p:sp>
      <p:sp>
        <p:nvSpPr>
          <p:cNvPr id="43" name="API含义">
            <a:extLst xmlns:a="http://schemas.openxmlformats.org/drawingml/2006/main">
              <a:ext uri="{FF2B5EF4-FFF2-40B4-BE49-F238E27FC236}">
                <a16:creationId xmlns:a16="http://schemas.microsoft.com/office/drawing/2014/main" id="{E73B8984-6289-43E7-83DF-1E4F086F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7172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KernelRun</a:t>
            </a:r>
            <a:r>
              <a:rPr sz="93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模板处理当前块</a:t>
            </a:r>
          </a:p>
        </p:txBody>
      </p:sp>
      <p:sp>
        <p:nvSpPr>
          <p:cNvPr id="44" name="API含义">
            <a:extLst xmlns:a="http://schemas.openxmlformats.org/drawingml/2006/main">
              <a:ext uri="{FF2B5EF4-FFF2-40B4-BE49-F238E27FC236}">
                <a16:creationId xmlns:a16="http://schemas.microsoft.com/office/drawing/2014/main" id="{C730ED0C-A7C8-43CB-ADF0-12611C8C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8127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RunALLtoALL</a:t>
            </a:r>
            <a:r>
              <a:rPr sz="93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组织当前块的通信轮次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12F6F2-401C-403B-83C4-36FBE666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837A5D-538C-4989-B01E-17E5E6BC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3868103" y="2762727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105971-89FD-4B3E-98A4-6E839EBF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24250"/>
            <a:ext cx="38290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49" name="3  当前块内按轮、Peer、Channel 展开">
            <a:extLst xmlns:a="http://schemas.openxmlformats.org/drawingml/2006/main">
              <a:ext uri="{FF2B5EF4-FFF2-40B4-BE49-F238E27FC236}">
                <a16:creationId xmlns:a16="http://schemas.microsoft.com/office/drawing/2014/main" id="{D79488F9-743F-428B-BC0D-AB064263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71875"/>
            <a:ext cx="3676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3  当前块内按轮、Peer、Channel 展开</a:t>
            </a:r>
          </a:p>
        </p:txBody>
      </p:sp>
      <p:sp>
        <p:nvSpPr>
          <p:cNvPr id="50" name="API含义">
            <a:extLst xmlns:a="http://schemas.openxmlformats.org/drawingml/2006/main">
              <a:ext uri="{FF2B5EF4-FFF2-40B4-BE49-F238E27FC236}">
                <a16:creationId xmlns:a16="http://schemas.microsoft.com/office/drawing/2014/main" id="{4161005A-9DDD-43A2-A632-87746F21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3857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CalcCommLoops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计算轮次数</a:t>
            </a:r>
          </a:p>
        </p:txBody>
      </p:sp>
      <p:sp>
        <p:nvSpPr>
          <p:cNvPr id="51" name="API含义">
            <a:extLst xmlns:a="http://schemas.openxmlformats.org/drawingml/2006/main">
              <a:ext uri="{FF2B5EF4-FFF2-40B4-BE49-F238E27FC236}">
                <a16:creationId xmlns:a16="http://schemas.microsoft.com/office/drawing/2014/main" id="{7C3FD6F4-0427-4492-8F5B-7AFC7A7A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4812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PreSyncInterThreads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有从 Thread 时安排开始同步</a:t>
            </a:r>
          </a:p>
        </p:txBody>
      </p:sp>
      <p:sp>
        <p:nvSpPr>
          <p:cNvPr id="52" name="API含义">
            <a:extLst xmlns:a="http://schemas.openxmlformats.org/drawingml/2006/main">
              <a:ext uri="{FF2B5EF4-FFF2-40B4-BE49-F238E27FC236}">
                <a16:creationId xmlns:a16="http://schemas.microsoft.com/office/drawing/2014/main" id="{3A6BFFB9-57CF-4DD6-A643-584FF510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5767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选本轮 Peer</a:t>
            </a:r>
          </a:p>
        </p:txBody>
      </p:sp>
      <p:sp>
        <p:nvSpPr>
          <p:cNvPr id="53" name="API含义">
            <a:extLst xmlns:a="http://schemas.openxmlformats.org/drawingml/2006/main">
              <a:ext uri="{FF2B5EF4-FFF2-40B4-BE49-F238E27FC236}">
                <a16:creationId xmlns:a16="http://schemas.microsoft.com/office/drawing/2014/main" id="{70F41A78-5A66-4E9C-9FBB-A910F98A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6722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RunSendRecvByLoop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遍历本轮 Peer</a:t>
            </a:r>
          </a:p>
        </p:txBody>
      </p:sp>
      <p:sp>
        <p:nvSpPr>
          <p:cNvPr id="54" name="API含义">
            <a:extLst xmlns:a="http://schemas.openxmlformats.org/drawingml/2006/main">
              <a:ext uri="{FF2B5EF4-FFF2-40B4-BE49-F238E27FC236}">
                <a16:creationId xmlns:a16="http://schemas.microsoft.com/office/drawing/2014/main" id="{E3F1B414-1B71-4F33-964E-853833EB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7677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RunSendRecvByChannel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逐 Channel 组织交换</a:t>
            </a:r>
          </a:p>
        </p:txBody>
      </p:sp>
      <p:sp>
        <p:nvSpPr>
          <p:cNvPr id="55" name="API含义">
            <a:extLst xmlns:a="http://schemas.openxmlformats.org/drawingml/2006/main">
              <a:ext uri="{FF2B5EF4-FFF2-40B4-BE49-F238E27FC236}">
                <a16:creationId xmlns:a16="http://schemas.microsoft.com/office/drawing/2014/main" id="{E4626D8C-7E2D-4B58-85B7-E97998B3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8632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BuildDataSlices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生成地址与字节数</a:t>
            </a:r>
          </a:p>
        </p:txBody>
      </p:sp>
      <p:sp>
        <p:nvSpPr>
          <p:cNvPr id="56" name="API含义">
            <a:extLst xmlns:a="http://schemas.openxmlformats.org/drawingml/2006/main">
              <a:ext uri="{FF2B5EF4-FFF2-40B4-BE49-F238E27FC236}">
                <a16:creationId xmlns:a16="http://schemas.microsoft.com/office/drawing/2014/main" id="{D982435B-FE77-4754-AFD1-504B9BF3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9587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SendRecvWrite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具体握手与写入，接第 7 页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732B361-FA9C-47FB-9793-248779BB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152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C909CA-8D29-4DF7-BD4D-4BE9312F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524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6125052" y="3153728"/>
            <a:ext cx="0" cy="37052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FF3023-F415-409B-B05A-63D7BF02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35242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61" name="主从开始同步（有从 Thread 时）">
            <a:extLst xmlns:a="http://schemas.openxmlformats.org/drawingml/2006/main">
              <a:ext uri="{FF2B5EF4-FFF2-40B4-BE49-F238E27FC236}">
                <a16:creationId xmlns:a16="http://schemas.microsoft.com/office/drawing/2014/main" id="{8660FF2C-CF82-456B-91B7-E1600DBC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71875"/>
            <a:ext cx="337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主从开始同步（有从 Thread 时）</a:t>
            </a:r>
          </a:p>
        </p:txBody>
      </p:sp>
      <p:sp>
        <p:nvSpPr>
          <p:cNvPr id="62" name="API含义">
            <a:extLst xmlns:a="http://schemas.openxmlformats.org/drawingml/2006/main">
              <a:ext uri="{FF2B5EF4-FFF2-40B4-BE49-F238E27FC236}">
                <a16:creationId xmlns:a16="http://schemas.microsoft.com/office/drawing/2014/main" id="{39D17C39-EC2D-449B-97F3-7A9445C0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38575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</a:t>
            </a:r>
          </a:p>
        </p:txBody>
      </p:sp>
      <p:sp>
        <p:nvSpPr>
          <p:cNvPr id="63" name="API含义">
            <a:extLst xmlns:a="http://schemas.openxmlformats.org/drawingml/2006/main">
              <a:ext uri="{FF2B5EF4-FFF2-40B4-BE49-F238E27FC236}">
                <a16:creationId xmlns:a16="http://schemas.microsoft.com/office/drawing/2014/main" id="{782C27EA-9C74-4049-A59F-020D20AD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48125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/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主 Thread 通知各从 Thread</a:t>
            </a:r>
          </a:p>
        </p:txBody>
      </p:sp>
      <p:sp>
        <p:nvSpPr>
          <p:cNvPr id="64" name="API含义">
            <a:extLst xmlns:a="http://schemas.openxmlformats.org/drawingml/2006/main">
              <a:ext uri="{FF2B5EF4-FFF2-40B4-BE49-F238E27FC236}">
                <a16:creationId xmlns:a16="http://schemas.microsoft.com/office/drawing/2014/main" id="{E065C163-EF22-4CCA-8089-EC97A814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57675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</a:t>
            </a:r>
          </a:p>
        </p:txBody>
      </p:sp>
      <p:sp>
        <p:nvSpPr>
          <p:cNvPr id="65" name="API含义">
            <a:extLst xmlns:a="http://schemas.openxmlformats.org/drawingml/2006/main">
              <a:ext uri="{FF2B5EF4-FFF2-40B4-BE49-F238E27FC236}">
                <a16:creationId xmlns:a16="http://schemas.microsoft.com/office/drawing/2014/main" id="{1F3A0DF4-4546-4DB2-A2EE-FF8E4C47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67225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/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各从 Thread 等主 Thread 放行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BE6CA12-EC48-4D6A-A173-E7497CB3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E3F6C21-3C08-49F0-B307-F9CF7B62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8040053" y="4048602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7F7A23F-B011-4CB9-B066-56024175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24250"/>
            <a:ext cx="3581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70" name="首轮同时处理自己的分片">
            <a:extLst xmlns:a="http://schemas.openxmlformats.org/drawingml/2006/main">
              <a:ext uri="{FF2B5EF4-FFF2-40B4-BE49-F238E27FC236}">
                <a16:creationId xmlns:a16="http://schemas.microsoft.com/office/drawing/2014/main" id="{4C36FF92-CD9B-47FC-AA6E-D1BB39D1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7187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首轮同时处理自己的分片</a:t>
            </a:r>
          </a:p>
        </p:txBody>
      </p:sp>
      <p:sp>
        <p:nvSpPr>
          <p:cNvPr id="71" name="API含义">
            <a:extLst xmlns:a="http://schemas.openxmlformats.org/drawingml/2006/main">
              <a:ext uri="{FF2B5EF4-FFF2-40B4-BE49-F238E27FC236}">
                <a16:creationId xmlns:a16="http://schemas.microsoft.com/office/drawing/2014/main" id="{ADAFE42C-018E-4CFE-9EB2-FA89748D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385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LocalCopyForMyRank</a:t>
            </a:r>
            <a:r>
              <a:rPr sz="93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找到自分片地址</a:t>
            </a:r>
          </a:p>
        </p:txBody>
      </p:sp>
      <p:sp>
        <p:nvSpPr>
          <p:cNvPr id="72" name="API含义">
            <a:extLst xmlns:a="http://schemas.openxmlformats.org/drawingml/2006/main">
              <a:ext uri="{FF2B5EF4-FFF2-40B4-BE49-F238E27FC236}">
                <a16:creationId xmlns:a16="http://schemas.microsoft.com/office/drawing/2014/main" id="{E0E1BA1A-2515-4FD4-8492-B1586D76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48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  <a:r>
              <a:rPr sz="93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本地拷贝</a:t>
            </a:r>
          </a:p>
        </p:txBody>
      </p:sp>
      <p:sp>
        <p:nvSpPr>
          <p:cNvPr id="73" name="Rank 0 的 [0,1] 直接从 sendBuf[0]&#10;复制到 recvBuf[0]，共 8 字节。">
            <a:extLst xmlns:a="http://schemas.openxmlformats.org/drawingml/2006/main">
              <a:ext uri="{FF2B5EF4-FFF2-40B4-BE49-F238E27FC236}">
                <a16:creationId xmlns:a16="http://schemas.microsoft.com/office/drawing/2014/main" id="{0ABF21CB-2DD5-471E-A141-66539BA1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29125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0 的 [0,1] 直接从 sendBuf[0]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5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复制到 recvBuf[0]，共 8 字节。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82F81F9-6CD2-4E25-842F-0EFBDA92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29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67B0CD2-5951-4F74-A05F-CECE5C5F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29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" name=""/>
          <p:cNvCxnSpPr>
            <a:stCxn xmlns:a="http://schemas.openxmlformats.org/drawingml/2006/main" id="74" idx="1"/>
            <a:endCxn xmlns:a="http://schemas.openxmlformats.org/drawingml/2006/main" id="75" idx="3"/>
          </p:cNvCxnSpPr>
          <p:nvPr/>
        </p:nvCxnSpPr>
        <p:spPr>
          <a:xfrm xmlns:a="http://schemas.openxmlformats.org/drawingml/2006/main" flipH="1">
            <a:off x="3868103" y="4229577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77" name="循环层级：大块 → 通信轮 → Peer → Channel → 非零 slice。每个块结束还要汇合，全部大块排完才通知用户流。">
            <a:extLst xmlns:a="http://schemas.openxmlformats.org/drawingml/2006/main">
              <a:ext uri="{FF2B5EF4-FFF2-40B4-BE49-F238E27FC236}">
                <a16:creationId xmlns:a16="http://schemas.microsoft.com/office/drawing/2014/main" id="{EEEA103C-0A7F-42AF-B70F-79CF7D9E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705475"/>
            <a:ext cx="11610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82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82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循环层级：大块 → 通信轮 → Peer → Channel → 非零 slice。每个块结束还要汇合，全部大块排完才通知用户流。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BDD26FE-6876-463F-A96E-325D13AC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1162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9" name="“展开”是在生成通信任务及其依赖。AICPU 函数返回，不代表所有网络搬运已经完成。">
            <a:extLst xmlns:a="http://schemas.openxmlformats.org/drawingml/2006/main">
              <a:ext uri="{FF2B5EF4-FFF2-40B4-BE49-F238E27FC236}">
                <a16:creationId xmlns:a16="http://schemas.microsoft.com/office/drawing/2014/main" id="{57B96CB3-2464-4611-AB43-DFE60C51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“展开”是在生成通信任务及其依赖。AICPU 函数返回，不代表所有网络搬运已经完成。</a:t>
            </a:r>
          </a:p>
        </p:txBody>
      </p:sp>
    </p:spTree>
    <p:extLst>
      <p:ext uri="{BB962C8B-B14F-4D97-AF65-F5344CB8AC3E}">
        <p14:creationId xmlns:p14="http://schemas.microsoft.com/office/powerpoint/2010/main" val="478573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⑥ 双向交换：ACK、Write、DATA_SIGNAL">
            <a:extLst xmlns:a="http://schemas.openxmlformats.org/drawingml/2006/main">
              <a:ext uri="{FF2B5EF4-FFF2-40B4-BE49-F238E27FC236}">
                <a16:creationId xmlns:a16="http://schemas.microsoft.com/office/drawing/2014/main" id="{B32CE129-03D9-4EA1-8686-A285CAFC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24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⑥ 双向交换：ACK、Write、DATA_SIGNAL</a:t>
            </a:r>
          </a:p>
        </p:txBody>
      </p:sp>
      <p:sp>
        <p:nvSpPr>
          <p:cNvPr id="2" name="展开总览第⑥块。以 Rank 0 为本端，Rank 1 为对端，按 A–F 向下读。">
            <a:extLst xmlns:a="http://schemas.openxmlformats.org/drawingml/2006/main">
              <a:ext uri="{FF2B5EF4-FFF2-40B4-BE49-F238E27FC236}">
                <a16:creationId xmlns:a16="http://schemas.microsoft.com/office/drawing/2014/main" id="{21DE1C0E-BCD8-4F73-AAD1-235DD146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05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展开总览第⑥块。以 Rank 0 为本端，Rank 1 为对端，按 A–F 向下读。</a:t>
            </a:r>
          </a:p>
        </p:txBody>
      </p:sp>
      <p:sp>
        <p:nvSpPr>
          <p:cNvPr id="3" name="7 / 9">
            <a:extLst xmlns:a="http://schemas.openxmlformats.org/drawingml/2006/main">
              <a:ext uri="{FF2B5EF4-FFF2-40B4-BE49-F238E27FC236}">
                <a16:creationId xmlns:a16="http://schemas.microsoft.com/office/drawing/2014/main" id="{1A99C01B-649E-4F7D-8128-92979865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00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7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A6B0D-7D76-44E7-A937-5604E1D8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90392-DA20-4CC1-AD54-7D4ADDC9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7" name="⑥ 握手与远端写 · 总览第1页　　源码：hccl 170ddeec / hcomm 87ce550f，静态分析，未上板验证。">
            <a:extLst xmlns:a="http://schemas.openxmlformats.org/drawingml/2006/main">
              <a:ext uri="{FF2B5EF4-FFF2-40B4-BE49-F238E27FC236}">
                <a16:creationId xmlns:a16="http://schemas.microsoft.com/office/drawing/2014/main" id="{765F2DCE-8734-4667-B79E-AA75F7A8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⑥ 握手与远端写 · 总览第1页　　源码：hccl 170ddeec / hcomm 87ce550f，静态分析，未上板验证。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9F85D-C4CA-4C48-9716-6573177A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90600"/>
            <a:ext cx="6981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HCCL：SendRecvWrite 调用 HCOMM 数据面">
            <a:extLst xmlns:a="http://schemas.openxmlformats.org/drawingml/2006/main">
              <a:ext uri="{FF2B5EF4-FFF2-40B4-BE49-F238E27FC236}">
                <a16:creationId xmlns:a16="http://schemas.microsoft.com/office/drawing/2014/main" id="{A6837ADC-27F0-4940-AC84-3D0221B2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19175"/>
            <a:ext cx="6829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HCCL：SendRecvWrite 调用 HCOMM 数据面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FDF32-B752-40ED-86E9-100A7471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990600"/>
            <a:ext cx="1695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" name="Rank 0">
            <a:extLst xmlns:a="http://schemas.openxmlformats.org/drawingml/2006/main">
              <a:ext uri="{FF2B5EF4-FFF2-40B4-BE49-F238E27FC236}">
                <a16:creationId xmlns:a16="http://schemas.microsoft.com/office/drawing/2014/main" id="{332E6C1A-F055-49C9-AC3C-8254BE7E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019175"/>
            <a:ext cx="1543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946A1-00F6-412F-A5B2-87EA380C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990600"/>
            <a:ext cx="1695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3" name="Rank 1">
            <a:extLst xmlns:a="http://schemas.openxmlformats.org/drawingml/2006/main">
              <a:ext uri="{FF2B5EF4-FFF2-40B4-BE49-F238E27FC236}">
                <a16:creationId xmlns:a16="http://schemas.microsoft.com/office/drawing/2014/main" id="{BEE77377-B889-4803-ABE6-C9D44FE5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19175"/>
            <a:ext cx="1543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7C805-8F6C-46D9-B11D-9C739992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2F55F-DB6D-441F-8DFB-81162EB7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73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8420577" y="1305878"/>
            <a:ext cx="0" cy="44281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C908B"/>
            </a:solidFill>
            <a:prstDash val="dash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799E04-BA2C-4ABF-9BC5-2167DC13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9ECC3A-792A-4F1C-8686-CEC8754C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73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1059002" y="1305878"/>
            <a:ext cx="0" cy="44281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C908B"/>
            </a:solidFill>
            <a:prstDash val="dash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5B3A15-8197-4A1A-A9DB-C1B5814C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66850"/>
            <a:ext cx="361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1" name="A">
            <a:extLst xmlns:a="http://schemas.openxmlformats.org/drawingml/2006/main">
              <a:ext uri="{FF2B5EF4-FFF2-40B4-BE49-F238E27FC236}">
                <a16:creationId xmlns:a16="http://schemas.microsoft.com/office/drawing/2014/main" id="{5153981B-DDDD-422E-9B51-F5EB0801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525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22" name="HcommChannel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9F9C1CA8-FE25-457A-920C-77B6F762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85900"/>
            <a:ext cx="6362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23" name="本端接收区准备好，发 ACK">
            <a:extLst xmlns:a="http://schemas.openxmlformats.org/drawingml/2006/main">
              <a:ext uri="{FF2B5EF4-FFF2-40B4-BE49-F238E27FC236}">
                <a16:creationId xmlns:a16="http://schemas.microsoft.com/office/drawing/2014/main" id="{AA32D97F-D607-4718-9B3E-75E02E3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636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本端接收区准备好，发 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627308-07A7-4321-875C-40CA48DD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13303C-2DE6-4E7F-8625-AF55594B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421053" y="1686402"/>
            <a:ext cx="26374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704323-C9EE-4517-A2D4-FE708D86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C4206C-79D8-4631-BEDC-18FD364E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85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4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82003" y="2086452"/>
            <a:ext cx="63998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A5FC54-FC52-4C81-9104-82FE8A35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52650"/>
            <a:ext cx="361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1" name="B">
            <a:extLst xmlns:a="http://schemas.openxmlformats.org/drawingml/2006/main">
              <a:ext uri="{FF2B5EF4-FFF2-40B4-BE49-F238E27FC236}">
                <a16:creationId xmlns:a16="http://schemas.microsoft.com/office/drawing/2014/main" id="{17B3D16E-3B2C-45BF-9C05-1784DBE0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383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32" name="HcommChannelNotifyWaitOnThread">
            <a:extLst xmlns:a="http://schemas.openxmlformats.org/drawingml/2006/main">
              <a:ext uri="{FF2B5EF4-FFF2-40B4-BE49-F238E27FC236}">
                <a16:creationId xmlns:a16="http://schemas.microsoft.com/office/drawing/2014/main" id="{AC279469-90C7-4C26-96F1-F9AAD458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6362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HcommChannelNotifyWaitOnThread</a:t>
            </a:r>
          </a:p>
        </p:txBody>
      </p:sp>
      <p:sp>
        <p:nvSpPr>
          <p:cNvPr id="33" name="等待对端 ACK，确认可向它写数据">
            <a:extLst xmlns:a="http://schemas.openxmlformats.org/drawingml/2006/main">
              <a:ext uri="{FF2B5EF4-FFF2-40B4-BE49-F238E27FC236}">
                <a16:creationId xmlns:a16="http://schemas.microsoft.com/office/drawing/2014/main" id="{BC66C399-74B4-4A24-AD64-C5A833F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636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等待对端 ACK，确认可向它写数据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AEE489-09E3-4B70-9C23-7028DE58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2371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2CEA58-9F87-4AB6-9341-1588641B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71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" name=""/>
          <p:cNvCxnSpPr>
            <a:stCxn xmlns:a="http://schemas.openxmlformats.org/drawingml/2006/main" id="34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8421053" y="2372202"/>
            <a:ext cx="26374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B52864-DF44-42FF-BCF7-5341A9C6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1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337402-E909-412F-8D19-D72AAFB5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71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82003" y="2772252"/>
            <a:ext cx="63998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B60552-E1E6-44FA-9E16-FD54C1E4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38450"/>
            <a:ext cx="361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1" name="C">
            <a:extLst xmlns:a="http://schemas.openxmlformats.org/drawingml/2006/main">
              <a:ext uri="{FF2B5EF4-FFF2-40B4-BE49-F238E27FC236}">
                <a16:creationId xmlns:a16="http://schemas.microsoft.com/office/drawing/2014/main" id="{8E54ADF4-3573-4495-8997-2A2FD981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9241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42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0D9FD83E-1960-445E-91B6-75D19E8D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6362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43" name="把本端 [2,3] 写入对端 CCL，8 字节">
            <a:extLst xmlns:a="http://schemas.openxmlformats.org/drawingml/2006/main">
              <a:ext uri="{FF2B5EF4-FFF2-40B4-BE49-F238E27FC236}">
                <a16:creationId xmlns:a16="http://schemas.microsoft.com/office/drawing/2014/main" id="{78B78421-E7BE-44D0-97D1-AA486D20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636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把本端 [2,3] 写入对端 CCL，8 字节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99607F-138C-4ABF-A026-3D2344D0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57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3040D3-D96E-4BDD-8E59-AC47772E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3057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8421053" y="3058002"/>
            <a:ext cx="263747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DA1B0B-AB90-4DDF-9A5D-0271ABEF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6B3FBE-BE02-4E07-AAC5-F9B2BD4A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57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82003" y="3458052"/>
            <a:ext cx="63998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59371B-23FE-4627-832F-009C2655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24250"/>
            <a:ext cx="361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1" name="D">
            <a:extLst xmlns:a="http://schemas.openxmlformats.org/drawingml/2006/main">
              <a:ext uri="{FF2B5EF4-FFF2-40B4-BE49-F238E27FC236}">
                <a16:creationId xmlns:a16="http://schemas.microsoft.com/office/drawing/2014/main" id="{19718071-8035-4839-BDB1-4DF60925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6099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D</a:t>
            </a:r>
          </a:p>
        </p:txBody>
      </p:sp>
      <p:sp>
        <p:nvSpPr>
          <p:cNvPr id="52" name="HcommChannel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77EE831E-503D-4A99-BDF0-4524F1FF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6362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53" name="发 DATA_SIGNAL，标记本端写阶段完成">
            <a:extLst xmlns:a="http://schemas.openxmlformats.org/drawingml/2006/main">
              <a:ext uri="{FF2B5EF4-FFF2-40B4-BE49-F238E27FC236}">
                <a16:creationId xmlns:a16="http://schemas.microsoft.com/office/drawing/2014/main" id="{08C696E6-00C7-47C2-A99B-89CB75D8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636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发 DATA_SIGNAL，标记本端写阶段完成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63B503A-04A2-4105-977A-0A7E0FCF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3E853BF-3241-447C-ADCC-152CC0A2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8421053" y="3743802"/>
            <a:ext cx="26374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F68F566-AF71-409E-9E9F-AFE36E95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F952005-A32E-46BD-AB7F-692B6A75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782003" y="4143852"/>
            <a:ext cx="63998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3BCE1B-580A-4E73-A5E8-87525874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10050"/>
            <a:ext cx="361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1" name="E">
            <a:extLst xmlns:a="http://schemas.openxmlformats.org/drawingml/2006/main">
              <a:ext uri="{FF2B5EF4-FFF2-40B4-BE49-F238E27FC236}">
                <a16:creationId xmlns:a16="http://schemas.microsoft.com/office/drawing/2014/main" id="{0DED6734-2A4F-42A7-A5A4-A527E125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2957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E</a:t>
            </a:r>
          </a:p>
        </p:txBody>
      </p:sp>
      <p:sp>
        <p:nvSpPr>
          <p:cNvPr id="62" name="HcommChannelNotifyWaitOnThread">
            <a:extLst xmlns:a="http://schemas.openxmlformats.org/drawingml/2006/main">
              <a:ext uri="{FF2B5EF4-FFF2-40B4-BE49-F238E27FC236}">
                <a16:creationId xmlns:a16="http://schemas.microsoft.com/office/drawing/2014/main" id="{BD80F9D0-C24B-4CB0-BD9A-B77FB7C0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6362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HcommChannelNotifyWaitOnThread</a:t>
            </a:r>
          </a:p>
        </p:txBody>
      </p:sp>
      <p:sp>
        <p:nvSpPr>
          <p:cNvPr id="63" name="等反向 DATA_SIGNAL，对应收到 [10,11]">
            <a:extLst xmlns:a="http://schemas.openxmlformats.org/drawingml/2006/main">
              <a:ext uri="{FF2B5EF4-FFF2-40B4-BE49-F238E27FC236}">
                <a16:creationId xmlns:a16="http://schemas.microsoft.com/office/drawing/2014/main" id="{822864FA-8328-42EE-A75C-5AE250BB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36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等反向 DATA_SIGNAL，对应收到 [10,11]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9E9C2C0-AF9D-4609-AFE0-8CD9453E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E186AF2-230E-43C4-B2E4-20B5F43A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64" idx="1"/>
            <a:endCxn xmlns:a="http://schemas.openxmlformats.org/drawingml/2006/main" id="65" idx="3"/>
          </p:cNvCxnSpPr>
          <p:nvPr/>
        </p:nvCxnSpPr>
        <p:spPr>
          <a:xfrm xmlns:a="http://schemas.openxmlformats.org/drawingml/2006/main" flipH="1">
            <a:off x="8421053" y="4429602"/>
            <a:ext cx="26374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D9D94C5-8995-4B4B-8237-E1E31CBE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FB6D2FA-F93B-4A4F-8E02-83278851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29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782003" y="4829652"/>
            <a:ext cx="63998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F117127-7E2E-4F87-99F2-08D14D1D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95850"/>
            <a:ext cx="361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1" name="F">
            <a:extLst xmlns:a="http://schemas.openxmlformats.org/drawingml/2006/main">
              <a:ext uri="{FF2B5EF4-FFF2-40B4-BE49-F238E27FC236}">
                <a16:creationId xmlns:a16="http://schemas.microsoft.com/office/drawing/2014/main" id="{425ACCF0-1EC5-4B40-84C2-37B84BFA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815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F</a:t>
            </a:r>
          </a:p>
        </p:txBody>
      </p:sp>
      <p:sp>
        <p:nvSpPr>
          <p:cNvPr id="72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103CF0A5-F0F5-485B-A9CA-11D9D797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6362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73" name="模板 PostCopy 将本地 CCL 拷到 recvBuf[2]">
            <a:extLst xmlns:a="http://schemas.openxmlformats.org/drawingml/2006/main">
              <a:ext uri="{FF2B5EF4-FFF2-40B4-BE49-F238E27FC236}">
                <a16:creationId xmlns:a16="http://schemas.microsoft.com/office/drawing/2014/main" id="{8727C40A-4153-4CA1-9865-1CC2E248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636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模板 PostCopy 将本地 CCL 拷到 recvBuf[2]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C0BE5AA-9917-4F26-80DA-B1F9A54B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91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60B545F-C811-4EF2-A12F-2B9DAF1D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91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8421053" y="4991577"/>
            <a:ext cx="83724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1414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6A4A9CB-A27A-461C-9B4B-9EEF1E11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91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FADAA52-0BD8-4FE4-8987-9071C803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95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77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9258777" y="4992053"/>
            <a:ext cx="0" cy="30384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1414"/>
            </a:solidFill>
            <a:prstDash val="solid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DC41CE9-5736-40E7-8805-C6147888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95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5447EE8-AEA3-4809-8B32-58440205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95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80" idx="1"/>
            <a:endCxn xmlns:a="http://schemas.openxmlformats.org/drawingml/2006/main" id="81" idx="3"/>
          </p:cNvCxnSpPr>
          <p:nvPr/>
        </p:nvCxnSpPr>
        <p:spPr>
          <a:xfrm xmlns:a="http://schemas.openxmlformats.org/drawingml/2006/main" flipH="1">
            <a:off x="8421053" y="5296377"/>
            <a:ext cx="83724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83" name="实线：用户字节搬运　　红虚线：通知依赖；Wait 是本端等待，不是向对端发起一条请求。">
            <a:extLst xmlns:a="http://schemas.openxmlformats.org/drawingml/2006/main">
              <a:ext uri="{FF2B5EF4-FFF2-40B4-BE49-F238E27FC236}">
                <a16:creationId xmlns:a16="http://schemas.microsoft.com/office/drawing/2014/main" id="{8AF3B865-524D-4662-BAB3-4AB7A0C9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57850"/>
            <a:ext cx="11610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实线：用户字节搬运　　红虚线：通知依赖；Wait 是本端等待，不是向对端发起一条请求。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F26399C-E970-43BD-AD49-7ED4C5B9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1162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5" name="A–E 位于 SendRecvWrite 内部。F 是外层模板 PostCopy 的本地后拷贝；每个非零 slice 按这一依赖展开。">
            <a:extLst xmlns:a="http://schemas.openxmlformats.org/drawingml/2006/main">
              <a:ext uri="{FF2B5EF4-FFF2-40B4-BE49-F238E27FC236}">
                <a16:creationId xmlns:a16="http://schemas.microsoft.com/office/drawing/2014/main" id="{30F1003F-42C8-47F5-B081-7391BF4A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A–E 位于 SendRecvWrite 内部。F 是外层模板 PostCopy 的本地后拷贝；每个非零 slice 按这一依赖展开。</a:t>
            </a:r>
          </a:p>
        </p:txBody>
      </p:sp>
    </p:spTree>
    <p:extLst>
      <p:ext uri="{BB962C8B-B14F-4D97-AF65-F5344CB8AC3E}">
        <p14:creationId xmlns:p14="http://schemas.microsoft.com/office/powerpoint/2010/main" val="20198817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⑦ 数据落位与 Write 内部处理">
            <a:extLst xmlns:a="http://schemas.openxmlformats.org/drawingml/2006/main">
              <a:ext uri="{FF2B5EF4-FFF2-40B4-BE49-F238E27FC236}">
                <a16:creationId xmlns:a16="http://schemas.microsoft.com/office/drawing/2014/main" id="{6D31B409-356A-416F-ABD8-7BEF1D19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24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⑦ 数据落位与 Write 内部处理</a:t>
            </a:r>
          </a:p>
        </p:txBody>
      </p:sp>
      <p:sp>
        <p:nvSpPr>
          <p:cNvPr id="2" name="展开总览第⑦块。普通 Write 路径：源用户 Buffer，远端 CCL 中转，接收端用户 Buffer。">
            <a:extLst xmlns:a="http://schemas.openxmlformats.org/drawingml/2006/main">
              <a:ext uri="{FF2B5EF4-FFF2-40B4-BE49-F238E27FC236}">
                <a16:creationId xmlns:a16="http://schemas.microsoft.com/office/drawing/2014/main" id="{D806D975-BCA5-4975-B885-BEAD0EBB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05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展开总览第⑦块。普通 Write 路径：源用户 Buffer，远端 CCL 中转，接收端用户 Buffer。</a:t>
            </a:r>
          </a:p>
        </p:txBody>
      </p:sp>
      <p:sp>
        <p:nvSpPr>
          <p:cNvPr id="3" name="8 / 9">
            <a:extLst xmlns:a="http://schemas.openxmlformats.org/drawingml/2006/main">
              <a:ext uri="{FF2B5EF4-FFF2-40B4-BE49-F238E27FC236}">
                <a16:creationId xmlns:a16="http://schemas.microsoft.com/office/drawing/2014/main" id="{071539FB-5DEC-44E5-8165-62ED48FC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00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8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6B7BD-C357-485F-8424-474C6470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5E688-7AB7-4F8F-993D-BCCDD4D1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7" name="⑦ 数据与地址 · 总览第1页　　源码：hccl 170ddeec / hcomm 87ce550f，静态分析，未上板验证。">
            <a:extLst xmlns:a="http://schemas.openxmlformats.org/drawingml/2006/main">
              <a:ext uri="{FF2B5EF4-FFF2-40B4-BE49-F238E27FC236}">
                <a16:creationId xmlns:a16="http://schemas.microsoft.com/office/drawing/2014/main" id="{EC05E424-A266-440A-BD2A-098D8B07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⑦ 数据与地址 · 总览第1页　　源码：hccl 170ddeec / hcomm 87ce550f，静态分析，未上板验证。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DD0B8-7507-46D9-940A-43683A22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90600"/>
            <a:ext cx="11620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一次 Rank 0 发往 Rank 1 的数据搬运">
            <a:extLst xmlns:a="http://schemas.openxmlformats.org/drawingml/2006/main">
              <a:ext uri="{FF2B5EF4-FFF2-40B4-BE49-F238E27FC236}">
                <a16:creationId xmlns:a16="http://schemas.microsoft.com/office/drawing/2014/main" id="{1D4A5B62-0325-487B-9743-5839E059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19175"/>
            <a:ext cx="11468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一次 Rank 0 发往 Rank 1 的数据搬运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AAC9F-63F8-4443-A280-4A10EF5F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6685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1" name="Rank 0 · sendBuf">
            <a:extLst xmlns:a="http://schemas.openxmlformats.org/drawingml/2006/main">
              <a:ext uri="{FF2B5EF4-FFF2-40B4-BE49-F238E27FC236}">
                <a16:creationId xmlns:a16="http://schemas.microsoft.com/office/drawing/2014/main" id="{F696B845-5D86-439B-B3E7-A3F045A5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24000"/>
            <a:ext cx="2686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0 · sendBuf</a:t>
            </a:r>
          </a:p>
        </p:txBody>
      </p:sp>
      <p:sp>
        <p:nvSpPr>
          <p:cNvPr id="12" name="[0,1]  [2,3]  [4,5]  [6,7]">
            <a:extLst xmlns:a="http://schemas.openxmlformats.org/drawingml/2006/main">
              <a:ext uri="{FF2B5EF4-FFF2-40B4-BE49-F238E27FC236}">
                <a16:creationId xmlns:a16="http://schemas.microsoft.com/office/drawing/2014/main" id="{B2F5CF6A-5C87-42F1-B52E-036DD213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8669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[0,1]  [2,3]  [4,5]  [6,7]</a:t>
            </a:r>
          </a:p>
        </p:txBody>
      </p:sp>
      <p:sp>
        <p:nvSpPr>
          <p:cNvPr id="13" name="本次源：sendBuf[2]，8 字节">
            <a:extLst xmlns:a="http://schemas.openxmlformats.org/drawingml/2006/main">
              <a:ext uri="{FF2B5EF4-FFF2-40B4-BE49-F238E27FC236}">
                <a16:creationId xmlns:a16="http://schemas.microsoft.com/office/drawing/2014/main" id="{F3740DAB-168F-4732-B1DB-637ACEC9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266950"/>
            <a:ext cx="2686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本次源：sendBuf[2]，8 字节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46A4F-AFE2-4113-8DCD-8DD9514A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6685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5" name="Rank 1 · CCL Buffer">
            <a:extLst xmlns:a="http://schemas.openxmlformats.org/drawingml/2006/main">
              <a:ext uri="{FF2B5EF4-FFF2-40B4-BE49-F238E27FC236}">
                <a16:creationId xmlns:a16="http://schemas.microsoft.com/office/drawing/2014/main" id="{579E8DED-2EED-4FC0-8A09-E6B6F269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524000"/>
            <a:ext cx="2686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1 · CCL Buffer</a:t>
            </a:r>
          </a:p>
        </p:txBody>
      </p:sp>
      <p:sp>
        <p:nvSpPr>
          <p:cNvPr id="16" name="接收槽位：[2,3]">
            <a:extLst xmlns:a="http://schemas.openxmlformats.org/drawingml/2006/main">
              <a:ext uri="{FF2B5EF4-FFF2-40B4-BE49-F238E27FC236}">
                <a16:creationId xmlns:a16="http://schemas.microsoft.com/office/drawing/2014/main" id="{830973F1-58A1-476F-AF9A-29A91E80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8669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接收槽位：[2,3]</a:t>
            </a:r>
          </a:p>
        </p:txBody>
      </p:sp>
      <p:sp>
        <p:nvSpPr>
          <p:cNvPr id="17" name="物理偏移由 CalcCclBuffIdx 计算">
            <a:extLst xmlns:a="http://schemas.openxmlformats.org/drawingml/2006/main">
              <a:ext uri="{FF2B5EF4-FFF2-40B4-BE49-F238E27FC236}">
                <a16:creationId xmlns:a16="http://schemas.microsoft.com/office/drawing/2014/main" id="{7A7D582E-0969-4C58-9C23-30F64C4E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266950"/>
            <a:ext cx="2686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物理偏移由 CalcCclBuffIdx 计算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28D72-1E25-4868-B644-E2B99C03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6685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9" name="Rank 1 · recvBuf">
            <a:extLst xmlns:a="http://schemas.openxmlformats.org/drawingml/2006/main">
              <a:ext uri="{FF2B5EF4-FFF2-40B4-BE49-F238E27FC236}">
                <a16:creationId xmlns:a16="http://schemas.microsoft.com/office/drawing/2014/main" id="{964B7ACB-E008-4E5D-90E3-98D1387A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524000"/>
            <a:ext cx="2686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1 · recvBuf</a:t>
            </a:r>
          </a:p>
        </p:txBody>
      </p:sp>
      <p:sp>
        <p:nvSpPr>
          <p:cNvPr id="20" name="[2,3]  [12,13]  [22,23]  [32,33]">
            <a:extLst xmlns:a="http://schemas.openxmlformats.org/drawingml/2006/main">
              <a:ext uri="{FF2B5EF4-FFF2-40B4-BE49-F238E27FC236}">
                <a16:creationId xmlns:a16="http://schemas.microsoft.com/office/drawing/2014/main" id="{3284CBC0-581D-44A7-8777-A7A7B13B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8669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[2,3]  [12,13]  [22,23]  [32,33]</a:t>
            </a:r>
          </a:p>
        </p:txBody>
      </p:sp>
      <p:sp>
        <p:nvSpPr>
          <p:cNvPr id="21" name="按来源 Rank 0 放到 recvBuf[0]">
            <a:extLst xmlns:a="http://schemas.openxmlformats.org/drawingml/2006/main">
              <a:ext uri="{FF2B5EF4-FFF2-40B4-BE49-F238E27FC236}">
                <a16:creationId xmlns:a16="http://schemas.microsoft.com/office/drawing/2014/main" id="{8D91F755-1243-4C2E-A7A7-46209FFA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266950"/>
            <a:ext cx="2686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按来源 Rank 0 放到 recvBuf[0]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791406-3D6B-4B50-BA8C-4542C369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6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B32265-F1D0-46BC-B30D-E7B5709A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6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3144203" y="2067402"/>
            <a:ext cx="152304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5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8980C651-D813-427D-BC73-1728951A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38300"/>
            <a:ext cx="140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26" name="跨 Rank · 8 字节">
            <a:extLst xmlns:a="http://schemas.openxmlformats.org/drawingml/2006/main">
              <a:ext uri="{FF2B5EF4-FFF2-40B4-BE49-F238E27FC236}">
                <a16:creationId xmlns:a16="http://schemas.microsoft.com/office/drawing/2014/main" id="{EF3626D1-6463-4F48-BFF1-84E8DADE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1362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跨 Rank · 8 字节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387143-912A-45BF-89AF-8DC0FFF2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6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59AB0C-1FDF-4210-B857-1E8148F7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6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525703" y="2067402"/>
            <a:ext cx="152304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30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6BB6C70E-A9C5-4492-9217-F5073DAC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60972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1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31" name="接收后的本地拷贝">
            <a:extLst xmlns:a="http://schemas.openxmlformats.org/drawingml/2006/main">
              <a:ext uri="{FF2B5EF4-FFF2-40B4-BE49-F238E27FC236}">
                <a16:creationId xmlns:a16="http://schemas.microsoft.com/office/drawing/2014/main" id="{10CBBACB-7A49-4171-8BBA-6B6C7F15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907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接收后的本地拷贝</a:t>
            </a:r>
          </a:p>
        </p:txBody>
      </p:sp>
      <p:sp>
        <p:nvSpPr>
          <p:cNvPr id="32" name="Rank 0 的反向接收：Rank 1 的 [10,11] 先写入 Rank 0 CCL，再由 PostCopy 拷到 Rank 0 recvBuf[2]。">
            <a:extLst xmlns:a="http://schemas.openxmlformats.org/drawingml/2006/main">
              <a:ext uri="{FF2B5EF4-FFF2-40B4-BE49-F238E27FC236}">
                <a16:creationId xmlns:a16="http://schemas.microsoft.com/office/drawing/2014/main" id="{7BCA9166-7E31-4AB0-BE2B-7F24751C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714625"/>
            <a:ext cx="11610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0 的反向接收：Rank 1 的 [10,11] 先写入 Rank 0 CCL，再由 PostCopy 拷到 Rank 0 recvBuf[2]。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F78F13-98C1-4983-B9C1-E711330E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38500"/>
            <a:ext cx="11620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WriteOnThread 的 950 适配路径（HCOMM 数据面内部）">
            <a:extLst xmlns:a="http://schemas.openxmlformats.org/drawingml/2006/main">
              <a:ext uri="{FF2B5EF4-FFF2-40B4-BE49-F238E27FC236}">
                <a16:creationId xmlns:a16="http://schemas.microsoft.com/office/drawing/2014/main" id="{05815913-B56E-4DC2-A315-28B2E7BC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67075"/>
            <a:ext cx="11468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HcommWriteOnThread 的 950 适配路径（HCOMM 数据面内部）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5955CF-D5C9-4999-AA31-22A8D2E0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05225"/>
            <a:ext cx="3667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36" name="1  解析 Channel 与 Thread">
            <a:extLst xmlns:a="http://schemas.openxmlformats.org/drawingml/2006/main">
              <a:ext uri="{FF2B5EF4-FFF2-40B4-BE49-F238E27FC236}">
                <a16:creationId xmlns:a16="http://schemas.microsoft.com/office/drawing/2014/main" id="{A3110469-CE9E-479D-A0C2-4A8E05F4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52850"/>
            <a:ext cx="3514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  解析 Channel 与 Thread</a:t>
            </a:r>
          </a:p>
        </p:txBody>
      </p:sp>
      <p:sp>
        <p:nvSpPr>
          <p:cNvPr id="37" name="API含义">
            <a:extLst xmlns:a="http://schemas.openxmlformats.org/drawingml/2006/main">
              <a:ext uri="{FF2B5EF4-FFF2-40B4-BE49-F238E27FC236}">
                <a16:creationId xmlns:a16="http://schemas.microsoft.com/office/drawing/2014/main" id="{F3CC55EC-EB4B-4B68-BACB-F4FE2E32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19550"/>
            <a:ext cx="3514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UnwrapChannelHandle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取得实际通道对象</a:t>
            </a:r>
          </a:p>
        </p:txBody>
      </p:sp>
      <p:sp>
        <p:nvSpPr>
          <p:cNvPr id="38" name="API含义">
            <a:extLst xmlns:a="http://schemas.openxmlformats.org/drawingml/2006/main">
              <a:ext uri="{FF2B5EF4-FFF2-40B4-BE49-F238E27FC236}">
                <a16:creationId xmlns:a16="http://schemas.microsoft.com/office/drawing/2014/main" id="{7430B4A5-F7F0-4D6E-832A-92676EF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229100"/>
            <a:ext cx="3514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AddThread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登记参与本批任务的 Thread</a:t>
            </a:r>
          </a:p>
        </p:txBody>
      </p:sp>
      <p:sp>
        <p:nvSpPr>
          <p:cNvPr id="39" name="API含义">
            <a:extLst xmlns:a="http://schemas.openxmlformats.org/drawingml/2006/main">
              <a:ext uri="{FF2B5EF4-FFF2-40B4-BE49-F238E27FC236}">
                <a16:creationId xmlns:a16="http://schemas.microsoft.com/office/drawing/2014/main" id="{CB14E02C-84DD-49F3-9390-954A6B5E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38650"/>
            <a:ext cx="3514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Thread::GetStreamLitePtr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取得轻量任务流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D1C23D-0796-4FD3-A263-E533D15A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05225"/>
            <a:ext cx="3667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41" name="2  组织本地访问与远端写">
            <a:extLst xmlns:a="http://schemas.openxmlformats.org/drawingml/2006/main">
              <a:ext uri="{FF2B5EF4-FFF2-40B4-BE49-F238E27FC236}">
                <a16:creationId xmlns:a16="http://schemas.microsoft.com/office/drawing/2014/main" id="{6A2E7796-D5EE-4D9A-BD28-5D278197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2850"/>
            <a:ext cx="3514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2  组织本地访问与远端写</a:t>
            </a:r>
          </a:p>
        </p:txBody>
      </p:sp>
      <p:sp>
        <p:nvSpPr>
          <p:cNvPr id="42" name="BaseTransportLiteImpl::&#10;BuildLocRmaBufferLite">
            <a:extLst xmlns:a="http://schemas.openxmlformats.org/drawingml/2006/main">
              <a:ext uri="{FF2B5EF4-FFF2-40B4-BE49-F238E27FC236}">
                <a16:creationId xmlns:a16="http://schemas.microsoft.com/office/drawing/2014/main" id="{9BF7B8C2-CA0F-42AC-9A4A-29E6ABB8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BaseTransportLiteImpl::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BuildLocRmaBufferLite</a:t>
            </a:r>
          </a:p>
        </p:txBody>
      </p:sp>
      <p:sp>
        <p:nvSpPr>
          <p:cNvPr id="43" name="构造 src / len 的本地访问描述">
            <a:extLst xmlns:a="http://schemas.openxmlformats.org/drawingml/2006/main">
              <a:ext uri="{FF2B5EF4-FFF2-40B4-BE49-F238E27FC236}">
                <a16:creationId xmlns:a16="http://schemas.microsoft.com/office/drawing/2014/main" id="{6082B26B-28E7-4E8B-9712-2A9EA26A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05325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构造 src / len 的本地访问描述</a:t>
            </a:r>
          </a:p>
        </p:txBody>
      </p:sp>
      <p:sp>
        <p:nvSpPr>
          <p:cNvPr id="44" name="API含义">
            <a:extLst xmlns:a="http://schemas.openxmlformats.org/drawingml/2006/main">
              <a:ext uri="{FF2B5EF4-FFF2-40B4-BE49-F238E27FC236}">
                <a16:creationId xmlns:a16="http://schemas.microsoft.com/office/drawing/2014/main" id="{FB8D6C31-ACAD-456A-8CE2-8A501FDC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48225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BaseTransportLiteImpl::Write</a:t>
            </a:r>
            <a:r>
              <a:rPr sz="92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提交远端写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7EBA59-65C1-49D2-8E7F-4503AE45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05225"/>
            <a:ext cx="36576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46" name="3  交给所选传输实现">
            <a:extLst xmlns:a="http://schemas.openxmlformats.org/drawingml/2006/main">
              <a:ext uri="{FF2B5EF4-FFF2-40B4-BE49-F238E27FC236}">
                <a16:creationId xmlns:a16="http://schemas.microsoft.com/office/drawing/2014/main" id="{9B0672F2-92DA-4488-92DB-DEC94B3A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52850"/>
            <a:ext cx="3505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3  交给所选传输实现</a:t>
            </a:r>
          </a:p>
        </p:txBody>
      </p:sp>
      <p:sp>
        <p:nvSpPr>
          <p:cNvPr id="47" name="结合远端地址、Channel 与任务流&#10;生成具体传输任务。">
            <a:extLst xmlns:a="http://schemas.openxmlformats.org/drawingml/2006/main">
              <a:ext uri="{FF2B5EF4-FFF2-40B4-BE49-F238E27FC236}">
                <a16:creationId xmlns:a16="http://schemas.microsoft.com/office/drawing/2014/main" id="{DE7CAEEE-361A-45B4-8779-D6AF7BBD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14800"/>
            <a:ext cx="3467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结合远端地址、Channel 与任务流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生成具体传输任务。</a:t>
            </a:r>
          </a:p>
        </p:txBody>
      </p:sp>
      <p:sp>
        <p:nvSpPr>
          <p:cNvPr id="48" name="更深一层随 UB / 其他协议而变化。">
            <a:extLst xmlns:a="http://schemas.openxmlformats.org/drawingml/2006/main">
              <a:ext uri="{FF2B5EF4-FFF2-40B4-BE49-F238E27FC236}">
                <a16:creationId xmlns:a16="http://schemas.microsoft.com/office/drawing/2014/main" id="{97C43E3D-DC54-4BFA-8B1B-092C7414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10125"/>
            <a:ext cx="346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更深一层随 UB / 其他协议而变化。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2FBFD9-E798-4C84-93DB-DF7688A0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C57EE5-5CAF-4625-8501-623803AE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3953828" y="4439127"/>
            <a:ext cx="3133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20473D-8D3F-4E97-9547-62437A86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3668CE-803C-4057-900E-2EF0C448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7935278" y="4439127"/>
            <a:ext cx="3133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55" name="HcommLocalCopyOnThread 内部走 Thread::LocalCopy，处理自分片与接收后拷贝。AllToAll 不需要归约计算原语。">
            <a:extLst xmlns:a="http://schemas.openxmlformats.org/drawingml/2006/main">
              <a:ext uri="{FF2B5EF4-FFF2-40B4-BE49-F238E27FC236}">
                <a16:creationId xmlns:a16="http://schemas.microsoft.com/office/drawing/2014/main" id="{0C769CB5-1DBC-4066-8AA2-F048BD55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495925"/>
            <a:ext cx="11610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 内部走 Thread::LocalCopy，处理自分片与接收后拷贝。AllToAll 不需要归约计算原语。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CAB2251-041D-4784-ADDD-7B7DEF32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1162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57" name="例子中的下标是元素下标，FP32 每个 4 字节。CCL 槽位不是直接用远端 Rank 作为物理数组下标。">
            <a:extLst xmlns:a="http://schemas.openxmlformats.org/drawingml/2006/main">
              <a:ext uri="{FF2B5EF4-FFF2-40B4-BE49-F238E27FC236}">
                <a16:creationId xmlns:a16="http://schemas.microsoft.com/office/drawing/2014/main" id="{9DD968D5-E6D0-49B5-BE07-08FB0511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例子中的下标是元素下标，FP32 每个 4 字节。CCL 槽位不是直接用远端 Rank 作为物理数组下标。</a:t>
            </a:r>
          </a:p>
        </p:txBody>
      </p:sp>
    </p:spTree>
    <p:extLst>
      <p:ext uri="{BB962C8B-B14F-4D97-AF65-F5344CB8AC3E}">
        <p14:creationId xmlns:p14="http://schemas.microsoft.com/office/powerpoint/2010/main" val="13172363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⑧ 完成通知：从 Thread 汇合后，用户流才能继续">
            <a:extLst xmlns:a="http://schemas.openxmlformats.org/drawingml/2006/main">
              <a:ext uri="{FF2B5EF4-FFF2-40B4-BE49-F238E27FC236}">
                <a16:creationId xmlns:a16="http://schemas.microsoft.com/office/drawing/2014/main" id="{10EB937B-B006-4BAE-B2AC-F13DD991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24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⑧ 完成通知：从 Thread 汇合后，用户流才能继续</a:t>
            </a:r>
          </a:p>
        </p:txBody>
      </p:sp>
      <p:sp>
        <p:nvSpPr>
          <p:cNvPr id="2" name="展开总览第⑧块。Host 的完成 Wait 早在发射后就已入队，此处等待设备最终 Record 满足它。">
            <a:extLst xmlns:a="http://schemas.openxmlformats.org/drawingml/2006/main">
              <a:ext uri="{FF2B5EF4-FFF2-40B4-BE49-F238E27FC236}">
                <a16:creationId xmlns:a16="http://schemas.microsoft.com/office/drawing/2014/main" id="{95BED116-E3BF-45AC-9797-B280F051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05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展开总览第⑧块。Host 的完成 Wait 早在发射后就已入队，此处等待设备最终 Record 满足它。</a:t>
            </a:r>
          </a:p>
        </p:txBody>
      </p:sp>
      <p:sp>
        <p:nvSpPr>
          <p:cNvPr id="3" name="9 / 9">
            <a:extLst xmlns:a="http://schemas.openxmlformats.org/drawingml/2006/main">
              <a:ext uri="{FF2B5EF4-FFF2-40B4-BE49-F238E27FC236}">
                <a16:creationId xmlns:a16="http://schemas.microsoft.com/office/drawing/2014/main" id="{18BE44DB-E2AD-41A6-9320-F1874071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00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9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D363C-4C45-4EE1-B809-B00F4A5F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BEEC4-503F-4276-9AD2-284AD244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7" name="⑧ 完成与继续 · 总览第1页　　源码：hccl 170ddeec / hcomm 87ce550f，静态分析，未上板验证。">
            <a:extLst xmlns:a="http://schemas.openxmlformats.org/drawingml/2006/main">
              <a:ext uri="{FF2B5EF4-FFF2-40B4-BE49-F238E27FC236}">
                <a16:creationId xmlns:a16="http://schemas.microsoft.com/office/drawing/2014/main" id="{9D63444E-1E06-4997-A6CE-F66EC1C3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⑧ 完成与继续 · 总览第1页　　源码：hccl 170ddeec / hcomm 87ce550f，静态分析，未上板验证。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566BC-51AC-4F93-B97D-BD31433C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90600"/>
            <a:ext cx="3667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设备从 Thread（有从队列时）">
            <a:extLst xmlns:a="http://schemas.openxmlformats.org/drawingml/2006/main">
              <a:ext uri="{FF2B5EF4-FFF2-40B4-BE49-F238E27FC236}">
                <a16:creationId xmlns:a16="http://schemas.microsoft.com/office/drawing/2014/main" id="{30EF2ACB-DC51-4D70-A931-D6067019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19175"/>
            <a:ext cx="3514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设备从 Thread（有从队列时）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F5392-817A-4FB4-8C2D-9536C312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990600"/>
            <a:ext cx="3667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" name="设备主 Thread">
            <a:extLst xmlns:a="http://schemas.openxmlformats.org/drawingml/2006/main">
              <a:ext uri="{FF2B5EF4-FFF2-40B4-BE49-F238E27FC236}">
                <a16:creationId xmlns:a16="http://schemas.microsoft.com/office/drawing/2014/main" id="{D01FD31E-D9CD-4B79-B6CB-C46DB6B0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019175"/>
            <a:ext cx="3514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设备主 Thread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B847E-33CC-42A0-BEEA-0EC155AB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990600"/>
            <a:ext cx="3657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3" name="Host 用户 stream / Thread">
            <a:extLst xmlns:a="http://schemas.openxmlformats.org/drawingml/2006/main">
              <a:ext uri="{FF2B5EF4-FFF2-40B4-BE49-F238E27FC236}">
                <a16:creationId xmlns:a16="http://schemas.microsoft.com/office/drawing/2014/main" id="{F1DCE70A-AA05-425F-B312-E384EA83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019175"/>
            <a:ext cx="3505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Host 用户 stream / Thread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26E9A-8760-4B5D-8FC0-49187FA2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57325"/>
            <a:ext cx="36671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5" name="1  当前块搬运和后拷贝完成">
            <a:extLst xmlns:a="http://schemas.openxmlformats.org/drawingml/2006/main">
              <a:ext uri="{FF2B5EF4-FFF2-40B4-BE49-F238E27FC236}">
                <a16:creationId xmlns:a16="http://schemas.microsoft.com/office/drawing/2014/main" id="{9259781F-3053-4F94-8526-75D38EF6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04950"/>
            <a:ext cx="3514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  当前块搬运和后拷贝完成</a:t>
            </a:r>
          </a:p>
        </p:txBody>
      </p:sp>
      <p:sp>
        <p:nvSpPr>
          <p:cNvPr id="16" name="本块最后的通信与 PostCopy&#10;位于完成通知之前。">
            <a:extLst xmlns:a="http://schemas.openxmlformats.org/drawingml/2006/main">
              <a:ext uri="{FF2B5EF4-FFF2-40B4-BE49-F238E27FC236}">
                <a16:creationId xmlns:a16="http://schemas.microsoft.com/office/drawing/2014/main" id="{51BA2653-4E7E-432F-8F33-71DA3353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57375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本块最后的通信与 PostCopy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位于完成通知之前。</a:t>
            </a:r>
          </a:p>
        </p:txBody>
      </p:sp>
      <p:sp>
        <p:nvSpPr>
          <p:cNvPr id="17" name="API含义">
            <a:extLst xmlns:a="http://schemas.openxmlformats.org/drawingml/2006/main">
              <a:ext uri="{FF2B5EF4-FFF2-40B4-BE49-F238E27FC236}">
                <a16:creationId xmlns:a16="http://schemas.microsoft.com/office/drawing/2014/main" id="{909D9729-0352-4DFC-9EA0-96FB7B7F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3840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</a:t>
            </a:r>
          </a:p>
        </p:txBody>
      </p:sp>
      <p:sp>
        <p:nvSpPr>
          <p:cNvPr id="18" name="从 Thread 通知主 Thread">
            <a:extLst xmlns:a="http://schemas.openxmlformats.org/drawingml/2006/main">
              <a:ext uri="{FF2B5EF4-FFF2-40B4-BE49-F238E27FC236}">
                <a16:creationId xmlns:a16="http://schemas.microsoft.com/office/drawing/2014/main" id="{76F9C786-2094-4E35-8B40-ED71BB6F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76525"/>
            <a:ext cx="3476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从 Thread 通知主 Thread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9A0091-D7E5-471E-A8D4-EA2D41AC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57325"/>
            <a:ext cx="36671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20" name="2  PostSyncInterThreads 汇合">
            <a:extLst xmlns:a="http://schemas.openxmlformats.org/drawingml/2006/main">
              <a:ext uri="{FF2B5EF4-FFF2-40B4-BE49-F238E27FC236}">
                <a16:creationId xmlns:a16="http://schemas.microsoft.com/office/drawing/2014/main" id="{4D91D13A-624A-4751-9233-2E863185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04950"/>
            <a:ext cx="3514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2  PostSyncInterThreads 汇合</a:t>
            </a:r>
          </a:p>
        </p:txBody>
      </p:sp>
      <p:sp>
        <p:nvSpPr>
          <p:cNvPr id="21" name="API含义">
            <a:extLst xmlns:a="http://schemas.openxmlformats.org/drawingml/2006/main">
              <a:ext uri="{FF2B5EF4-FFF2-40B4-BE49-F238E27FC236}">
                <a16:creationId xmlns:a16="http://schemas.microsoft.com/office/drawing/2014/main" id="{938F1085-5816-4A04-8E44-D92E6336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76425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</a:t>
            </a:r>
          </a:p>
        </p:txBody>
      </p:sp>
      <p:sp>
        <p:nvSpPr>
          <p:cNvPr id="22" name="主 Thread 等所有参与的从 Thread。&#10;C++ 下发可先排 Wait，再排从 Record。">
            <a:extLst xmlns:a="http://schemas.openxmlformats.org/drawingml/2006/main">
              <a:ext uri="{FF2B5EF4-FFF2-40B4-BE49-F238E27FC236}">
                <a16:creationId xmlns:a16="http://schemas.microsoft.com/office/drawing/2014/main" id="{304F08C9-59AA-40C0-B5B4-00C5E48E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19325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82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82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主 Thread 等所有参与的从 Thread。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82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82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C++ 下发可先排 Wait，再排从 Record。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06CB2B-0DF2-4FC5-B4FB-F177A050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5B890F-C2A8-4882-AF58-C64F8CBE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953828" y="2619852"/>
            <a:ext cx="3133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2CA021-B1ED-4DA1-9C8D-212B1F12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57325"/>
            <a:ext cx="3657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27" name="早已排入：完成等待">
            <a:extLst xmlns:a="http://schemas.openxmlformats.org/drawingml/2006/main">
              <a:ext uri="{FF2B5EF4-FFF2-40B4-BE49-F238E27FC236}">
                <a16:creationId xmlns:a16="http://schemas.microsoft.com/office/drawing/2014/main" id="{C982F1B3-7B89-450E-806F-2250513C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04950"/>
            <a:ext cx="3505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早已排入：完成等待</a:t>
            </a:r>
          </a:p>
        </p:txBody>
      </p:sp>
      <p:sp>
        <p:nvSpPr>
          <p:cNvPr id="28" name="API含义">
            <a:extLst xmlns:a="http://schemas.openxmlformats.org/drawingml/2006/main">
              <a:ext uri="{FF2B5EF4-FFF2-40B4-BE49-F238E27FC236}">
                <a16:creationId xmlns:a16="http://schemas.microsoft.com/office/drawing/2014/main" id="{293F1F6C-89C6-4D98-9467-C220B339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57375"/>
            <a:ext cx="3467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9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</a:t>
            </a:r>
          </a:p>
        </p:txBody>
      </p:sp>
      <p:sp>
        <p:nvSpPr>
          <p:cNvPr id="29" name="排在用户流后续任务之前">
            <a:extLst xmlns:a="http://schemas.openxmlformats.org/drawingml/2006/main">
              <a:ext uri="{FF2B5EF4-FFF2-40B4-BE49-F238E27FC236}">
                <a16:creationId xmlns:a16="http://schemas.microsoft.com/office/drawing/2014/main" id="{5C565C71-6116-46B8-924A-56C7510F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3467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排在用户流后续任务之前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676B89-172C-481E-B426-4A22618D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24225"/>
            <a:ext cx="366712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31" name="3  全部数据块编排完毕">
            <a:extLst xmlns:a="http://schemas.openxmlformats.org/drawingml/2006/main">
              <a:ext uri="{FF2B5EF4-FFF2-40B4-BE49-F238E27FC236}">
                <a16:creationId xmlns:a16="http://schemas.microsoft.com/office/drawing/2014/main" id="{DEA0C1EE-24AD-4B93-BE1D-C496D560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3514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3  全部数据块编排完毕</a:t>
            </a:r>
          </a:p>
        </p:txBody>
      </p:sp>
      <p:sp>
        <p:nvSpPr>
          <p:cNvPr id="32" name="API含义">
            <a:extLst xmlns:a="http://schemas.openxmlformats.org/drawingml/2006/main">
              <a:ext uri="{FF2B5EF4-FFF2-40B4-BE49-F238E27FC236}">
                <a16:creationId xmlns:a16="http://schemas.microsoft.com/office/drawing/2014/main" id="{818159A2-B135-4AED-BB77-838CA5FB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38550"/>
            <a:ext cx="3514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9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有下一块则继续，否则返回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D78A1A-D738-4EAE-BA55-0BFB967E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23C955-FD30-4C9C-8A9A-8A6E32A8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24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33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6096477" y="2944178"/>
            <a:ext cx="0" cy="38004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0988F9-A02C-478D-AFD4-812775D1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91050"/>
            <a:ext cx="36671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37" name="4  排入算子完成通知">
            <a:extLst xmlns:a="http://schemas.openxmlformats.org/drawingml/2006/main">
              <a:ext uri="{FF2B5EF4-FFF2-40B4-BE49-F238E27FC236}">
                <a16:creationId xmlns:a16="http://schemas.microsoft.com/office/drawing/2014/main" id="{B2DA221B-2BF6-4277-B6E3-F68082AF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38675"/>
            <a:ext cx="3514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4  排入算子完成通知</a:t>
            </a:r>
          </a:p>
        </p:txBody>
      </p:sp>
      <p:sp>
        <p:nvSpPr>
          <p:cNvPr id="38" name="API含义">
            <a:extLst xmlns:a="http://schemas.openxmlformats.org/drawingml/2006/main">
              <a:ext uri="{FF2B5EF4-FFF2-40B4-BE49-F238E27FC236}">
                <a16:creationId xmlns:a16="http://schemas.microsoft.com/office/drawing/2014/main" id="{C295B44B-05E6-49E6-B426-65793F59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62525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9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</a:t>
            </a:r>
          </a:p>
        </p:txBody>
      </p:sp>
      <p:sp>
        <p:nvSpPr>
          <p:cNvPr id="39" name="目标为用户 Thread；受全部通信与汇合依赖约束。">
            <a:extLst xmlns:a="http://schemas.openxmlformats.org/drawingml/2006/main">
              <a:ext uri="{FF2B5EF4-FFF2-40B4-BE49-F238E27FC236}">
                <a16:creationId xmlns:a16="http://schemas.microsoft.com/office/drawing/2014/main" id="{9B03D9B9-8927-45B4-83B2-43D12CC4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95900"/>
            <a:ext cx="3476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目标为用户 Thread；受全部通信与汇合依赖约束。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F7BCCA-3CA5-4F6A-9771-F1E3C3B6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48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7C48D3-6346-402A-BDCB-3CE69A21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1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6096477" y="4249103"/>
            <a:ext cx="0" cy="34194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4A6227-ED80-43A5-BD3F-9FDDB432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91050"/>
            <a:ext cx="3657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44" name="5  完成依赖满足后继续">
            <a:extLst xmlns:a="http://schemas.openxmlformats.org/drawingml/2006/main">
              <a:ext uri="{FF2B5EF4-FFF2-40B4-BE49-F238E27FC236}">
                <a16:creationId xmlns:a16="http://schemas.microsoft.com/office/drawing/2014/main" id="{A89DB22C-C7DB-4FBE-927B-53BB7158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38675"/>
            <a:ext cx="3505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5  完成依赖满足后继续</a:t>
            </a:r>
          </a:p>
        </p:txBody>
      </p:sp>
      <p:sp>
        <p:nvSpPr>
          <p:cNvPr id="45" name="此前排入的 Wait 得到满足。&#10;用户流后续任务现在可以使用 recvBuf。">
            <a:extLst xmlns:a="http://schemas.openxmlformats.org/drawingml/2006/main">
              <a:ext uri="{FF2B5EF4-FFF2-40B4-BE49-F238E27FC236}">
                <a16:creationId xmlns:a16="http://schemas.microsoft.com/office/drawing/2014/main" id="{C832E257-F171-468F-807A-B98C5297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00625"/>
            <a:ext cx="3467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此前排入的 Wait 得到满足。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用户流后续任务现在可以使用 recvBuf。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7D53D0-C408-4582-8603-33F0B83A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12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E22E9D-D14A-4235-8F3A-BF2FE7FB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2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7935278" y="5124927"/>
            <a:ext cx="3133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1502F6-7FBE-4645-80D6-0C699D7B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05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7E532F-51C3-4723-849B-7D739A14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591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10077927" y="2506028"/>
            <a:ext cx="0" cy="208502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03CD6E-4DF1-4C65-B559-0E89624B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24225"/>
            <a:ext cx="3667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3" name="HCCL AICPU Kernel：C++ 收尾调用">
            <a:extLst xmlns:a="http://schemas.openxmlformats.org/drawingml/2006/main">
              <a:ext uri="{FF2B5EF4-FFF2-40B4-BE49-F238E27FC236}">
                <a16:creationId xmlns:a16="http://schemas.microsoft.com/office/drawing/2014/main" id="{D4D6C10C-45C2-4261-9F87-2437A113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352800"/>
            <a:ext cx="3514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 Kernel：C++ 收尾调用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C73F81F-9841-49CC-B6E1-ECAD10D6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76650"/>
            <a:ext cx="36671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55" name="HCOMM 数据面 / 执行控制">
            <a:extLst xmlns:a="http://schemas.openxmlformats.org/drawingml/2006/main">
              <a:ext uri="{FF2B5EF4-FFF2-40B4-BE49-F238E27FC236}">
                <a16:creationId xmlns:a16="http://schemas.microsoft.com/office/drawing/2014/main" id="{50262F71-6C0A-4D7E-83AE-808145F9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24275"/>
            <a:ext cx="3514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数据面 / 执行控制</a:t>
            </a:r>
          </a:p>
        </p:txBody>
      </p:sp>
      <p:sp>
        <p:nvSpPr>
          <p:cNvPr id="56" name="API含义">
            <a:extLst xmlns:a="http://schemas.openxmlformats.org/drawingml/2006/main">
              <a:ext uri="{FF2B5EF4-FFF2-40B4-BE49-F238E27FC236}">
                <a16:creationId xmlns:a16="http://schemas.microsoft.com/office/drawing/2014/main" id="{AAC7387B-B976-4B34-B45D-26629399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33850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HcommBatchModeEnd</a:t>
            </a:r>
            <a:r>
              <a:rPr sz="9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结束批模式</a:t>
            </a:r>
          </a:p>
        </p:txBody>
      </p:sp>
      <p:sp>
        <p:nvSpPr>
          <p:cNvPr id="57" name="提交本批尚未交出的任务。">
            <a:extLst xmlns:a="http://schemas.openxmlformats.org/drawingml/2006/main">
              <a:ext uri="{FF2B5EF4-FFF2-40B4-BE49-F238E27FC236}">
                <a16:creationId xmlns:a16="http://schemas.microsoft.com/office/drawing/2014/main" id="{6733E365-410B-4375-A629-9143F859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19600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提交本批尚未交出的任务。</a:t>
            </a:r>
          </a:p>
        </p:txBody>
      </p:sp>
      <p:sp>
        <p:nvSpPr>
          <p:cNvPr id="58" name="API含义">
            <a:extLst xmlns:a="http://schemas.openxmlformats.org/drawingml/2006/main">
              <a:ext uri="{FF2B5EF4-FFF2-40B4-BE49-F238E27FC236}">
                <a16:creationId xmlns:a16="http://schemas.microsoft.com/office/drawing/2014/main" id="{B0E5ECB1-EF1D-4AFC-A97D-9B510388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33950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HcommReleaseComm</a:t>
            </a:r>
            <a:r>
              <a:rPr sz="9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退出使用保护</a:t>
            </a:r>
          </a:p>
        </p:txBody>
      </p:sp>
      <p:sp>
        <p:nvSpPr>
          <p:cNvPr id="59" name="不销毁通信域，不清空全部缓存资源。">
            <a:extLst xmlns:a="http://schemas.openxmlformats.org/drawingml/2006/main">
              <a:ext uri="{FF2B5EF4-FFF2-40B4-BE49-F238E27FC236}">
                <a16:creationId xmlns:a16="http://schemas.microsoft.com/office/drawing/2014/main" id="{6DDF69F5-0792-4BBF-A537-AB56A785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29225"/>
            <a:ext cx="3476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不销毁通信域，不清空全部缓存资源。</a:t>
            </a:r>
          </a:p>
        </p:txBody>
      </p:sp>
      <p:sp>
        <p:nvSpPr>
          <p:cNvPr id="60" name="这两个调用位于最终 Record 之后。">
            <a:extLst xmlns:a="http://schemas.openxmlformats.org/drawingml/2006/main">
              <a:ext uri="{FF2B5EF4-FFF2-40B4-BE49-F238E27FC236}">
                <a16:creationId xmlns:a16="http://schemas.microsoft.com/office/drawing/2014/main" id="{C0F35D28-D09F-4319-B841-3ECBB02B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3476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这两个调用位于最终 Record 之后。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358F40D-D806-4D40-9BE3-83C4141D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1162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2" name="CPU API 返回、BatchModeEnd 返回或 ReleaseComm 返回，都不能单独代表全网所有 Rank 已完成。">
            <a:extLst xmlns:a="http://schemas.openxmlformats.org/drawingml/2006/main">
              <a:ext uri="{FF2B5EF4-FFF2-40B4-BE49-F238E27FC236}">
                <a16:creationId xmlns:a16="http://schemas.microsoft.com/office/drawing/2014/main" id="{633DCB1B-8402-4157-8F16-352E8487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CPU API 返回、BatchModeEnd 返回或 ReleaseComm 返回，都不能单独代表全网所有 Rank 已完成。</a:t>
            </a:r>
          </a:p>
        </p:txBody>
      </p:sp>
    </p:spTree>
    <p:extLst>
      <p:ext uri="{BB962C8B-B14F-4D97-AF65-F5344CB8AC3E}">
        <p14:creationId xmlns:p14="http://schemas.microsoft.com/office/powerpoint/2010/main" val="209740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2026-09-27T13:27:54.6970000Z</dcterms:created>
  <dcterms:modified xsi:type="dcterms:W3CDTF">2026-09-27T13:27:54.6970000Z</dcterms:modified>
</coreProperties>
</file>