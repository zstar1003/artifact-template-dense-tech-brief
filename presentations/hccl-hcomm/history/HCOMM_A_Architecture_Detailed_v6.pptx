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1ce1197494f07" /><Relationship Type="http://schemas.openxmlformats.org/officeDocument/2006/relationships/extended-properties" Target="/docProps/app.xml" Id="Ra6eb37e9e00340ba" /><Relationship Type="http://schemas.openxmlformats.org/officeDocument/2006/relationships/officeDocument" Target="/ppt/presentation.xml" Id="Rb83d8351cda4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f2554e1c044f2"/>
  </p:sldMasterIdLst>
  <p:notesMasterIdLst>
    <p:notesMasterId xmlns:r="http://schemas.openxmlformats.org/officeDocument/2006/relationships" r:id="R052565132b9e4173"/>
  </p:notesMasterIdLst>
  <p:sldIdLst>
    <p:sldId xmlns:r="http://schemas.openxmlformats.org/officeDocument/2006/relationships" id="256" r:id="Re07d3a11ce2b43c3"/>
    <p:sldId xmlns:r="http://schemas.openxmlformats.org/officeDocument/2006/relationships" id="257" r:id="Rf10794e680f9498c"/>
    <p:sldId xmlns:r="http://schemas.openxmlformats.org/officeDocument/2006/relationships" id="258" r:id="R86dcd0dc8e9b48e2"/>
    <p:sldId xmlns:r="http://schemas.openxmlformats.org/officeDocument/2006/relationships" id="259" r:id="Rc645c330684d4e6b"/>
    <p:sldId xmlns:r="http://schemas.openxmlformats.org/officeDocument/2006/relationships" id="260" r:id="R8d5e2fd324534d60"/>
    <p:sldId xmlns:r="http://schemas.openxmlformats.org/officeDocument/2006/relationships" id="261" r:id="Rd30d90d2d4274d52"/>
    <p:sldId xmlns:r="http://schemas.openxmlformats.org/officeDocument/2006/relationships" id="262" r:id="R4bbf1b88386c4659"/>
    <p:sldId xmlns:r="http://schemas.openxmlformats.org/officeDocument/2006/relationships" id="263" r:id="Rbdddecf6c0644674"/>
    <p:sldId xmlns:r="http://schemas.openxmlformats.org/officeDocument/2006/relationships" id="264" r:id="Rf95a145e1fdc49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6c64a6423f444e" /><Relationship Type="http://schemas.openxmlformats.org/officeDocument/2006/relationships/slideMaster" Target="/ppt/slideMasters/slideMaster1.xml" Id="R76df2554e1c044f2" /><Relationship Type="http://schemas.openxmlformats.org/officeDocument/2006/relationships/notesMaster" Target="/ppt/notesMasters/notesMaster1.xml" Id="R052565132b9e4173" /><Relationship Type="http://schemas.openxmlformats.org/officeDocument/2006/relationships/presProps" Target="/ppt/presProps.xml" Id="Rba59952c11694721" /><Relationship Type="http://schemas.openxmlformats.org/officeDocument/2006/relationships/tableStyles" Target="/ppt/tableStyles.xml" Id="R2e9f67b440b7472f" /><Relationship Type="http://schemas.openxmlformats.org/officeDocument/2006/relationships/slide" Target="/ppt/slides/slide1.xml" Id="Re07d3a11ce2b43c3" /><Relationship Type="http://schemas.openxmlformats.org/officeDocument/2006/relationships/slide" Target="/ppt/slides/slide2.xml" Id="Rf10794e680f9498c" /><Relationship Type="http://schemas.openxmlformats.org/officeDocument/2006/relationships/slide" Target="/ppt/slides/slide3.xml" Id="R86dcd0dc8e9b48e2" /><Relationship Type="http://schemas.openxmlformats.org/officeDocument/2006/relationships/slide" Target="/ppt/slides/slide4.xml" Id="Rc645c330684d4e6b" /><Relationship Type="http://schemas.openxmlformats.org/officeDocument/2006/relationships/slide" Target="/ppt/slides/slide5.xml" Id="R8d5e2fd324534d60" /><Relationship Type="http://schemas.openxmlformats.org/officeDocument/2006/relationships/slide" Target="/ppt/slides/slide6.xml" Id="Rd30d90d2d4274d52" /><Relationship Type="http://schemas.openxmlformats.org/officeDocument/2006/relationships/slide" Target="/ppt/slides/slide7.xml" Id="R4bbf1b88386c4659" /><Relationship Type="http://schemas.openxmlformats.org/officeDocument/2006/relationships/slide" Target="/ppt/slides/slide8.xml" Id="Rbdddecf6c0644674" /><Relationship Type="http://schemas.openxmlformats.org/officeDocument/2006/relationships/slide" Target="/ppt/slides/slide9.xml" Id="Rf95a145e1fdc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6ead611db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e0c5c07ed54136" /><Relationship Type="http://schemas.openxmlformats.org/officeDocument/2006/relationships/notesMaster" Target="/ppt/notesMasters/notesMaster1.xml" Id="R9873a270cd8d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7ea067c75948d9" /><Relationship Type="http://schemas.openxmlformats.org/officeDocument/2006/relationships/notesMaster" Target="/ppt/notesMasters/notesMaster1.xml" Id="R32aa67c5876a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ce47edd2bd4c58" /><Relationship Type="http://schemas.openxmlformats.org/officeDocument/2006/relationships/notesMaster" Target="/ppt/notesMasters/notesMaster1.xml" Id="R6f1cefae25184f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27489153e1448f" /><Relationship Type="http://schemas.openxmlformats.org/officeDocument/2006/relationships/notesMaster" Target="/ppt/notesMasters/notesMaster1.xml" Id="Rcc1b7ed30939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767f848c70470f" /><Relationship Type="http://schemas.openxmlformats.org/officeDocument/2006/relationships/notesMaster" Target="/ppt/notesMasters/notesMaster1.xml" Id="Re2ae00c8b3204b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b566fcc3d474e" /><Relationship Type="http://schemas.openxmlformats.org/officeDocument/2006/relationships/notesMaster" Target="/ppt/notesMasters/notesMaster1.xml" Id="Rec321400d5bc46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72e5d18de48d9" /><Relationship Type="http://schemas.openxmlformats.org/officeDocument/2006/relationships/notesMaster" Target="/ppt/notesMasters/notesMaster1.xml" Id="Ree370096424e45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3ea7db4a474035" /><Relationship Type="http://schemas.openxmlformats.org/officeDocument/2006/relationships/notesMaster" Target="/ppt/notesMasters/notesMaster1.xml" Id="Rb3a7bfcb395b4e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07d30c1d743b2" /><Relationship Type="http://schemas.openxmlformats.org/officeDocument/2006/relationships/notesMaster" Target="/ppt/notesMasters/notesMaster1.xml" Id="R7d51bb060525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本页是折叠后的四泳道图。先沿左半页自上而下读 01–06，红色折线表示 ACL 发射的跨端交接，再沿右半页读 07–12。每一行左边是 HCCL 的处理，右边是其涉及的接口或具体产物，短横箭头表示该阶段的子调用，不是所有右列 API 在左列全部结束后才调用。行内 API 之间的准确先后以明示箭头和本备注为准。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本页将总图左半页放大，严格区分函数所在仓库与接口分类。Hccl* 前缀不等于都由 HCCL 仓库实现。右列标 C1/C2/C3 的公开接口归 HCOMM；HcclGetOpExpansionMode、HcclGetAlgRes 等是 HCCL 内部函数。右列第①行“OpExpansionMode → ConfigGetInfo”特意同时列内部包装器和实际接口。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两个纵向泳道分别是HCCL/AICPU组织者与HCOMM执行能力，时间自上而下，行间子循环以标题明确。第⑦行是第⑤行Write动作的嵌套实现放大，不是⑥结束后又发起一次Write。没有把所有潜在接口写成每次都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4b116009746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e0f50c0a04a11" /><Relationship Type="http://schemas.openxmlformats.org/officeDocument/2006/relationships/slideLayout" Target="/ppt/slideLayouts/slideLayout1.xml" Id="Rf58848c6809e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848c6809e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dc2b57a054e13" /><Relationship Type="http://schemas.openxmlformats.org/officeDocument/2006/relationships/notesSlide" Target="/ppt/notesSlides/notesSlide1.xml" Id="R8e8c2a223448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b5513ea24088" /><Relationship Type="http://schemas.openxmlformats.org/officeDocument/2006/relationships/notesSlide" Target="/ppt/notesSlides/notesSlide2.xml" Id="Rdb9a9ccb7e65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d4ff72165462c" /><Relationship Type="http://schemas.openxmlformats.org/officeDocument/2006/relationships/notesSlide" Target="/ppt/notesSlides/notesSlide3.xml" Id="Rd4441646ea114e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b4b0c673432f" /><Relationship Type="http://schemas.openxmlformats.org/officeDocument/2006/relationships/notesSlide" Target="/ppt/notesSlides/notesSlide4.xml" Id="R4b1f6ea5e57742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4a92b537a45ea" /><Relationship Type="http://schemas.openxmlformats.org/officeDocument/2006/relationships/notesSlide" Target="/ppt/notesSlides/notesSlide5.xml" Id="R509253465f90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f8f0ba417460c" /><Relationship Type="http://schemas.openxmlformats.org/officeDocument/2006/relationships/notesSlide" Target="/ppt/notesSlides/notesSlide6.xml" Id="R9bbb33ddddca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38cc0cc4141b3" /><Relationship Type="http://schemas.openxmlformats.org/officeDocument/2006/relationships/notesSlide" Target="/ppt/notesSlides/notesSlide7.xml" Id="R1c8a9cc25345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b487c1cf4af0" /><Relationship Type="http://schemas.openxmlformats.org/officeDocument/2006/relationships/notesSlide" Target="/ppt/notesSlides/notesSlide8.xml" Id="R0067a9a872e348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4376833404e40" /><Relationship Type="http://schemas.openxmlformats.org/officeDocument/2006/relationships/notesSlide" Target="/ppt/notesSlides/notesSlide9.xml" Id="R1564c018b6084e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4CCB34E-4261-4E0D-A99D-2A895584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的跨层执行流程：Host 下发 → AICPU 展开 → HCOMM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C5A98-563F-4848-BF93-023A798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读法：左半页 01→06，再到右半页 07→12；每行从 HCCL 内部函数读到被调接口。主例：资源冷启动、Task Cache 关闭。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4E76B-5C96-40E5-B7E0-AFB70D9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286A-C19A-4E98-80E6-FAEB925D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47725"/>
            <a:ext cx="563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499FC-A177-47B7-9828-B7F600BA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7250"/>
            <a:ext cx="550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Ⅰ  Host：参数、算法、资源与 Kernel 下发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C4A0A-1062-4260-BC9C-E892913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62E3E-A882-43A2-8668-A15AAED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0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Ⅱ  AICPU：恢复现场、逐层展开与执行收尾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C9B14-C018-4FE9-BDD7-A656CB8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 内部调用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BE9DE-B699-444B-8C54-ECEE1752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8BC1B-52FC-4796-A750-D85CA24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 内部调用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14A7-1DA0-43C2-BF5B-54109226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 / 实际动作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670B5-D528-4BB8-9DBA-BD9C80CF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72D0E-331B-446D-B91F-CF01E10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CA591-0DA2-4787-B2DE-C9F6ECC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参数归一化、确定执行分支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655BE-17D1-4895-BDD6-49C6242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AlltoAllVExecDispatch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BA425-CDB5-446D-B85E-9456A520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 〔C3〕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HcclConfigGetInfo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 count → 四组 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输入、输出、stream、engine 写入 OpParam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FC5D9-B301-41A7-9839-E176635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59FEA-276E-495F-8585-2E97F9EE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1151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6A8CC-B13B-41A0-9BB1-67E527D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8F2D0-128F-423E-8F98-EBEEE7F5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775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34CB8-2862-45CD-BD50-5F339A1D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C98D9-3B93-47D2-923E-9FF50F7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719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39849-63E0-4C3D-8A03-206CA37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51054-F5D0-4E69-A3FA-6A3CF19D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5E82E-40E4-4F3E-95AB-9D04EFC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拓扑恢复、算法选择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84D57-39B5-4B8B-97EA-52FF782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InitRankInfo（拓扑缓存 miss）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算法注册表返回 algName + topoInfo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70FE0-38C9-4692-A8C7-891A7A9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〔C1〕：查询拓扑缓存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 〔C3〕：miss 才查询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〔C1〕：保存拓扑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按拓扑、数据量选择普通 Mesh 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BFC8E-73CC-42C6-8E25-50A160EB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32559-0D89-469B-9E55-A6B0DA27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1151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9FD1D-7F96-4747-8EF5-73C37A2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989B34-F009-4DA5-9B19-A6840C9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0775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04DB2-B94F-4CD2-B252-D39B5753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DCA59-96B8-476D-9A0C-53C1AB3D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3719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CA0B6-2484-4F5C-AA95-1F83446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BE959F-6268-4C21-8921-5981D1E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05279-159E-48A6-AC32-02AF42D2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绑定用户流，查询算法资源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8C4181-3BFB-4EA9-90F6-39A6F955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GetAlgExec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TryReuseResource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hit：复用设备资源；跳过 04–05 申请段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C0F609-94F2-48CE-94C7-40C5C78A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 Thread 导出给 AICPU，用于完成通知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8359DC-3E53-4A3D-BAC0-920FE72F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572AC1-08B6-4CBE-A41D-279871C8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1151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CF216E-8489-449A-B645-F1B3899E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5C24D1-B440-4347-9D92-CD96489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775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A978CE-481B-4BF2-84A2-6076D0C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15C311-9436-48C0-9E1D-88A6517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3719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F0917E-4D3C-42CF-A674-20072FF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2DE837-15D7-4FA7-B51D-ED1D588F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E18D92-FDA9-4019-8F10-19E0BD5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计算资源需求、申请主从线程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7DC8EB-280D-4EEB-B3D6-8C98EE9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→ HcclGetAicpuThread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895A26-44A6-4CB0-B8CE-FF9AF998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〔C2〕：本地 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HcclThreadAcquire（兼容分支）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得到主 / 从 / unfold Thread 与 Notify 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8FDDF9-8B44-4FA0-8394-F2581A87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614D9A-B052-4501-9E0B-96A90549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1151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EEB17C-45E6-4245-953B-1E0F38C5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97D801-1BA8-4680-B5AD-FAA7140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0775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AB5DE1-FC17-4B89-8B21-F79574E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57CCA9-2DA0-489B-AD56-6D9E06C6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3719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E1F2F6-871B-477F-B10E-35D685C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68DE4A-2047-42B6-8436-B284FC24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771941-104D-4CAD-BDA9-601ADB0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建链、回填地址、交付资源上下文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24F7CA-443D-4914-AE58-EB218681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 → Serialize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反向导出 AICPU 主线程到 CPU_TS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8BA52A-D087-41B9-AB3C-6809D03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〔C1〕；建链详见第 5 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〔均 C1〕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1D1748-EFA0-4322-B5FB-5A63F99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A5D965-7A17-4489-B09C-D4960AC5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151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1DE1DD-EA8E-497D-8F5D-E79B51F1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EDE438-90D2-4FA4-B3F9-4221D4C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0775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0ACFCE-0AB7-4D67-929D-C0B3644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00FAE9-E0D9-412A-B07D-FC2C9CE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3719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7265DA-F22E-4455-8827-1CE6213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7AC0B2-F787-404F-BE68-BA963E3D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D3B15F-6880-4BD5-805C-BDF082B6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Host 就绪通知 → 发射 → 入队完成等待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5B9A81-4441-4E0B-B726-607C394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 + varData + resCtx 交给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等待入队，不等同于同步阻塞 CPU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2830D1-FB8F-48E2-BB2F-B733B176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 → 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 / 超时配置按能力分支执行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4397AB-0440-4C64-8EA5-F8413F0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892FB8-90B7-4D0B-92BA-D67F4B64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31151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7C65F5-B8B0-4D34-9943-9A07C49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C722E0-853F-4A66-A783-4F24957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0775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7034A0-89C3-47C1-BBAE-3274CAC3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0DA7FC9-2AE2-4729-9A80-AEBAE2E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019644-B2D7-4F9A-876B-AE49632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Kernel 进入、恢复设备侧资源与参数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FF1478-CD86-48C5-9629-EA6CF8C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DeserializeResCtx（或设备上下文缓存）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修复 counts / displs 指针，取主线程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141A64-B503-4C9D-A5F2-651446A4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〔D4〕：先取得使用保护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 〔C1〕：能力支持时查询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 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通信域已有；本步不是新建 comm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E5EF55-E43F-45F7-A0FD-8E0333A9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48C67B-B4C9-4094-8FB1-134FE169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90206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F52657-AE55-4CD6-8B94-8DE044F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27EA1F9-12F7-4B47-B149-27C3E4F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9830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8F3949-C35C-4F04-A966-FD6FBA37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FF8FE9-843A-4292-91D5-0613952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774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EB64A20-49CC-4866-B975-E19F6E1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E7CCD0-91DB-4370-AF57-56439FBB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8B8E63-3654-4BC1-96E6-2A9F64C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等 Host 就绪、选择 Executor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ACF1146-4988-4C21-9940-290FCB7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executor.Orchestrate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Peer→Channel 映射和收发描述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hit：跳过本次逐条编排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18197D8-DF96-4F0F-90E0-E239E5E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 〔D4，可选〕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 〔D3，可选〕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消费 06 的 Host-ready 通知，再展开任务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42D7D3-40CC-4D9D-B74B-10D88093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930C6AE-595D-47ED-AEF8-A5C6568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90206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270E2C-10D6-4220-B063-14AE448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0348B09-EF31-45D8-8AA4-9EBCC49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9830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2CB196-2A8C-474F-BBB5-EBC51CE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C19FA0-0921-4C9B-ACFA-BBB2F45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62774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F1DA29C-A4D1-4C6F-9CBA-D0667C1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407E99-3314-433A-B2D0-E11B2F0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1319431-63B4-4F19-A1D0-F052842B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 大块切分、主从线程起步、自分片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7649FE6-C993-4279-A539-470FBB56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RunALLtoALL → CalcCommLoops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449E5E-934F-44BD-B643-4642CE60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容量 / 传输上限分块；拷贝本 Rank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EF1B671-9DD9-44FD-BDCD-B4E60D5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BCF171D-B30B-439A-A4A5-FB5F373E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90206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EFA17E4-8263-4613-A9D6-5B3A2AB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C5A450E-EC3E-4526-93C8-97D80D3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89830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92835B4-A262-444D-9D4F-B611C83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3F89A66-087A-4E31-BE3B-316060D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62774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3EB9704-0E5D-4164-9DC7-E784291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6BA661B-463C-4A29-A9D0-4215843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A0F5DE6-9177-40C3-BADC-CBE05090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 按轮次 → Peer → Channel → slice 展开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43C22EB-E46E-40B4-AA1D-69E8B74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BuildDataSlices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RunSendRecv（CCL 槽位 / 队列索引见第 4 页）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D0E8664-12BE-4179-B13A-A038DAE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 counts / displs 计算地址与长度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给每个 Peer 分配 Channel、Thread、CCL 槽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跨轮复用时做 Thread Notify 同步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跳过；双向 / 单向按 count 分支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EEAE672-2314-4A72-ACD9-0783E989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35AD8D5-2F0A-4C6F-9BF5-B9D195EB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90206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A469C2F-F1E6-4C44-9355-ED7DE4D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5A6D21B-9E5F-4200-A852-B216235F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89830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C38FCD3-655C-4FFA-9F6B-7F224D2B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D04B766-E839-4690-8219-F06938C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62774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0627D8D-22CA-4BEF-968F-C38BADE0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7A3E4E9-191F-4A55-A8B1-DA0B051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7183566-A667-4053-B3FD-066E8E68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 一个 Peer 的 Write 握手与中转拷贝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BF70BED-193C-4F6C-A9CD-763C9FB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ACK Record → ② ACK Wait → ③ 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DATA_SIGNAL Record → ⑤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LocalCopy：CCL → userOut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5C9E03A-680D-4B76-9C98-AD3A5927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〔D1〕：逐非零 slice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〔D1〕：接收后拷贝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13BB792-EBB6-4BFB-AC28-A5052696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A27967E-75D2-427F-9551-01F4D05F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90206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D454D34-9D57-4F59-8237-DBD1CD0A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78DA9A2-4D32-4E93-993F-83998EBA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57" idx="3"/>
            <a:endCxn xmlns:a="http://schemas.openxmlformats.org/drawingml/2006/main" id="158" idx="1"/>
          </p:cNvCxnSpPr>
          <p:nvPr/>
        </p:nvCxnSpPr>
        <p:spPr>
          <a:xfrm xmlns:a="http://schemas.openxmlformats.org/drawingml/2006/main">
            <a:off x="89830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CA563B9-1595-4548-B828-026E9A69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DE49A7D-9626-4069-A189-2F154833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62774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BA54854-D21C-4191-BDF0-FC1009F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EB28170-E4E0-45B1-A51E-9EFC4E2A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D2F36EF-80C0-4837-A586-269BEE2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汇合线程、通知 Host、提交任务并释放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BC3394E-E4D1-4166-B6AD-AC1916E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逐层返回 Template → Executor →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主线程记录完成通知，匹配 06 的 Host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运行保护释放 ≠ 通信域 / Channel 销毁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7D15F9E-78BF-458B-9A15-89E7984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完成通知〔D3〕；批模式 / 使用保护〔D4〕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827B5F8-7441-49DD-8267-8A8AA852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CD304B3-B7CE-47B6-A78C-B9CF65C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90206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9B85B92-B372-411A-AA49-D0E3AC3F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7E995A6-3153-4B08-86BE-3A525EA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89830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B49E7B1-8F87-4755-9E4F-5D5095F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EDC765D-B745-411A-B813-362100F9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925503" y="5782152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6364492-B671-4104-A8EE-91D559C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D2003CF-9C4A-4122-8403-53B8431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77" idx="0"/>
            <a:endCxn xmlns:a="http://schemas.openxmlformats.org/drawingml/2006/main" id="178" idx="2"/>
          </p:cNvCxnSpPr>
          <p:nvPr/>
        </p:nvCxnSpPr>
        <p:spPr>
          <a:xfrm xmlns:a="http://schemas.openxmlformats.org/drawingml/2006/main" flipV="1">
            <a:off x="6058377" y="1429703"/>
            <a:ext cx="0" cy="435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96A8637-2073-41FC-AE54-37DF210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590AC8A-F318-43EF-9A98-9DB4AEE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80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6058853" y="1429227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F0EFC1B-8CB6-4774-8B8D-3F707E7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1162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9E57C70-F6D1-489F-A221-2260AB47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0555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通信域资源｜C2 内存｜C3 拓扑｜D1 搬运｜D3 同步｜D4 执行控制；“*”为默认超时 / 显式超时二选一。完整符号、条件和代码行见备注。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064ADB9-105C-4FD2-8A39-9BDA963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456321B-2BCF-4617-82C4-8F63668F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D2D771F-F5C7-4C56-8D44-1154B8D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展开：第 3 页 Host / 资源、第 4 页 AICPU / 数据；源码 op_common.cc:780,1005,1285–2091；kernel_launch.cc:348–725；Mesh Template:167–411。</a:t>
            </a:r>
          </a:p>
        </p:txBody>
      </p:sp>
    </p:spTree>
    <p:extLst>
      <p:ext uri="{BB962C8B-B14F-4D97-AF65-F5344CB8AC3E}">
        <p14:creationId xmlns:p14="http://schemas.microsoft.com/office/powerpoint/2010/main" val="1628101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005323-8D9F-4E72-B14F-7C39B24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Host 侧展开：参数如何变成设备可用的资源与任务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44945-A060-434E-A36D-509E1507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01–06；实线 → 是下钻调用，虚线 ← 是返回产物；资源缓存命中可绕过第 ④–⑥ 行的重新申请。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DC3C7-C9F1-4B40-A2A3-1440434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4800D-B77E-4E14-87B6-9BB2E12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E51EC-88F0-4008-AF79-5D1CC81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Host：上层算子、调度与资源组织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B13CA-ED6A-4741-844E-16DC693F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66775"/>
            <a:ext cx="672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DCA5D-6B66-40A6-9DDE-D9E931A5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76300"/>
            <a:ext cx="659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Runtime：具体接口、处理与返回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B3D2E-7CFC-4F90-A685-81F8A2E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9D5BA-AA8D-475E-A15E-67E0C47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620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8E838-0FE6-441A-A120-CA6FCD3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6F9F7-71E8-4F77-8D8A-720FDD9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算子入口与参数归一化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8491D-5385-4D26-9ADE-0376DB7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430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 → ConvertAlltoAllParam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67C2B-8BFE-4375-9FAC-03A71A9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697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AlltoAllVOutPlace → AlltoAllVOutPlaceCommon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35CAB-8BCD-426B-BD5D-8ED364BC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63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 → AlltoAllVExecDispatch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EE98D-AB16-424A-9F9D-F0014326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001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HcclGetRankId〔C3〕；HcclGetCommName〔C1〕：确定通信域与成员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6279C-4026-46F7-8742-21807A9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716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 → HcclConfigGetInfo〔C1〕：读取展开配置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999C5-71A3-4CAF-84BD-41976BD1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430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产物：OpParam + sendCounts / recvCounts / sdispls / rdispls；count 为元素数，地址偏移换算成字节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F2E95-A59E-4C24-88E9-85EEDE24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D8FA0-9FA8-4B10-8FAD-3E34561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06328" y="14101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DD371-D463-4E77-AF52-B74BAA8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C4DBC-859D-4435-8A94-B5670A8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4906328" y="16102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2EAB0-59DE-498D-84AB-897645FA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1BAE9-53E8-4586-9CA8-D9142D6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14802" y="1753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0D560-F830-4CFB-8AEE-DE50AA3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25B8E-7208-4BE2-921D-1C72365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02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DEF1C-9173-4678-A1D0-6CBA7DF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A16D8E-23B5-4200-AC2A-F2B1FAA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097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拓扑查询与算法选择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CDAA0-DD9C-4B35-8439-E00ED473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A03985-68C3-424A-8157-34425562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78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miss：InitRankInfo → topoInfo.Serialize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386F1-D8C3-401B-9B70-BF89F40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45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分支 → algName + topoInfo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65FD3-7631-420C-85A6-0F870F8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383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HcclEngineCtxGet〔C1〕：hit 时 DeSerialize；miss 才查完整拓扑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C1560-901A-4940-9317-73A49BCE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97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HcclRankGraphGetLayers / GetInstSizeListByLayer / GetTopoInstsByLayer〔C3〕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9C5E9-DFD0-4989-929C-4388761E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812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HcclRankGraphGetRanksByLayer / GetLinks〔C3〕等 → HcclEngineCtxCreate〔C1〕保存拓扑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4E1ED5-B53E-41AB-8FA1-452345D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19DBB-F96E-44B0-AF27-C3ADCC7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906328" y="20483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5C611-07B9-4BEE-AD86-7C5A52A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770F74-AD55-4179-AE6A-F500864D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4906328" y="2248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597875-6469-4EF4-B1F0-4B52A156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62E34B-E75A-432F-87F1-B34A2BE6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314802" y="23917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A17321-CB59-40B9-BB72-13E3470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5E3048-31F8-420A-A9F9-D130AE55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4C7A2F-5599-406D-B74E-15EDC0A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EC56B5-1DFC-424C-A68F-9A13D20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479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用户流绑定与算法资源查询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B48A3E-24B9-4987-9E12-7749481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193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CollAlgExecRegistryV2::GetAlgExec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2A3820-1FC2-4F01-A928-DF27E6F5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460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GetAlgoMeta → TryReuseResource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A13260-96DF-4E6B-8D55-27323CC8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727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 hit：取 resCtxSequence / ctxSize，转⑦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103E16-2CC6-405F-B109-23E76F4B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765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HcclThreadAcquireWithStream〔C1〕：将用户 aclrtStream 关联到 CPU_TS Thread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D0E76E-4400-46C2-8C4A-77B7E28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HcclThreadExportToCommEngine〔C1〕：CPU_TS → AICPU_TS，得到 exportedAicpuTsThread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550D93-2C4D-467C-B1D4-563A2DC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194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AICPU_TS)〔C1〕：查询算法资源，不与②的拓扑缓存混淆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04389B-8A42-4FB8-9922-086449C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E50132-00A1-4E70-81FA-9A3EF24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906328" y="2686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ED5FD3-967B-4620-8F4B-C342183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DE9C7F-99FC-4FD6-8AFE-FF39D740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906328" y="28865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6CE287-1872-4039-8CFE-8F6CFD3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A6A2FD-A476-455F-B866-A59D4031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314802" y="30299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B0241E-8B73-4B39-9708-14B6B0A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B56C12-2609-43D5-8C1A-57575B5D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F606D-3E8D-434B-9A8D-92AECB4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9BDA82-BBA9-4276-BD91-7181FAC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861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计算需求与线程申请（miss）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504F9E-60BB-4A4D-A2A8-E5316C3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575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MatchTopo → CalcRes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4413FD-080B-4F03-98B6-C240BED4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842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 → GetAlgResAICPU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239082-EB4A-4C12-AC89-8A1AD94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109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 → HcclGetThread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F71803-F3C2-4009-83DB-03F70DF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146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HcclGetHcclBuffer〔C2〕：取本地 CCL 地址 / 容量，影响后续大块切分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6B527A-A1D3-4737-871C-FD0DE06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861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HcclGetAicpuThread → ThreadConfigInit → HcclThreadAcquireWithConfig〔C1〕（或 Acquire）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5F01D4-5DF2-400E-903D-0C8866E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575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产物：主 / 从 Thread、Notify 数；主线程为 Host 同步额外留一个 Notify；unfold 线程缺失才补充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3A1928-C6F2-4EBF-92D8-F01BE120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A60C59-AE2A-48EF-97DB-FC0C473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906328" y="33247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72D435-88A3-4F05-B59D-E9343A6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B6D4C03-32E9-4E9E-9644-2042CAE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8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4906328" y="35247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4E9F93-D460-4335-B0DD-F5048922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4E86E3-9689-42FD-A9E3-A0E19491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314802" y="36680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BBB337-5239-4746-835A-E2EA21C6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61D63D-F801-4144-94C4-9A3B72A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E576CF-524E-46C8-B72E-7BF9B8A0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0F12C59-31FF-42D7-A520-89F73587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建链、内存映射与一致性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9321D7-B58A-4803-A231-B656E64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957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F39CE8-5AD1-43BA-B98F-29FA481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224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AddExchangeInfo（可选）→ BuildChannelInfo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5F8347-B9C7-417B-87F0-2898E809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490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FillOpExchangeInfo → CompareOpExchangeInfos（按需）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067766B-A3D6-4EA5-B0E3-C30126A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528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HcclChannelAcquire〔C1〕→ Endpoint / Mem / CollectiveChannel 按缺失准备（第 5 页展开）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6E2B1C-6636-4840-960F-DC9B666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243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HcclRankGraphGetEndpointInfo〔C3〕：回填链路端点；HcclChannelGetHcclBuffer〔C2〕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16EDD0-21AA-4C13-9678-FEC3E6BB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957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HcommChannelGetRemoteMems〔C2〕→ remoteCclMem；按能力 HcclCommAddExchangeInfo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5E81F26-9AB6-4CBD-9CE1-B89F797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D5FAF3-305B-402B-97E5-28466C6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906328" y="39628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910F91-6527-4584-8DA4-26B713A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4491B0-0CD9-4986-B716-3F7F615D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4906328" y="41629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BA8A10B-0C67-47AB-83B6-6083440F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E759CD-7C8C-46E0-BB70-284851C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5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314802" y="43062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DB6D17-1192-45CF-A1FC-1D20C798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44E513-B63F-46A7-B524-197FB184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529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5EE091D-CBC2-4AE4-8162-FFD8F32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903825-FC9A-432A-90F7-54ADD9A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624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资源序列化、复制到设备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9F5A73-9483-4022-B217-332D7EE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resCtxHost.Serialize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BCCB77E-FE37-4B3F-8569-DCA6945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05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DF616A0-3E4F-45E1-85EF-A4E1BC0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872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缓存内容是资源描述，不是 AllToAll 的用户 payload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4630C59-A9F9-42F6-886D-BE672365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910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HcclEngineCtxCreate(algTag, AICPU_TS)〔C1〕：分配设备侧上下文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7448EE-72A7-4B66-8DB8-287A982F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624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HcclEngineCtxCopy〔C1〕：Host 序列化描述 → Device；返回 resCtxSequence + ctxSize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7864BD-0F50-485C-9AB1-0A80280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339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描述包含：Thread / Channel 句柄、CCL 地址、拓扑与算法分层信息、Notify 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59F72F-FE49-4A66-B09C-79D8659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E111828-8A74-47C3-BC17-25693702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906328" y="46010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D7F07EF-C2BA-4CB7-A3B1-AEB5CC7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D959864-2571-4A10-992B-1BE5C29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16" idx="1"/>
            <a:endCxn xmlns:a="http://schemas.openxmlformats.org/drawingml/2006/main" id="117" idx="3"/>
          </p:cNvCxnSpPr>
          <p:nvPr/>
        </p:nvCxnSpPr>
        <p:spPr>
          <a:xfrm xmlns:a="http://schemas.openxmlformats.org/drawingml/2006/main" flipH="1">
            <a:off x="4906328" y="4801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32934A-42A9-45DB-AD4D-FBF56E2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BA9294-03FE-42E2-8A97-CD1146FF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314802" y="49444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8339A67-CFDD-4A77-B313-194FDC8B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636D41A-02E7-490B-9E9D-811FF369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911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8A7805-10C0-4A38-AC44-DFE90BF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904665-2467-45AF-B552-765E5F5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006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反向导出线程、Host 就绪通知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1FB56DA-0CC2-46C4-B57A-B698CA5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20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051596-F056-4E46-8067-FF3ACF1A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987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C4003E-50E9-4C81-88F7-E4720AF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254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HcclOrderLaunchToOrderStream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45A1BF-B59A-4686-B05D-9815845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292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HcclThreadExportToCommEngine〔C1〕：AICPU 主线程 → CPU_TS，得到 exportedCpuTsThread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5595B94-EC98-4F8E-9863-7718C4C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006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HcommThreadNotifyRecordOnThread(cpuTsThread, exportedCpuTsThread, mainNotify-1)〔D3〕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294EF69-7434-4C17-AC25-753783CB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721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通知语义：用户流前序输入已就绪；AICPU 的 OpOrchestrate 在对应 Notify 上 Wait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BF2DFC8-602B-4FEB-BEF9-13227BC0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3B0D2C-CED5-4004-9945-0056C671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4906328" y="5239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5E5212-247E-4B21-95E1-A6CD4CE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F93CB38-7C65-42A4-B9F0-108FFCF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35" idx="1"/>
            <a:endCxn xmlns:a="http://schemas.openxmlformats.org/drawingml/2006/main" id="136" idx="3"/>
          </p:cNvCxnSpPr>
          <p:nvPr/>
        </p:nvCxnSpPr>
        <p:spPr>
          <a:xfrm xmlns:a="http://schemas.openxmlformats.org/drawingml/2006/main" flipH="1">
            <a:off x="4906328" y="54392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0C85232-EF5E-45C4-A01A-072C36E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207F272-6C2B-4305-AC20-99843F54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2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314802" y="5582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AB66D7D-372F-4899-BA66-34007AF9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C2E5570-6C3A-4E5E-92A4-EBB69D25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292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B0B9181-9067-4B8C-9EEF-DC15FE40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DC10CBA-793A-4778-939F-F7EAD2FC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388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⑧ ACL 发射与用户流完成等待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2F1F894-8E00-4B80-A367-36D862D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18BC93C-9B00-4598-A2B6-120B2EE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369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HcclOrderLaunchToKernelStream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EF6280E-2E5B-4FA9-A72A-5A8C167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36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HcclThreadNotifyWaitOnThreadDefault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F0DCDB4-68B7-458C-B1D9-8F33EF9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673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 → aclrtKernelArgsInit → aclrtKernelArgsAppend → aclrtKernelArgsFinalize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104A1C1-F6C1-4622-98CC-DF6E52A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388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HcclThreadResGetInfo〔C1，可选〕取 stream → aclrtLaunchKernelWithConfig（ACL，非 HCOMM）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F4FB186-EB2F-4045-B1DD-6049FC5B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102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 / HcommThreadNotifyWaitOnThread〔D3〕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A81DAFD-7EA6-4B9F-8263-F896FC3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2BF69C1-0A2E-4AE9-AF34-66C39EEE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4906328" y="58774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016F0DA-762C-4C8E-A9E9-62960B6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7C32BCE-E531-4FFD-821B-51E90DD4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4906328" y="60774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896D002-B0AD-4077-9674-89D197B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15075"/>
            <a:ext cx="1162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B178991-EDEB-4109-BC30-6507F44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跨端交付：OpParam + varData + resCtx 指针；就绪依赖：用户流前序 → Host Record → AICPU Wait；完成依赖：AICPU Record → Host Wait → 用户流后续。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1144F5F-EB0B-4F9B-9123-652F89D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BFAB2D0-6357-49AC-8F4B-B71A7E1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187F519-6E48-4BF8-90FA-A18819E1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源码：all_to_all_v.cc:23,638,730,775；op_common.cc:780,1005,1135,1285,1331,1364,1670–1810,1979–2091；order_launch.cc。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845000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0318FA4-117B-45C5-8BA1-95B371B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AICPU 侧展开：分块 × 通信轮次 × Peer × Channel ×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B018D-3484-4934-96F6-6DAFD65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07–12；普通 Mesh Write 路径。两列为调用者和被调接口；末行补到 950 的传输实现，UB 为条件示例。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DF04F-DC93-4785-BE78-BD8E1D75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A9D12-F59F-42B3-B1FA-BD199656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3E773-0D25-4ECE-9518-D64EF43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AICPU：编排层、循环层次与数据地址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0CE4D-CD93-4E68-B2A3-0FDEB81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66775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D06EC-BB70-46FA-B013-8DCA2EB8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876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数据面：精确原语、顺序及其含义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720BB-6633-461C-B8A3-84874E30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19490-679A-4D65-AC4D-00216938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525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846CB-8839-4BD8-947D-E4D242B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D0C9D-C0A5-4C59-98AD-BEC2845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620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Kernel 恢复执行现场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ABC79-5C65-46DC-9B6D-6BF6EB34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 → DeserializeResCtx（或缓存）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DD0F4-5B38-4B0F-BF7B-9FAE74E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59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RestoreVarDataAlltoAllV：counts / displs 指针重新定位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7D70F-4793-4AA2-BEF9-5B43451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497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取主线程；OpOrchestrate 内等待 Host-ready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32E8C-383F-4C5D-88D9-DCE6CC76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811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HcommAcquireComm〔D4〕→（可选状态 / 保序）→ 恢复资源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A2C3F-1EB7-4C6B-8106-F6988F5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92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HcommBatchModeStart〔D4〕→ OpOrchestrate 的超时设置 /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F2805-5962-425F-AD23-CCA8FE4E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73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HcommThreadNotifyWaitOnThreadWithDefaultTimeout〔D3〕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173AC-1635-4978-B79E-9EBF4CA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54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HcommThreadNotifyWaitOnThread；消费 Host 已记录的就绪通知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96E62-250F-4A7E-B077-5D23F82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BD8F2-75FB-4E2A-8CC5-F70FDA5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06378" y="1543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FE413-28CC-4951-B92F-AAFE527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03226-5873-4B4D-A29F-910A1038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85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4802" y="18392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605CC-439F-4797-B471-5E26833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F371F-0BCA-47EE-8AD8-B09D68DE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1FE11-BDA6-4458-8CD9-0C088FA7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4E72B-14F1-4D2F-B377-0082D0AE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954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Executor 外层分块：逐块调用 Template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64F4B-85FA-41FB-A94B-8A42A714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955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InsV2AlltoAllVSoleExecutor::Orchestrate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EC37AE-8B8F-4301-802B-6720FA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93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映射、每 Peer 的 counts / displs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0092F-F633-4350-B6BE-03589C1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831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 → KernelRun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C3867-E29F-4747-B52B-CFFA6997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145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这一层仍是 HCCL，尚未直接搬运 payload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2C809-E1F8-4A30-8761-AED5870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726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maxDataSizePerLoop 受 CCL scratch 容量与 UB_MAX_DATA_SIZE 约束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13A42D-EA74-4D8F-93C5-3645DA5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07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逐块更新 processedDataCount、src/dst 偏移和各 Peer 本轮 count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13691-FFD6-4CE3-BDA9-5FBF7DF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88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 时 Execute 重放；不会重新走本次 Executor / Template 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FC96A5-4849-4D8D-82D0-61172ED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CCEAF2-1BED-41CB-8168-D0BC9337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306378" y="2276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242172-314A-4880-9AA9-EAA4456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047D5-B6FE-487E-838E-5F6BD759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314802" y="25727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328E5D-88DE-496A-BE97-10B347B7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506685-8B35-4AAB-8125-F9EE66C8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193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BD9AB-314B-420A-A4C4-DC586388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0C255C-62A8-430F-8868-0001A4A8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289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Template 起步：判断协议、主从同步、自分片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FF5AD9-EC89-4EC4-A58C-6AF1F580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289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IsPcieProtocol → RunALLtoALL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B5AED-E875-4B44-BA8B-42119675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727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CalcCommLoops；PreSyncInterThreads（threadNum &gt; 1）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DBF3F-1FBD-478B-A372-1087DC9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165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LocalCopy（首轮且 self count &gt; 0）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70CB69-FA46-45E9-ABB3-7A0D17D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PreSync：主 Thread Record 各从 Thread → 各从 Thread Wait〔D3〕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9F3FFE-89A4-439B-9709-496A85B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060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HcommThreadNotifyRecordOnThread；HcommThreadNotifyWaitOnThread*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B77303-1EBC-4A20-A2D2-17904C2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41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HcommLocalCopyOnThread〔D1〕：userIn[self] → userOut[self]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3F03EB-524E-45E8-BA1F-B7252E2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22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PCIe 走 Write；PCIe 走 Read + PreCopy，详见第 7 页对照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A07F68-E308-4E26-AA9C-87DFB8D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78984A-0F40-4C5A-97B8-2C4DB192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06378" y="3010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547123-FAFC-41E9-9D64-C973E1D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B59CF4-7C29-434F-9E96-0939BBCD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14802" y="33061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5824A6-3F4E-4788-AA05-6FFACCC3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169492-34B6-49B9-AF37-BB9C30E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1E9E1B-C679-4570-AF9B-ED340B4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204408-B21F-488A-93BF-E94F071B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6232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内层展开：轮次 → Peer → Channel → 非零 slice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EC7329-2561-4F57-9455-452012F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6235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 → RunSendRecvByLoop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323ADE-23A7-4B43-BEB1-5323434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0617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CalcDataSplitByPortGroupCommon：端口组切分 send / recv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B95913-C9B7-4AD2-BDDE-5EB9013F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5000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CalcCclBuffIdx → BuildDataSlices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B7513A-D159-46CF-B322-DF44A0B9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8137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槽位选 Thread（queIdx）；计算 src / dst / remoteOffset / len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B50495-6081-49A7-866E-5D65FCF6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3949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后续轮次复用缓冲时进行 per-Rank Thread Notify 同步〔D3〕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6E62F2-8064-4BB9-ADF7-0EB2A059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9760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RunSendRecv：双向非零 → SendRecvWrite；仅单向 → SendWrite / RecvWrite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8E2920-4A78-40BF-8208-065A7A2A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572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 Write；相同 API 会随轮次、Peer、Channel、slice 多次出现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C38FEA-D24F-49E1-8869-DEC2A2D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29D129-3D27-4E64-B4EE-E4F4817A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306378" y="3743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F92460-13D8-4DB2-9CC8-C2F97235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38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7294A2-7578-42D9-836A-7D08FA3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8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4802" y="4039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6C883E-7AFF-45E0-91A4-C1CA40F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229393-80CC-4CE7-A2EF-A2673225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862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9B6106-F039-4223-B27B-93A3783C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0976E0-EB96-4F9F-B571-E0979ED6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957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Write：先握手，再写入，再确认接收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B625E8-B729-4E85-B78C-6AC1ED8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957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SendRecvWrite（①–⑤属于同一个包装器）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B94096-CC17-430A-B6B2-60D963A5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396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本端发出 ACK；等对端 ACK；发送本端 slices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90A424-D56D-4653-B427-AFE27C2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34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DATA_SIGNAL；等对端 DATA_SIGNAL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9F812E6-AD97-4CE8-A531-AF495162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148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HcommChannelNotifyRecordOnThread(recvChannel, ACK)〔D3〕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69A415-D845-466E-A888-C9F9044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729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HcommChannelNotifyWaitOnThread*(sendChannel, ACK)〔D3〕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672B3F5-C75F-42FB-81C1-6504CC7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310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HcommWriteOnThread(thread, sendChannel, dst, src, len)〔D1〕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F93E53A-A5EF-4218-84F8-AEDF55F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891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Record(sendChannel, DATA_SIGNAL) → ⑤ Wait*(recvChannel, DATA_SIGNAL)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4ED0D8-34D0-41FC-94FB-CFD61D39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75E35E1-22CD-4B69-8C0D-3CE9443D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306378" y="4477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9E70296-D0E3-4E67-9882-D2964EB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72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1345ED-BCD9-4248-B0D0-EC249000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1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14802" y="4772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08A840-EA52-4533-AEB3-6C099DE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0B764E-00FF-4ABF-A0F3-B4242EA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96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54617E-959A-4089-A1E4-74EE59E1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077BABE-ED8A-43B6-872E-8957DEE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291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中转拷贝、线程汇合与完成通知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33B7BB-8277-41F6-8152-50517EE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LocalCopy：本地 CCL → userOut[peer]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72C739A-CD08-4347-ACEB-41B6C02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30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PostSyncInterThreads（多线程）；全部大块结束后回 Kernel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21741A9-027A-4E28-A249-BAD6C721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168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Record 完成通知 → BatchModeEnd → ReleaseComm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91EA4B2-5923-4A51-9E5D-0A77109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HcommLocalCopyOnThread〔D1〕；PostCopy 不在 SendRecvWrite 内部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4E7130-EE0D-4D82-ADC5-8FC83C2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063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PostSync：主 Thread 先入队 Wait，从 Thread 入队 Record〔D3〕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6EC584F-A30C-49F1-B1FB-239D407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44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HcommThreadNotifyRecordOnThread(main, exportedAicpuTsThread, 0)〔D3〕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DD73C6-016A-4361-AACC-91FAB9EA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25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HcommReleaseComm〔D4〕；Host Wait 消费完成通知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FD20DA-1C17-40C7-BFC7-1172849F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DD128C7-A4AA-49E8-AC94-5BDA1B4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5306378" y="52106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471FCE-13CC-4F4E-A0C0-2BFE216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D76CC3-5DAA-4577-8BFC-047E666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530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CAAB99-F56B-4776-A636-DFBF052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C1A36A8-2B28-486A-AC4B-06FAA5B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626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⑤中 Write 的实现下钻（发送时调用，非收尾后）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3DD4ABF-98FE-45F7-98E6-DAC7D4E8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→ 解包 Thread / Channel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C9F02E-84E5-4820-9D61-9250576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064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BuildLocRmaBufferLite + 远端 Buffer(dst,len)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B15129-95A3-4906-BCEF-108A600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02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BaseTransportLiteImpl::Write（按具体传输实现分派）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AA23BAE-3AC2-4EE4-9621-46979A47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816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/ UB 示例：UbTransportLiteImpl::Write → UbConnLite::Write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4BDF8DD-188E-4DCC-9187-A6B1475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97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ProcessSlices → FillOneSqeWrite → ProcessOneWqe → UpdateWqeTasks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C28665D-552A-416C-B84E-A75BD168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8978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producer index → BuildUbDbSendTask；生成传输 WQE / Doorbell 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5DDFCA0-A542-4E87-96EB-240EA62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0559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仅为 UB 分支；不能将这条实现下钻推广成所有协议的共同路径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87AF76F-FBAF-4E6A-8534-94F60C3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9DD418-209D-4EC1-9B0E-07133B9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306378" y="5944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5C385D5-4219-4C5B-A31A-82A5F6D2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34125"/>
            <a:ext cx="1162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A39D15-9874-4944-BF5F-B491C9D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 的完整超时分支见备注。全称 Record / Wait 见⑤的前两行；它们改变 Notify 类型与 Channel 参数，不是新的 API。AllToAll 不调用数值归约原语。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647489B-A59C-47C1-B35F-C2FF4865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6BA229-32B1-4F4A-9B1A-EDDA2C2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247B1C-D9EF-4E5E-A0F3-F33555B4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源码：kernel_launch.cc:276,348–725；SoleExecutor:89,202–391；Mesh:167–411；alg_data_trans_wrapper.cc:428,880,1010,1045；AICPU primitive:495；UB transport:664。</a:t>
            </a:r>
          </a:p>
        </p:txBody>
      </p:sp>
    </p:spTree>
    <p:extLst>
      <p:ext uri="{BB962C8B-B14F-4D97-AF65-F5344CB8AC3E}">
        <p14:creationId xmlns:p14="http://schemas.microsoft.com/office/powerpoint/2010/main" val="7111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7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58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0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2026-09-27T11:29:26.1770000Z</dcterms:created>
  <dcterms:modified xsi:type="dcterms:W3CDTF">2026-09-27T11:29:26.1770000Z</dcterms:modified>
</coreProperties>
</file>