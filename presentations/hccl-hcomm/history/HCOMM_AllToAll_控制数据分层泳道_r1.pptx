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17cef3c781427e" /><Relationship Type="http://schemas.openxmlformats.org/officeDocument/2006/relationships/extended-properties" Target="/docProps/app.xml" Id="R10245516ceab4894" /><Relationship Type="http://schemas.openxmlformats.org/officeDocument/2006/relationships/officeDocument" Target="/ppt/presentation.xml" Id="Rc54e647dc74d4e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2cd4520be543dd"/>
  </p:sldMasterIdLst>
  <p:notesMasterIdLst>
    <p:notesMasterId xmlns:r="http://schemas.openxmlformats.org/officeDocument/2006/relationships" r:id="R38839768dc3d4b4a"/>
  </p:notesMasterIdLst>
  <p:sldIdLst>
    <p:sldId xmlns:r="http://schemas.openxmlformats.org/officeDocument/2006/relationships" id="256" r:id="R3c596e74da4f46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41f5e75584415e" /><Relationship Type="http://schemas.openxmlformats.org/officeDocument/2006/relationships/slideMaster" Target="/ppt/slideMasters/slideMaster1.xml" Id="Rdf2cd4520be543dd" /><Relationship Type="http://schemas.openxmlformats.org/officeDocument/2006/relationships/notesMaster" Target="/ppt/notesMasters/notesMaster1.xml" Id="R38839768dc3d4b4a" /><Relationship Type="http://schemas.openxmlformats.org/officeDocument/2006/relationships/presProps" Target="/ppt/presProps.xml" Id="R7d730438bdf74a25" /><Relationship Type="http://schemas.openxmlformats.org/officeDocument/2006/relationships/tableStyles" Target="/ppt/tableStyles.xml" Id="R1ec4e06a4fae4dbf" /><Relationship Type="http://schemas.openxmlformats.org/officeDocument/2006/relationships/slide" Target="/ppt/slides/slide1.xml" Id="R3c596e74da4f46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30ffedc40449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5c9544345f4f27" /><Relationship Type="http://schemas.openxmlformats.org/officeDocument/2006/relationships/notesMaster" Target="/ppt/notesMasters/notesMaster1.xml" Id="R737a1f5654954b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本版采用六条水平泳道：上层调用方、HCCL Host、HCOMM控制面、ACL Runtime、HCCL AICPU、HCOMM数据面。沿阶段①至⑤和有向连线读，上下只表示归属。框内函数是该局部流程的调用展开，并非所有同高度文字同时执行。HCOMM数据面可能由Host调用，不能按调用CPU位置把Notify API归入控制面。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SCL未被当作已确认源码模块，此处按前文HCCL理解。上层调用方仍以泛称标识，不假设具体框架或测试工具实现。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正常路径与源码基线沿用原分析：Ascend950、AICPU_TS、OPBASE、普通Mesh Write、普通内存、非零数据、资源未命中、Task Cache关闭。函数层级分类以实际源码实现为依据，Hccl前缀不代表必然属于HCCL。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阶段①参数整理还经过AlltoAllVOutPlaceCommon（共用参数与调度）、Selector（统筹选择）。SelectAicpuAlgo为AlltoAllAutoSelector成员。RankGraph查询为构图所需接口集合，并不声称每个拓扑分支都恰好调用一次。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②HcclExecOp取得执行器后先绑定、导出用户Thread，再获取算法资源。GetAlgoMeta读取算法属性，TryReuseResource查算法资源上下文，未命中后计算通信分组和资源需求。HcclGetThread/HcclGetAicpuThread属于获取设备主从队列的包装，配置版ThreadAcquire不支持时走HcclThreadAcquire兼容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③HcclChannelAcquire内由MyRank::CreateChannels统筹，按需执行建链。HcommEndpointCreate/StartListen在BatchCreateChannels内部，HcommMemReg负责注册内存，HcommCollectiveChannelCreate创建基础通道。BatchConnectChannels通过内部ChannelProcess::ChannelGetStatus查询，不误写为另一个公共状态API。BuildChannelInfo查远端CCL后才Serialize，继而HcclEngineCtxCreate/Copy传递资源描述。HcclChannelGetHcclBuffer内部用HcommChannelGetRemoteMems取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④主Thread第二次导出方向为AICPU到CPU_TS，是HCOMM控制面资源接口；随后Host调用数据面ThreadNotifyRecord排输入就绪，再通过内部AicpuKernelLaunch调用ACL五步，再将完成Wait排入用户流。图中的跨多泳道红线表示Host也会调用数据面，而不是控制面到数据面自动转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设备入口先AcquireComm，恢复上下文/变长数据，BatchStart，再OpOrchestrate安排输入依赖并取得算法执行器。普通Mesh的RunALLtoALL先CalcCommLoops，多线程时PreSyncInterThreads：主Record、从Wait；随后每轮选Peer，首轮LocalCopyForMyRank进行自己分片拷贝。图中受空间约束只显示这几项对应的公开数据面原语，完整内部符号保留于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阶段⑤每个Peer、Channel及非零slice按A–E顺序展开SendRecvWrite，F为外层模板PostCopy调用的LocalCopy，而非SendRecvWrite内部。A/B为ACK接收准备，D/E为DATA_SIGNAL。发送和接收逻辑方向可复用同一Channel句柄。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tSyncInterThreads先在主Thread排Wait，再在从Thread排Record。所有外层大块编排完后才返回Kernel并安排最后的用户流完成Record，再BatchModeEnd/ReleaseComm。红回线表示完成通知满足此前Host已排入的Wait，不是整个网络全局同步。灰虚线回环只是剩余数据继续迭代，非最终完成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Wait的默认超时与显式超时是包装层能力替代关系。实际符号可能为HcommThreadNotifyWaitOnThreadWithDefaultTimeout或HcommChannelNotifyWaitOnThreadWithDefaultTimeout。图用代表名表达同一依赖。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以下保留旧版完整逐API解释与源码证据，仅技术内容有效，旧版页序/布局说明请以上述六泳道说明为准。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242dfa13e04a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415dfd0c494943" /><Relationship Type="http://schemas.openxmlformats.org/officeDocument/2006/relationships/slideLayout" Target="/ppt/slideLayouts/slideLayout1.xml" Id="R46a4c250faeb4a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a4c250faeb4a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ca4423a0a40c0" /><Relationship Type="http://schemas.openxmlformats.org/officeDocument/2006/relationships/notesSlide" Target="/ppt/notesSlides/notesSlide1.xml" Id="R371ae397311a44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1" name="AllToAll 跨层执行：HCOMM 控制面与数据面分开看">
            <a:extLst xmlns:a="http://schemas.openxmlformats.org/drawingml/2006/main">
              <a:ext uri="{FF2B5EF4-FFF2-40B4-BE49-F238E27FC236}">
                <a16:creationId xmlns:a16="http://schemas.microsoft.com/office/drawing/2014/main" id="{FF0F8F1B-C332-476D-813F-B8FAD603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跨层执行：HCOMM 控制面与数据面分开看</a:t>
            </a:r>
          </a:p>
        </p:txBody>
      </p:sp>
      <p:sp>
        <p:nvSpPr>
          <p:cNvPr id="2" name="Ascend 950 / AICPU_TS / OPBASE / 普通 Mesh Write；资源首次准备，关闭任务缓存。每条横带只放所属层的函数。">
            <a:extLst xmlns:a="http://schemas.openxmlformats.org/drawingml/2006/main">
              <a:ext uri="{FF2B5EF4-FFF2-40B4-BE49-F238E27FC236}">
                <a16:creationId xmlns:a16="http://schemas.microsoft.com/office/drawing/2014/main" id="{8A4796C7-14EE-48C5-B9EA-3DF52B4B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6672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32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Ascend 950 / AICPU_TS / OPBASE / 普通 Mesh Write；资源首次准备，关闭任务缓存。每条横带只放所属层的函数。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EFF02-92FA-430E-9BB5-F9E364D5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42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47B3F-EE5A-4D7C-A07A-59F125AF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542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5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10668953" y="543402"/>
            <a:ext cx="23717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6" name="调用 / 执行">
            <a:extLst xmlns:a="http://schemas.openxmlformats.org/drawingml/2006/main">
              <a:ext uri="{FF2B5EF4-FFF2-40B4-BE49-F238E27FC236}">
                <a16:creationId xmlns:a16="http://schemas.microsoft.com/office/drawing/2014/main" id="{9FAD390F-8DD5-4040-A74F-3051AF8F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66725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调用 / 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9A892-DD36-407D-BF44-BFFCEAFA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33425"/>
            <a:ext cx="1990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① 下发与选算法">
            <a:extLst xmlns:a="http://schemas.openxmlformats.org/drawingml/2006/main">
              <a:ext uri="{FF2B5EF4-FFF2-40B4-BE49-F238E27FC236}">
                <a16:creationId xmlns:a16="http://schemas.microsoft.com/office/drawing/2014/main" id="{1C707319-3ED0-4B28-B5BF-E13E490B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742950"/>
            <a:ext cx="1914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① 下发与选算法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652FB1-A93B-4CC4-933A-2C93E82A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33425"/>
            <a:ext cx="1990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" name="② 计算并申请资源">
            <a:extLst xmlns:a="http://schemas.openxmlformats.org/drawingml/2006/main">
              <a:ext uri="{FF2B5EF4-FFF2-40B4-BE49-F238E27FC236}">
                <a16:creationId xmlns:a16="http://schemas.microsoft.com/office/drawing/2014/main" id="{6C47EE32-9040-4037-8DD7-38778FD7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742950"/>
            <a:ext cx="1914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② 计算并申请资源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E20B2-2164-4A74-A2B7-9CE1650E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733425"/>
            <a:ext cx="1990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" name="③ 建链与上下文交付">
            <a:extLst xmlns:a="http://schemas.openxmlformats.org/drawingml/2006/main">
              <a:ext uri="{FF2B5EF4-FFF2-40B4-BE49-F238E27FC236}">
                <a16:creationId xmlns:a16="http://schemas.microsoft.com/office/drawing/2014/main" id="{05D61358-1167-4971-85E3-B77088F1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742950"/>
            <a:ext cx="1914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③ 建链与上下文交付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92417E-7BD5-47AE-A38A-9AA9BB3F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733425"/>
            <a:ext cx="1990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④ 发射、设备展开">
            <a:extLst xmlns:a="http://schemas.openxmlformats.org/drawingml/2006/main">
              <a:ext uri="{FF2B5EF4-FFF2-40B4-BE49-F238E27FC236}">
                <a16:creationId xmlns:a16="http://schemas.microsoft.com/office/drawing/2014/main" id="{5A38831F-81EC-470E-B406-B5CDC775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742950"/>
            <a:ext cx="1914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④ 发射、设备展开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6D002-30DE-4D47-B6D0-12567C5B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733425"/>
            <a:ext cx="21812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6" name="⑤ 交换数据、完成">
            <a:extLst xmlns:a="http://schemas.openxmlformats.org/drawingml/2006/main">
              <a:ext uri="{FF2B5EF4-FFF2-40B4-BE49-F238E27FC236}">
                <a16:creationId xmlns:a16="http://schemas.microsoft.com/office/drawing/2014/main" id="{72DF74FF-7F36-43E1-9803-3769B0D7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742950"/>
            <a:ext cx="2105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⑤ 交换数据、完成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5DB6FE-1DE5-463F-93BB-14379999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71550"/>
            <a:ext cx="1183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C908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EF0422-EFBA-4800-AD2B-FAD36C1B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715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9" name="上层调用方">
            <a:extLst xmlns:a="http://schemas.openxmlformats.org/drawingml/2006/main">
              <a:ext uri="{FF2B5EF4-FFF2-40B4-BE49-F238E27FC236}">
                <a16:creationId xmlns:a16="http://schemas.microsoft.com/office/drawing/2014/main" id="{24756B52-50DB-41F7-9A74-B0C3CFAD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000125"/>
            <a:ext cx="97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上层调用方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CFAD32-1829-4B6F-BB33-71FE7D39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04925"/>
            <a:ext cx="118300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C908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3B6A05-6617-4EC5-AFB1-E21A34E5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04925"/>
            <a:ext cx="1104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9B3B8A3B-C9A7-4335-891E-81EEEE2F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581150"/>
            <a:ext cx="97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23" name="参数、选算法&#10;与资源组织">
            <a:extLst xmlns:a="http://schemas.openxmlformats.org/drawingml/2006/main">
              <a:ext uri="{FF2B5EF4-FFF2-40B4-BE49-F238E27FC236}">
                <a16:creationId xmlns:a16="http://schemas.microsoft.com/office/drawing/2014/main" id="{DEF27BD6-835C-4904-9E94-73280C7C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95262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参数、选算法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与资源组织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578C55-43E6-4760-805E-67F683D4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362200"/>
            <a:ext cx="118300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C908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F7B10D-FC9C-4399-BD2C-128FCE87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362200"/>
            <a:ext cx="1104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6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129C01C0-9004-4E7C-8277-0D9A4CEF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809875"/>
            <a:ext cx="97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27" name="域资源 / 拓扑&#10;内存 / 建链">
            <a:extLst xmlns:a="http://schemas.openxmlformats.org/drawingml/2006/main">
              <a:ext uri="{FF2B5EF4-FFF2-40B4-BE49-F238E27FC236}">
                <a16:creationId xmlns:a16="http://schemas.microsoft.com/office/drawing/2014/main" id="{0D6BF272-4DCA-4CE9-8BD5-F32DC4FD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1813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域资源 / 拓扑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内存 / 建链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C77820-00B6-4BB0-B886-F7DC5A73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762375"/>
            <a:ext cx="11830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C908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2F6157-8049-4DE7-814D-7CDD39A2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762375"/>
            <a:ext cx="1104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ACL Runtime">
            <a:extLst xmlns:a="http://schemas.openxmlformats.org/drawingml/2006/main">
              <a:ext uri="{FF2B5EF4-FFF2-40B4-BE49-F238E27FC236}">
                <a16:creationId xmlns:a16="http://schemas.microsoft.com/office/drawing/2014/main" id="{220ACC77-BCCB-414E-967B-0EEA5045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800475"/>
            <a:ext cx="97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 Runtime</a:t>
            </a:r>
          </a:p>
        </p:txBody>
      </p:sp>
      <p:sp>
        <p:nvSpPr>
          <p:cNvPr id="31" name="提交设备 Kernel">
            <a:extLst xmlns:a="http://schemas.openxmlformats.org/drawingml/2006/main">
              <a:ext uri="{FF2B5EF4-FFF2-40B4-BE49-F238E27FC236}">
                <a16:creationId xmlns:a16="http://schemas.microsoft.com/office/drawing/2014/main" id="{8C1A18FF-D26C-483B-BE3F-BAF9FE63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1719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提交设备 Kernel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C51615-4A35-4C70-B33B-F0CD403B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343400"/>
            <a:ext cx="11830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C908B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9AE5ED-58A9-4D9A-89B8-9B7AE3C3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343400"/>
            <a:ext cx="1104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CL&#10;AICPU">
            <a:extLst xmlns:a="http://schemas.openxmlformats.org/drawingml/2006/main">
              <a:ext uri="{FF2B5EF4-FFF2-40B4-BE49-F238E27FC236}">
                <a16:creationId xmlns:a16="http://schemas.microsoft.com/office/drawing/2014/main" id="{8CABB359-C560-4DC6-AD63-A4444B2F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629150"/>
            <a:ext cx="97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AICPU</a:t>
            </a:r>
          </a:p>
        </p:txBody>
      </p:sp>
      <p:sp>
        <p:nvSpPr>
          <p:cNvPr id="35" name="执行器与模板&#10;生成通信任务">
            <a:extLst xmlns:a="http://schemas.openxmlformats.org/drawingml/2006/main">
              <a:ext uri="{FF2B5EF4-FFF2-40B4-BE49-F238E27FC236}">
                <a16:creationId xmlns:a16="http://schemas.microsoft.com/office/drawing/2014/main" id="{8F3AF1D3-BCBC-4AA0-9C86-80B588FA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00062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执行器与模板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生成通信任务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2C2D0E-B45E-4820-BF1D-27FD18B5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419725"/>
            <a:ext cx="118300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C908B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4B8393-51D1-45AC-A1D5-D7A3B358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419725"/>
            <a:ext cx="1104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38" name="HCOMM&#10;数据面">
            <a:extLst xmlns:a="http://schemas.openxmlformats.org/drawingml/2006/main">
              <a:ext uri="{FF2B5EF4-FFF2-40B4-BE49-F238E27FC236}">
                <a16:creationId xmlns:a16="http://schemas.microsoft.com/office/drawing/2014/main" id="{4CD63CE0-0ADC-4B26-BBEB-377B6C50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791200"/>
            <a:ext cx="97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39" name="同步 / 搬运&#10;执行控制">
            <a:extLst xmlns:a="http://schemas.openxmlformats.org/drawingml/2006/main">
              <a:ext uri="{FF2B5EF4-FFF2-40B4-BE49-F238E27FC236}">
                <a16:creationId xmlns:a16="http://schemas.microsoft.com/office/drawing/2014/main" id="{B9A34173-9ECD-42B2-9C39-96AB9490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16267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同步 / 搬运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执行控制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3D8E7D-3333-4B29-B054-8D8F1A38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A6F266-B415-4EDF-BC8A-ADDB1DAA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6619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2" name=""/>
          <p:cNvCxnSpPr>
            <a:stCxn xmlns:a="http://schemas.openxmlformats.org/drawingml/2006/main" id="40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3419952" y="972503"/>
            <a:ext cx="0" cy="564737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9"/>
            </a:solidFill>
            <a:prstDash val="dash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944C59-4A79-4F26-AF4F-AB4616DF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BFF6A6-458E-4D87-8A3F-3BA607B7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619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5" name=""/>
          <p:cNvCxnSpPr>
            <a:stCxn xmlns:a="http://schemas.openxmlformats.org/drawingml/2006/main" id="4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5515452" y="972503"/>
            <a:ext cx="0" cy="564737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9"/>
            </a:solidFill>
            <a:prstDash val="dash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040A34-BAE5-4271-8B27-8B562227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AA9B0B-83AE-4559-91E5-2D072E5E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6619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8" name=""/>
          <p:cNvCxnSpPr>
            <a:stCxn xmlns:a="http://schemas.openxmlformats.org/drawingml/2006/main" id="46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7610952" y="972503"/>
            <a:ext cx="0" cy="564737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9"/>
            </a:solidFill>
            <a:prstDash val="dash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E86E0D-C0C6-4BFB-9C82-5D40EA66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65FB3B1-ADA7-4C83-AF9E-3C2067BD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6619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1" name=""/>
          <p:cNvCxnSpPr>
            <a:stCxn xmlns:a="http://schemas.openxmlformats.org/drawingml/2006/main" id="49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9706452" y="972503"/>
            <a:ext cx="0" cy="564737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9"/>
            </a:solidFill>
            <a:prstDash val="dash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0293BF5-77E3-482A-991F-ADCC8269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009650"/>
            <a:ext cx="40862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53" name="发起 HcclAlltoAll(sendBuf, 2, FP32, recvBuf, 2, FP32, comm, stream)">
            <a:extLst xmlns:a="http://schemas.openxmlformats.org/drawingml/2006/main">
              <a:ext uri="{FF2B5EF4-FFF2-40B4-BE49-F238E27FC236}">
                <a16:creationId xmlns:a16="http://schemas.microsoft.com/office/drawing/2014/main" id="{E924DE50-239E-48E2-A654-AD2841C1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028700"/>
            <a:ext cx="3971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发起 HcclAlltoAll(sendBuf, 2, FP32, recvBuf, 2, FP32, comm, stream)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1601F3E-352E-434C-97B9-2F84221E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009650"/>
            <a:ext cx="21812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55" name="完成依赖满足后，后续任务使用 recvBuf">
            <a:extLst xmlns:a="http://schemas.openxmlformats.org/drawingml/2006/main">
              <a:ext uri="{FF2B5EF4-FFF2-40B4-BE49-F238E27FC236}">
                <a16:creationId xmlns:a16="http://schemas.microsoft.com/office/drawing/2014/main" id="{D6CF8C10-D97B-494B-A908-D549A7FA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028700"/>
            <a:ext cx="2066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完成依赖满足后，后续任务使用 recvBuf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AD48918-A51D-4D0D-B8AA-957D78C3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219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21B9C91-3D78-4F53-8053-24B49F2B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8" name=""/>
          <p:cNvCxnSpPr>
            <a:stCxn xmlns:a="http://schemas.openxmlformats.org/drawingml/2006/main" id="56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2372202" y="1220153"/>
            <a:ext cx="0" cy="132397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8645D54-5B3B-470B-AAE1-D399B568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52550"/>
            <a:ext cx="19907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60" name="①a 整理请求、选择算法">
            <a:extLst xmlns:a="http://schemas.openxmlformats.org/drawingml/2006/main">
              <a:ext uri="{FF2B5EF4-FFF2-40B4-BE49-F238E27FC236}">
                <a16:creationId xmlns:a16="http://schemas.microsoft.com/office/drawing/2014/main" id="{658C9607-6753-4383-9843-AAFB4E8F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71600"/>
            <a:ext cx="189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①a 整理请求、选择算法</a:t>
            </a:r>
          </a:p>
        </p:txBody>
      </p:sp>
      <p:sp>
        <p:nvSpPr>
          <p:cNvPr id="6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0A866145-CD26-46C5-AF44-8F194381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504950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CheckAlltoAllInputPara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检查参数</a:t>
            </a:r>
          </a:p>
        </p:txBody>
      </p:sp>
      <p:sp>
        <p:nvSpPr>
          <p:cNvPr id="6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8321032A-6ECE-45D4-9EBB-08C6CF82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597343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ConvertAlltoAllParam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生成数量 / 位移</a:t>
            </a:r>
          </a:p>
        </p:txBody>
      </p:sp>
      <p:sp>
        <p:nvSpPr>
          <p:cNvPr id="63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3B072760-8776-49B7-B445-B6A6FC15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689735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AlltoAllVOutPlace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进入非原地入口</a:t>
            </a:r>
          </a:p>
        </p:txBody>
      </p:sp>
      <p:sp>
        <p:nvSpPr>
          <p:cNvPr id="64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0DE63EB1-71E0-4C7B-B2A5-F7EE439C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82128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AlltoAllVConstructOpParam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封装请求</a:t>
            </a:r>
          </a:p>
        </p:txBody>
      </p:sp>
      <p:sp>
        <p:nvSpPr>
          <p:cNvPr id="65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E884259B-0FEC-492C-8577-4A757C0C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874520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HcclGetOpExpansionMode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读展开方式</a:t>
            </a:r>
          </a:p>
        </p:txBody>
      </p:sp>
      <p:sp>
        <p:nvSpPr>
          <p:cNvPr id="66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08CFD1EA-EA63-486E-A06A-77E19468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966913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AlltoAllVExecDispatch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进入分发</a:t>
            </a:r>
          </a:p>
        </p:txBody>
      </p:sp>
      <p:sp>
        <p:nvSpPr>
          <p:cNvPr id="6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C9712FEE-C8F4-4D26-A545-50C51C91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059305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HcclCalcTopoInfo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取得拓扑说明</a:t>
            </a:r>
          </a:p>
        </p:txBody>
      </p:sp>
      <p:sp>
        <p:nvSpPr>
          <p:cNvPr id="68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741F631E-DA3A-436C-8012-4EEACBBB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151698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SelectAicpuAlgo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选择 Mesh 算法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89D2758-3FE0-462A-A614-42B96AB0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52550"/>
            <a:ext cx="19907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70" name="②a 先绑流，再规划资源">
            <a:extLst xmlns:a="http://schemas.openxmlformats.org/drawingml/2006/main">
              <a:ext uri="{FF2B5EF4-FFF2-40B4-BE49-F238E27FC236}">
                <a16:creationId xmlns:a16="http://schemas.microsoft.com/office/drawing/2014/main" id="{36ED8154-6461-4FBB-B586-1F2A2310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371600"/>
            <a:ext cx="189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②a 先绑流，再规划资源</a:t>
            </a:r>
          </a:p>
        </p:txBody>
      </p:sp>
      <p:sp>
        <p:nvSpPr>
          <p:cNvPr id="7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C69AB612-41AF-43EA-B621-C47133D4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504950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HcclExecOp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进入执行准备</a:t>
            </a:r>
          </a:p>
        </p:txBody>
      </p:sp>
      <p:sp>
        <p:nvSpPr>
          <p:cNvPr id="7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546D4CDE-D25B-4A09-9ED6-B7E69887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597343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GetAlgExec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取得算法执行器</a:t>
            </a:r>
          </a:p>
        </p:txBody>
      </p:sp>
      <p:sp>
        <p:nvSpPr>
          <p:cNvPr id="73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83121681-3B0D-4021-A7EF-B8D93D69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689735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HcclGetAlgRes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取得算法资源</a:t>
            </a:r>
          </a:p>
        </p:txBody>
      </p:sp>
      <p:sp>
        <p:nvSpPr>
          <p:cNvPr id="74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E99F3432-EDBA-48CE-8D21-B30C1633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782128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TryReuseResource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检查资源复用</a:t>
            </a:r>
          </a:p>
        </p:txBody>
      </p:sp>
      <p:sp>
        <p:nvSpPr>
          <p:cNvPr id="75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C160E707-143B-469A-ABD0-8D73F047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874520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CalcAlgHierarchyInfoV2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形成分组</a:t>
            </a:r>
          </a:p>
        </p:txBody>
      </p:sp>
      <p:sp>
        <p:nvSpPr>
          <p:cNvPr id="76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41C923D6-E242-4F6D-8D6E-5B548E84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966913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CalcRes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计算资源需求</a:t>
            </a:r>
          </a:p>
        </p:txBody>
      </p:sp>
      <p:sp>
        <p:nvSpPr>
          <p:cNvPr id="7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C4C07868-0DE8-4C26-B9E3-A8FB1A55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059305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GetAlgResAICPU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进入设备资源准备</a:t>
            </a:r>
          </a:p>
        </p:txBody>
      </p:sp>
      <p:sp>
        <p:nvSpPr>
          <p:cNvPr id="78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45939DF4-8662-46DA-80A7-F9F8B4B7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151698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按清单申请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02532E9-1084-46A1-9021-34FFA629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352550"/>
            <a:ext cx="19907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80" name="③a 组织资源、交付描述">
            <a:extLst xmlns:a="http://schemas.openxmlformats.org/drawingml/2006/main">
              <a:ext uri="{FF2B5EF4-FFF2-40B4-BE49-F238E27FC236}">
                <a16:creationId xmlns:a16="http://schemas.microsoft.com/office/drawing/2014/main" id="{3A924935-157B-4E62-BD62-D7314BD4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71600"/>
            <a:ext cx="189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③a 组织资源、交付描述</a:t>
            </a:r>
          </a:p>
        </p:txBody>
      </p:sp>
      <p:sp>
        <p:nvSpPr>
          <p:cNvPr id="8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CEB66100-5040-40CE-A52C-1B45D2B6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504950"/>
            <a:ext cx="1876425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HcclGetThread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组织 Thread 申请</a:t>
            </a:r>
          </a:p>
        </p:txBody>
      </p:sp>
      <p:sp>
        <p:nvSpPr>
          <p:cNvPr id="8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90FA5C4A-9215-4BA7-A73F-B897109E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605915"/>
            <a:ext cx="1876425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HcclGetAicpuThread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获取主从队列</a:t>
            </a:r>
          </a:p>
        </p:txBody>
      </p:sp>
      <p:sp>
        <p:nvSpPr>
          <p:cNvPr id="83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F037AEBB-063B-473D-8D76-391325DE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706880"/>
            <a:ext cx="1876425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HcclGetChannel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组织 Peer 通道申请</a:t>
            </a:r>
          </a:p>
        </p:txBody>
      </p:sp>
      <p:sp>
        <p:nvSpPr>
          <p:cNvPr id="84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F97190BD-F960-4C54-A796-B9C98CA6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807845"/>
            <a:ext cx="1876425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BuildChannelInfo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补齐通道 / 远端地址</a:t>
            </a:r>
          </a:p>
        </p:txBody>
      </p:sp>
      <p:sp>
        <p:nvSpPr>
          <p:cNvPr id="85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44AEAE49-9D63-4125-99A3-8A04C64B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908810"/>
            <a:ext cx="1876425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Serialize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打包资源描述</a:t>
            </a:r>
          </a:p>
        </p:txBody>
      </p:sp>
      <p:sp>
        <p:nvSpPr>
          <p:cNvPr id="86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42C06788-7BD1-4E3A-8076-559E23D4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009775"/>
            <a:ext cx="1876425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HcclMemcpyCtxHostToDevice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交付设备</a:t>
            </a:r>
          </a:p>
        </p:txBody>
      </p:sp>
      <p:sp>
        <p:nvSpPr>
          <p:cNvPr id="8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2D3E34E0-51FE-4323-BE06-D4A47704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110740"/>
            <a:ext cx="1876425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GetMainThreadInfo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读取设备主 Thread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B4580F9-1A77-4C55-B4C9-D52B6485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352550"/>
            <a:ext cx="19907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89" name="④a 输入就绪后发射">
            <a:extLst xmlns:a="http://schemas.openxmlformats.org/drawingml/2006/main">
              <a:ext uri="{FF2B5EF4-FFF2-40B4-BE49-F238E27FC236}">
                <a16:creationId xmlns:a16="http://schemas.microsoft.com/office/drawing/2014/main" id="{B678475B-BEF9-47B9-B31E-9229E79E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371600"/>
            <a:ext cx="189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④a 输入就绪后发射</a:t>
            </a:r>
          </a:p>
        </p:txBody>
      </p:sp>
      <p:sp>
        <p:nvSpPr>
          <p:cNvPr id="90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0384E367-A0AB-46BA-A46D-AF3944F7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514475"/>
            <a:ext cx="18764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</a:t>
            </a:r>
          </a:p>
        </p:txBody>
      </p:sp>
      <p:sp>
        <p:nvSpPr>
          <p:cNvPr id="91" name="组织输入通知、发射与完成等待">
            <a:extLst xmlns:a="http://schemas.openxmlformats.org/drawingml/2006/main">
              <a:ext uri="{FF2B5EF4-FFF2-40B4-BE49-F238E27FC236}">
                <a16:creationId xmlns:a16="http://schemas.microsoft.com/office/drawing/2014/main" id="{ACE3995D-611D-402A-A32C-70503D2D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638300"/>
            <a:ext cx="1876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组织输入通知、发射与完成等待</a:t>
            </a:r>
          </a:p>
        </p:txBody>
      </p:sp>
      <p:sp>
        <p:nvSpPr>
          <p:cNvPr id="9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E4E802AC-6901-4824-8668-E8D556CE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809750"/>
            <a:ext cx="18764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AicpuKernelLaunch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构造 ACL 发射参数</a:t>
            </a:r>
          </a:p>
        </p:txBody>
      </p:sp>
      <p:sp>
        <p:nvSpPr>
          <p:cNvPr id="93" name="CPU 调用返回 ≠ 数据已全部到达">
            <a:extLst xmlns:a="http://schemas.openxmlformats.org/drawingml/2006/main">
              <a:ext uri="{FF2B5EF4-FFF2-40B4-BE49-F238E27FC236}">
                <a16:creationId xmlns:a16="http://schemas.microsoft.com/office/drawing/2014/main" id="{51EBA89D-18D3-4106-88AD-84B6665D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066925"/>
            <a:ext cx="18383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4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4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CPU 调用返回 ≠ 数据已全部到达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7709291-725C-4FC4-B256-FA98E54B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9825"/>
            <a:ext cx="199072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95" name="①b 返回配置与拓扑">
            <a:extLst xmlns:a="http://schemas.openxmlformats.org/drawingml/2006/main">
              <a:ext uri="{FF2B5EF4-FFF2-40B4-BE49-F238E27FC236}">
                <a16:creationId xmlns:a16="http://schemas.microsoft.com/office/drawing/2014/main" id="{4CFDE9CA-20AC-48BB-9210-E7405651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28875"/>
            <a:ext cx="189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①b 返回配置与拓扑</a:t>
            </a:r>
          </a:p>
        </p:txBody>
      </p:sp>
      <p:sp>
        <p:nvSpPr>
          <p:cNvPr id="96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E88DA4BE-D154-4483-B1BC-C6B92725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562225"/>
            <a:ext cx="1876425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HcclGetRankSize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成员数</a:t>
            </a:r>
          </a:p>
        </p:txBody>
      </p:sp>
      <p:sp>
        <p:nvSpPr>
          <p:cNvPr id="9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4CB65F3A-F264-4E0B-ACFC-9692855D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665095"/>
            <a:ext cx="1876425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HcclGetCommName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域名称</a:t>
            </a:r>
          </a:p>
        </p:txBody>
      </p:sp>
      <p:sp>
        <p:nvSpPr>
          <p:cNvPr id="98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66DFDA2A-7E9F-46E2-BFA0-F19197A8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7965"/>
            <a:ext cx="1876425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HcclGetRankId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本端编号</a:t>
            </a:r>
          </a:p>
        </p:txBody>
      </p:sp>
      <p:sp>
        <p:nvSpPr>
          <p:cNvPr id="99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21F73EF9-E990-4398-8A80-394F4B6B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870835"/>
            <a:ext cx="1876425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HcclConfigGetInfo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展开配置</a:t>
            </a:r>
          </a:p>
        </p:txBody>
      </p:sp>
      <p:sp>
        <p:nvSpPr>
          <p:cNvPr id="100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EBF9FD78-6C69-4F63-AC7D-39896264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973705"/>
            <a:ext cx="1876425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HcclCommGetStatus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域状态（支持时）</a:t>
            </a:r>
          </a:p>
        </p:txBody>
      </p:sp>
      <p:sp>
        <p:nvSpPr>
          <p:cNvPr id="10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A25CB84B-F4F5-4172-9D12-21BB08DA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076575"/>
            <a:ext cx="1876425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HcclEngineCtxGet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查拓扑缓存</a:t>
            </a:r>
          </a:p>
        </p:txBody>
      </p:sp>
      <p:sp>
        <p:nvSpPr>
          <p:cNvPr id="10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A2570913-C3D8-44E1-85CA-D3F9D9CF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179445"/>
            <a:ext cx="1876425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HcclRankGraphGetLayers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查询网络层</a:t>
            </a:r>
          </a:p>
        </p:txBody>
      </p:sp>
      <p:sp>
        <p:nvSpPr>
          <p:cNvPr id="103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9E7D9379-C992-478A-B8E4-662ACF10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282315"/>
            <a:ext cx="1876425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HcclRankGraphGetRanksByLayer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查成员</a:t>
            </a:r>
          </a:p>
        </p:txBody>
      </p:sp>
      <p:sp>
        <p:nvSpPr>
          <p:cNvPr id="104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52655EE0-341F-46A4-935C-6CA917A3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385185"/>
            <a:ext cx="1876425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HcclRankGraphGetLinks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查链路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75A3206-FDC6-411D-8428-D5506089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9907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06" name="②b 域资源与内存">
            <a:extLst xmlns:a="http://schemas.openxmlformats.org/drawingml/2006/main">
              <a:ext uri="{FF2B5EF4-FFF2-40B4-BE49-F238E27FC236}">
                <a16:creationId xmlns:a16="http://schemas.microsoft.com/office/drawing/2014/main" id="{830CCDA7-33B2-4D8A-AE71-AEACE8BB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28875"/>
            <a:ext cx="189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②b 域资源与内存</a:t>
            </a:r>
          </a:p>
        </p:txBody>
      </p:sp>
      <p:sp>
        <p:nvSpPr>
          <p:cNvPr id="10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3F0BAA22-952D-4C00-8FB7-FA43ED48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562225"/>
            <a:ext cx="18764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HcclThreadAcquireWithStream</a:t>
            </a:r>
            <a:r>
              <a:rPr sz="66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绑定用户流</a:t>
            </a:r>
          </a:p>
        </p:txBody>
      </p:sp>
      <p:sp>
        <p:nvSpPr>
          <p:cNvPr id="108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041F6000-6AA2-402C-A571-F0C40386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667000"/>
            <a:ext cx="18764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  <a:r>
              <a:rPr sz="66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</a:t>
            </a:r>
          </a:p>
        </p:txBody>
      </p:sp>
      <p:sp>
        <p:nvSpPr>
          <p:cNvPr id="109" name="CPU_TS 用户 Thread 导出给 AICPU">
            <a:extLst xmlns:a="http://schemas.openxmlformats.org/drawingml/2006/main">
              <a:ext uri="{FF2B5EF4-FFF2-40B4-BE49-F238E27FC236}">
                <a16:creationId xmlns:a16="http://schemas.microsoft.com/office/drawing/2014/main" id="{1026A548-DAE2-4B38-9BF7-3D6E1C93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771775"/>
            <a:ext cx="18002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9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CPU_TS 用户 Thread 导出给 AICPU</a:t>
            </a:r>
          </a:p>
        </p:txBody>
      </p:sp>
      <p:sp>
        <p:nvSpPr>
          <p:cNvPr id="110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449336D5-B94A-47A7-9F06-1B02C830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914650"/>
            <a:ext cx="18764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HcclEngineCtxGet</a:t>
            </a:r>
            <a:r>
              <a:rPr sz="66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查算法资源缓存</a:t>
            </a:r>
          </a:p>
        </p:txBody>
      </p:sp>
      <p:sp>
        <p:nvSpPr>
          <p:cNvPr id="11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38A08659-BE7A-4F7D-9C00-949DE5FA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28950"/>
            <a:ext cx="18764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HcclGetHcclBuffer</a:t>
            </a:r>
            <a:r>
              <a:rPr sz="66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取本地 CCL 中转区</a:t>
            </a:r>
          </a:p>
        </p:txBody>
      </p:sp>
      <p:sp>
        <p:nvSpPr>
          <p:cNvPr id="11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4E4D7399-9506-480C-ADB2-1D24D1D5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143250"/>
            <a:ext cx="18764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  <a:r>
              <a:rPr sz="66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取主从队列</a:t>
            </a:r>
          </a:p>
        </p:txBody>
      </p:sp>
      <p:sp>
        <p:nvSpPr>
          <p:cNvPr id="113" name="缓存命中时，跳过相应创建与建链。">
            <a:extLst xmlns:a="http://schemas.openxmlformats.org/drawingml/2006/main">
              <a:ext uri="{FF2B5EF4-FFF2-40B4-BE49-F238E27FC236}">
                <a16:creationId xmlns:a16="http://schemas.microsoft.com/office/drawing/2014/main" id="{CA0FBC5D-EFA3-4BD8-9C6B-61C51C34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76600"/>
            <a:ext cx="18764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82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缓存命中时，跳过相应创建与建链。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F2A9A5E-806D-42DB-B425-4145C81D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09825"/>
            <a:ext cx="19907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15" name="③b Channel 建链及上下文">
            <a:extLst xmlns:a="http://schemas.openxmlformats.org/drawingml/2006/main">
              <a:ext uri="{FF2B5EF4-FFF2-40B4-BE49-F238E27FC236}">
                <a16:creationId xmlns:a16="http://schemas.microsoft.com/office/drawing/2014/main" id="{991587C5-77D5-46E6-8976-E33F5586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28875"/>
            <a:ext cx="189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③b Channel 建链及上下文</a:t>
            </a:r>
          </a:p>
        </p:txBody>
      </p:sp>
      <p:sp>
        <p:nvSpPr>
          <p:cNvPr id="116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33842255-9769-419C-83C1-AA9E08E3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56222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HcclChannelAcquire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取得通道</a:t>
            </a:r>
          </a:p>
        </p:txBody>
      </p:sp>
      <p:sp>
        <p:nvSpPr>
          <p:cNvPr id="11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01B11E66-20ED-4A71-88AD-1EF1B867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4604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BatchCreateSockets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建立控制连接</a:t>
            </a:r>
          </a:p>
        </p:txBody>
      </p:sp>
      <p:sp>
        <p:nvSpPr>
          <p:cNvPr id="118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94E6F640-4B78-427D-8FF6-E22229C5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2986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BatchCreateChannels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组织底层资源</a:t>
            </a:r>
          </a:p>
        </p:txBody>
      </p:sp>
      <p:sp>
        <p:nvSpPr>
          <p:cNvPr id="119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E0457A67-755A-405A-A896-6407D2C1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81368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HcommEndpointCreate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创建端点</a:t>
            </a:r>
          </a:p>
        </p:txBody>
      </p:sp>
      <p:sp>
        <p:nvSpPr>
          <p:cNvPr id="120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D188E938-4CD8-49B0-B41E-2AA9E575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89750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开始监听</a:t>
            </a:r>
          </a:p>
        </p:txBody>
      </p:sp>
      <p:sp>
        <p:nvSpPr>
          <p:cNvPr id="12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06C9854D-30F9-45A0-A6E9-F3BC3A70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98132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HcommMemReg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注册通信内存</a:t>
            </a:r>
          </a:p>
        </p:txBody>
      </p:sp>
      <p:sp>
        <p:nvSpPr>
          <p:cNvPr id="12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EA6D31FB-46D3-47E5-8CA7-F335F588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06514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建通道</a:t>
            </a:r>
          </a:p>
        </p:txBody>
      </p:sp>
      <p:sp>
        <p:nvSpPr>
          <p:cNvPr id="123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29062991-6826-4091-8A22-90F29FFB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14896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BatchConnectChannels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检查连接</a:t>
            </a:r>
          </a:p>
        </p:txBody>
      </p:sp>
      <p:sp>
        <p:nvSpPr>
          <p:cNvPr id="124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1D9FFDEA-E118-4C9E-BF9F-3F63A502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23278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BatchExchangeAndCheckConsistency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校验</a:t>
            </a:r>
          </a:p>
        </p:txBody>
      </p:sp>
      <p:sp>
        <p:nvSpPr>
          <p:cNvPr id="125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1BD98BEE-66F2-4A7B-89E5-8E002013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31660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整理句柄</a:t>
            </a:r>
          </a:p>
        </p:txBody>
      </p:sp>
      <p:sp>
        <p:nvSpPr>
          <p:cNvPr id="126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22E583C2-411F-4566-931A-52653F21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40042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取远端 CCL</a:t>
            </a:r>
          </a:p>
        </p:txBody>
      </p:sp>
      <p:sp>
        <p:nvSpPr>
          <p:cNvPr id="12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5BCFEBAD-0E15-4CD4-90DE-FE92C91B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48424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HcclEngineCtxCreate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创建资源上下文</a:t>
            </a:r>
          </a:p>
        </p:txBody>
      </p:sp>
      <p:sp>
        <p:nvSpPr>
          <p:cNvPr id="128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C79BE9D3-E704-4659-B10B-F1A45924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56806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HcclEngineCtxCopy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复制资源描述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33D7ECF-90E9-4507-BD8A-55FE82F0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09825"/>
            <a:ext cx="19907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30" name="④b 导出设备主 Thread">
            <a:extLst xmlns:a="http://schemas.openxmlformats.org/drawingml/2006/main">
              <a:ext uri="{FF2B5EF4-FFF2-40B4-BE49-F238E27FC236}">
                <a16:creationId xmlns:a16="http://schemas.microsoft.com/office/drawing/2014/main" id="{0C79C734-0165-4585-9AD7-B82B11CC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28875"/>
            <a:ext cx="189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④b 导出设备主 Thread</a:t>
            </a:r>
          </a:p>
        </p:txBody>
      </p:sp>
      <p:sp>
        <p:nvSpPr>
          <p:cNvPr id="13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7D12121C-98EF-4437-97E8-A73C77E6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571750"/>
            <a:ext cx="18764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</a:t>
            </a:r>
          </a:p>
        </p:txBody>
      </p:sp>
      <p:sp>
        <p:nvSpPr>
          <p:cNvPr id="132" name="AICPU 主 Thread 导出为 CPU_TS 视图&#10;Host 随后才能给它发“输入就绪”通知">
            <a:extLst xmlns:a="http://schemas.openxmlformats.org/drawingml/2006/main">
              <a:ext uri="{FF2B5EF4-FFF2-40B4-BE49-F238E27FC236}">
                <a16:creationId xmlns:a16="http://schemas.microsoft.com/office/drawing/2014/main" id="{3126BAA3-89B2-42A5-9A67-4C745DD1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686050"/>
            <a:ext cx="1876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AICPU 主 Thread 导出为 CPU_TS 视图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6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Host 随后才能给它发“输入就绪”通知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753219B-7245-43A8-9046-3C4C76C4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810000"/>
            <a:ext cx="1990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34" name="④c 提交运行时任务">
            <a:extLst xmlns:a="http://schemas.openxmlformats.org/drawingml/2006/main">
              <a:ext uri="{FF2B5EF4-FFF2-40B4-BE49-F238E27FC236}">
                <a16:creationId xmlns:a16="http://schemas.microsoft.com/office/drawing/2014/main" id="{62286E48-7F79-4C75-8A09-0B53BF07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29050"/>
            <a:ext cx="189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④c 提交运行时任务</a:t>
            </a:r>
          </a:p>
        </p:txBody>
      </p:sp>
      <p:sp>
        <p:nvSpPr>
          <p:cNvPr id="135" name="API 公共前缀 aclrt">
            <a:extLst xmlns:a="http://schemas.openxmlformats.org/drawingml/2006/main">
              <a:ext uri="{FF2B5EF4-FFF2-40B4-BE49-F238E27FC236}">
                <a16:creationId xmlns:a16="http://schemas.microsoft.com/office/drawing/2014/main" id="{401373E4-1C98-4F44-8B76-F25ECFC6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962400"/>
            <a:ext cx="18764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API 公共前缀 aclrt</a:t>
            </a:r>
          </a:p>
        </p:txBody>
      </p:sp>
      <p:sp>
        <p:nvSpPr>
          <p:cNvPr id="136" name="BinaryGetFunction：找入口　KernelArgsInit：建参数&#10;KernelArgsAppend：追加　KernelArgsFinalize：封装&#10;LaunchKernelWithConfig：提交 A">
            <a:extLst xmlns:a="http://schemas.openxmlformats.org/drawingml/2006/main">
              <a:ext uri="{FF2B5EF4-FFF2-40B4-BE49-F238E27FC236}">
                <a16:creationId xmlns:a16="http://schemas.microsoft.com/office/drawing/2014/main" id="{0693F228-9B99-4FA3-BE9D-69F60ECA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048125"/>
            <a:ext cx="1876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7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BinaryGetFunction：找入口　KernelArgsInit：建参数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607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KernelArgsAppend：追加　KernelArgsFinalize：封装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607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0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LaunchKernelWithConfig：提交 AICPU Kernel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50FAE01-2AD3-4C62-8EEC-94C25835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91025"/>
            <a:ext cx="1990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38" name="④d 恢复资源，进入算法">
            <a:extLst xmlns:a="http://schemas.openxmlformats.org/drawingml/2006/main">
              <a:ext uri="{FF2B5EF4-FFF2-40B4-BE49-F238E27FC236}">
                <a16:creationId xmlns:a16="http://schemas.microsoft.com/office/drawing/2014/main" id="{29D85BD4-9311-4D81-B078-697AC100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0075"/>
            <a:ext cx="189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④d 恢复资源，进入算法</a:t>
            </a:r>
          </a:p>
        </p:txBody>
      </p:sp>
      <p:sp>
        <p:nvSpPr>
          <p:cNvPr id="139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701325DF-7821-424D-902C-57EFE130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543425"/>
            <a:ext cx="1876425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HcclLaunchAicpuKernel</a:t>
            </a:r>
            <a:r>
              <a: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设备入口</a:t>
            </a:r>
          </a:p>
        </p:txBody>
      </p:sp>
      <p:sp>
        <p:nvSpPr>
          <p:cNvPr id="140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3CD014E5-9B66-41E7-A07B-2270716E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619625"/>
            <a:ext cx="1876425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DeserializeResCtx</a:t>
            </a:r>
            <a:r>
              <a: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恢复资源</a:t>
            </a:r>
          </a:p>
        </p:txBody>
      </p:sp>
      <p:sp>
        <p:nvSpPr>
          <p:cNvPr id="14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734659D5-9EF8-4464-9033-34A4BA2F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695825"/>
            <a:ext cx="1876425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  <a:r>
              <a: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恢复数量 / 位移</a:t>
            </a:r>
          </a:p>
        </p:txBody>
      </p:sp>
      <p:sp>
        <p:nvSpPr>
          <p:cNvPr id="14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A8A519FA-1044-4E1C-9419-2D1319D8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772025"/>
            <a:ext cx="1876425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OpOrchestrate</a:t>
            </a:r>
            <a:r>
              <a: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组织任务生成</a:t>
            </a:r>
          </a:p>
        </p:txBody>
      </p:sp>
      <p:sp>
        <p:nvSpPr>
          <p:cNvPr id="143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A681FBD7-19EA-4ADC-8ABE-F53BFAE3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848225"/>
            <a:ext cx="1876425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GetAlgExec</a:t>
            </a:r>
            <a:r>
              <a: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取得执行器</a:t>
            </a:r>
          </a:p>
        </p:txBody>
      </p:sp>
      <p:sp>
        <p:nvSpPr>
          <p:cNvPr id="144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FF775336-94D9-4257-8B3E-FA96D911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924425"/>
            <a:ext cx="1876425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</a:t>
            </a:r>
            <a:r>
              <a: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恢复各 Peer 收发信息</a:t>
            </a:r>
          </a:p>
        </p:txBody>
      </p:sp>
      <p:sp>
        <p:nvSpPr>
          <p:cNvPr id="145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06F6A72E-2B27-4C70-BF4A-4E135403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000625"/>
            <a:ext cx="1876425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OrchestrateLoop</a:t>
            </a:r>
            <a:r>
              <a: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按中转区容量分块</a:t>
            </a:r>
          </a:p>
        </p:txBody>
      </p:sp>
      <p:sp>
        <p:nvSpPr>
          <p:cNvPr id="146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541CF94B-6B97-4C7B-8891-7DB8B424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076825"/>
            <a:ext cx="1876425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KernelRun</a:t>
            </a:r>
            <a:r>
              <a: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模板处理当前块</a:t>
            </a:r>
          </a:p>
        </p:txBody>
      </p:sp>
      <p:sp>
        <p:nvSpPr>
          <p:cNvPr id="14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0CFFF0C2-ED4D-4622-BDC9-6B965B9A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153025"/>
            <a:ext cx="1876425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CalcCommLoops</a:t>
            </a:r>
            <a:r>
              <a: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计算轮次数</a:t>
            </a:r>
          </a:p>
        </p:txBody>
      </p:sp>
      <p:sp>
        <p:nvSpPr>
          <p:cNvPr id="148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EF024149-391E-4A78-A433-0CC17633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229225"/>
            <a:ext cx="1876425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CalcCommRankSetForOneLoop</a:t>
            </a:r>
            <a:r>
              <a: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选 Peer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EACC67D8-3291-4E54-9083-22A1144E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391025"/>
            <a:ext cx="21812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50" name="⑤a 按轮 / Peer / Channel 展开">
            <a:extLst xmlns:a="http://schemas.openxmlformats.org/drawingml/2006/main">
              <a:ext uri="{FF2B5EF4-FFF2-40B4-BE49-F238E27FC236}">
                <a16:creationId xmlns:a16="http://schemas.microsoft.com/office/drawing/2014/main" id="{258BCA4A-91E3-4614-BA6E-1113D753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10075"/>
            <a:ext cx="2085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⑤a 按轮 / Peer / Channel 展开</a:t>
            </a:r>
          </a:p>
        </p:txBody>
      </p:sp>
      <p:sp>
        <p:nvSpPr>
          <p:cNvPr id="15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2B30C035-2636-4B0A-B42F-3E7CB41A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543425"/>
            <a:ext cx="2066925" cy="84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RunSendRecvByLoop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遍历本轮 Peer</a:t>
            </a:r>
          </a:p>
        </p:txBody>
      </p:sp>
      <p:sp>
        <p:nvSpPr>
          <p:cNvPr id="15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B1E0EE88-41FD-4A85-A343-9C875628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628198"/>
            <a:ext cx="2066925" cy="84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CalcDataSplitByPortGroupCommon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按端口切片</a:t>
            </a:r>
          </a:p>
        </p:txBody>
      </p:sp>
      <p:sp>
        <p:nvSpPr>
          <p:cNvPr id="153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F5620C66-71B5-41FA-ACBD-A8AB876E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712970"/>
            <a:ext cx="2066925" cy="84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RunSendRecvByChannel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逐 Channel 组织</a:t>
            </a:r>
          </a:p>
        </p:txBody>
      </p:sp>
      <p:sp>
        <p:nvSpPr>
          <p:cNvPr id="154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ADEBD253-C730-4387-AA14-D89CE440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797743"/>
            <a:ext cx="2066925" cy="84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CalcCclBuffIdx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计算 CCL 槽位</a:t>
            </a:r>
          </a:p>
        </p:txBody>
      </p:sp>
      <p:sp>
        <p:nvSpPr>
          <p:cNvPr id="155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FF4A4716-EB2F-44C5-B4B5-6D4CE4EA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882515"/>
            <a:ext cx="2066925" cy="84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BuildDataSlices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计算源、目的和字节数</a:t>
            </a:r>
          </a:p>
        </p:txBody>
      </p:sp>
      <p:sp>
        <p:nvSpPr>
          <p:cNvPr id="156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7012B2E5-F156-4989-8199-A1F56D98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967288"/>
            <a:ext cx="2066925" cy="84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SendRecvWrite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调用下面 A–E</a:t>
            </a:r>
          </a:p>
        </p:txBody>
      </p:sp>
      <p:sp>
        <p:nvSpPr>
          <p:cNvPr id="15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57E78743-0CB4-4C0E-A1D3-55B08A60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052060"/>
            <a:ext cx="2066925" cy="84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PostCopy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调用下面 F</a:t>
            </a:r>
          </a:p>
        </p:txBody>
      </p:sp>
      <p:sp>
        <p:nvSpPr>
          <p:cNvPr id="158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7E53C96F-D26D-4F63-BB85-6EEC8E8E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136833"/>
            <a:ext cx="2066925" cy="84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PostSyncInterThreads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等待本块主从汇合</a:t>
            </a:r>
          </a:p>
        </p:txBody>
      </p:sp>
      <p:sp>
        <p:nvSpPr>
          <p:cNvPr id="159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536CDF6D-5404-47C5-82F9-CEA30029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221605"/>
            <a:ext cx="2066925" cy="84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OrchestrateLoop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还有块则继续，否则返回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95F3793D-3838-40D3-BEE3-87E07B5F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467350"/>
            <a:ext cx="19907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61" name="④e 建立任务依赖">
            <a:extLst xmlns:a="http://schemas.openxmlformats.org/drawingml/2006/main">
              <a:ext uri="{FF2B5EF4-FFF2-40B4-BE49-F238E27FC236}">
                <a16:creationId xmlns:a16="http://schemas.microsoft.com/office/drawing/2014/main" id="{41692179-4B07-4498-BA8A-A14C6CFA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486400"/>
            <a:ext cx="189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④e 建立任务依赖</a:t>
            </a:r>
          </a:p>
        </p:txBody>
      </p:sp>
      <p:sp>
        <p:nvSpPr>
          <p:cNvPr id="162" name="Host 用户流：先 Record，发射后 Wait">
            <a:extLst xmlns:a="http://schemas.openxmlformats.org/drawingml/2006/main">
              <a:ext uri="{FF2B5EF4-FFF2-40B4-BE49-F238E27FC236}">
                <a16:creationId xmlns:a16="http://schemas.microsoft.com/office/drawing/2014/main" id="{0F1C12F5-D5B7-41C9-9EBD-5124C3F1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619750"/>
            <a:ext cx="18764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Host 用户流：先 Record，发射后 Wait</a:t>
            </a:r>
          </a:p>
        </p:txBody>
      </p:sp>
      <p:sp>
        <p:nvSpPr>
          <p:cNvPr id="163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FCA1AEA6-4755-4CB8-8AE4-A069F172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734050"/>
            <a:ext cx="18764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63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输入就绪</a:t>
            </a:r>
          </a:p>
        </p:txBody>
      </p:sp>
      <p:sp>
        <p:nvSpPr>
          <p:cNvPr id="164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29852F06-4DFE-4663-9C54-7B7BF328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838825"/>
            <a:ext cx="18764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63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等最终完成</a:t>
            </a:r>
          </a:p>
        </p:txBody>
      </p:sp>
      <p:sp>
        <p:nvSpPr>
          <p:cNvPr id="165" name="AICPU 编排调用：">
            <a:extLst xmlns:a="http://schemas.openxmlformats.org/drawingml/2006/main">
              <a:ext uri="{FF2B5EF4-FFF2-40B4-BE49-F238E27FC236}">
                <a16:creationId xmlns:a16="http://schemas.microsoft.com/office/drawing/2014/main" id="{ABD87A2E-C800-4F38-AC39-401BA9DB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953125"/>
            <a:ext cx="18764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AICPU 编排调用：</a:t>
            </a:r>
          </a:p>
        </p:txBody>
      </p:sp>
      <p:sp>
        <p:nvSpPr>
          <p:cNvPr id="166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B18B312C-9A52-4DD1-9CAA-D5251284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057900"/>
            <a:ext cx="1876425" cy="82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HcommAcquireComm</a:t>
            </a:r>
            <a:r>
              <a:rPr sz="63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使用域保护</a:t>
            </a:r>
          </a:p>
        </p:txBody>
      </p:sp>
      <p:sp>
        <p:nvSpPr>
          <p:cNvPr id="16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318164F9-025F-44D6-B3F7-048F6194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140768"/>
            <a:ext cx="1876425" cy="82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HcommBatchModeStart</a:t>
            </a:r>
            <a:r>
              <a:rPr sz="63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开启批模式</a:t>
            </a:r>
          </a:p>
        </p:txBody>
      </p:sp>
      <p:sp>
        <p:nvSpPr>
          <p:cNvPr id="168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BC772099-9B7B-49F3-804D-BE866DCF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223635"/>
            <a:ext cx="1876425" cy="82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63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等输入</a:t>
            </a:r>
          </a:p>
        </p:txBody>
      </p:sp>
      <p:sp>
        <p:nvSpPr>
          <p:cNvPr id="169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610A20AF-6516-4E3E-89F4-86736C4B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306503"/>
            <a:ext cx="1876425" cy="82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63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主通知从</a:t>
            </a:r>
          </a:p>
        </p:txBody>
      </p:sp>
      <p:sp>
        <p:nvSpPr>
          <p:cNvPr id="170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6BFCAF29-9796-436D-B34A-74C28A64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389370"/>
            <a:ext cx="1876425" cy="82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63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从等主</a:t>
            </a:r>
          </a:p>
        </p:txBody>
      </p:sp>
      <p:sp>
        <p:nvSpPr>
          <p:cNvPr id="17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6CB489F5-6016-49EF-A2EA-5F216807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472238"/>
            <a:ext cx="1876425" cy="82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</a:t>
            </a:r>
            <a:r>
              <a:rPr sz="63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拷贝自己分片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161A48FA-1298-41A5-9376-21ECAA28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467350"/>
            <a:ext cx="21812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73" name="⑤b 对端交换与收尾（本端视角）">
            <a:extLst xmlns:a="http://schemas.openxmlformats.org/drawingml/2006/main">
              <a:ext uri="{FF2B5EF4-FFF2-40B4-BE49-F238E27FC236}">
                <a16:creationId xmlns:a16="http://schemas.microsoft.com/office/drawing/2014/main" id="{AA22A871-617B-4A25-BCCF-0D4B9F35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486400"/>
            <a:ext cx="2085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⑤b 对端交换与收尾（本端视角）</a:t>
            </a:r>
          </a:p>
        </p:txBody>
      </p:sp>
      <p:sp>
        <p:nvSpPr>
          <p:cNvPr id="174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ED686BAE-B09B-4475-927A-AC3693D1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61975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 HcommChannelNotifyRecordOnThread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发 ACK</a:t>
            </a:r>
          </a:p>
        </p:txBody>
      </p:sp>
      <p:sp>
        <p:nvSpPr>
          <p:cNvPr id="175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6A935D74-9928-45CD-8903-94471FF2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70357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 HcommChannelNotifyWaitOnThread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等 ACK</a:t>
            </a:r>
          </a:p>
        </p:txBody>
      </p:sp>
      <p:sp>
        <p:nvSpPr>
          <p:cNvPr id="176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CC27125A-C9DA-4827-95DC-87808470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78739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 HcommWriteOnThread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写入对端 CCL</a:t>
            </a:r>
          </a:p>
        </p:txBody>
      </p:sp>
      <p:sp>
        <p:nvSpPr>
          <p:cNvPr id="17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4F2BF5AC-A0D1-4FC1-9E83-E279072C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87121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D HcommChannelNotifyRecordOnThread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发完成信号</a:t>
            </a:r>
          </a:p>
        </p:txBody>
      </p:sp>
      <p:sp>
        <p:nvSpPr>
          <p:cNvPr id="178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27253C67-6729-460C-A6CC-D73651D2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95503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E HcommChannelNotifyWaitOnThread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等反向完成</a:t>
            </a:r>
          </a:p>
        </p:txBody>
      </p:sp>
      <p:sp>
        <p:nvSpPr>
          <p:cNvPr id="179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6A37A44E-AA52-4868-BC0F-649CA453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603885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F HcommLocalCopyOnThread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CCL 拷到输出</a:t>
            </a:r>
          </a:p>
        </p:txBody>
      </p:sp>
      <p:sp>
        <p:nvSpPr>
          <p:cNvPr id="180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4487100F-C7DE-40CA-AD22-0BD9D7B5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612267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主等从</a:t>
            </a:r>
          </a:p>
        </p:txBody>
      </p:sp>
      <p:sp>
        <p:nvSpPr>
          <p:cNvPr id="18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13BBE4CF-483A-4D4D-A225-9F48BF6E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620649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从通知主</a:t>
            </a:r>
          </a:p>
        </p:txBody>
      </p:sp>
      <p:sp>
        <p:nvSpPr>
          <p:cNvPr id="18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66125B99-BCB2-48A7-91BE-6F870AD4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629031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通知用户流</a:t>
            </a:r>
          </a:p>
        </p:txBody>
      </p:sp>
      <p:sp>
        <p:nvSpPr>
          <p:cNvPr id="183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6200F28D-7A2D-47E7-A401-D3AAB1F5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637413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HcommBatchModeEnd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提交剩余任务</a:t>
            </a:r>
          </a:p>
        </p:txBody>
      </p:sp>
      <p:sp>
        <p:nvSpPr>
          <p:cNvPr id="184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0D93190C-8187-47BB-B819-E1180834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645795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HcommReleaseComm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退出使用保护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E425C92C-3E85-4B33-8741-468A2EA6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51DF202B-4AF9-42A1-B069-FAF416EB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409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7" name=""/>
          <p:cNvCxnSpPr>
            <a:stCxn xmlns:a="http://schemas.openxmlformats.org/drawingml/2006/main" id="185" idx="2"/>
            <a:endCxn xmlns:a="http://schemas.openxmlformats.org/drawingml/2006/main" id="186" idx="0"/>
          </p:cNvCxnSpPr>
          <p:nvPr/>
        </p:nvCxnSpPr>
        <p:spPr>
          <a:xfrm xmlns:a="http://schemas.openxmlformats.org/drawingml/2006/main">
            <a:off x="2372202" y="2267903"/>
            <a:ext cx="0" cy="14192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2CF152BA-0E0D-45FA-A8DA-AA90CD95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90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D7FCFDA3-4EF8-4B7C-A7EA-0547C467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90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0" name=""/>
          <p:cNvCxnSpPr>
            <a:stCxn xmlns:a="http://schemas.openxmlformats.org/drawingml/2006/main" id="188" idx="3"/>
            <a:endCxn xmlns:a="http://schemas.openxmlformats.org/drawingml/2006/main" id="189" idx="1"/>
          </p:cNvCxnSpPr>
          <p:nvPr/>
        </p:nvCxnSpPr>
        <p:spPr>
          <a:xfrm xmlns:a="http://schemas.openxmlformats.org/drawingml/2006/main">
            <a:off x="3372803" y="2791302"/>
            <a:ext cx="4667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545B5C"/>
            </a:solidFill>
            <a:prstDash val="dash"/>
          </a:ln>
        </p:spPr>
      </p:cxn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FE41702E-2304-4596-A68E-6B5FEB41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90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CB84C832-E537-429A-B935-7D7D6350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666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3" name=""/>
          <p:cNvCxnSpPr>
            <a:stCxn xmlns:a="http://schemas.openxmlformats.org/drawingml/2006/main" id="191" idx="0"/>
            <a:endCxn xmlns:a="http://schemas.openxmlformats.org/drawingml/2006/main" id="192" idx="2"/>
          </p:cNvCxnSpPr>
          <p:nvPr/>
        </p:nvCxnSpPr>
        <p:spPr>
          <a:xfrm xmlns:a="http://schemas.openxmlformats.org/drawingml/2006/main" flipV="1">
            <a:off x="3419952" y="1667828"/>
            <a:ext cx="0" cy="1122997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545B5C"/>
            </a:solidFill>
            <a:prstDash val="dash"/>
          </a:ln>
        </p:spPr>
      </p:cxn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75C37BA0-EF55-4BBD-BA58-2C3E2114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666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00FB4ED3-85E6-4D4D-A4AB-6DCF5ED2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66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6" name=""/>
          <p:cNvCxnSpPr>
            <a:stCxn xmlns:a="http://schemas.openxmlformats.org/drawingml/2006/main" id="194" idx="3"/>
            <a:endCxn xmlns:a="http://schemas.openxmlformats.org/drawingml/2006/main" id="195" idx="1"/>
          </p:cNvCxnSpPr>
          <p:nvPr/>
        </p:nvCxnSpPr>
        <p:spPr>
          <a:xfrm xmlns:a="http://schemas.openxmlformats.org/drawingml/2006/main">
            <a:off x="3420428" y="1667352"/>
            <a:ext cx="561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1764E750-4114-4330-84FA-CE483AF1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76F2A75E-4D4B-4220-8B3F-B5C55EBF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409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9" name=""/>
          <p:cNvCxnSpPr>
            <a:stCxn xmlns:a="http://schemas.openxmlformats.org/drawingml/2006/main" id="197" idx="2"/>
            <a:endCxn xmlns:a="http://schemas.openxmlformats.org/drawingml/2006/main" id="198" idx="0"/>
          </p:cNvCxnSpPr>
          <p:nvPr/>
        </p:nvCxnSpPr>
        <p:spPr>
          <a:xfrm xmlns:a="http://schemas.openxmlformats.org/drawingml/2006/main">
            <a:off x="4467702" y="2267903"/>
            <a:ext cx="0" cy="14192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C9C6D4B7-7A44-476B-9D6F-D6DB09AB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676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2880DABB-3F7E-4A91-AE76-A9FE4984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676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2" name=""/>
          <p:cNvCxnSpPr>
            <a:stCxn xmlns:a="http://schemas.openxmlformats.org/drawingml/2006/main" id="200" idx="3"/>
            <a:endCxn xmlns:a="http://schemas.openxmlformats.org/drawingml/2006/main" id="201" idx="1"/>
          </p:cNvCxnSpPr>
          <p:nvPr/>
        </p:nvCxnSpPr>
        <p:spPr>
          <a:xfrm xmlns:a="http://schemas.openxmlformats.org/drawingml/2006/main">
            <a:off x="5468303" y="16768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10313B97-468B-4637-B491-02CDC6F3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C7400691-6EB2-477E-9A80-5B0C131D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09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5" name=""/>
          <p:cNvCxnSpPr>
            <a:stCxn xmlns:a="http://schemas.openxmlformats.org/drawingml/2006/main" id="203" idx="2"/>
            <a:endCxn xmlns:a="http://schemas.openxmlformats.org/drawingml/2006/main" id="204" idx="0"/>
          </p:cNvCxnSpPr>
          <p:nvPr/>
        </p:nvCxnSpPr>
        <p:spPr>
          <a:xfrm xmlns:a="http://schemas.openxmlformats.org/drawingml/2006/main">
            <a:off x="6563202" y="2267903"/>
            <a:ext cx="0" cy="14192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126A3638-941D-4978-BCFE-B7210893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48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AE284207-0343-4508-B193-ADFFBC93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448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8" name=""/>
          <p:cNvCxnSpPr>
            <a:stCxn xmlns:a="http://schemas.openxmlformats.org/drawingml/2006/main" id="206" idx="3"/>
            <a:endCxn xmlns:a="http://schemas.openxmlformats.org/drawingml/2006/main" id="207" idx="1"/>
          </p:cNvCxnSpPr>
          <p:nvPr/>
        </p:nvCxnSpPr>
        <p:spPr>
          <a:xfrm xmlns:a="http://schemas.openxmlformats.org/drawingml/2006/main">
            <a:off x="7563803" y="3448527"/>
            <a:ext cx="4667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545B5C"/>
            </a:solidFill>
            <a:prstDash val="dash"/>
          </a:ln>
        </p:spPr>
      </p:cxn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3139DFAA-6997-4F79-B57F-80BE16F5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448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D9895E12-A177-4B56-B5A8-FB538C32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1" name=""/>
          <p:cNvCxnSpPr>
            <a:stCxn xmlns:a="http://schemas.openxmlformats.org/drawingml/2006/main" id="209" idx="0"/>
            <a:endCxn xmlns:a="http://schemas.openxmlformats.org/drawingml/2006/main" id="210" idx="2"/>
          </p:cNvCxnSpPr>
          <p:nvPr/>
        </p:nvCxnSpPr>
        <p:spPr>
          <a:xfrm xmlns:a="http://schemas.openxmlformats.org/drawingml/2006/main" flipV="1">
            <a:off x="7610952" y="1715453"/>
            <a:ext cx="0" cy="1732597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545B5C"/>
            </a:solidFill>
            <a:prstDash val="dash"/>
          </a:ln>
        </p:spPr>
      </p:cxn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56268188-7150-41A0-9433-ADAA34C8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D1723B44-DA64-4B21-86F2-3DE16BB1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4" name=""/>
          <p:cNvCxnSpPr>
            <a:stCxn xmlns:a="http://schemas.openxmlformats.org/drawingml/2006/main" id="212" idx="3"/>
            <a:endCxn xmlns:a="http://schemas.openxmlformats.org/drawingml/2006/main" id="213" idx="1"/>
          </p:cNvCxnSpPr>
          <p:nvPr/>
        </p:nvCxnSpPr>
        <p:spPr>
          <a:xfrm xmlns:a="http://schemas.openxmlformats.org/drawingml/2006/main">
            <a:off x="7611428" y="1714977"/>
            <a:ext cx="561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CDEDFD95-B272-4417-83B3-A3C39FD1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019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1B9499CB-C757-4370-8B35-7FAD3168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09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7" name=""/>
          <p:cNvCxnSpPr>
            <a:stCxn xmlns:a="http://schemas.openxmlformats.org/drawingml/2006/main" id="215" idx="2"/>
            <a:endCxn xmlns:a="http://schemas.openxmlformats.org/drawingml/2006/main" id="216" idx="0"/>
          </p:cNvCxnSpPr>
          <p:nvPr/>
        </p:nvCxnSpPr>
        <p:spPr>
          <a:xfrm xmlns:a="http://schemas.openxmlformats.org/drawingml/2006/main">
            <a:off x="8658702" y="2020253"/>
            <a:ext cx="0" cy="3895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39C0B6A1-7598-419C-B1EE-05DE0ABE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7A9FD94D-E2D5-4C29-B517-852E2E19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0" name=""/>
          <p:cNvCxnSpPr>
            <a:stCxn xmlns:a="http://schemas.openxmlformats.org/drawingml/2006/main" id="218" idx="1"/>
            <a:endCxn xmlns:a="http://schemas.openxmlformats.org/drawingml/2006/main" id="219" idx="3"/>
          </p:cNvCxnSpPr>
          <p:nvPr/>
        </p:nvCxnSpPr>
        <p:spPr>
          <a:xfrm xmlns:a="http://schemas.openxmlformats.org/drawingml/2006/main" flipH="1">
            <a:off x="7630478" y="2762727"/>
            <a:ext cx="371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41414"/>
            </a:solidFill>
            <a:prstDash val="solid"/>
          </a:ln>
        </p:spPr>
      </p:cxn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A79DE628-6B8F-4287-9C7A-6664D438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25CA85A3-F93D-4DDC-9D63-B9E9BF2F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848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3" name=""/>
          <p:cNvCxnSpPr>
            <a:stCxn xmlns:a="http://schemas.openxmlformats.org/drawingml/2006/main" id="221" idx="2"/>
            <a:endCxn xmlns:a="http://schemas.openxmlformats.org/drawingml/2006/main" id="222" idx="0"/>
          </p:cNvCxnSpPr>
          <p:nvPr/>
        </p:nvCxnSpPr>
        <p:spPr>
          <a:xfrm xmlns:a="http://schemas.openxmlformats.org/drawingml/2006/main">
            <a:off x="7630002" y="2763203"/>
            <a:ext cx="0" cy="10848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41414"/>
            </a:solidFill>
            <a:prstDash val="solid"/>
          </a:ln>
        </p:spPr>
      </p:cxn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8B56D233-9E69-4B54-A6DF-D055DF19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848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57B8939E-F1A9-4FFD-B625-5E9177A9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848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6" name=""/>
          <p:cNvCxnSpPr>
            <a:stCxn xmlns:a="http://schemas.openxmlformats.org/drawingml/2006/main" id="224" idx="3"/>
            <a:endCxn xmlns:a="http://schemas.openxmlformats.org/drawingml/2006/main" id="225" idx="1"/>
          </p:cNvCxnSpPr>
          <p:nvPr/>
        </p:nvCxnSpPr>
        <p:spPr>
          <a:xfrm xmlns:a="http://schemas.openxmlformats.org/drawingml/2006/main">
            <a:off x="7630478" y="3848577"/>
            <a:ext cx="371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3EACADAD-4ACD-48CF-B94A-1145AB6A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248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EA45B9DC-72B7-40FF-9DE1-01745A27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391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9" name=""/>
          <p:cNvCxnSpPr>
            <a:stCxn xmlns:a="http://schemas.openxmlformats.org/drawingml/2006/main" id="227" idx="2"/>
            <a:endCxn xmlns:a="http://schemas.openxmlformats.org/drawingml/2006/main" id="228" idx="0"/>
          </p:cNvCxnSpPr>
          <p:nvPr/>
        </p:nvCxnSpPr>
        <p:spPr>
          <a:xfrm xmlns:a="http://schemas.openxmlformats.org/drawingml/2006/main">
            <a:off x="8658702" y="4249103"/>
            <a:ext cx="0" cy="141922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DDA33B98-E3B4-4640-AA07-22185760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857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A6613288-72E5-43A3-9BFE-BE83BF36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857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2" name=""/>
          <p:cNvCxnSpPr>
            <a:stCxn xmlns:a="http://schemas.openxmlformats.org/drawingml/2006/main" id="230" idx="3"/>
            <a:endCxn xmlns:a="http://schemas.openxmlformats.org/drawingml/2006/main" id="231" idx="1"/>
          </p:cNvCxnSpPr>
          <p:nvPr/>
        </p:nvCxnSpPr>
        <p:spPr>
          <a:xfrm xmlns:a="http://schemas.openxmlformats.org/drawingml/2006/main">
            <a:off x="9659303" y="48582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85DF944B-FEFC-4BBD-9133-A1F25C92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5324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6197CDA7-7910-4B75-81E5-9236AD4F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5467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5" name=""/>
          <p:cNvCxnSpPr>
            <a:stCxn xmlns:a="http://schemas.openxmlformats.org/drawingml/2006/main" id="233" idx="2"/>
            <a:endCxn xmlns:a="http://schemas.openxmlformats.org/drawingml/2006/main" id="234" idx="0"/>
          </p:cNvCxnSpPr>
          <p:nvPr/>
        </p:nvCxnSpPr>
        <p:spPr>
          <a:xfrm xmlns:a="http://schemas.openxmlformats.org/drawingml/2006/main">
            <a:off x="8658702" y="5325428"/>
            <a:ext cx="0" cy="14192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8B676D60-51D1-4003-A77A-ABFA8F59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5324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17DFF46C-5E44-4BA0-B27D-BD5E9D29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5467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8" name=""/>
          <p:cNvCxnSpPr>
            <a:stCxn xmlns:a="http://schemas.openxmlformats.org/drawingml/2006/main" id="236" idx="2"/>
            <a:endCxn xmlns:a="http://schemas.openxmlformats.org/drawingml/2006/main" id="237" idx="0"/>
          </p:cNvCxnSpPr>
          <p:nvPr/>
        </p:nvCxnSpPr>
        <p:spPr>
          <a:xfrm xmlns:a="http://schemas.openxmlformats.org/drawingml/2006/main">
            <a:off x="10849452" y="5325428"/>
            <a:ext cx="0" cy="14192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70DC0E89-06A4-4604-A6F1-280EF158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57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7DDE8EB7-9567-4C6B-A3B6-04096CEC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57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1" name=""/>
          <p:cNvCxnSpPr>
            <a:stCxn xmlns:a="http://schemas.openxmlformats.org/drawingml/2006/main" id="239" idx="3"/>
            <a:endCxn xmlns:a="http://schemas.openxmlformats.org/drawingml/2006/main" id="240" idx="1"/>
          </p:cNvCxnSpPr>
          <p:nvPr/>
        </p:nvCxnSpPr>
        <p:spPr>
          <a:xfrm xmlns:a="http://schemas.openxmlformats.org/drawingml/2006/main">
            <a:off x="9659303" y="1572102"/>
            <a:ext cx="27622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931C25"/>
            </a:solidFill>
            <a:prstDash val="dash"/>
          </a:ln>
        </p:spPr>
      </p:cxn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DDCB8E50-E74C-4AB6-8260-6F8B3AA1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57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12D147A9-F01A-4327-A252-373D29C9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78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4" name=""/>
          <p:cNvCxnSpPr>
            <a:stCxn xmlns:a="http://schemas.openxmlformats.org/drawingml/2006/main" id="242" idx="2"/>
            <a:endCxn xmlns:a="http://schemas.openxmlformats.org/drawingml/2006/main" id="243" idx="0"/>
          </p:cNvCxnSpPr>
          <p:nvPr/>
        </p:nvCxnSpPr>
        <p:spPr>
          <a:xfrm xmlns:a="http://schemas.openxmlformats.org/drawingml/2006/main">
            <a:off x="9687402" y="1572578"/>
            <a:ext cx="0" cy="4209097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931C25"/>
            </a:solidFill>
            <a:prstDash val="dash"/>
          </a:ln>
        </p:spPr>
      </p:cxn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74665616-95DC-4900-B0FB-CE518776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78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6E3133D8-C5E2-443E-A52C-46C019A5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78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7" name=""/>
          <p:cNvCxnSpPr>
            <a:stCxn xmlns:a="http://schemas.openxmlformats.org/drawingml/2006/main" id="245" idx="1"/>
            <a:endCxn xmlns:a="http://schemas.openxmlformats.org/drawingml/2006/main" id="246" idx="3"/>
          </p:cNvCxnSpPr>
          <p:nvPr/>
        </p:nvCxnSpPr>
        <p:spPr>
          <a:xfrm xmlns:a="http://schemas.openxmlformats.org/drawingml/2006/main" flipH="1">
            <a:off x="9659303" y="5782152"/>
            <a:ext cx="27622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248" name="Host 调用数据面&#10;提交就绪 / 完成依赖">
            <a:extLst xmlns:a="http://schemas.openxmlformats.org/drawingml/2006/main">
              <a:ext uri="{FF2B5EF4-FFF2-40B4-BE49-F238E27FC236}">
                <a16:creationId xmlns:a16="http://schemas.microsoft.com/office/drawing/2014/main" id="{8ED1EC07-367F-4E13-B636-1243F8A6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52400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Host 调用数据面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提交就绪 / 完成依赖</a:t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B96ACA76-FCCD-4A18-8295-2EEA364C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1666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817498E0-DA87-4E69-9A04-CE13A843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666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1" name=""/>
          <p:cNvCxnSpPr>
            <a:stCxn xmlns:a="http://schemas.openxmlformats.org/drawingml/2006/main" id="249" idx="1"/>
            <a:endCxn xmlns:a="http://schemas.openxmlformats.org/drawingml/2006/main" id="250" idx="3"/>
          </p:cNvCxnSpPr>
          <p:nvPr/>
        </p:nvCxnSpPr>
        <p:spPr>
          <a:xfrm xmlns:a="http://schemas.openxmlformats.org/drawingml/2006/main" flipH="1">
            <a:off x="9716453" y="1667352"/>
            <a:ext cx="25622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931C25"/>
            </a:solidFill>
            <a:prstDash val="dash"/>
          </a:ln>
        </p:spPr>
      </p:cxn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3F39758E-71F1-4C56-99F8-5036E501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6334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AD0E36C1-884C-4B4A-AC95-323E41EE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6334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4" name=""/>
          <p:cNvCxnSpPr>
            <a:stCxn xmlns:a="http://schemas.openxmlformats.org/drawingml/2006/main" id="252" idx="3"/>
            <a:endCxn xmlns:a="http://schemas.openxmlformats.org/drawingml/2006/main" id="253" idx="1"/>
          </p:cNvCxnSpPr>
          <p:nvPr/>
        </p:nvCxnSpPr>
        <p:spPr>
          <a:xfrm xmlns:a="http://schemas.openxmlformats.org/drawingml/2006/main">
            <a:off x="11945303" y="6334602"/>
            <a:ext cx="276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dash"/>
          </a:ln>
        </p:spPr>
      </p:cxn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EB541A2B-8F78-4CE1-A692-7456DC3C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6334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AC3C619A-7CEB-4E4E-8AD1-3C3858E2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126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7" name=""/>
          <p:cNvCxnSpPr>
            <a:stCxn xmlns:a="http://schemas.openxmlformats.org/drawingml/2006/main" id="255" idx="0"/>
            <a:endCxn xmlns:a="http://schemas.openxmlformats.org/drawingml/2006/main" id="256" idx="2"/>
          </p:cNvCxnSpPr>
          <p:nvPr/>
        </p:nvCxnSpPr>
        <p:spPr>
          <a:xfrm xmlns:a="http://schemas.openxmlformats.org/drawingml/2006/main" flipV="1">
            <a:off x="11973402" y="1267778"/>
            <a:ext cx="0" cy="50663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dash"/>
          </a:ln>
        </p:spPr>
      </p:cxn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07A7E3D3-65E6-4BD0-8509-150D0BCB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126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4613B8DE-E463-4B0A-9C7F-7A5C2CAE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26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0" name=""/>
          <p:cNvCxnSpPr>
            <a:stCxn xmlns:a="http://schemas.openxmlformats.org/drawingml/2006/main" id="258" idx="1"/>
            <a:endCxn xmlns:a="http://schemas.openxmlformats.org/drawingml/2006/main" id="259" idx="3"/>
          </p:cNvCxnSpPr>
          <p:nvPr/>
        </p:nvCxnSpPr>
        <p:spPr>
          <a:xfrm xmlns:a="http://schemas.openxmlformats.org/drawingml/2006/main" flipH="1">
            <a:off x="10859453" y="1267302"/>
            <a:ext cx="11134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dash"/>
          </a:ln>
        </p:spPr>
      </p:cxn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EEF3F00E-A96D-44A5-80D9-68E57043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26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3D9736D1-6C67-44C8-A975-3BD46249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219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3" name=""/>
          <p:cNvCxnSpPr>
            <a:stCxn xmlns:a="http://schemas.openxmlformats.org/drawingml/2006/main" id="261" idx="0"/>
            <a:endCxn xmlns:a="http://schemas.openxmlformats.org/drawingml/2006/main" id="262" idx="2"/>
          </p:cNvCxnSpPr>
          <p:nvPr/>
        </p:nvCxnSpPr>
        <p:spPr>
          <a:xfrm xmlns:a="http://schemas.openxmlformats.org/drawingml/2006/main" flipV="1">
            <a:off x="10858977" y="122015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264" name="通知满足用户流等待">
            <a:extLst xmlns:a="http://schemas.openxmlformats.org/drawingml/2006/main">
              <a:ext uri="{FF2B5EF4-FFF2-40B4-BE49-F238E27FC236}">
                <a16:creationId xmlns:a16="http://schemas.microsoft.com/office/drawing/2014/main" id="{13572AEE-D331-48F0-88D4-679EED6A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95500"/>
            <a:ext cx="1743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通知满足用户流等待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F108AC68-5A50-4589-BC1C-6550EFBD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A86BD2E5-1383-41AB-9AB2-8E63564A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7" name=""/>
          <p:cNvCxnSpPr>
            <a:stCxn xmlns:a="http://schemas.openxmlformats.org/drawingml/2006/main" id="265" idx="3"/>
            <a:endCxn xmlns:a="http://schemas.openxmlformats.org/drawingml/2006/main" id="266" idx="1"/>
          </p:cNvCxnSpPr>
          <p:nvPr/>
        </p:nvCxnSpPr>
        <p:spPr>
          <a:xfrm xmlns:a="http://schemas.openxmlformats.org/drawingml/2006/main">
            <a:off x="11945303" y="5239227"/>
            <a:ext cx="27622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45B5C"/>
            </a:solidFill>
            <a:prstDash val="dash"/>
          </a:ln>
        </p:spPr>
      </p:cxn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4D8F33F7-C958-41DB-98FE-E076DE99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AB29BA85-1776-48A1-9AC5-DEE7CE4F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4333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0" name=""/>
          <p:cNvCxnSpPr>
            <a:stCxn xmlns:a="http://schemas.openxmlformats.org/drawingml/2006/main" id="268" idx="0"/>
            <a:endCxn xmlns:a="http://schemas.openxmlformats.org/drawingml/2006/main" id="269" idx="2"/>
          </p:cNvCxnSpPr>
          <p:nvPr/>
        </p:nvCxnSpPr>
        <p:spPr>
          <a:xfrm xmlns:a="http://schemas.openxmlformats.org/drawingml/2006/main" flipV="1">
            <a:off x="11973402" y="4334828"/>
            <a:ext cx="0" cy="903922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45B5C"/>
            </a:solidFill>
            <a:prstDash val="dash"/>
          </a:ln>
        </p:spPr>
      </p:cxn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354A0536-59FD-4D87-8EDD-43274E94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4333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3E1243DF-D699-4FC1-9345-EC4C6CBE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33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3" name=""/>
          <p:cNvCxnSpPr>
            <a:stCxn xmlns:a="http://schemas.openxmlformats.org/drawingml/2006/main" id="271" idx="1"/>
            <a:endCxn xmlns:a="http://schemas.openxmlformats.org/drawingml/2006/main" id="272" idx="3"/>
          </p:cNvCxnSpPr>
          <p:nvPr/>
        </p:nvCxnSpPr>
        <p:spPr>
          <a:xfrm xmlns:a="http://schemas.openxmlformats.org/drawingml/2006/main" flipH="1">
            <a:off x="8649653" y="4334352"/>
            <a:ext cx="3323272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45B5C"/>
            </a:solidFill>
            <a:prstDash val="dash"/>
          </a:ln>
        </p:spPr>
      </p:cxn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A9CF90F5-FC92-47F9-8477-E682BF70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33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BD1DC0D8-5F09-4F0A-9B3F-FBD15718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91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6" name=""/>
          <p:cNvCxnSpPr>
            <a:stCxn xmlns:a="http://schemas.openxmlformats.org/drawingml/2006/main" id="274" idx="2"/>
            <a:endCxn xmlns:a="http://schemas.openxmlformats.org/drawingml/2006/main" id="275" idx="0"/>
          </p:cNvCxnSpPr>
          <p:nvPr/>
        </p:nvCxnSpPr>
        <p:spPr>
          <a:xfrm xmlns:a="http://schemas.openxmlformats.org/drawingml/2006/main">
            <a:off x="8649177" y="4334828"/>
            <a:ext cx="0" cy="56197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277" name="控制面准备“用什么资源”&#10;不会在此搬运本次输入数据">
            <a:extLst xmlns:a="http://schemas.openxmlformats.org/drawingml/2006/main">
              <a:ext uri="{FF2B5EF4-FFF2-40B4-BE49-F238E27FC236}">
                <a16:creationId xmlns:a16="http://schemas.microsoft.com/office/drawing/2014/main" id="{E7BA463C-1D75-4499-8449-83B4466E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3819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控制面准备“用什么资源”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不会在此搬运本次输入数据</a:t>
            </a:r>
          </a:p>
        </p:txBody>
      </p:sp>
      <p:sp>
        <p:nvSpPr>
          <p:cNvPr id="278" name="数据面决定任务如何等待与搬运&#10;通知和拷贝都排入通信 Thread，API 返回不等于网络已完成">
            <a:extLst xmlns:a="http://schemas.openxmlformats.org/drawingml/2006/main">
              <a:ext uri="{FF2B5EF4-FFF2-40B4-BE49-F238E27FC236}">
                <a16:creationId xmlns:a16="http://schemas.microsoft.com/office/drawing/2014/main" id="{BBDFDA4C-A719-4C57-BEE7-1B843AAA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05450"/>
            <a:ext cx="567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数据面决定任务如何等待与搬运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通知和拷贝都排入通信 Thread，API 返回不等于网络已完成</a:t>
            </a:r>
          </a:p>
        </p:txBody>
      </p:sp>
      <p:sp>
        <p:nvSpPr>
          <p:cNvPr id="279" name="本例数据：4 个 Rank，每对发 2 个 FP32。&#10;Rank 0 发 [2,3] 给 Rank 1，接收 [10,11]。&#10;最终输出 [0,1,10,11,20,21,30,31]。">
            <a:extLst xmlns:a="http://schemas.openxmlformats.org/drawingml/2006/main">
              <a:ext uri="{FF2B5EF4-FFF2-40B4-BE49-F238E27FC236}">
                <a16:creationId xmlns:a16="http://schemas.microsoft.com/office/drawing/2014/main" id="{A2DD34B0-9559-44A9-B7CA-865AF4A9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029325"/>
            <a:ext cx="5676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本例数据：4 个 Rank，每对发 2 个 FP32。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Rank 0 发 [2,3] 给 Rank 1，接收 [10,11]。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最终输出 [0,1,10,11,20,21,30,31]。</a:t>
            </a:r>
          </a:p>
        </p:txBody>
      </p:sp>
      <p:sp>
        <p:nvSpPr>
          <p:cNvPr id="280" name="每条泳道固定归属，灰虚线表示返回 / 循环，红虚线表示通知依赖。普通 Write 主线，源码静态分析，未上板验证；完整接口解释与分支见备注。">
            <a:extLst xmlns:a="http://schemas.openxmlformats.org/drawingml/2006/main">
              <a:ext uri="{FF2B5EF4-FFF2-40B4-BE49-F238E27FC236}">
                <a16:creationId xmlns:a16="http://schemas.microsoft.com/office/drawing/2014/main" id="{DC324122-348A-4528-89CE-F165A0AB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667500"/>
            <a:ext cx="11811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每条泳道固定归属，灰虚线表示返回 / 循环，红虚线表示通知依赖。普通 Write 主线，源码静态分析，未上板验证；完整接口解释与分支见备注。</a:t>
            </a:r>
          </a:p>
        </p:txBody>
      </p:sp>
    </p:spTree>
    <p:extLst>
      <p:ext uri="{BB962C8B-B14F-4D97-AF65-F5344CB8AC3E}">
        <p14:creationId xmlns:p14="http://schemas.microsoft.com/office/powerpoint/2010/main" val="9488045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2026-09-27T13:01:32.5920000Z</dcterms:created>
  <dcterms:modified xsi:type="dcterms:W3CDTF">2026-09-27T13:01:32.5920000Z</dcterms:modified>
</coreProperties>
</file>