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8b52aa13954af1" /><Relationship Type="http://schemas.openxmlformats.org/officeDocument/2006/relationships/extended-properties" Target="/docProps/app.xml" Id="R10726fcde7114557" /><Relationship Type="http://schemas.openxmlformats.org/officeDocument/2006/relationships/officeDocument" Target="/ppt/presentation.xml" Id="Refd004a0b00343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07152499fd4ac0"/>
  </p:sldMasterIdLst>
  <p:notesMasterIdLst>
    <p:notesMasterId xmlns:r="http://schemas.openxmlformats.org/officeDocument/2006/relationships" r:id="R6ca586a1ed824eac"/>
  </p:notesMasterIdLst>
  <p:sldIdLst>
    <p:sldId xmlns:r="http://schemas.openxmlformats.org/officeDocument/2006/relationships" id="256" r:id="Ra8d6faac1c834300"/>
    <p:sldId xmlns:r="http://schemas.openxmlformats.org/officeDocument/2006/relationships" id="257" r:id="R45f96ef35cdc4299"/>
    <p:sldId xmlns:r="http://schemas.openxmlformats.org/officeDocument/2006/relationships" id="258" r:id="R1017e947411c4f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fbd27fb8eb43ff" /><Relationship Type="http://schemas.openxmlformats.org/officeDocument/2006/relationships/slideMaster" Target="/ppt/slideMasters/slideMaster1.xml" Id="Rdd07152499fd4ac0" /><Relationship Type="http://schemas.openxmlformats.org/officeDocument/2006/relationships/notesMaster" Target="/ppt/notesMasters/notesMaster1.xml" Id="R6ca586a1ed824eac" /><Relationship Type="http://schemas.openxmlformats.org/officeDocument/2006/relationships/presProps" Target="/ppt/presProps.xml" Id="R55489de52cb54bb3" /><Relationship Type="http://schemas.openxmlformats.org/officeDocument/2006/relationships/tableStyles" Target="/ppt/tableStyles.xml" Id="R2f111637b8d4460d" /><Relationship Type="http://schemas.openxmlformats.org/officeDocument/2006/relationships/slide" Target="/ppt/slides/slide1.xml" Id="Ra8d6faac1c834300" /><Relationship Type="http://schemas.openxmlformats.org/officeDocument/2006/relationships/slide" Target="/ppt/slides/slide2.xml" Id="R45f96ef35cdc4299" /><Relationship Type="http://schemas.openxmlformats.org/officeDocument/2006/relationships/slide" Target="/ppt/slides/slide3.xml" Id="R1017e947411c4f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d2279b5a674b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f8d6af0c1147a6" /><Relationship Type="http://schemas.openxmlformats.org/officeDocument/2006/relationships/notesMaster" Target="/ppt/notesMasters/notesMaster1.xml" Id="Re8de83ab3c9742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f364e0bb6e4c4b" /><Relationship Type="http://schemas.openxmlformats.org/officeDocument/2006/relationships/notesMaster" Target="/ppt/notesMasters/notesMaster1.xml" Id="R7b50adcb209f4f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90cab9fae642b2" /><Relationship Type="http://schemas.openxmlformats.org/officeDocument/2006/relationships/notesMaster" Target="/ppt/notesMasters/notesMaster1.xml" Id="Rbb35b37a9cd740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说明：以 HcclAllReduce 新流程为代表。其他集合算子替换公共入口和 Fill*OpParam，Selector、RankGraph、Executor 主干高度共用。旧 HCOMM 或不满足新流程条件时进入 HcclAllReduceInner / legacy。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汇报要点：HcclChannelAcquire 的核心不是简单创建连接，而是把 HCCL 的 HcclChannelDesc 转换成 HCOMM 描述符，建立或复用 RankPair/EndpointPair，然后按 Engine 和 Protocol 构造具体 Channel。BatchConnectChannels 通过 ChannelGetStatus 轮询连接状态。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汇报要点：AICPU_TS 由 AICPU Kernel 逐步调用 Hcomm*OnThread。AIV 在 Host 完成资源准备后发射 Vector Kernel，设备核直接使用映射后的通信信息。CCU 路径先申请或复用 CcuIns，注册 Kernel，再通过 HcommCcuKernelLaunch 提交。CCU 资源不足时各 Rank 协商后回退。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2de7ac4ef646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416becfd63477e" /><Relationship Type="http://schemas.openxmlformats.org/officeDocument/2006/relationships/slideLayout" Target="/ppt/slideLayouts/slideLayout1.xml" Id="Re88767af89b548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8767af89b548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dabdeea8b416f" /><Relationship Type="http://schemas.openxmlformats.org/officeDocument/2006/relationships/notesSlide" Target="/ppt/notesSlides/notesSlide1.xml" Id="Rc28de012e46143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9b134c4f0486e" /><Relationship Type="http://schemas.openxmlformats.org/officeDocument/2006/relationships/notesSlide" Target="/ppt/notesSlides/notesSlide2.xml" Id="Rfbb159d93e9148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fe213f04a4c41" /><Relationship Type="http://schemas.openxmlformats.org/officeDocument/2006/relationships/notesSlide" Target="/ppt/notesSlides/notesSlide3.xml" Id="R993c703159cb4f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82A2F01-106D-4DC1-BAE4-23504C46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E0A7B-E702-4161-B278-FDB78058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"/>
            <a:ext cx="866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算子入口、展开模式与算法选择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DBECC1-C7B2-48FD-9052-AC9C8D8C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477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算子先归一化为 OpParam，再由通信域配置和 RankGraph 拓扑共同确定算法与执行引擎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52A89-EF08-4B6E-BBBF-F3F581BD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4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A207B-3703-44AB-80CA-C3C05968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入口与参数归一化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8E4A03-2699-45C3-ADE1-18535BE6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57325"/>
            <a:ext cx="2038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HcclAllReduce()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86DCB-9A45-4B0C-BCC9-324C9A3F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457325"/>
            <a:ext cx="2038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AllReduceInitAndCheck()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B34260-E900-4B98-8A51-1CA6D07A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457325"/>
            <a:ext cx="2038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FillAllReduceOpParam()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892AB8-820D-46B2-AA6B-73EE1A9B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57325"/>
            <a:ext cx="2038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9582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HcclGetOpExpansionMode()</a:t>
            </a:r>
          </a:p>
        </p:txBody>
      </p:sp>
      <p:cxnSp>
        <p:nvCxnSpPr>
          <p:cNvPr id="7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95550" y="1662113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819650" y="1662113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143750" y="1662113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AA7827-8DB7-4D11-8136-4AFC18C8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457325"/>
            <a:ext cx="19812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HcclConfigGetInfo()</a:t>
            </a:r>
          </a:p>
        </p:txBody>
      </p:sp>
      <p:cxnSp>
        <p:nvCxnSpPr>
          <p:cNvPr id="75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467850" y="1662113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51C465-53E4-45BB-83B7-1F72158D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展开模式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09E448-A19E-4201-8BC6-7BFCF3D8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2619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DecideHcclOpExpansionMode()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591B6C-970C-4723-8E12-A059B82E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003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ApplyOpExpansionMode()</a:t>
            </a:r>
          </a:p>
        </p:txBody>
      </p:sp>
      <p:cxnSp>
        <p:nvCxnSpPr>
          <p:cNvPr id="79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076575" y="26003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88F73F-63D1-4F9C-943D-9B811A75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3362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输出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48D7E1-3EFA-4684-97DA-03FC7908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527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456545-AEC7-4EC0-9029-468133F5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527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28314D-9DF9-4BE8-BEF6-D09CD982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527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5142B1-3724-4868-971E-E65EF30A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拓扑信息读取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1C6248-0805-4AC5-B654-8CF80E27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0995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HcclCommGetStatus()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CBA529-198A-49A8-9CDC-9D9E0292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0995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HcclEngineCtxGet()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B40744-76CE-4417-A11A-DF1F2BC4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0995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HcclEngineCtxCreate()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77CB29-7A7E-4465-B398-9D2982B4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0995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HcclRankGraphGetLayers()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B4B9C5-D3DF-4A81-8DD7-3779BC1F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0995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HcclRankGraphGetTopoInstsByLayer()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4C22A3-4838-4356-86B2-26C85ADE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40995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HcclRankGraphGetTopoType()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B0136E-57E6-4E3B-BE90-2F627801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6240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HcclRankGraphGetRanksByTopoInst()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D09ABA-14CB-43FF-AC77-4E09FCF2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6240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HcclRankGraphGetEndpointNum()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29C38F-2974-4D83-ACC5-12FC1626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6240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HcclRankGraphGetEndpointDesc()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D0413E-1C0D-49DB-9BB3-484B83AC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6240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HcclRankGraphGetLinks()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3E49D4-20AE-4D88-A106-207E1E05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6240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HcclRankGraphGetEndpointInfo()</a:t>
            </a:r>
          </a:p>
        </p:txBody>
      </p:sp>
      <p:cxnSp>
        <p:nvCxnSpPr>
          <p:cNvPr id="96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2181225" y="360045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97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4067175" y="360045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98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5953125" y="360045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99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7839075" y="360045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100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9725025" y="360045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101" name=""/>
          <p:cNvCxnSpPr>
            <a:stCxn xmlns:a="http://schemas.openxmlformats.org/drawingml/2006/main" id="29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 flipH="1">
            <a:off x="1319213" y="3790950"/>
            <a:ext cx="9429750" cy="171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102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2181225" y="41529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103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4067175" y="41529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104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5953125" y="41529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105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7839075" y="41529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7E19E5C-F6B1-476C-9A5B-8C970B87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算法选择与执行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7B365B4-22ED-4F5D-BBCE-FF40A360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Selector()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5A64664-01E9-421C-A83B-942ED0F1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9530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SelectorEngine()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61F415D-11EB-4820-BB6A-52858DD4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9530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ExecuteSelector()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962EA19-F4F8-49F3-B0F1-EBC315AE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530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HcclExecOp()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C80AC51-B980-48A7-AFD5-75E9FAA1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9530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CalcResRequest()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0FC9384-473D-4598-B683-74F47DE3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6388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GetAlgResource()</a:t>
            </a:r>
          </a:p>
        </p:txBody>
      </p:sp>
      <p:cxnSp>
        <p:nvCxnSpPr>
          <p:cNvPr id="113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2076450" y="51720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114" name=""/>
          <p:cNvCxnSpPr>
            <a:stCxn xmlns:a="http://schemas.openxmlformats.org/drawingml/2006/main" id="46" idx="2"/>
            <a:endCxn xmlns:a="http://schemas.openxmlformats.org/drawingml/2006/main" id="48" idx="2"/>
          </p:cNvCxnSpPr>
          <p:nvPr/>
        </p:nvCxnSpPr>
        <p:spPr>
          <a:xfrm xmlns:a="http://schemas.openxmlformats.org/drawingml/2006/main">
            <a:off x="1266825" y="5391150"/>
            <a:ext cx="4286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4748B"/>
            </a:solidFill>
            <a:prstDash val="dash"/>
            <a:tailEnd type="triangle" w="sm" len="sm"/>
          </a:ln>
        </p:spPr>
      </p:cxnSp>
      <p:cxnSp>
        <p:nvCxnSpPr>
          <p:cNvPr id="115" name=""/>
          <p:cNvCxnSpPr>
            <a:stCxn xmlns:a="http://schemas.openxmlformats.org/drawingml/2006/main" id="47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4267200" y="5172075"/>
            <a:ext cx="2571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116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6457950" y="51720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117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8458200" y="51720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118" name=""/>
          <p:cNvCxnSpPr>
            <a:stCxn xmlns:a="http://schemas.openxmlformats.org/drawingml/2006/main" id="50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9648825" y="53911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96C261C-B922-4130-B5FC-5EA160AC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结果：algName、CommEngine、algTag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1E804CC-B0AA-42C7-B1C7-4C7BEB4E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769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关键判断条件：设备类型、Rank 数、数据量、datatype、reduceType、内存布局、CCU 资源是否充足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666307A-8DF4-41E4-AD4E-FF919807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532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24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源码：hccl/src/ops/all_reduce/all_reduce.cc；hccl/src/ops/op_common/op_common.cc；hcomm/.../coll_comm_rank_graph_a_adpt.cc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CF93455-CB23-4A66-ADC5-CDEEFF78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532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24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10207099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068BB03-1A2C-46DD-8581-C74E013B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E5EAE-F1DE-4E2A-9926-5D0CC8AA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"/>
            <a:ext cx="866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HcclChannelAcquire 建链全流程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E3D11-5166-4A7A-B99C-6628E5C2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477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建链不是单一 API，它依次完成参数归一化、Socket 建立、EndpointPair 复用、Channel 创建、连接确认和资源回填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0E1DE-965E-4275-9732-538FD40F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4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50F9F-23A4-4B77-8FF8-2FC74E66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HCCL 发起建链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0FAC4-65F7-447E-BB29-3DE11BC5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6685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01  HcclGetChannelImpl()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93D1B-3B60-49FF-99B2-BB80D568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882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02  AddExchangeInfo()</a:t>
            </a:r>
          </a:p>
        </p:txBody>
      </p:sp>
      <p:cxnSp>
        <p:nvCxnSpPr>
          <p:cNvPr id="83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781175" y="19335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C898ED-A127-43CE-9382-900D60AE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9080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03  HcclChannelAcquire()</a:t>
            </a:r>
          </a:p>
        </p:txBody>
      </p:sp>
      <p:cxnSp>
        <p:nvCxnSpPr>
          <p:cNvPr id="85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781175" y="24955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EA9621-7F22-4EAA-AE74-C666FE72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5277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04  CheckChannelResParams()</a:t>
            </a:r>
          </a:p>
        </p:txBody>
      </p:sp>
      <p:cxnSp>
        <p:nvCxnSpPr>
          <p:cNvPr id="87" name=""/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781175" y="30575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F500C0-A28A-4341-8377-7E3D3BE0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1475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05  ProcessHcclResPackReq()</a:t>
            </a:r>
          </a:p>
        </p:txBody>
      </p:sp>
      <p:cxnSp>
        <p:nvCxnSpPr>
          <p:cNvPr id="89" name=""/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781175" y="361950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BF1140-4F02-49D6-B778-476DF256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7672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06  PrepareV2ChannelAcquire()</a:t>
            </a:r>
          </a:p>
        </p:txBody>
      </p:sp>
      <p:cxnSp>
        <p:nvCxnSpPr>
          <p:cNvPr id="91" name=""/>
          <p:cNvCxnSpPr>
            <a:stCxn xmlns:a="http://schemas.openxmlformats.org/drawingml/2006/main" id="13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1781175" y="41814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5AE544-1421-4B84-85B0-7E9562AE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3870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07  PrepareChannelSymMemHandles()</a:t>
            </a:r>
          </a:p>
        </p:txBody>
      </p:sp>
      <p:cxnSp>
        <p:nvCxnSpPr>
          <p:cNvPr id="93" name=""/>
          <p:cNvCxnSpPr>
            <a:stCxn xmlns:a="http://schemas.openxmlformats.org/drawingml/2006/main" id="15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1781175" y="47434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6ED293-B277-44E0-82D3-2A3CDD14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0067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08  MyRank::CreateChannels()</a:t>
            </a:r>
          </a:p>
        </p:txBody>
      </p:sp>
      <p:cxnSp>
        <p:nvCxnSpPr>
          <p:cNvPr id="95" name=""/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1781175" y="53054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595EBE-C792-4A37-84E0-9FA2815A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1239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Socket 与描述符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8CCB8C-DF76-41AD-B34C-066E9B05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6685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09  CheckChannelParam()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3BD0B4-F47F-4E87-8E97-70545D8E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2882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10  ChannelDescHccl2Hcomm()</a:t>
            </a:r>
          </a:p>
        </p:txBody>
      </p:sp>
      <p:cxnSp>
        <p:nvCxnSpPr>
          <p:cNvPr id="99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4676775" y="19335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2DC9B2-0D0F-4762-A662-5E194752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9080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11  ConfigSqDepthByExpansionMode()</a:t>
            </a:r>
          </a:p>
        </p:txBody>
      </p:sp>
      <p:cxnSp>
        <p:nvCxnSpPr>
          <p:cNvPr id="101" name=""/>
          <p:cNvCxnSpPr>
            <a:stCxn xmlns:a="http://schemas.openxmlformats.org/drawingml/2006/main" id="23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4676775" y="24955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45CE06-44DA-4E03-87E6-C08A19CE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5277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12  BatchCreateSockets()</a:t>
            </a:r>
          </a:p>
        </p:txBody>
      </p:sp>
      <p:cxnSp>
        <p:nvCxnSpPr>
          <p:cNvPr id="103" name=""/>
          <p:cNvCxnSpPr>
            <a:stCxn xmlns:a="http://schemas.openxmlformats.org/drawingml/2006/main" id="25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4676775" y="30575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93373D-21D7-4D24-A107-53B6371F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1475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13  BatchServerInitForChannels()</a:t>
            </a:r>
          </a:p>
        </p:txBody>
      </p:sp>
      <p:cxnSp>
        <p:nvCxnSpPr>
          <p:cNvPr id="105" name=""/>
          <p:cNvCxnSpPr>
            <a:stCxn xmlns:a="http://schemas.openxmlformats.org/drawingml/2006/main" id="27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4676775" y="361950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92151C-2447-4D42-8AC9-F5405A06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7672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14  BatchGetSocketsForChannels()</a:t>
            </a:r>
          </a:p>
        </p:txBody>
      </p:sp>
      <p:cxnSp>
        <p:nvCxnSpPr>
          <p:cNvPr id="107" name=""/>
          <p:cNvCxnSpPr>
            <a:stCxn xmlns:a="http://schemas.openxmlformats.org/drawingml/2006/main" id="29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4676775" y="41814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32B8E5-18D5-4721-877C-BB04041E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3870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15  BatchCreateChannels()</a:t>
            </a:r>
          </a:p>
        </p:txBody>
      </p:sp>
      <p:cxnSp>
        <p:nvCxnSpPr>
          <p:cNvPr id="109" name=""/>
          <p:cNvCxnSpPr>
            <a:stCxn xmlns:a="http://schemas.openxmlformats.org/drawingml/2006/main" id="31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4676775" y="47434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F2867A-F6FA-4ADE-A4AF-9A3E450B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40067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16  EndpointMgr::Get()</a:t>
            </a:r>
          </a:p>
        </p:txBody>
      </p:sp>
      <p:cxnSp>
        <p:nvCxnSpPr>
          <p:cNvPr id="111" name=""/>
          <p:cNvCxnSpPr>
            <a:stCxn xmlns:a="http://schemas.openxmlformats.org/drawingml/2006/main" id="33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4676775" y="53054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2DDE1D-0C7A-451C-A025-C49CC426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1239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Endpoint 与 Channel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A0D54B-40EC-4836-84BF-F02A0988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6685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17  HcommEndpointStartListen()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5EFC56-F1B2-46E6-82FF-F1ADD6CD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2882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18  PrepareMemHandles()</a:t>
            </a:r>
          </a:p>
        </p:txBody>
      </p:sp>
      <p:cxnSp>
        <p:nvCxnSpPr>
          <p:cNvPr id="115" name=""/>
          <p:cNvCxnSpPr>
            <a:stCxn xmlns:a="http://schemas.openxmlformats.org/drawingml/2006/main" id="38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7572375" y="19335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A7B9C2-9AC9-4969-A0D3-C263CF89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9080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19  RankPairMgr::Get()</a:t>
            </a:r>
          </a:p>
        </p:txBody>
      </p:sp>
      <p:cxnSp>
        <p:nvCxnSpPr>
          <p:cNvPr id="117" name=""/>
          <p:cNvCxnSpPr>
            <a:stCxn xmlns:a="http://schemas.openxmlformats.org/drawingml/2006/main" id="39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7572375" y="24955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89DF61-EB8C-4BB4-BD23-8631862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5277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20  RankPair::GetEndpointPair()</a:t>
            </a:r>
          </a:p>
        </p:txBody>
      </p:sp>
      <p:cxnSp>
        <p:nvCxnSpPr>
          <p:cNvPr id="119" name=""/>
          <p:cNvCxnSpPr>
            <a:stCxn xmlns:a="http://schemas.openxmlformats.org/drawingml/2006/main" id="41" idx="2"/>
            <a:endCxn xmlns:a="http://schemas.openxmlformats.org/drawingml/2006/main" id="43" idx="0"/>
          </p:cNvCxnSpPr>
          <p:nvPr/>
        </p:nvCxnSpPr>
        <p:spPr>
          <a:xfrm xmlns:a="http://schemas.openxmlformats.org/drawingml/2006/main">
            <a:off x="7572375" y="30575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F497E8C-18E8-445D-B0BA-B49BAF0A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21  EndpointPair::CreateChannel()</a:t>
            </a:r>
          </a:p>
        </p:txBody>
      </p:sp>
      <p:cxnSp>
        <p:nvCxnSpPr>
          <p:cNvPr id="121" name=""/>
          <p:cNvCxnSpPr>
            <a:stCxn xmlns:a="http://schemas.openxmlformats.org/drawingml/2006/main" id="43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7572375" y="361950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C969348-5D70-42A9-921C-5345F8A8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7672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22  HcommCollectiveChannelCreate()</a:t>
            </a:r>
          </a:p>
        </p:txBody>
      </p:sp>
      <p:cxnSp>
        <p:nvCxnSpPr>
          <p:cNvPr id="123" name=""/>
          <p:cNvCxnSpPr>
            <a:stCxn xmlns:a="http://schemas.openxmlformats.org/drawingml/2006/main" id="45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>
            <a:off x="7572375" y="41814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B0CF55D-1BB6-4833-AFE5-AD5B689E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3870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23  NormalizeHcommChannelDescs()</a:t>
            </a:r>
          </a:p>
        </p:txBody>
      </p:sp>
      <p:cxnSp>
        <p:nvCxnSpPr>
          <p:cNvPr id="125" name=""/>
          <p:cNvCxnSpPr>
            <a:stCxn xmlns:a="http://schemas.openxmlformats.org/drawingml/2006/main" id="47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7572375" y="47434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1366CE4-4112-4D31-A408-0BE261F0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0067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24  ChannelProcess::CreateChannelsLoop()</a:t>
            </a:r>
          </a:p>
        </p:txBody>
      </p:sp>
      <p:cxnSp>
        <p:nvCxnSpPr>
          <p:cNvPr id="127" name=""/>
          <p:cNvCxnSpPr>
            <a:stCxn xmlns:a="http://schemas.openxmlformats.org/drawingml/2006/main" id="49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7572375" y="53054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5BB16F3-5924-4FF8-A44C-0630941C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1239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连接确认与回填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4ABD018-8456-47D0-96D1-1689A6CE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6685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25  Channel::CreateChannel()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B366799-57C2-4086-99B9-C5336BC9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2882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26  BatchConnectChannels()</a:t>
            </a:r>
          </a:p>
        </p:txBody>
      </p:sp>
      <p:cxnSp>
        <p:nvCxnSpPr>
          <p:cNvPr id="131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10467975" y="19335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50AB2CE-1F90-4875-A2A1-253D2D49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9080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27  ChannelProcess::ChannelGetStatus()</a:t>
            </a:r>
          </a:p>
        </p:txBody>
      </p:sp>
      <p:cxnSp>
        <p:nvCxnSpPr>
          <p:cNvPr id="133" name=""/>
          <p:cNvCxnSpPr>
            <a:stCxn xmlns:a="http://schemas.openxmlformats.org/drawingml/2006/main" id="55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10467975" y="24955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0B9051F-F493-4223-975D-3D0DE023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5277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28  BatchExchangeAndCheckConsistency()</a:t>
            </a:r>
          </a:p>
        </p:txBody>
      </p:sp>
      <p:cxnSp>
        <p:nvCxnSpPr>
          <p:cNvPr id="135" name=""/>
          <p:cNvCxnSpPr>
            <a:stCxn xmlns:a="http://schemas.openxmlformats.org/drawingml/2006/main" id="57" idx="2"/>
            <a:endCxn xmlns:a="http://schemas.openxmlformats.org/drawingml/2006/main" id="59" idx="0"/>
          </p:cNvCxnSpPr>
          <p:nvPr/>
        </p:nvCxnSpPr>
        <p:spPr>
          <a:xfrm xmlns:a="http://schemas.openxmlformats.org/drawingml/2006/main">
            <a:off x="10467975" y="30575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DC4142D-DDD4-4094-8C22-F756261B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1475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29  FinalizeChannelsByEngine()</a:t>
            </a:r>
          </a:p>
        </p:txBody>
      </p:sp>
      <p:cxnSp>
        <p:nvCxnSpPr>
          <p:cNvPr id="137" name=""/>
          <p:cNvCxnSpPr>
            <a:stCxn xmlns:a="http://schemas.openxmlformats.org/drawingml/2006/main" id="59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10467975" y="361950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6319B4E-B0A2-466F-9F70-0A414843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7672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30  ConvertAivChannelHandlesToDevicePtrs()</a:t>
            </a:r>
          </a:p>
        </p:txBody>
      </p:sp>
      <p:cxnSp>
        <p:nvCxnSpPr>
          <p:cNvPr id="139" name=""/>
          <p:cNvCxnSpPr>
            <a:stCxn xmlns:a="http://schemas.openxmlformats.org/drawingml/2006/main" id="61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10467975" y="41814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831E9A5-C33F-4600-B642-95E17535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83870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31  HcclChannelGetHcclBuffer()</a:t>
            </a:r>
          </a:p>
        </p:txBody>
      </p:sp>
      <p:cxnSp>
        <p:nvCxnSpPr>
          <p:cNvPr id="141" name=""/>
          <p:cNvCxnSpPr>
            <a:stCxn xmlns:a="http://schemas.openxmlformats.org/drawingml/2006/main" id="63" idx="2"/>
            <a:endCxn xmlns:a="http://schemas.openxmlformats.org/drawingml/2006/main" id="65" idx="0"/>
          </p:cNvCxnSpPr>
          <p:nvPr/>
        </p:nvCxnSpPr>
        <p:spPr>
          <a:xfrm xmlns:a="http://schemas.openxmlformats.org/drawingml/2006/main">
            <a:off x="10467975" y="47434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7AB89ED-6306-4DF1-8E1F-38BE1BAF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40067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32  返回 ChannelHandle + Remote CCL Buffer</a:t>
            </a:r>
          </a:p>
        </p:txBody>
      </p:sp>
      <p:cxnSp>
        <p:nvCxnSpPr>
          <p:cNvPr id="143" name=""/>
          <p:cNvCxnSpPr>
            <a:stCxn xmlns:a="http://schemas.openxmlformats.org/drawingml/2006/main" id="65" idx="2"/>
            <a:endCxn xmlns:a="http://schemas.openxmlformats.org/drawingml/2006/main" id="67" idx="0"/>
          </p:cNvCxnSpPr>
          <p:nvPr/>
        </p:nvCxnSpPr>
        <p:spPr>
          <a:xfrm xmlns:a="http://schemas.openxmlformats.org/drawingml/2006/main">
            <a:off x="10467975" y="53054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144" name=""/>
          <p:cNvCxnSpPr>
            <a:stCxn xmlns:a="http://schemas.openxmlformats.org/drawingml/2006/main" id="19" idx="3"/>
            <a:endCxn xmlns:a="http://schemas.openxmlformats.org/drawingml/2006/main" id="22" idx="0"/>
          </p:cNvCxnSpPr>
          <p:nvPr/>
        </p:nvCxnSpPr>
        <p:spPr>
          <a:xfrm xmlns:a="http://schemas.openxmlformats.org/drawingml/2006/main" flipV="1">
            <a:off x="3143250" y="1466850"/>
            <a:ext cx="1533525" cy="4167188"/>
          </a:xfrm>
          <a:prstGeom xmlns:a="http://schemas.openxmlformats.org/drawingml/2006/main" prst="bentConnector2">
            <a:avLst/>
          </a:prstGeom>
          <a:ln xmlns:a="http://schemas.openxmlformats.org/drawingml/2006/main" w="15240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145" name=""/>
          <p:cNvCxnSpPr>
            <a:stCxn xmlns:a="http://schemas.openxmlformats.org/drawingml/2006/main" id="35" idx="3"/>
            <a:endCxn xmlns:a="http://schemas.openxmlformats.org/drawingml/2006/main" id="38" idx="0"/>
          </p:cNvCxnSpPr>
          <p:nvPr/>
        </p:nvCxnSpPr>
        <p:spPr>
          <a:xfrm xmlns:a="http://schemas.openxmlformats.org/drawingml/2006/main" flipV="1">
            <a:off x="6038850" y="1466850"/>
            <a:ext cx="1533525" cy="4167188"/>
          </a:xfrm>
          <a:prstGeom xmlns:a="http://schemas.openxmlformats.org/drawingml/2006/main" prst="bentConnector2">
            <a:avLst/>
          </a:prstGeom>
          <a:ln xmlns:a="http://schemas.openxmlformats.org/drawingml/2006/main" w="15240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146" name=""/>
          <p:cNvCxnSpPr>
            <a:stCxn xmlns:a="http://schemas.openxmlformats.org/drawingml/2006/main" id="51" idx="3"/>
            <a:endCxn xmlns:a="http://schemas.openxmlformats.org/drawingml/2006/main" id="54" idx="0"/>
          </p:cNvCxnSpPr>
          <p:nvPr/>
        </p:nvCxnSpPr>
        <p:spPr>
          <a:xfrm xmlns:a="http://schemas.openxmlformats.org/drawingml/2006/main" flipV="1">
            <a:off x="8934450" y="1466850"/>
            <a:ext cx="1533525" cy="4167188"/>
          </a:xfrm>
          <a:prstGeom xmlns:a="http://schemas.openxmlformats.org/drawingml/2006/main" prst="bentConnector2">
            <a:avLst/>
          </a:prstGeom>
          <a:ln xmlns:a="http://schemas.openxmlformats.org/drawingml/2006/main" w="15240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3D5DA8D-8ED4-41FF-8C05-52CE5316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条件分支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A4CF824-6411-45F5-A7CC-6C8D667B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0769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AICPU/AIV 才交换对称内存；AIV 才转换设备侧 Channel 句柄；DEV_TYPE_950 执行一致性校验；CCU 资源不足返回 HCCL_E_UNAVAIL 并触发回退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1DD39EE-B8A8-4240-9B18-BE2B50B3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532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24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源码：coll_comm_res_c_adpt.cc:755-858；my_rank.cc:567-1300；endpoint_pair.cc:199-226；channel_process.cc:89-133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8EFFB7B-DD0C-4969-8D06-EC4845DD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532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24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8801746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40D16EE-6529-43CA-AA73-5B9B3053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0A228-4C2B-4D67-ACF6-CE75E4FA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"/>
            <a:ext cx="866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AICPU、AIV、CCU 执行 API 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16F141-199A-4187-A3AB-8E40EBA3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477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三条路径共享 RankGraph、EngineCtx、Thread、Channel 和通信内存，差别在算法展开位置与最终执行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55B28-6A92-4FF9-ACC8-6C9B18BD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4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D76F6-BD6C-428E-A0FB-4ED0E43E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43000"/>
            <a:ext cx="3600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8FCCD-06A9-4521-B681-A386CDB7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0"/>
            <a:ext cx="3600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AICPU Kernel 逐原语展开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EC1AE6-E7DD-454A-A86E-F824D2E1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0"/>
            <a:ext cx="3600450" cy="419100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2F0237-3E72-413A-BEDC-BEA731B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01  HcclThreadAcquire()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48AFC-DD7F-4072-85B7-1E345203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6311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02  AicpuKernelLaunch()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3B494F-0D75-482D-A147-0681B1DB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3553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03  HcclThreadResGetInfo()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DCD9F8-5100-4919-AE1F-3F3DD637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794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04  aclrtLaunchKernelWithConfig()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8695D8-A369-44B1-B7BC-DD62EDE8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8036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05  HcommLocalCopyOnThread()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C5B184-31A4-4F45-A76F-908713A3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5277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06  HcommLocalReduceOnThread()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1ECEA9-5460-4576-8B16-BB7ADA92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519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07  HcommReadOnThread()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721D3A-F265-48DE-BDEA-D47B24A8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760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08  HcommWriteOnThread()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4A4957-4DE6-4A0D-B3D6-1FE86BCA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7002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09  HcommReadReduceOnThread()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0CB2AF-168F-4091-8C0D-45894F10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4243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10  HcommWriteReduceOnThread()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9DE514-FEB5-4FAB-9563-22CED901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11  HcommBatchTransferOnThread()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8574CE-53D1-42B3-9246-4AFF79E7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8726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12  HcommThreadNotifyRecord/WaitOnThread()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1C2937-D129-4500-BCB7-C4C54A90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5968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13  HcommChannelNotifyRecordOnThread()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4A1870-488D-4A59-842B-38B8C1B5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209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14  HcommFence/ChannelFence/DrainOnThread()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13F32C-4D22-4957-B436-F92F47D5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143000"/>
            <a:ext cx="3600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B5366D-FF99-4DF4-A161-FC542278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28750"/>
            <a:ext cx="3600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资源映射后发射 Vector Kernel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502A89-D9A1-4DC9-8C5D-59AD1083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14500"/>
            <a:ext cx="3600450" cy="419100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09E728-C754-4FA8-AD34-06635A75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9070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01  GetAlgResAiv()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9D7A64-04E8-4568-B9D8-4B7688C0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6311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02  HcclEngineCtxCreate()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54F490-9EAF-4159-A45B-CB43AF24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3553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03  HcclAllocAlgResourceAiv()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F8F3EA-8B79-4880-BBAC-87E744C6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0794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04  HcclEngineCtxGet/Create()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679C49-DAC3-4E06-9CF7-570B6442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8036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05  HcclCommRegCommStateCallback()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28BC93-ECE0-4269-B6FD-46382F41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5277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06  HcclCommMemReg()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C240A8-E301-4C4A-A9E9-8CCDC8ED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2519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07  HcclGetHcclBuffer()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7BED0F-8C61-4743-81CD-8A4CE995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9760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08  HcclChannelAcquire(AIV)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BB40FC-C88B-4DFA-B4B1-248A1228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7002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09  ConvertAivChannelHandlesToDevicePtrs()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0E1725-548B-476A-B47D-832C7D6D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4243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10  HcclAivKernelEntranceLaunch()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2BD36F-A5FC-4CEF-8577-A7115EE3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1485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11  GetAivParamStorageByComm()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580440-975E-4294-A6A5-EE2C44EB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8726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12  ExecuteKernelLaunch()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C6EE43-C8F3-443A-8964-BD18819A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5968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13  ExecuteKernelLaunchInner()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209274-CB9B-4D47-ABC1-8CCD6E58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33209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14  aclrtLaunchKernelWithHostArgs()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457A5A-6882-4CF8-A262-7E16D685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143000"/>
            <a:ext cx="3600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41D3C8-71A2-46CB-AF9D-CDB96C9F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28750"/>
            <a:ext cx="3600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申请 CCU 资源并提交 Mission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F39AB1-741F-4593-85EA-7957E5B2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14500"/>
            <a:ext cx="3600450" cy="419100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8C6523-8E9B-4207-9B74-A902FE22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01  GetAlgResCcu()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9F2251-10DD-41A2-9964-909874F8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21205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02  HcclAllocAlgResourceCcu()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193142-796E-474C-B24F-8A6C58AE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51710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03  HcclGetThread()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0D89909-0F39-491C-9E46-C0A8FA22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82215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04  HcclGetChannelForCcu()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45940DF-FD1C-49D4-830D-9F9FCF98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12720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05  HcclChannelQuery()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B35FB96-6AF7-474A-B124-DFBDAEC1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43225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06  HcclChannelAcquire(CCU)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2DD4684-C74E-43CE-B0E2-0EEDA2DA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73730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07  HcclGetCcuKernel()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F559000-C342-4521-9AF5-98725127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04235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08  HcclGetCcuKernelDynamic()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5F209A8-7E50-42FE-A6B1-C284ECFE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34740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09  HcclCommQueryAssignedCcuIns()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29335CA-CCB0-4BD7-AE0F-C2272022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65245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10  HcommCcuInsResDescCreate()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2B56A39-FA6E-48A7-BA44-17993E6D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95750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11  HcommCcuInsResDescSetNum()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E38C4EC-22B3-41F0-A817-9F1E7391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26255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12  HcommCcuInsCreate()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124B211-3905-4DEE-B960-61188EA0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56760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13  HcclCommAssignCcuIns()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235E371-C563-42D8-97C6-A32758B0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87265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14  HcommCcuKernelRegisterStart()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8AF056A-E5CD-48F7-BE96-C600C404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17770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15  HcommCcuKernelRegister()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DC0C8BA-DE85-447C-B9AC-36B0D61A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48275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16  HcommCcuKernelRegisterEnd()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1826736-1E3A-45A2-8C38-FD90371C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478780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17  HcommCcuKernelLaunch()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D050ECD-BDE4-4DF0-831B-8F60B1CB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076950"/>
            <a:ext cx="628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共同落点：Channel L3 → UB / RoCE / HCCS 等 Transport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D5F39D5-E572-454E-9CF1-09CF820C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532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24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源码：aicpu_ts_primitives_c_adpt.cc；op_common.cc:1216-1247,2200-2990；hccl_aiv_utils.cc:1068-1223；ccu_launch.cc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C461A9E-9BF5-46DC-8694-A4E9208F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532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24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17098677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2026-09-14T13:13:30.7880000Z</dcterms:created>
  <dcterms:modified xsi:type="dcterms:W3CDTF">2026-09-14T13:13:30.7880000Z</dcterms:modified>
</coreProperties>
</file>