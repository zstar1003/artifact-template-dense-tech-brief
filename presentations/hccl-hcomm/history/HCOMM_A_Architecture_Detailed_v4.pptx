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8821119b284033" /><Relationship Type="http://schemas.openxmlformats.org/officeDocument/2006/relationships/extended-properties" Target="/docProps/app.xml" Id="Rf06aa1c48e154fb4" /><Relationship Type="http://schemas.openxmlformats.org/officeDocument/2006/relationships/officeDocument" Target="/ppt/presentation.xml" Id="R2a7068d6003e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adda86109497f"/>
  </p:sldMasterIdLst>
  <p:notesMasterIdLst>
    <p:notesMasterId xmlns:r="http://schemas.openxmlformats.org/officeDocument/2006/relationships" r:id="R2bd029291ad64a4d"/>
  </p:notesMasterIdLst>
  <p:sldIdLst>
    <p:sldId xmlns:r="http://schemas.openxmlformats.org/officeDocument/2006/relationships" id="256" r:id="R5f91926de8a84092"/>
    <p:sldId xmlns:r="http://schemas.openxmlformats.org/officeDocument/2006/relationships" id="257" r:id="R5f901291ba324eed"/>
    <p:sldId xmlns:r="http://schemas.openxmlformats.org/officeDocument/2006/relationships" id="258" r:id="R63246b6a1e854324"/>
    <p:sldId xmlns:r="http://schemas.openxmlformats.org/officeDocument/2006/relationships" id="259" r:id="R5a1668c7aeca4065"/>
    <p:sldId xmlns:r="http://schemas.openxmlformats.org/officeDocument/2006/relationships" id="260" r:id="Rffc0f765c52c41ee"/>
    <p:sldId xmlns:r="http://schemas.openxmlformats.org/officeDocument/2006/relationships" id="261" r:id="R03802c936d0f4449"/>
    <p:sldId xmlns:r="http://schemas.openxmlformats.org/officeDocument/2006/relationships" id="262" r:id="Rb54351445fb84434"/>
    <p:sldId xmlns:r="http://schemas.openxmlformats.org/officeDocument/2006/relationships" id="263" r:id="Rb62da37393ea4c70"/>
    <p:sldId xmlns:r="http://schemas.openxmlformats.org/officeDocument/2006/relationships" id="264" r:id="R7312fedd1b10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0d931bf8b8471c" /><Relationship Type="http://schemas.openxmlformats.org/officeDocument/2006/relationships/slideMaster" Target="/ppt/slideMasters/slideMaster1.xml" Id="R9d8adda86109497f" /><Relationship Type="http://schemas.openxmlformats.org/officeDocument/2006/relationships/notesMaster" Target="/ppt/notesMasters/notesMaster1.xml" Id="R2bd029291ad64a4d" /><Relationship Type="http://schemas.openxmlformats.org/officeDocument/2006/relationships/presProps" Target="/ppt/presProps.xml" Id="R608e14865f924e8a" /><Relationship Type="http://schemas.openxmlformats.org/officeDocument/2006/relationships/tableStyles" Target="/ppt/tableStyles.xml" Id="R7874250b164d4c41" /><Relationship Type="http://schemas.openxmlformats.org/officeDocument/2006/relationships/slide" Target="/ppt/slides/slide1.xml" Id="R5f91926de8a84092" /><Relationship Type="http://schemas.openxmlformats.org/officeDocument/2006/relationships/slide" Target="/ppt/slides/slide2.xml" Id="R5f901291ba324eed" /><Relationship Type="http://schemas.openxmlformats.org/officeDocument/2006/relationships/slide" Target="/ppt/slides/slide3.xml" Id="R63246b6a1e854324" /><Relationship Type="http://schemas.openxmlformats.org/officeDocument/2006/relationships/slide" Target="/ppt/slides/slide4.xml" Id="R5a1668c7aeca4065" /><Relationship Type="http://schemas.openxmlformats.org/officeDocument/2006/relationships/slide" Target="/ppt/slides/slide5.xml" Id="Rffc0f765c52c41ee" /><Relationship Type="http://schemas.openxmlformats.org/officeDocument/2006/relationships/slide" Target="/ppt/slides/slide6.xml" Id="R03802c936d0f4449" /><Relationship Type="http://schemas.openxmlformats.org/officeDocument/2006/relationships/slide" Target="/ppt/slides/slide7.xml" Id="Rb54351445fb84434" /><Relationship Type="http://schemas.openxmlformats.org/officeDocument/2006/relationships/slide" Target="/ppt/slides/slide8.xml" Id="Rb62da37393ea4c70" /><Relationship Type="http://schemas.openxmlformats.org/officeDocument/2006/relationships/slide" Target="/ppt/slides/slide9.xml" Id="R7312fedd1b10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20543b45140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85c50338e84cce" /><Relationship Type="http://schemas.openxmlformats.org/officeDocument/2006/relationships/notesMaster" Target="/ppt/notesMasters/notesMaster1.xml" Id="R6c6edcb547b341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88e763e0344dda" /><Relationship Type="http://schemas.openxmlformats.org/officeDocument/2006/relationships/notesMaster" Target="/ppt/notesMasters/notesMaster1.xml" Id="R139c35d1debe44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a56edec7b74e87" /><Relationship Type="http://schemas.openxmlformats.org/officeDocument/2006/relationships/notesMaster" Target="/ppt/notesMasters/notesMaster1.xml" Id="R0eff1ba81c024b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4c7cd3f98f4f40" /><Relationship Type="http://schemas.openxmlformats.org/officeDocument/2006/relationships/notesMaster" Target="/ppt/notesMasters/notesMaster1.xml" Id="Re7ce7b0cc0a540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aef58d0c84b33" /><Relationship Type="http://schemas.openxmlformats.org/officeDocument/2006/relationships/notesMaster" Target="/ppt/notesMasters/notesMaster1.xml" Id="R032f820645d24f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d4c4cc65742ef" /><Relationship Type="http://schemas.openxmlformats.org/officeDocument/2006/relationships/notesMaster" Target="/ppt/notesMasters/notesMaster1.xml" Id="R362f3a34ae5443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35972c40344d18" /><Relationship Type="http://schemas.openxmlformats.org/officeDocument/2006/relationships/notesMaster" Target="/ppt/notesMasters/notesMaster1.xml" Id="R7701cf35517a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7fd77659d34884" /><Relationship Type="http://schemas.openxmlformats.org/officeDocument/2006/relationships/notesMaster" Target="/ppt/notesMasters/notesMaster1.xml" Id="R319704dc897149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8bf034ca7f4185" /><Relationship Type="http://schemas.openxmlformats.org/officeDocument/2006/relationships/notesMaster" Target="/ppt/notesMasters/notesMaster1.xml" Id="Raa499e856b1443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本页是折叠后的四泳道图。先沿左半页自上而下读 01–06，红色折线表示 ACL 发射的跨端交接，再沿右半页读 07–12。每一行左边是 HCCL 的处理，右边是其涉及的接口或具体产物，短横箭头表示该阶段的子调用，不是所有右列 API 在左列全部结束后才调用。行内 API 之间的准确先后以明示箭头和本备注为准。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01：HcclAlltoAll 在新流程分支进行 CheckAlltoAllInputPara，查询 rankSize/commName/rankId，校验 tag/count/type/rank，ConvertAlltoAllParam 构造 sendCounts/recvCounts/sdispls/rdispls。经 AlltoAllVOutPlace → AlltoAllVOutPlaceCommon，PreCheckSymmetricMemory 可调用 HcclCommSymWinGet（版本、算子和模式满足时探测，不等于成功命中窗口）。AlltoAllVConstructOpParam 包装输入/输出指针、长度、stream、mode、engine、varData；HcclGetOpExpansionMode 内调用 HcclConfigGetInfo。AlltoAllVExecDispatch 再调用 Selector。AllToAll 复用 AllToAllV 的参数和执行基础设施，并不把 opType 改成 ALLTOALLV。</a:t>
            </a:r>
          </a:p>
          <a:p xmlns:a="http://schemas.openxmlformats.org/drawingml/2006/main">
            <a:r>
              <a:t>02：HcclCalcTopoInfo 先 HcclEngineCtxGet；拓扑 miss 时 InitRankInfo 查询成员、层级、实例、链路等，Serialize 后 HcclEngineCtxCreate 保存。普通 Mesh 分支选择 AicpuAllToAllSoleMesh 或 AicpuAllToAllSoleMeshSingleChannel，两者都注册到普通 Mesh Template；不同选择器/配置可改变结果。</a:t>
            </a:r>
          </a:p>
          <a:p xmlns:a="http://schemas.openxmlformats.org/drawingml/2006/main">
            <a:r>
              <a:t>03–05：HcclExecOp 在 HcclGetAlgRes 之前 AcquireWithStream 并将 CPU_TS Thread 导出给 AICPU。TryReuseResource 命中算法上下文时不再执行 CalcRes/申请等；不是说之后完全没有任何控制面调用。miss 时 GetAlgoMeta、CalcAlgHierarchyInfoV2、CalcRes 生成 resourceRequest；HcclAllocAlgResourceAICPU 先本地 Buffer，再 Thread，再 Channel。BuildChannelInfo 还调用 HcclRankGraphGetEndpointInfo〔C3〕；远端 Buffer 查询内调 HcommChannelGetRemoteMems〔C2〕。Serialize 后 HcclEngineCtxCreate/Copy 复制资源元数据到设备。回到 HcclExecOp 再把 AICPU 主 Thread 导出到 CPU_TS。DFX、能力检测及一致性检查是横切调用。</a:t>
            </a:r>
          </a:p>
          <a:p xmlns:a="http://schemas.openxmlformats.org/drawingml/2006/main">
            <a:r>
              <a:t>06：Host 的 HcommThreadNotifyRecordOnThread(cpuTsThread, exportedCpuTsThread, notifyNumOnMainThread-1) 先入队；可选保序后 AicpuKernelLaunch 组 ACL 参数，调用 aclrtLaunchKernelWithConfig；Host 侧随后通过 HcclThreadNotifyWaitOnThreadDefault 对应完成通知入队等待。HcclAicpuKernelLaunch 公开 API 当前仅 Send/Recv 分支调用，不应画成 AllToAll 必经。</a:t>
            </a:r>
          </a:p>
          <a:p xmlns:a="http://schemas.openxmlformats.org/drawingml/2006/main">
            <a:r>
              <a:t>07：HcclLaunchAicpuKernel 先 HcommAcquireComm；按能力发保序通知/检查状态。设备 g_cacheManager 命中时可复用反序列化结果；否则 DeserializeResCtx 后缓存。RestoreVarDataAlltoAllV 修复变长数组的指针。随后 BatchModeStart、DFX 和 KernelStartTask。</a:t>
            </a:r>
          </a:p>
          <a:p xmlns:a="http://schemas.openxmlformats.org/drawingml/2006/main">
            <a:r>
              <a:t>08：TaskCache 关闭则直接 OpOrchestrate。可选超时接口后 Wait Host-ready。GetAlgExec 取得 executor 并调用 Orchestrate。任务缓存命中则 Execute 刷新地址并重放，跳过 08–11 的本次逐条展开；运行生命周期仍保留。</a:t>
            </a:r>
          </a:p>
          <a:p xmlns:a="http://schemas.openxmlformats.org/drawingml/2006/main">
            <a:r>
              <a:t>09–10：Executor::Orchestrate 恢复映射、数据类型、counts/displs。OrchestrateLoop 受 CCL scratch 与 UB_MAX_DATA_SIZE 限制进行外层分块，按每 Peer 剩余 counts 更新本轮描述，逐块 KernelRun。KernelRun 检查 IsPcieProtocol，普通非 PCIe 是 Write；RunALLtoALL 在多线程时 PreSync，然后按通信轮次 CalcCommRankSetForOneLoop。自分片在首通信轮 LocalCopyForMyRank。RunSendRecvByLoop 对 Peer 分割端口组数据，RunSendRecvByChannel 计算 CCL 槽和 queIdx，构造 src/dst/remoteOffset 的 DataSlices，再 RunSendRecv。双向非零调用 SendRecvWrite，仅发送/接收则分别 SendWrite/RecvWrite。</a:t>
            </a:r>
          </a:p>
          <a:p xmlns:a="http://schemas.openxmlformats.org/drawingml/2006/main">
            <a:r>
              <a:t>11：SendRecvWrite 的精确顺序是 recvChannel Record(ACK)、sendChannel Wait(ACK)、sendChannel Write 每个非零 slice、sendChannel Record(DATA_SIGNAL)、recvChannel Wait(DATA_SIGNAL)。普通内存 Write 分支在上层模板 PostCopy 才把本地 CCL 拷到 userOut。不能把 PostCopy 算成 SendRecvWrite 内部第六个调用。</a:t>
            </a:r>
          </a:p>
          <a:p xmlns:a="http://schemas.openxmlformats.org/drawingml/2006/main">
            <a:r>
              <a:t>12：PostSyncInterThreads 源码在主 Thread 上先排 Wait，再在从 Thread 排 Record；它们建立依赖，不要误说 C++ 调用先 Record 后 Wait。最终 Kernel 在算法主 Thread 上 Record 到 exportedAicpuTsThread，Host 步骤06入队的 Wait 消费此通知；随后 ProfilingEnd/DeviceOp、BatchModeEnd、ReleaseComm。API 返回/Kernel CPU 返回不等于所有 Rank 全局同步完成。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星号展开：HcommThreadNotifyWaitOnThreadWithDefaultTimeout 或 HcommThreadNotifyWaitOnThread(...timeout)；HcommChannelNotifyWaitOnThreadWithDefaultTimeout 或 HcommChannelNotifyWaitOnThread(...timeout)，由 hcomm_primitives_dl.cc 的能力判断二选一。源码包装器分别 HcclThreadNotifyWaitOnThreadDefault、HcclChannelNotifyWaitOnThreadDefault。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本页省略的仅是横切校验、日志、Profiler、异常返回与其它引擎分支，主要功能调用已在第3–4页展开。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本页将总图左半页放大，严格区分函数所在仓库与接口分类。Hccl* 前缀不等于都由 HCCL 仓库实现。右列标 C1/C2/C3 的公开接口归 HCOMM；HcclGetOpExpansionMode、HcclGetAlgRes 等是 HCCL 内部函数。右列第①行“OpExpansionMode → ConfigGetInfo”特意同时列内部包装器和实际接口。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HcclAlltoAll 还执行 InitEnvConfig、CheckAlltoAllInputPara、HcclCheckTag、HcomCheckUserRank、CheckCount、CheckDataType。为避免把错误路径与主要调用混在一起，这些放入备注。原路径在硬件版本小于9或非新OutPlace条件回落旧实现。count全0、单Rank、其它engine分别有提前返回或独立分支。</a:t>
            </a:r>
          </a:p>
          <a:p xmlns:a="http://schemas.openxmlformats.org/drawingml/2006/main">
            <a:r>
              <a:t>② 当前拓扑查询 API 的具体子集取决于拓扑与缓存；完整例举：HcclRankGraphGetLayers、HcclRankGraphGetInstSizeListByLayer、HcclRankGraphGetTopoInstsByLayer、HcclRankGraphGetTopoType、HcclRankGraphGetRanksByTopoInst、HcclRankGraphGetRanksByLayer、HcclRankGraphGetLinks。它们不是任意设备都按此表逐个调用的承诺；成员接口HcclGetRankSize/HcclGetRankId与端点接口HcclRankGraphGetEndpointInfo见本页及后续页。各自完整定义及源行在附带报告中。</a:t>
            </a:r>
          </a:p>
          <a:p xmlns:a="http://schemas.openxmlformats.org/drawingml/2006/main">
            <a:r>
              <a:t>③ HcclExecOp 首先可能被 plugin 接管，也有fallbackCtx路径，此处不画入正常主链。GetAlgoMeta 在 HcclGetAlgRes 中位于 TryReuseResource 之前。TryReuseResource 命中将 resCtxSequence 设为已有设备上下文；后续仍会获取主线程信息、反向导出、发射Kernel，不能推导“控制面调用为零”。</a:t>
            </a:r>
          </a:p>
          <a:p xmlns:a="http://schemas.openxmlformats.org/drawingml/2006/main">
            <a:r>
              <a:t>④ CalcRes 最终调用算法 Template::CalcRes，资源需求包含线程、通知与各Peer通道。HcclGetThreadWithConfig 根据接口能力选择 WithConfig 或旧 Acquire。GetUnfoldThreadInfo 可命中已缓存unfold资源；主/从线程不是每次必重新新建。</a:t>
            </a:r>
          </a:p>
          <a:p xmlns:a="http://schemas.openxmlformats.org/drawingml/2006/main">
            <a:r>
              <a:t>⑤ AddExchangeInfo 仅在相关能力和检查需求满足时 HcclCommAddExchangeInfo。HcclChannelAcquire 内部可命中每个Endpoint、已注册内存或Channel的对象缓存，因此“算法资源miss”不意味着所有基础对象都必新建。BuildChannelInfo 读取 HcclRankGraphGetEndpointInfo、HcclChannelGetHcclBuffer；后者内部 HcommChannelGetRemoteMems 取得远端映射。连接状态查询在 MyRank 流程中为 ChannelProcess::ChannelGetStatus 内部方法，不是导出 HcommChannelGetStatus。</a:t>
            </a:r>
          </a:p>
          <a:p xmlns:a="http://schemas.openxmlformats.org/drawingml/2006/main">
            <a:r>
              <a:t>⑥ HcclEngineCtxCopy 管理元数据，归C1；不得因函数里有Copy就归成payload数据搬运D1。资源上下文缓存的生命周期长于一次算子运行。</a:t>
            </a:r>
          </a:p>
          <a:p xmlns:a="http://schemas.openxmlformats.org/drawingml/2006/main">
            <a:r>
              <a:t>⑦ 这里是两个不同方向的Thread导出：第③行把用户流CPU Thread导出给AICPU用于完成Record；第⑦行把算法AICPU主Thread导出给CPU用于Host-ready Record。Host-ready的notify索引是notifyNumOnMainThread-1。</a:t>
            </a:r>
          </a:p>
          <a:p xmlns:a="http://schemas.openxmlformats.org/drawingml/2006/main">
            <a:r>
              <a:t>⑧ AicpuKernelLaunch 为 HCCL 内部函数。其具体ACL调用是 aclrtBinaryGetFunction(入口名HcclLaunchAicpuKernel)、aclrtKernelArgsInit、Append(&amp;param,sizeof(OpParam)+varMemSize)、Finalize、aclrtLaunchKernelWithConfig。HcclThreadResGetInfo 获取unfold stream；接口缺失/不支持时使用用户stream。HcclAicpuKernelLaunch 导出API此调用点仅Send/Recv，不用于当前AllToAll分支。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可选保序的完整子链：HcclOrderLaunchToOrderStream 检查 HcclDedicatedThreadAcquire 能力，按需要获取Host ORDER_OPBASE和设备order线程，将Host order Thread导出给AICPU；HcommThreadNotifyRecordOnThread(hostOrder,unfold,0) + HcommThreadNotifyWaitOnThread(unfold,0)。Kernel进入后 HcclOrderLaunchNotifyRecord 通过HcommThreadNotifyRecordOnThread(deviceOrder,exportedHostOrder,1)通知Host；HcclOrderLaunchToKernelStream在Host order Thread上Wait notify1。无对应能力/句柄可跳过。图模式ACL event分支不属于本页OPBASE。</a:t>
            </a:r>
          </a:p>
          <a:p xmlns:a="http://schemas.openxmlformats.org/drawingml/2006/main">
            <a:r>
              <a:t>超时：HcclSetNotifyWaitTimeOut包装器按能力调用HcommSetNotifyWaitTimeOut；Wait包装器在HcommThreadNotifyWaitOnThreadWithDefaultTimeout与显式timeout版HcommThreadNotifyWaitOnThread之间选择。</a:t>
            </a:r>
          </a:p>
          <a:p xmlns:a="http://schemas.openxmlformats.org/drawingml/2006/main">
            <a:r>
              <a:t>横切：HcclDfxRegOpInfoByCommId、ReportOpProfilingInfo、HcclReportAicpuKernel；部分能力条件下HcclGroupStatusGet。没有把它们画作改变payload流向的阶段。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的两个纵向泳道分别是HCCL/AICPU组织者与HCOMM执行能力，时间自上而下，行间子循环以标题明确。第⑦行是第⑤行Write动作的嵌套实现放大，不是⑥结束后又发起一次Write。没有把所有潜在接口写成每次都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HcclLaunchAicpuKernel (kernel_launch.cc:348) → HcommAcquireComm (:357) → HcclOrderLaunchNotifyRecord (按句柄和保序能力) → IsOpsV2状态检查（HcclCommGetStatus，SUSPEND分支提前ReleaseComm并返回）→ g_cacheManager.Get或DeserializeResCtx/Put → RestoreVarDataAlltoAllV → HcommBatchModeStart (:473)。HcclDfxRegOpInfoByCommId、HcommProfilingReportKernelStartTask属DFX。OpOrchestrate (:276)按能力调用 HcommThreadResAcquireTimeOut；HcclSetNotifyWaitTimeOut 包装 HcommSetNotifyWaitTimeOut；HcclThreadNotifyWaitOnThreadDefault 等 Host-ready，再取Executor。</a:t>
            </a:r>
          </a:p>
          <a:p xmlns:a="http://schemas.openxmlformats.org/drawingml/2006/main">
            <a:r>
              <a:t>② InsV2AlltoAllVSoleExecutor::Orchestrate (:89) 将resCtx中的threads/CCL/topology/channel map恢复，将param的count/displacements构造成localSendRecvInfo。OrchestrateLoop (:202) 创建模板、CalcScratchMultiple，算maxDataSizePerLoop=min(UB_MAX_DATA_SIZE, aligned(CCL size / scratch multiple))（scratch multiple为零时使用传输上限），再以datatype字节数换算count。按各Peer send/recv最大count算loopTimes，更新processedDataCount、每Peer本轮send/recvCounts和displacements，逐块调用KernelRun (:390)。对称内存有独立优化，当前主例不走。</a:t>
            </a:r>
          </a:p>
          <a:p xmlns:a="http://schemas.openxmlformats.org/drawingml/2006/main">
            <a:r>
              <a:t>③ KernelRun (:167) 检查链路是否PCIe设置isDmaRead_，定位myAlgRank，按需要CalcChannelsPerRank，进入RunALLtoALL (:217)。CalcCommLoops控制通信轮次；threadNum&gt;1时PreSyncInterThreads。PreSync在主Thread入队所有Record，再在从Thread入队Wait；self拷贝只在首通信轮且非零self count时发生。Read分支还有首轮PreCopyByLoop及额外线程同步；当前Write主例不走。</a:t>
            </a:r>
          </a:p>
          <a:p xmlns:a="http://schemas.openxmlformats.org/drawingml/2006/main">
            <a:r>
              <a:t>④ 每轮CalcCommRankSetForOneLoop，对Peer循环取channels，CalcDataSplitByPortGroupCommon计算每端口组send/recv数据。RunSendRecvByChannel (:327)算my/remote CCL buffer index和queIdx，后续通信轮在复用相关buffer时PreSync/PostSync，按channel构造DataSlices。RunSendRecv (:391)按read/write以及非零收发count决定SendRecvWrite、SendWrite、RecvWrite等。不能只依据算子名推出固定的HCOMM调用次数。</a:t>
            </a:r>
          </a:p>
          <a:p xmlns:a="http://schemas.openxmlformats.org/drawingml/2006/main">
            <a:r>
              <a:t>⑤ 完整API顺序（alg_data_trans_wrapper.cc:428–464）：</a:t>
            </a:r>
          </a:p>
          <a:p xmlns:a="http://schemas.openxmlformats.org/drawingml/2006/main">
            <a:r>
              <a:t>1 HcommChannelNotifyRecordOnThread(thread,recvChannel,NOTIFY_IDX_ACK)；</a:t>
            </a:r>
          </a:p>
          <a:p xmlns:a="http://schemas.openxmlformats.org/drawingml/2006/main">
            <a:r>
              <a:t>2 HcclChannelNotifyWaitOnThreadDefault(thread,sendChannel,NOTIFY_IDX_ACK,timeout) 包装后调用 HcommChannelNotifyWaitOnThreadWithDefaultTimeout 或 HcommChannelNotifyWaitOnThread；</a:t>
            </a:r>
          </a:p>
          <a:p xmlns:a="http://schemas.openxmlformats.org/drawingml/2006/main">
            <a:r>
              <a:t>3 对每个非零slice：GetSliceAddr + HcommWriteOnThread(thread,sendChannel,dst,src,length)；</a:t>
            </a:r>
          </a:p>
          <a:p xmlns:a="http://schemas.openxmlformats.org/drawingml/2006/main">
            <a:r>
              <a:t>4 HcommChannelNotifyRecordOnThread(thread,sendChannel,NOTIFY_IDX_DATA_SIGNAL)；</a:t>
            </a:r>
          </a:p>
          <a:p xmlns:a="http://schemas.openxmlformats.org/drawingml/2006/main">
            <a:r>
              <a:t>5 对recvChannel用相同Wait包装器等待DATA_SIGNAL。</a:t>
            </a:r>
          </a:p>
          <a:p xmlns:a="http://schemas.openxmlformats.org/drawingml/2006/main">
            <a:r>
              <a:t>Wait并非主动向Peer发送一个请求，它在本地消费远端记录的通知。双方各自入队的动作存在并行，图不声称全网API串行。</a:t>
            </a:r>
          </a:p>
          <a:p xmlns:a="http://schemas.openxmlformats.org/drawingml/2006/main">
            <a:r>
              <a:t>⑥ RunSendRecvByChannel在普通内存!isDmaRead且recvcount非零时PostCopy。LocalCopy (alg_data_trans_wrapper.cc:880)经size检查、GetSliceAddr后调用HcommLocalCopyOnThread。PostSyncInterThreads (:1045)源代码先向main排Wait，再向sub排Record，约束是main后续任务必须等sub完成；C++函数调用顺序不同于任务完成先后。回Kernel后 HcommThreadNotifyRecordOnThread(mainThread, exportedAicpuTsThread, DEFAULT_NOTIFY_IDX=0) (:603)；HcommProfilingReportKernelEndTask / HcommProfilingReportDeviceOp 后 HcommBatchModeEnd (:618)，末尾 HcommReleaseComm (:725)。该release不销毁comm或Channel。最终payload完成由任务依赖与用户流同步保证，不能以CPU侧API返回等同全Rank完成。</a:t>
            </a:r>
          </a:p>
          <a:p xmlns:a="http://schemas.openxmlformats.org/drawingml/2006/main">
            <a:r>
              <a:t>⑦ hcomm/src/base_comm/primitives/api_c_adpt/aicpu_ts_primitives_c_adpt.cc:495，HcommWriteOnThread检查IsDeviceA5，解包Thread/Channel/StreamLite，BuildLocRmaBufferLite(src,len)并构造远端Buffer(dst,len)，调用BaseTransportLiteImpl::Write。UB具体类位于hcomm/src/legacy/ascend950/unified_platform/resource/transport/aicpu/ub_transport_lite_impl.cc:664：准备SqeConfig/GetTaskId，可选PreLaunchWqe → UbConnLite::Write → 可选PostLaunchWqe → BuildUbDbSendTask → ProfilingProcess。UbConnLite::Write在resource/connection/aicpu/ub_conn_lite.cc:367：ProcessSlices → FillOneSqeWrite(UDMA_OPC_WRITE) → ProcessOneWqe → UpdateWqeTasks，返回pi给上层生成DB任务。这是软件任务构造链，未通过硬件trace证明时序/性能。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任务缓存的完整路径：开启且满足策略时HcommAicpuTsTaskCacheLookup；miss时HcommAicpuTsTaskCacheStart → OpOrchestrate → EnforceLaunchTask（BatchModeEnd/Start flush）→ HcommAicpuTsTaskCacheEnd；hit时HcommAicpuTsTaskCacheExecute刷新用户地址并重放；异常录制可HcommAicpuTsTaskCacheClear。关闭时直接OpOrchestrate。上述条件不能省略成无条件五个串行API。</a:t>
            </a:r>
          </a:p>
          <a:p xmlns:a="http://schemas.openxmlformats.org/drawingml/2006/main">
            <a:r>
              <a:t>Wait完整符号：Thread使用HcommThreadNotifyWaitOnThreadWithDefaultTimeout或HcommThreadNotifyWaitOnThread；Channel使用HcommChannelNotifyWaitOnThreadWithDefaultTimeout或HcommChannelNotifyWaitOnThread。默认超时版本与显式timeout版本二选一。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0c5ac63ba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c7c83f0c604f7f" /><Relationship Type="http://schemas.openxmlformats.org/officeDocument/2006/relationships/slideLayout" Target="/ppt/slideLayouts/slideLayout1.xml" Id="Rfc3e86ea5c5742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3e86ea5c5742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726e04ac14855" /><Relationship Type="http://schemas.openxmlformats.org/officeDocument/2006/relationships/notesSlide" Target="/ppt/notesSlides/notesSlide1.xml" Id="Rcbd8b73dd1a0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802bec4584da6" /><Relationship Type="http://schemas.openxmlformats.org/officeDocument/2006/relationships/notesSlide" Target="/ppt/notesSlides/notesSlide2.xml" Id="R519260db21674c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1a45eff47496f" /><Relationship Type="http://schemas.openxmlformats.org/officeDocument/2006/relationships/notesSlide" Target="/ppt/notesSlides/notesSlide3.xml" Id="Recfee54aee6448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5a11dca034eec" /><Relationship Type="http://schemas.openxmlformats.org/officeDocument/2006/relationships/notesSlide" Target="/ppt/notesSlides/notesSlide4.xml" Id="R8fe38754a5144e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f5c1287574064" /><Relationship Type="http://schemas.openxmlformats.org/officeDocument/2006/relationships/notesSlide" Target="/ppt/notesSlides/notesSlide5.xml" Id="R64451bf2565c44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1c05c876c40ba" /><Relationship Type="http://schemas.openxmlformats.org/officeDocument/2006/relationships/notesSlide" Target="/ppt/notesSlides/notesSlide6.xml" Id="R4384bfd234ad4e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919f99c514ddb" /><Relationship Type="http://schemas.openxmlformats.org/officeDocument/2006/relationships/notesSlide" Target="/ppt/notesSlides/notesSlide7.xml" Id="R8fc3fc88084b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d8e9ec0164825" /><Relationship Type="http://schemas.openxmlformats.org/officeDocument/2006/relationships/notesSlide" Target="/ppt/notesSlides/notesSlide8.xml" Id="R7e43309fdae145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ff18199ae4c6c" /><Relationship Type="http://schemas.openxmlformats.org/officeDocument/2006/relationships/notesSlide" Target="/ppt/notesSlides/notesSlide9.xml" Id="R2e7c6211295e40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3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5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CFD7D6D-AF52-4EC2-8AA1-EC1513F7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的跨层执行流程：Host 下发 → AICPU 展开 → HCOMM 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C6CC-BEC0-4CD0-A5C3-0BDAFB0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读法：左半页 01→06，再到右半页 07→12；每行从 HCCL 内部函数读到被调接口。主例：资源冷启动、Task Cache 关闭。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66DC2-578A-46B3-BF5B-1AAFA4C5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6DB09-B5D4-4E84-AD4A-DEE2854E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47725"/>
            <a:ext cx="563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1D408-1B75-4D1F-85E8-6A289588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57250"/>
            <a:ext cx="550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Ⅰ  Host：参数、算法、资源与 Kernel 下发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3769F-482E-4BE1-BFB4-38DA0D84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47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E0A93-EF22-4759-B245-0872DDA8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857250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Ⅱ  AICPU：恢复现场、逐层展开与执行收尾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2640D-8C5E-49D3-B178-EBE9514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 内部调用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B0D37-A1FD-4206-9F23-D9794F13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228F8-42B7-4DFC-8092-46D27190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 内部调用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D072F-EE72-49EF-904F-6FAE60D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 / 实际动作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FBA73-70F1-4C4E-A262-DB4E177C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A92A5-322C-4E64-9CA3-1BC68E0F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1ABEE-CDAA-4D21-8A25-03A67A96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 参数归一化、确定执行分支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E6519-C8B7-41EB-9914-CE659908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 → AlltoAllVOutPlace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AlltoAllVExecDispatch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22812-9C3C-46BC-8583-EF666928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335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 〔C3〕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HcclGetCommName / HcclConfigGetInfo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 count → 四组 counts / displs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输入、输出、stream、engine 写入 OpParam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2B543-1B87-4280-87D6-AE1236CD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F9F4C-CFF3-448E-8A93-DC5AF5E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1151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3C0A6-D2EC-4777-93B2-9D46AF5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3B57A-12EA-42BD-9164-4C2EF495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077528" y="18102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6A447-6D5C-4748-914D-C05BCE56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1BCD0-5801-4371-A011-6D3678D3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3719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9620E-57D2-4386-A1BB-D4CBED3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C53F95-ACD4-49A2-8E8A-093D720F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EF21F3-5623-4636-9298-17FC760B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拓扑恢复、算法选择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3BF8C-F993-4835-9B6C-07571B44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InitRankInfo（拓扑缓存 miss）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算法注册表返回 algName + topoInfo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5F406-2C88-424F-87F1-5B944501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〔C1〕：查询拓扑缓存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 〔C3〕：miss 才查询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〔C1〕：保存拓扑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按拓扑、数据量选择普通 Mesh 模板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60B242-9D13-4207-ADED-696366A4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E042F-D09C-452A-9C69-BDD412B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31151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CCEAAC-9AD2-4629-A35B-E9859C5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CCFF65-FE64-42C2-92CF-1B95707E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077528" y="26198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1FC943-4663-47CE-A3DE-824D0DAF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10EF4B-BAD4-49E6-BC89-E7C1FD7F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3719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3BE97E-1B0C-4BAA-8626-13370C71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DFCBF8-D89B-4C68-856E-A0050FDB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31D94-7632-400B-A453-C29DE949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绑定用户流，查询算法资源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DE5BD6-1297-4451-83AC-707A23B9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GetAlgExec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TryReuseResource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hit：复用设备资源；跳过 04–05 申请段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5DCEBA-4738-4EFB-933F-AD58ADD7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5277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 Thread 导出给 AICPU，用于完成通知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EA94C7-2EAF-45E1-A880-335FEC4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C56FA6-7354-4EB2-8558-21880078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31151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7652FA-8B1D-49DE-9800-1BA3812C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3957A7-CBE5-4392-841B-3FA5EC8C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077528" y="34294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074C53-C102-472A-8074-CA26FA77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E876AA-20C4-4F2D-94BD-16DB5463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3719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63DD21-EA46-47FD-BD1D-EC109BFD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DED30F-C8B4-4179-B321-D434539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81BAAC-D63B-41AB-85A3-845705BA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计算资源需求、申请主从线程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7687E2-3D91-463D-96F7-5407C96A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CalcRes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 → HcclGetAicpuThread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BCC9F2-B70E-4DB3-B69C-C6A74494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〔C2〕：本地 CCL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 〔C1〕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HcclThreadAcquire（兼容分支）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得到主 / 从 / unfold Thread 与 Notify 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63E014-D4C7-42C2-8220-0E96F66B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1CC5E4-A673-49BE-8F23-9E026702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31151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D1F44B-E339-44AA-88DD-933009A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83083E-22E6-41F0-A650-C9760B87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077528" y="423910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FAD551-490F-483C-B7C8-7D0F037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F47C27-3B96-4176-8097-375954D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3719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6882B3-FCDC-4DC5-802B-1196C0B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A4C215-76D5-4C58-80D2-D25667AC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205C309-221A-4D08-BD1D-EF1AD14B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建链、回填地址、交付资源上下文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0D7987-E723-4714-B6B8-2EC7074D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 → Serialize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反向导出 AICPU 主线程到 CPU_TS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594011-CE8E-47DC-9CF4-2C1A3EB2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720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〔C1〕；建链详见第 5 页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→ HcclEngineCtxCopy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〔均 C1〕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6EC303-273D-4086-9CBC-2F5EBEE3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BB83A6-7B7B-4372-B479-925344B0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151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52E596E-022E-4931-81BC-AA29FA5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7D76FB-86F1-404C-8752-7F7BE074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077528" y="50487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939993-763B-47C4-B89D-0AAC0F67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CD06E5-12FB-4F81-A94B-42276646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3719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1EFAF0A-502B-471E-ADD9-556F45E4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E5DF8E7-9F32-475D-8DA3-2C6B2FD7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C0281A7-E0FF-4926-9D31-5D4AA1F5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  Host 就绪通知 → 发射 → 入队完成等待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8B7D823-90A3-41FA-AF29-39B9BAB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OpParam + varData + resCtx 交给 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等待入队，不等同于同步阻塞 CPU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508EFC-A950-44AF-8CCE-4A4A103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816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aclrtKernelArgs* → aclrtLaunchKernelWithConfig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 Thread / 超时配置按能力分支执行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01BFA7-23C6-4F93-ADC6-0C0B6F0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F3A632-5F79-46B2-948E-7A4DA10A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31151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EAA5F3-3E1F-467F-A5A5-8DF90A2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E7B655E-624C-43C0-B238-FBD9BE54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077528" y="58583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E8226E-ED12-4363-B8F2-E085EE28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77F4E42-4B33-4243-9A98-019E968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C78306-58BD-4BCB-8E31-C6AE4A03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Kernel 进入、恢复设备侧资源与参数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3C63C6D-8514-4CF0-B401-65298367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335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DeserializeResCtx（或设备上下文缓存）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修复 counts / displs 指针，取主线程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18764C6-C226-4F85-A4D9-2B8A2B6C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335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 〔D4〕：先取得使用保护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 〔C1〕：能力支持时查询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 〔D4〕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通信域已有；本步不是新建 comm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A7A5ECA-0B77-478B-9284-C260A2A4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083D7A-A177-4810-8469-052C99D0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90206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F442F6-F85B-4741-8703-F36E884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11A39B2-72F8-4211-9FBF-853D2DE0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983028" y="18102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C0BCC13-B7F2-4D05-A113-26FD49A2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AE751C8-F378-4E3E-BE85-E83D8814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62774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23B828-F09D-41A8-90CC-7429A6DF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CBFB5BF-68F4-4326-A089-EFB578C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C422540-2CA7-473F-80F4-C69BFE6A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等 Host 就绪、选择 Executor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AB7794D-02FC-455C-AAAB-ECB0A5DF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executor.Orchestrate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Peer→Channel 映射和收发描述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hit：跳过本次逐条编排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0F6D163-3ADC-4FE2-9DF7-6F91709D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HcommThreadResAcquireTimeOut 〔D4，可选〕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 〔D3，可选〕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消费 06 的 Host-ready 通知，再展开任务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0DE7CFF-8882-40F9-9382-4E94B307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AE2A0E0-E265-40F2-8B50-F814CCA2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90206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7C74C7-2257-4E5C-ACF6-89A118C8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790D78D-6858-41E4-8A00-44CD82C0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8983028" y="26198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4ABD13F-9214-4B07-9001-FB0AE443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069B756-45B8-4F8D-8237-59BE9926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62774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5E37CB0-CFAD-460A-9C92-393D18EF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3FF9F73-D13D-43D0-98FC-18C92853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A7BF2EA-10B7-483C-B03D-FA168ABB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09  大块切分、主从线程起步、自分片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F9AAD8E-FFA2-4831-8F83-C9ED28F2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KernelRun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RunALLtoALL → CalcCommLoops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PreSyncInterThreads（多线程）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46D0B0D-FAD0-4453-AF8C-EE6E2F65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5277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容量 / 传输上限分块；拷贝本 Rank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693307D-1763-4CA1-BDB3-4AAE0723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2B85920-032C-4D95-8851-F1B7364E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90206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1B3D8DA-F84D-4280-AD78-FEE7A5A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77DA48A-875A-487A-8DC1-3882B73B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8983028" y="34294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63F761D-91AB-45BA-AE34-FE6D529C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E432DC6-D603-4EA0-A672-00271032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62774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6CF73A0-F430-456F-B794-410D91E2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4F7642B-13F7-4193-B5FA-2869785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EFE9EBE-F993-4FC2-B695-F916AE5D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  按轮次 → Peer → Channel → slice 展开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C477BD-9E94-47B4-B708-1133735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BuildDataSlices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RunSendRecv（CCL 槽位 / 队列索引见第 4 页）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B015FB7-1921-4176-9821-D1162FF5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根据 counts / displs 计算地址与长度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给每个 Peer 分配 Channel、Thread、CCL 槽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跨轮复用时做 Thread Notify 同步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跳过；双向 / 单向按 count 分支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6CAED7F-EA27-4822-9FA3-6B7C482F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FF3BA00-C359-4AA0-AE69-92CC46B5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40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90206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1B24429-AE83-4597-8488-E908477E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C693D71-2748-4C1A-99E7-C0039FBB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8983028" y="423910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23EC157-3080-4C08-820D-D75FB688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BD979E8-2393-4D9F-AB70-8F960A8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62774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E9D112E-AA64-428D-8F88-FAE5654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1C713BC-99DE-4A98-8817-E3A99A7D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1485FE8-7187-4893-B476-6F1FF0C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  一个 Peer 的 Write 握手与中转拷贝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CC0DBB0-FC7F-41A4-9F6A-7D351235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720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ACK Record → ② ACK Wait → ③ Write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DATA_SIGNAL Record → ⑤ Wait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LocalCopy：CCL → userOut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D9F84F7-7C0F-4158-ACFB-D59BACA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72025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〔D1〕：逐非零 slice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〔D1〕：接收后拷贝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0E04CC6-4F82-476E-B4E0-3AC24784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852045B-1782-4EF2-94AE-D5A0D1AB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90206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801E24-C94F-4637-8BD6-94A663F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6852E09-8AAE-4DD8-B58B-77E81659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57" idx="3"/>
            <a:endCxn xmlns:a="http://schemas.openxmlformats.org/drawingml/2006/main" id="158" idx="1"/>
          </p:cNvCxnSpPr>
          <p:nvPr/>
        </p:nvCxnSpPr>
        <p:spPr>
          <a:xfrm xmlns:a="http://schemas.openxmlformats.org/drawingml/2006/main">
            <a:off x="8983028" y="504872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7855A33-CE7C-4014-A77F-5B340CF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36D9D4D-060F-4B43-B90A-1F076E5D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62774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CEB213D-34FD-4312-95E5-12E2CFF0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7E3DC69-8982-4FD9-97D9-60E80C9D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B7278EC-B007-4CFB-A269-6FF9C434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  汇合线程、通知 Host、提交任务并释放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6CBD732-481C-47D9-A3B5-2D878020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816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PostSyncInterThreads（多线程）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逐层返回 Template → Executor → 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主线程记录完成通知，匹配 06 的 Host Wait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运行保护释放 ≠ 通信域 / Channel 销毁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AD0CA36-501C-470E-9844-54711063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81650"/>
            <a:ext cx="2638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线程汇合 + 完成通知：不同 Thread / 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→ HcommReleaseComm 〔D4〕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A5A5334-C5A1-4EF3-9125-BAD08232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7EFA65D-F440-4E6B-9C66-E97C74DC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168" idx="2"/>
            <a:endCxn xmlns:a="http://schemas.openxmlformats.org/drawingml/2006/main" id="169" idx="0"/>
          </p:cNvCxnSpPr>
          <p:nvPr/>
        </p:nvCxnSpPr>
        <p:spPr>
          <a:xfrm xmlns:a="http://schemas.openxmlformats.org/drawingml/2006/main">
            <a:off x="90206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6D56874-C544-4646-B2D2-1ACD91C2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C7D19B7-706E-4AEC-98D2-4EB6027E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8983028" y="5858352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BD633DA-7083-4CC6-ACC4-B67BF870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098278B-388D-4E10-BEDA-FF99528E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5925503" y="5782152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CFFD33D-8AFD-4E62-8275-CC389FA2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FBFD7FD-99D1-4D0F-91E3-E50996A7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77" idx="0"/>
            <a:endCxn xmlns:a="http://schemas.openxmlformats.org/drawingml/2006/main" id="178" idx="2"/>
          </p:cNvCxnSpPr>
          <p:nvPr/>
        </p:nvCxnSpPr>
        <p:spPr>
          <a:xfrm xmlns:a="http://schemas.openxmlformats.org/drawingml/2006/main" flipV="1">
            <a:off x="6058377" y="1429703"/>
            <a:ext cx="0" cy="435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5546DD0-28CB-4DB3-B6E2-5CEEF6ED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E64F80D-A705-45D2-95F3-8AAD3F3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80" idx="3"/>
            <a:endCxn xmlns:a="http://schemas.openxmlformats.org/drawingml/2006/main" id="181" idx="1"/>
          </p:cNvCxnSpPr>
          <p:nvPr/>
        </p:nvCxnSpPr>
        <p:spPr>
          <a:xfrm xmlns:a="http://schemas.openxmlformats.org/drawingml/2006/main">
            <a:off x="6058853" y="1429227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96DAF8C-DBB7-4355-87A0-F838115A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1162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773E25C-08D4-4696-A0AE-747CE13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0555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通信域资源｜C2 内存｜C3 拓扑｜D1 搬运｜D3 同步｜D4 执行控制；“*”为默认超时 / 显式超时二选一。完整符号、条件和代码行见备注。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2CB1337-8576-42FA-9049-AC841242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ED1A908-8F8D-4A7D-A960-73F2625B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4070F21-A16A-4C2F-9634-0050B21C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展开：第 3 页 Host / 资源、第 4 页 AICPU / 数据；源码 op_common.cc:780,1005,1285–2091；kernel_launch.cc:348–725；Mesh Template:167–411。</a:t>
            </a:r>
          </a:p>
        </p:txBody>
      </p:sp>
    </p:spTree>
    <p:extLst>
      <p:ext uri="{BB962C8B-B14F-4D97-AF65-F5344CB8AC3E}">
        <p14:creationId xmlns:p14="http://schemas.microsoft.com/office/powerpoint/2010/main" val="918604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2C58589-EB8E-4617-B802-920A07F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Host 侧展开：参数如何变成设备可用的资源与任务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B155D-5084-40E7-A475-B31BD05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01–06；实线 → 是下钻调用，虚线 ← 是返回产物；资源缓存命中可绕过第 ④–⑥ 行的重新申请。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C922A-405F-4DB1-A4D8-ED6BB29B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1E105-0CEA-4C1B-84D5-A400EB7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289BA-30D3-4FB6-9570-47D5015B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Host：上层算子、调度与资源组织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64B80-D524-4AE8-97AD-FEC81E68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866775"/>
            <a:ext cx="672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1A975-DCE7-48B3-95F7-C3F4346F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876300"/>
            <a:ext cx="659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Runtime：具体接口、处理与返回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8888A-349D-4533-A3D0-EF7208E0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94239-BFDF-4E5C-96E1-E2F28133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620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7F7B0-191E-46DC-873A-11560C68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FD7F9-09E1-4600-BFDE-3D1ECBC9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算子入口与参数归一化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B622D-B6BD-4AE5-9A8C-609702E3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430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 → ConvertAlltoAllParam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5D77D-3FA9-400D-A8FA-29BAF53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697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AlltoAllVOutPlace → AlltoAllVOutPlaceCommon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0688D-0CA6-4D38-8B29-5E657044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63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 → AlltoAllVExecDispatch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F0B00-6CC4-41A6-B288-4BFF782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001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HcclGetRankId〔C3〕；HcclGetCommName〔C1〕：确定通信域与成员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2578B-C366-4E6D-802D-8872B7F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3716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 → HcclConfigGetInfo〔C1〕：读取展开配置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267E-DC17-4B5B-9F07-C3B1281A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430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产物：OpParam + sendCounts / recvCounts / sdispls / rdispls；count 为元素数，地址偏移换算成字节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2539B-EB69-49AB-990F-32B2C77A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68BDC-FEA9-490F-92FF-6C6AAB09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906328" y="14101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96490-3D58-4445-A39A-A75E6C8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A8A35-E610-4858-B2E0-16392DB7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4906328" y="16102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8AC65-B600-4129-B1F7-51617145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AC5BA-9008-4B58-B635-3EA342C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14802" y="1753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34313-B055-41A4-981A-7F625138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7B1D2-D4D7-4A91-824F-59B57BD6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02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AAC8F4-F3F4-45FB-8425-21E9709F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34B2F-EE1E-4A2F-83AC-6D2A3043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097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拓扑查询与算法选择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39AA0-05DF-4D13-98EF-06DBBFE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812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4CD9AE-CD69-4D53-BE35-650C6A31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78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miss：InitRankInfo → topoInfo.Serialize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01CCE-37A2-4179-A6BF-299E45A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45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Mesh 分支 → algName + topoInfo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B3130-9D3E-4558-9F7C-D60F5955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383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HcclEngineCtxGet〔C1〕：hit 时 DeSerialize；miss 才查完整拓扑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2D7D6-5368-415C-99F1-F2BFB5D8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097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HcclRankGraphGetLayers / GetInstSizeListByLayer / GetTopoInstsByLayer〔C3〕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EC5AC6-9811-47DA-A367-0B81644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812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HcclRankGraphGetRanksByLayer / GetLinks〔C3〕等 → HcclEngineCtxCreate〔C1〕保存拓扑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BE323-0945-4B49-9285-6907E97E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123C8B-84D5-41BD-8029-A9454523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906328" y="20483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C77D8B-DF03-4D97-BBC4-60CBF0B4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FC87B6-C595-4FE9-B664-E158DFA5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4906328" y="2248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72D881-1CBB-4C6F-9567-DFCFB964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223A6-7C35-45BA-951B-22628528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314802" y="23917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A61488-3499-4333-B772-379E6246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D413BD-6ACD-4D55-A7F0-57EA7098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384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2885F6-834F-487D-A8B7-486625E9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08FAB8-A06A-4172-B391-925C6B65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479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用户流绑定与算法资源查询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69635D-51B5-4425-8F89-BD7E255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193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CollAlgExecRegistryV2::GetAlgExec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9EF78F-B3F3-4080-9B27-C8A0B510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460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GetAlgoMeta → TryReuseResource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F57EB5-CDDD-488D-B553-7563F6AA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727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算法资源 hit：取 resCtxSequence / ctxSize，转⑦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015BFA-C1AE-4F1F-9299-D7F7878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765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HcclThreadAcquireWithStream〔C1〕：将用户 aclrtStream 关联到 CPU_TS Thread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6CD35C-493A-4D19-9255-D0DEE08C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479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HcclThreadExportToCommEngine〔C1〕：CPU_TS → AICPU_TS，得到 exportedAicpuTsThread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A57474-1DC9-4E5A-935B-75412CA2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194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HcclEngineCtxGet(algTag, AICPU_TS)〔C1〕：查询算法资源，不与②的拓扑缓存混淆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9446E4-3DFA-45A2-80E2-9C36021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BAF5AC-3877-4FEC-8800-AD165CC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906328" y="2686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BFDEC6-C5B3-47A4-AE8A-8116716E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944FFE-B9CF-4767-8E30-473784A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59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4906328" y="28865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6E66A5-B3C7-42BF-8354-938EF8B9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C57859-935E-4C77-9927-6A5AF4B3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314802" y="30299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6613F1-4530-4441-8EDC-D6DDF84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C6B7A8-8550-4246-ABEF-1EBD4F5C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1CD0A0-82A5-46C8-9A92-B760D7AB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36C77B-AC5D-4CA3-ADDF-5BAF5393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861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计算需求与线程申请（miss）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C29861-F988-4F2F-8103-0455588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575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MatchTopo → CalcRes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35276F-74E4-471C-A4A6-21B4CF1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842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GetAlgResWithEngine → GetAlgResAICPU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D5711B-614C-48CE-9801-D7F4F1F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109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 → HcclGetThread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4424F2-BA29-4BC4-B4A6-9525A9F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146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HcclGetHcclBuffer〔C2〕：取本地 CCL 地址 / 容量，影响后续大块切分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81BB72-493A-450A-AF2C-562E775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861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HcclGetAicpuThread → ThreadConfigInit → HcclThreadAcquireWithConfig〔C1〕（或 Acquire）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F2BA82-848C-4B16-95BE-CA1048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575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产物：主 / 从 Thread、Notify 数；主线程为 Host 同步额外留一个 Notify；unfold 线程缺失才补充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96F3742-7059-44CA-8233-11EB1B91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ADD86C-6EA8-4969-AE64-E3C5D38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4906328" y="33247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4C05A68-8373-44B2-B6E8-B44AFAFD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6E11AED-DD11-4A69-89E0-1EAAC6C2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78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4906328" y="35247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95A4D4-DEF7-438E-B0D8-2661DA21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2C9D44F-D046-423B-AC22-B386795D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314802" y="36680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BF167BF-F3A5-4CA6-816F-375A8FB1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EF686C-FECA-4757-9B66-66E65EF0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E2A023-255E-40EF-B8CF-2859718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66D1ADD-EE65-488A-BF13-CB8FF914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242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建链、内存映射与一致性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586E69-CF9E-478A-94C9-F1F0BD28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957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2BB003C-E27F-4A38-BE27-1E15593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224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AddExchangeInfo（可选）→ BuildChannelInfo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A4046B-B304-42AA-BB17-51181C14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490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FillOpExchangeInfo → CompareOpExchangeInfos（按需）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49E3DB4-E52A-4F10-86FD-B06342BE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528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HcclChannelAcquire〔C1〕→ Endpoint / Mem / CollectiveChannel 按缺失准备（第 5 页展开）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EA6588A-5561-416E-9878-02CD05D9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243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HcclRankGraphGetEndpointInfo〔C3〕：回填链路端点；HcclChannelGetHcclBuffer〔C2〕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F62FB1B-630B-4CFB-8166-EFC70D9D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957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HcommChannelGetRemoteMems〔C2〕→ remoteCclMem；按能力 HcclCommAddExchangeInfo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140AAA6-2268-4C8A-8AA3-4F758C09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AE97E07-487D-4947-B979-DC6C9974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4906328" y="39628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1376276-7622-4F06-BA9C-B84F769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727E918-361C-415F-A3B4-09603ED9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4906328" y="41629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D4E9D50-D010-454B-A897-FEE50A44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7055EF4-07FC-47D0-BE5F-42D1F83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5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314802" y="43062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02374A4-6BB6-4B6A-B2B9-0ED9D38D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BFB5A2E-2F76-4F55-9917-D8EC4312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529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C7C4077-B07E-42E1-86DA-5A9A1D1D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9C3127-4083-4AB0-BDFC-9A4A3A8B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3624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资源序列化、复制到设备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EF224DD-59CB-4434-9FE5-23A037FD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resCtxHost.Serialize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87A4B5-8629-41A1-B10D-7874C009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605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F53240C-03B5-4713-829D-262DB7E3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872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缓存内容是资源描述，不是 AllToAll 的用户 payload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2BB7A6F-777A-4913-9096-96FE36E1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910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HcclEngineCtxCreate(algTag, AICPU_TS)〔C1〕：分配设备侧上下文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5C4EBD0-6D97-473A-985F-3ADB86F9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624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HcclEngineCtxCopy〔C1〕：Host 序列化描述 → Device；返回 resCtxSequence + ctxSize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82F18A1-2C2E-4D56-9977-62B4DB1D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7339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描述包含：Thread / Channel 句柄、CCL 地址、拓扑与算法分层信息、Notify 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7258756-37DA-4873-B979-E01BAA1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35051E2-AAC0-457E-BADD-F52FB3F3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4906328" y="46010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8531DC-8852-4CBC-B40E-F5A52B78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4C17604-7B33-4248-9E73-FD395D35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16" idx="1"/>
            <a:endCxn xmlns:a="http://schemas.openxmlformats.org/drawingml/2006/main" id="117" idx="3"/>
          </p:cNvCxnSpPr>
          <p:nvPr/>
        </p:nvCxnSpPr>
        <p:spPr>
          <a:xfrm xmlns:a="http://schemas.openxmlformats.org/drawingml/2006/main" flipH="1">
            <a:off x="4906328" y="4801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43E7734-6167-4046-B712-91C7D7F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52B071A-6116-495E-B610-62293A5D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1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314802" y="49444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8CC7DED-77FD-4DF1-953E-BABF9387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5E88AD1-AB6E-4F45-8FE5-B145D716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911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ECB7BF-1BBE-452D-BAC4-C6B15EE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924ECB-E9A9-432B-BB10-1D7EB1E3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006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⑦ 反向导出线程、Host 就绪通知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F8A5BBB-2E2C-4ADE-9FC8-10089D2B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20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GetMainThreadInfo / GetUnfoldThreadInfo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C82DA25-080C-41BC-B0A1-8BFEDC7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987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0B5E255-8885-4FC4-A90F-B87712FD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4254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HcclOrderLaunchToOrderStream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2EE0657-A7F0-48F4-867A-E1FD9E1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292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HcclThreadExportToCommEngine〔C1〕：AICPU 主线程 → CPU_TS，得到 exportedCpuTsThread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6F7EEF4-C403-49D2-9D8A-3FE0FF79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006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HcommThreadNotifyRecordOnThread(cpuTsThread, exportedCpuTsThread, mainNotify-1)〔D3〕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4352E48-CC5F-4A50-A877-CD4AD502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3721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通知语义：用户流前序输入已就绪；AICPU 的 OpOrchestrate 在对应 Notify 上 Wait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830EB99-4C4E-4AB5-A257-FBBC3CE4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F637B8A-C6C5-49D8-BB22-750948F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4906328" y="5239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D2A293C-31F5-4C20-AC9F-3D14D464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C108CB9-3E10-4F27-A4F9-ED191762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135" idx="1"/>
            <a:endCxn xmlns:a="http://schemas.openxmlformats.org/drawingml/2006/main" id="136" idx="3"/>
          </p:cNvCxnSpPr>
          <p:nvPr/>
        </p:nvCxnSpPr>
        <p:spPr>
          <a:xfrm xmlns:a="http://schemas.openxmlformats.org/drawingml/2006/main" flipH="1">
            <a:off x="4906328" y="54392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FD84BD9-BF35-422E-A59D-ABC2BC6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81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C5FD1F4-6947-469B-BF68-AE83E4F0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2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314802" y="5582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6B5031D-2D62-440A-93AC-67E3BD33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4678FA9-809A-48B1-B519-834F218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292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4E8D95F-9808-4DF7-8C5C-3E34ACFF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DF75BAE-106A-4863-BAA2-17DF003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388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⑧ ACL 发射与用户流完成等待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F0F9EE1-5EA4-4FA7-9ADD-BE917CCF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102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8C45E51-C5DD-4B79-AD72-80B296BD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369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HcclOrderLaunchToKernelStream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8FB72DE-4602-4C2D-BDDA-355080C3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636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HcclThreadNotifyWaitOnThreadDefault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082C36F-4F8E-41F7-B908-D21EDD30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673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aclrtBinaryGetFunction → aclrtKernelArgsInit → aclrtKernelArgsAppend → aclrtKernelArgsFinalize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3892C46-9C0E-460A-878A-B04A12B0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8388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HcclThreadResGetInfo〔C1，可选〕取 stream → aclrtLaunchKernelWithConfig（ACL，非 HCOMM）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0EEE433-41F5-4896-A8F9-C23FE39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102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 / HcommThreadNotifyWaitOnThread〔D3〕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CD4A64E-814F-4DB0-8EE9-1C75250A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40E1286-2A4E-40A9-B6B6-75886AC9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>
            <a:off x="4906328" y="58774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3B4154F-AD3D-4CC2-855A-9B49F4C1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5F3671F-2674-4DAC-9ECA-13AB92F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8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4906328" y="60774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687EF4C-FD8C-48D5-86A8-BE57F3EA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15075"/>
            <a:ext cx="1162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EC0F2E0-8E5A-4195-87B8-428E5E81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跨端交付：OpParam + varData + resCtx 指针；就绪依赖：用户流前序 → Host Record → AICPU Wait；完成依赖：AICPU Record → Host Wait → 用户流后续。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F0D458A-112D-4EF8-AA54-F6FB268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E456EBF-1507-401F-8EE7-0CF844C0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59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5392E37-F4AB-4EB9-87CC-42A051CC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源码：all_to_all_v.cc:23,638,730,775；op_common.cc:780,1005,1135,1285,1331,1364,1670–1810,1979–2091；order_launch.cc。</a:t>
            </a:r>
          </a:p>
        </p:txBody>
      </p:sp>
    </p:spTree>
    <p:extLst>
      <p:ext uri="{BB962C8B-B14F-4D97-AF65-F5344CB8AC3E}">
        <p14:creationId xmlns:p14="http://schemas.microsoft.com/office/powerpoint/2010/main" val="508332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28F9D36-1DD0-49DD-8709-FFDDCC60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AICPU 侧展开：分块 × 通信轮次 × Peer × Channel × slice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CE190-E094-4EE1-AB18-E77A594C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07–12；普通 Mesh Write 路径。两列为调用者和被调接口；末行补到 950 的传输实现，UB 为条件示例。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846BB-931F-43CB-AC9B-C1A2E2E4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EE8FB-1BA2-4FC0-814E-42FECE8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501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F655A-574F-4437-A1BD-894A955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AICPU：编排层、循环层次与数据地址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29979-2670-45CF-8CF7-E38AAF2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66775"/>
            <a:ext cx="632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6F03E-A3C4-4D44-8D87-CD3CC6C2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876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数据面：精确原语、顺序及其含义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026F1-6A66-410E-B087-E50CCD6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C6E9A-6C1B-468C-A1C8-07F69DEA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1525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FCB4E-C0AC-4619-A757-F9B5C173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F8A6E-FC46-4AC1-8FCC-874DBF0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620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Kernel 恢复执行现场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57CED-6A73-418F-A977-268A99C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620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 → DeserializeResCtx（或缓存）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4FCF9-E64E-48CC-B584-ABAC8B7A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059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RestoreVarDataAlltoAllV：counts / displs 指针重新定位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73C21-5CB6-407C-A441-976DCE48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497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取主线程；OpOrchestrate 内等待 Host-ready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886D3-44EA-4DDC-BD00-0CD814A7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1811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HcommAcquireComm〔D4〕→（可选状态 / 保序）→ 恢复资源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D691A-BBF2-45DC-A4E9-024EE64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392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HcommBatchModeStart〔D4〕→ OpOrchestrate 的超时设置 / 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EEE7A-5EC0-412E-8C03-FC21E9C7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973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HcommThreadNotifyWaitOnThreadWithDefaultTimeout〔D3〕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A5EF3-BCD8-4033-A8DD-9063E56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554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HcommThreadNotifyWaitOnThread；消费 Host 已记录的就绪通知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6B0B4-47C6-44E0-847D-83C52C2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47289-575E-4EC2-8E69-1155A005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06378" y="1543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2D6AA-C908-474B-81A1-8AC0CF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4073F-3EBA-4B50-8AE0-20A3595A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85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14802" y="18392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FEB1C-D0EC-411E-BA80-15311DF5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99184-CF73-4557-8203-F7FB3F0F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859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A9D2E-EBDA-4581-960A-470C5A15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3EAFA-1120-4E99-A0B9-DDA34E9B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954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Executor 外层分块：逐块调用 Template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299A8-F364-4F05-9BE6-01E5ED1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955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InsV2AlltoAllVSoleExecutor::Orchestrate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3E6F6-554F-4A45-9A39-9093FFA9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93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Channel 映射、每 Peer 的 counts / displs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3EB0F-724A-4D65-BFCC-EA06D95B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831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CalcScratchMultiple → KernelRun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2E5555-35F2-446A-8895-F3EBD7A7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145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这一层仍是 HCCL，尚未直接搬运 payload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1F0630-0BBE-485A-A522-A4E5936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726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maxDataSizePerLoop 受 CCL scratch 容量与 UB_MAX_DATA_SIZE 约束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EB5352-8679-475D-84B3-5ACA8B3C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07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逐块更新 processedDataCount、src/dst 偏移和各 Peer 本轮 count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3EB8D6-E2DF-4123-8D3B-9FFBCC07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888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 时 Execute 重放；不会重新走本次 Executor / Template 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F9FFB-4B64-4C28-9AAB-7D1EAF7E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088335-A96B-48A0-B189-074B6A5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306378" y="2276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98F6F5-CCC8-4D07-82F4-2649732D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19B675-33CE-44E3-88E7-7CAB2A7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314802" y="25727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7F0DD2-B5B0-4DA4-A120-EA725D55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64B923-6A64-4A62-9E38-283B23FD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193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5727C5-19E1-4071-B2AD-95585A65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41FADA-D810-4F66-A77D-D5E21E2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289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Template 起步：判断协议、主从同步、自分片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50BE2F-CEF7-44B7-B59E-1ECCACB3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289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 → IsPcieProtocol → RunALLtoALL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5918AF-C4FB-4A63-8E43-31736BF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727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CalcCommLoops；PreSyncInterThreads（threadNum &gt; 1）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80FE81-7AC0-465D-BF1F-4A9A427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165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LocalCopy（首轮且 self count &gt; 0）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7B123D-D9BB-46DC-8B42-9EAC2CBD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PreSync：主 Thread Record 各从 Thread → 各从 Thread Wait〔D3〕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DCE24A-AE96-4F0F-A219-3AA03838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060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HcommThreadNotifyRecordOnThread；HcommThreadNotifyWaitOnThread*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B00725-BDF5-44FE-975D-C71B9A2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41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HcommLocalCopyOnThread〔D1〕：userIn[self] → userOut[self]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9BC1F4-A64C-4A3A-AB48-F2E91C29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222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PCIe 走 Write；PCIe 走 Read + PreCopy，详见第 7 页对照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70F761-B699-406B-B6CA-A2D0B51E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4BE717-2BF5-410D-B0D2-8DA52E53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306378" y="3010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643BE3-1F86-4B64-AD15-4C35216D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432D9D-165A-49FD-BD59-04261830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314802" y="33061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3B7B66-FA3B-44F9-9720-57A73FD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98308F-B7A5-4864-B73F-7E70F0B0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D1EAAC-8FE3-42B3-A981-08660FE1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991B86-6D28-43B1-839B-D096D1DC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36232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内层展开：轮次 → Peer → Channel → 非零 slice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053D9C-8181-4DA4-98D0-0C5D22EA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6235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 → RunSendRecvByLoop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719803-8093-45B8-A461-8727A7B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0617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CalcDataSplitByPortGroupCommon：端口组切分 send / recv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27828C-D795-44D9-A32A-88788906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5000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CalcCclBuffIdx → BuildDataSlices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182D2C-14A9-4CCE-B29F-4F29111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8137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槽位选 Thread（queIdx）；计算 src / dst / remoteOffset / len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35BA1D-6722-4840-9844-FD2DE54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3949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后续轮次复用缓冲时进行 per-Rank Thread Notify 同步〔D3〕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0B8908-C7CF-4C08-9D5C-710F5978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9760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RunSendRecv：双向非零 → SendRecvWrite；仅单向 → SendWrite / RecvWrite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AFD9E3-FA1E-40C9-A3E7-AA40D935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5572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 Write；相同 API 会随轮次、Peer、Channel、slice 多次出现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6A7357-3F03-42B0-9500-5A240D0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6A505C-37C5-45BA-9237-FFB33A9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5306378" y="3743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A500FB-DAE5-4536-B448-53EA1AC4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38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E259DC-A1EA-4EAE-A361-23A224A5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8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4802" y="4039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1B62F9-21FF-4874-9688-EA372FF8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DB36E7-B746-47BB-A9F0-860F8369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862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3D2EB2-A41C-4A60-B697-69E672B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BB3ED7-0BF8-418B-B9B7-B6CB87B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0957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Write：先握手，再写入，再确认接收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6C9718-BDFD-450C-9359-A11420F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957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SendRecvWrite（①–⑤属于同一个包装器）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C22D484-53D5-4EF9-806A-3BA9E163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396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本端发出 ACK；等对端 ACK；发送本端 slices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432B98-7160-435F-B29A-1D8A458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34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DATA_SIGNAL；等对端 DATA_SIGNAL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188FFF-6253-4E6F-91BC-77DDE2C1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148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HcommChannelNotifyRecordOnThread(recvChannel, ACK)〔D3〕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D4F20C-73DD-4E02-A528-6A2ADF6B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729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HcommChannelNotifyWaitOnThread*(sendChannel, ACK)〔D3〕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7893E25-1035-4B42-97B4-0AB1039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310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HcommWriteOnThread(thread, sendChannel, dst, src, len)〔D1〕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97820A-3E8E-45E0-8AA5-17FC916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891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Record(sendChannel, DATA_SIGNAL) → ⑤ Wait*(recvChannel, DATA_SIGNAL)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1866A07-CDDF-4DE4-BFA3-03E3B93C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A638F8-E604-4F2C-94A2-5A553200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5306378" y="4477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05A3B8C-0E4D-4473-95BF-4A59CE2D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72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EB6BD1-49B2-43D9-BEA9-02CAB556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1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314802" y="4772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BD4A39-A9F4-4492-A9DF-C4C2A0C7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1CFE7F-8381-4103-B0E6-2134BA5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96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3992737-BDA0-4F42-94F4-B2F23BA4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E32854-B2C9-4E68-A273-0E813EF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8291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中转拷贝、线程汇合与完成通知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E506EE-5FB4-4479-8C28-2AD3394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292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LocalCopy：本地 CCL → userOut[peer]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D7EA723-F804-456D-9505-5F5532CF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30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PostSyncInterThreads（多线程）；全部大块结束后回 Kernel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3E5925F-92EA-4E02-A94A-9F98ACBC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168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Record 完成通知 → BatchModeEnd → ReleaseComm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281045-F919-405C-80F5-5090F3DB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482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HcommLocalCopyOnThread〔D1〕；PostCopy 不在 SendRecvWrite 内部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4A4E948-7188-4196-8154-6B577B6A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063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PostSync：主 Thread 先入队 Wait，从 Thread 入队 Record〔D3〕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6B1C379-AE8F-46D8-9291-8527D70F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644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HcommThreadNotifyRecordOnThread(main, exportedAicpuTsThread, 0)〔D3〕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FE7C9E-3BC4-4F45-A038-5D56003C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225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→ HcommReleaseComm〔D4〕；Host Wait 消费完成通知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8CA56E4-EB02-422A-8426-B51411F8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3F9DCB-2FF6-46A0-A32D-1CB1FBF1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5306378" y="52106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AF0634A-3783-4056-A351-14E56F3F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0B3E5F-5BF8-4A6C-BC0C-7BDF70EF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530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E1DE0B-37C6-4044-801D-37A690D2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3796129-708C-4E96-92A3-15558DD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626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⑤中 Write 的实现下钻（发送时调用，非收尾后）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98A8713-6558-4A5E-A1B2-54421CE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626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→ 解包 Thread / Channel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61A7E83-6A51-4A9C-B4A7-04F4EFB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064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BuildLocRmaBufferLite + 远端 Buffer(dst,len)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34C77F-6B31-4787-9E0F-D936FADA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02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BaseTransportLiteImpl::Write（按具体传输实现分派）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49B3E-3386-481D-9FE5-73C9291F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5816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/ UB 示例：UbTransportLiteImpl::Write → UbConnLite::Write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37EDD1F-ED80-47F6-87BA-5F7CC5D6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397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ProcessSlices → FillOneSqeWrite → ProcessOneWqe → UpdateWqeTasks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C968C4A-6E6E-44E9-A1E6-2DA0154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8978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producer index → BuildUbDbSendTask；生成传输 WQE / Doorbell 任务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9AF998-6C10-40E1-9D04-4DA8A157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0559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仅为 UB 分支；不能将这条实现下钻推广成所有协议的共同路径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A99AB7-E4BC-4FB4-8451-25D0E43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0F350C8-67D2-4AE9-B578-743DCC03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5306378" y="5944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C51F6AA-FDD1-4FB0-A6C8-7A1CD2CF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34125"/>
            <a:ext cx="1162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AFDE12F-37EA-499A-894E-CC6B42A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 Wait 的完整超时分支见备注。全称 Record / Wait 见⑤的前两行；它们改变 Notify 类型与 Channel 参数，不是新的 API。AllToAll 不调用数值归约原语。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7C5279B-BEB9-4A3C-BD3D-A8A888E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2D44C3B-2743-488F-83C8-E36661B3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C86452D-4FDB-4EED-ABAA-C038C768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源码：kernel_launch.cc:276,348–725；SoleExecutor:89,202–391；Mesh:167–411；alg_data_trans_wrapper.cc:428,880,1010,1045；AICPU primitive:495；UB transport:664。</a:t>
            </a:r>
          </a:p>
        </p:txBody>
      </p:sp>
    </p:spTree>
    <p:extLst>
      <p:ext uri="{BB962C8B-B14F-4D97-AF65-F5344CB8AC3E}">
        <p14:creationId xmlns:p14="http://schemas.microsoft.com/office/powerpoint/2010/main" val="1328184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8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6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6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2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7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158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5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1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0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2026-09-27T11:27:55.1960000Z</dcterms:created>
  <dcterms:modified xsi:type="dcterms:W3CDTF">2026-09-27T11:27:55.1960000Z</dcterms:modified>
</coreProperties>
</file>