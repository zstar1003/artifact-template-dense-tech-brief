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fc37db1984d80" /><Relationship Type="http://schemas.openxmlformats.org/officeDocument/2006/relationships/extended-properties" Target="/docProps/app.xml" Id="Rde1e163a537f436c" /><Relationship Type="http://schemas.openxmlformats.org/officeDocument/2006/relationships/officeDocument" Target="/ppt/presentation.xml" Id="R6128e1c73896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6f9e53f5a4c40"/>
  </p:sldMasterIdLst>
  <p:notesMasterIdLst>
    <p:notesMasterId xmlns:r="http://schemas.openxmlformats.org/officeDocument/2006/relationships" r:id="R419e0198fda041a3"/>
  </p:notesMasterIdLst>
  <p:sldIdLst>
    <p:sldId xmlns:r="http://schemas.openxmlformats.org/officeDocument/2006/relationships" id="256" r:id="R313d3765171d42df"/>
    <p:sldId xmlns:r="http://schemas.openxmlformats.org/officeDocument/2006/relationships" id="257" r:id="R88e2c405f608437e"/>
    <p:sldId xmlns:r="http://schemas.openxmlformats.org/officeDocument/2006/relationships" id="258" r:id="R1260e49c1782444b"/>
    <p:sldId xmlns:r="http://schemas.openxmlformats.org/officeDocument/2006/relationships" id="259" r:id="R53f9841269284f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4cc9630f6494d" /><Relationship Type="http://schemas.openxmlformats.org/officeDocument/2006/relationships/slideMaster" Target="/ppt/slideMasters/slideMaster1.xml" Id="R0dd6f9e53f5a4c40" /><Relationship Type="http://schemas.openxmlformats.org/officeDocument/2006/relationships/notesMaster" Target="/ppt/notesMasters/notesMaster1.xml" Id="R419e0198fda041a3" /><Relationship Type="http://schemas.openxmlformats.org/officeDocument/2006/relationships/presProps" Target="/ppt/presProps.xml" Id="R3f90a5bedef94d89" /><Relationship Type="http://schemas.openxmlformats.org/officeDocument/2006/relationships/tableStyles" Target="/ppt/tableStyles.xml" Id="Ref41be3b6cca4622" /><Relationship Type="http://schemas.openxmlformats.org/officeDocument/2006/relationships/slide" Target="/ppt/slides/slide1.xml" Id="R313d3765171d42df" /><Relationship Type="http://schemas.openxmlformats.org/officeDocument/2006/relationships/slide" Target="/ppt/slides/slide2.xml" Id="R88e2c405f608437e" /><Relationship Type="http://schemas.openxmlformats.org/officeDocument/2006/relationships/slide" Target="/ppt/slides/slide3.xml" Id="R1260e49c1782444b" /><Relationship Type="http://schemas.openxmlformats.org/officeDocument/2006/relationships/slide" Target="/ppt/slides/slide4.xml" Id="R53f9841269284f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b891489254e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da7e31c4284a58" /><Relationship Type="http://schemas.openxmlformats.org/officeDocument/2006/relationships/notesMaster" Target="/ppt/notesMasters/notesMaster1.xml" Id="Rc9c0f7fc67354e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8e94b5855e44a4" /><Relationship Type="http://schemas.openxmlformats.org/officeDocument/2006/relationships/notesMaster" Target="/ppt/notesMasters/notesMaster1.xml" Id="R10eba8c8f419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f80206e70340c9" /><Relationship Type="http://schemas.openxmlformats.org/officeDocument/2006/relationships/notesMaster" Target="/ppt/notesMasters/notesMaster1.xml" Id="R1324c7fb885147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cc5433732e45a0" /><Relationship Type="http://schemas.openxmlformats.org/officeDocument/2006/relationships/notesMaster" Target="/ppt/notesMasters/notesMaster1.xml" Id="R43ff065d40174b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开场先用这一页建立阅读坐标：左到右是一次算子调用的六段主干。第 2 页解释算法如何选，第 3 页解释通信链路如何建，第 4 页解释三种 Engine 如何执行。粗蓝箭头表示一定会沿主干推进；条件分支在详情页展开。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讲法：四个阶段严格串行。SelectorEngine 与 ExecuteSelector 是不同选择入口，不应讲成串行调用。不同集合算子主要替换入口与 Fill*OpParam；RankGraph、Selector、HcclExecOp、资源申请主干高度共用。旧流程或条件不满足时可能进入 legacy 分支。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讲法：顶部四个阶段是串行；每列内部按编号向下。第一阶段准备 HCCL 参数，第二阶段进入 HCOMM Socket 与描述符，第三阶段建立或复用 EndpointPair 并创建 Channel，第四阶段连接、检查、按 Engine 做资源回填。HcclChannelAcquire 不是一个简单建连函数，而是一条 32 步资源生命周期。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讲法：三条路径先共享 RankGraph、EngineCtx、Thread/Channel 和通信内存，然后只选一条。AICPU 在 AICPU Kernel 内逐原语调用 Hcomm*OnThread；AIV 在 Host 准备并映射资源后发射 Vector Kernel；CCU 先申请或复用 CcuIns、注册 Kernel，再提交 Mission。CCU 资源不足时各 Rank 协商回退。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3be53d679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a17d4c8ef4f1c" /><Relationship Type="http://schemas.openxmlformats.org/officeDocument/2006/relationships/slideLayout" Target="/ppt/slideLayouts/slideLayout1.xml" Id="Rc7e1deb29b7c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1deb29b7c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913a20c3249e3" /><Relationship Type="http://schemas.openxmlformats.org/officeDocument/2006/relationships/notesSlide" Target="/ppt/notesSlides/notesSlide1.xml" Id="R51a3962755ec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0f55a7d9f4d8c" /><Relationship Type="http://schemas.openxmlformats.org/officeDocument/2006/relationships/notesSlide" Target="/ppt/notesSlides/notesSlide2.xml" Id="R2de2ac023dd3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5bd43f7384c8c" /><Relationship Type="http://schemas.openxmlformats.org/officeDocument/2006/relationships/notesSlide" Target="/ppt/notesSlides/notesSlide3.xml" Id="Rf00a68cbd02c46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6b3ef77b5443b" /><Relationship Type="http://schemas.openxmlformats.org/officeDocument/2006/relationships/notesSlide" Target="/ppt/notesSlides/notesSlide4.xml" Id="Rf9297f9f79ef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43659-D143-4D6C-86FC-36A95412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334F3-7D2C-407E-A75F-977C7B4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一张图读懂：算子如何走到 HCOMM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DC86E-CD50-4ECC-94B6-9D4C001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先抓住六段主干，再进入后面三页查看 API 细节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3713F-C523-4285-A25E-1706E7C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怎么看：只沿粗蓝箭头从左到右；虚线表示条件或三选一，灰色表示资源复用/返回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BDBB3-7FA8-422A-A3C0-32EF028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  上层算子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表达通信语义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例：AllReduce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D6A72-F707-462B-8454-6378C7B5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  HCCL API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检查并归一化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D66A7-DB24-485A-858B-5C253E88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  模式 / 算法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读取拓扑并选择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algName / Engine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29075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044CA-D5D5-416F-B6BE-E712D34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4  HCOMM 建链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创建通信资源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 / Channel</a:t>
            </a:r>
          </a:p>
        </p:txBody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6265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D57BC-36C2-4FC8-99F2-888B29F2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5  执行引擎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三选一执行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 / AIV / CCU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96225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F9597-98E3-498C-92EC-7F34E6C0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0975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6  数据传输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落到 Channel L3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UB / RoCE / HCCS</a:t>
            </a:r>
          </a:p>
        </p:txBody>
      </p: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2980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5F98E-70B4-4C0A-B2DF-3FB27AD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2 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1C905-CE7D-4C63-84F3-8DD0CA50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入口 → 展开模式 → RankGraph → Selector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74B80-47E6-409A-A980-42D40A9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3 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4B1AD-8CF6-4AA0-BE7D-A7F3564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内部 32 步建链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47A74-F39A-4C8C-BFA4-753A970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95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详见第 4 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1358C-F2B6-4002-9023-D6CB5BA5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62350"/>
            <a:ext cx="302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共享准备后，AICPU / AIV / CCU 三选一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9BB71-1E12-4002-9F90-1C8C1614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领导只需要记住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97920-0852-4DD9-B0DF-22D8931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算子决定“做什么”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11A84-24D7-48DD-A12D-470F20D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 决定“用什么算法”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99CEC-F1C4-4789-9040-82C0042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940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Engine 决定“调用哪组 HCOMM API”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EAB56-7B7F-42F1-B445-3EC8732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共用部分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958F2-D5BA-4155-AC75-F8B4965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816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0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RankGraph、EngineCtx、Thread、Channel、通信内存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3C657-8C28-4BDD-B9EA-F222F92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变化部分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12056-90BB-4EDD-9FA7-4E0EA77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81675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0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展开位置、资源申请方式、最终 Kernel / Mission 发射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642DC-FB04-4C22-B95E-A1D57F10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87ce550f8f7c；以新流程 AllReduce 为代表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CB107-D26D-4C2D-970A-065BC71A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16743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4B00B-D211-4537-A802-5671690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665B0-2F8F-4579-8A43-378E1D6F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FDA02-F9CE-4272-86BD-251156F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公共主干负责把算子语义变成 algName、CommEngine 和 algTag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31AE2-77EB-4D02-A00C-15190B3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怎么看：从左侧 ① 到 ④ 自上而下；每一阶段先看蓝色主框，再看右侧细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1653D-C901-4057-A93A-9C40EC22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339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0DA74-8FCF-4011-A923-6AD9E2B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5E359-D02E-4AB0-A881-2E7EEA9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525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A67B5-D0E0-4055-BC7E-40FB586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输入：sendBuf / recvBuf / count / datatype / reduceType / stream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输出：OpParam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6633-299D-4E8D-9CAB-6589CBB3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5DE1D-787C-4441-851D-ACAF30C9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FFCFE-4E87-4BDD-86EB-77A82AF0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决定展开模式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96186-EA65-434B-93C8-AF62D2D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A49D-83EE-410C-9F10-8527E30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读取：HcclConfigGetInfo()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候选：AICPU_TS ｜ AIV/AIV_ONLY ｜ CCU_MS/CCU_SCHED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DB79C-F67E-411E-B1D8-A177D3E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429125" y="2343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97577-3D4B-4021-A335-B5042393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139ED-2927-474B-9CCD-379726B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读取通信域与拓扑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88EFC-BD1F-407C-B653-9BA1581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290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 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24735-4D67-4B8E-B945-ED287A0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8891"/>
          </a:bodyPr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HcclRankGraphGetEndpointNum/Desc()</a:t>
            </a:r>
          </a:p>
          <a:p xmlns:a="http://schemas.openxmlformats.org/drawingml/2006/main">
            <a:pPr algn="l">
              <a:def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4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 / GetEndpointInfo()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73911-C48D-4303-B48C-37DB21C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完整查询清单</a:t>
            </a:r>
          </a:p>
        </p:txBody>
      </p:sp>
      <p:cxnSp>
        <p:nvCxnSpPr>
          <p:cNvPr id="51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429125" y="3581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D765A-5B01-40C1-8CE6-F2AF462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0">
            <a:solidFill>
              <a:srgbClr val="1557A0"/>
            </a:solidFill>
          </a:ln>
        </p:spPr>
        <p:txBody>
          <a:bodyPr xmlns:a="http://schemas.openxmlformats.org/drawingml/2006/main" anchor="ctr">
            <a:normAutofit fontScale="231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1D830-1DA7-4033-B0DF-D576CDE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算法选择并进入执行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51E1AC-5BC3-4E9B-96A1-23ABC72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673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682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├─ SelectorEngine()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└─ ExecuteSelector()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55959-88ED-4F4B-9F17-3B8C8AB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5162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选择维度：设备类型、Rank 数、数据量、datatype、reduceType、内存布局、CCU 资源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输出：algName / CommEngine / algTag</a:t>
            </a:r>
          </a:p>
          <a:p xmlns:a="http://schemas.openxmlformats.org/drawingml/2006/main">
            <a:pPr algn="l">
              <a:def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0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随后：CalcResRequest() → GetAlgResource()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E914F-A8D6-46DC-9B95-D609040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721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15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输入 / 输出 / 条件</a:t>
            </a:r>
          </a:p>
        </p:txBody>
      </p:sp>
      <p:cxnSp>
        <p:nvCxnSpPr>
          <p:cNvPr id="57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429125" y="4819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11716-3609-46E3-9D35-257564CB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229350"/>
            <a:ext cx="882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8163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下一站：按 CommEngine 申请资源 → 需要通信连接时调用 HcclChannelAcquire()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5918D-7832-48A8-9157-7675723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BB2B6-C184-4D64-9978-806D748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95885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A450A8-E338-4209-9CFA-53C554B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5E4D3-1375-4CA5-8B61-0928FC6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HcclChannelAcquire：32 步建链顺序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88F-9722-4D75-836B-1CE4557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建链依次完成 HCCL 准备、Socket/描述符、Endpoint/Channel、连接确认与资源回填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A413B-36CF-497D-AD26-7243E25F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怎么看：四列不是并行：每列自上而下，走完后沿顶部箭头进入右边下一列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0C460-0B14-46BD-B10B-4DCF39D9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① HCCL 准备   01–08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A7944-2E22-46E1-9E7A-386C25AE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3661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E352B-DA30-40A6-B033-C790F883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HcclGetChannelImpl()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7280E-F1D6-4B5A-8513-51CA417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E7231-DA3D-455E-9D7C-8CCEBA8B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743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64FD2-EDA0-4264-ADF0-DE7E042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743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AddExchangeInfo()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B7171-C3E4-4ED4-BAF0-79C322A7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C9A3B-6D6B-4CE8-99EE-B1DB24B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8D1A2-C6EE-490C-B00E-955F2F4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45BF7-D3B3-43A1-B23E-291CABA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48A6A-4358-4161-9DC5-02EAD18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82DBD-6AC5-4BE8-9E4A-1261CF82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661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CheckChannelResParams()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917B4-03BA-4FFF-A782-8DC70C61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3AE6F-365C-411B-A5FD-D6975F3B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3F2CE-2588-49D0-83F7-1C4B12A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ProcessHcclResPackReq()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F9408-3417-4B05-96D3-CDED14DA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15138-B738-4086-A2E1-6606606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9578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F63BB-4C58-4C9E-9C26-9239E1B8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578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PrepareV2ChannelAcquire()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FEA1F-65B4-44C4-9D80-C9E0373E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DF0E2-44EF-45F0-B059-2D926A66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0537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863F1-1211-4491-8B2B-58C01EB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PrepareChannelSymMemHandles()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182E46-D7E9-48D5-912E-A680BAEF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67C75-9E8B-4928-B4C8-C91DFFDC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496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427EA-41CC-49FC-973E-1AE8C53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496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MyRank::CreateChannels()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CC8DB-D2E7-4073-926C-7779871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② Socket / 描述符   09–16</a:t>
            </a:r>
          </a:p>
        </p:txBody>
      </p:sp>
      <p:cxnSp>
        <p:nvCxnSpPr>
          <p:cNvPr id="136" name=""/>
          <p:cNvCxnSpPr>
            <a:stCxn xmlns:a="http://schemas.openxmlformats.org/drawingml/2006/main" id="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33725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03194F-EBD2-4AC3-9111-9DB6CA6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4785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40F2E-AF9A-4E22-9B3C-D94D794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CheckChannelParam()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A35091-A7A0-4488-BE30-9434F8A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ADD1B-3268-4524-9709-B5C1FB6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5743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7B9F0-2E3F-4082-808F-5E40EE3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743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E6421-1856-461A-88F5-DFE7798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206A52-EF97-47C2-A031-24734639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6702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53535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206C9C-4108-4174-9E0F-D5B42AC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6702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ConfigSqDepthByExpansionMode()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A9CB77-BB1A-4809-A8D3-4CE9AE87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AADEF-2693-4611-9982-566AF50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7661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98EAEE-2FAF-4CE4-8284-2528D68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661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2D38AA-AD63-4912-ACCE-459E41B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19B163-D058-4854-975A-28706A14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8620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F80CA8-838A-4C03-A03F-2F64918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8620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BatchServerInitForChannels()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DE0F62-C9F5-4765-9007-F387DB7D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49E420-AC88-4FC6-BF18-49AE9E2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578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BA7224-BD1D-41A0-A41A-613211BE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9578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BatchGetSocketsForChannels()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074FEB-2348-491E-ADBA-E0F02155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A21EE-69C6-45AC-B1CC-A72B0851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0537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E13558-9128-4C3C-9546-44A2F47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0537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BatchCreateChannels()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C01B8D-010D-473B-9E6E-BA62992C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BD2CE2-5D04-4CE6-BD70-8D37A56F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41496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0DE459-EF0E-46C3-87A2-B14B795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1496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EndpointMgr::Get()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245511-B4FD-42A5-B98C-C80E117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③ Endpoint / Channel   17–24</a:t>
            </a:r>
          </a:p>
        </p:txBody>
      </p:sp>
      <p:cxnSp>
        <p:nvCxnSpPr>
          <p:cNvPr id="161" name=""/>
          <p:cNvCxnSpPr>
            <a:stCxn xmlns:a="http://schemas.openxmlformats.org/drawingml/2006/main" id="2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019800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138FF9-4D46-4AB9-B5A5-6CD0D82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39687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1EE4EE-6811-4B62-84D9-ADDE6C89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HcommEndpointStartListen()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D67B4D-F10B-43FF-A90A-E5E08DB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B24CE7-6E2C-4447-A135-75031699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743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47A40D-1717-46FB-B991-1871C33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743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PrepareMemHandles()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1D7D66-4920-47C3-9558-070671E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DFEAB8-4EBD-4471-B26E-624064CF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7F7A31-F13A-41F3-B7E6-038FE25B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6702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RankPairMgr::Get()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0210BD-74C5-46D3-B909-1B90C99F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BD7874-FD5B-43A0-9C53-BEF4C6A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661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2BE454-1295-44B7-A940-5255461F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661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RankPair::GetEndpointPair()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CBAFEB-CC89-4ED8-9615-D265761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AC6C5F-5661-4F22-B11D-D5B9062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61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4FB97D-4FBC-4DDE-90DA-06865C9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EndpointPair::CreateChannel()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785C4B-99F1-4C6D-BC43-9988442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E6537B-BE07-4BFC-84D4-B92FED29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578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B3A8975-CA75-4707-91DF-6F14CAC3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578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02C9F2-8E93-45C1-A9B4-99FE838C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04DC05-F390-4883-BF1B-4D6D66B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A972E1-D052-481F-8352-3A9599C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NormalizeHcommChannelDescs()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744A9D-E1F0-4146-B26C-172301E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F81998-71EB-4B0E-96FF-0058A28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496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087660-EDB9-4013-BD3A-C0CE1DC9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496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6728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ChannelProcess::CreateChannelsLoop()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FA5069-3513-4C9D-881E-0D18832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362075"/>
            <a:ext cx="2714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④ 连接 / 回填   25–32</a:t>
            </a:r>
          </a:p>
        </p:txBody>
      </p:sp>
      <p:cxnSp>
        <p:nvCxnSpPr>
          <p:cNvPr id="186" name=""/>
          <p:cNvCxnSpPr>
            <a:stCxn xmlns:a="http://schemas.openxmlformats.org/drawingml/2006/main" id="5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905875" y="15430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06EB6B-36E1-4568-8C81-656B70B1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3E3EDD-B5E9-40B8-B4F5-04BB192A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4785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Channel::CreateChannel()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0C17EB-19A8-48A6-A380-3D038BC4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52AE20-494C-4D98-BE1E-9A32BFCE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5743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9D71F9-CE48-43D0-A000-06E35E87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5743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BatchConnectChannels()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017138-1611-4291-AFE3-DB0A8AD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843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F55CF4B-F388-4B62-B039-CD626B9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6702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BA6DB4-348D-4AAC-9C74-3D0F98A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6702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ChannelProcess::ChannelGetStatus()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4304D8-4D1C-4436-A232-DE0C3132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4802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6AEA01-8C8F-4D8C-AE74-0B41128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7661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ED9E9A-ABA5-4011-BA37-44FA57FB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37661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792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BatchExchangeAndCheckConsistency()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6BEC07-0D8F-4055-8760-CC3582C9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7613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35C03D-6AFA-4900-9ACF-0867535F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86200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ACBA53-6585-488D-82E9-76CB5A3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86200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FinalizeChannelsByEngine()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E23849-2B2D-4A14-8143-41CDA652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924773-EA73-4A50-BA35-6A5FA61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95788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179DDE9-4689-4C63-95AB-CC54261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95788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ConvertAivChannelHandlesToDevicePtrs()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55E615-2D6F-4AE5-A3C2-B7C059F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6788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8B4EAD-D0C7-4964-B67F-36ED6C70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05375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61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700F3E-AA24-48E7-A610-6F7DCFB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905375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HcclChannelGetHcclBuffer()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316260-2115-4A81-A9BE-71709DFD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86375"/>
            <a:ext cx="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557A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F5475E-7D4C-4A00-993E-8E8D795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14963"/>
            <a:ext cx="295275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3657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1EB775-7A5B-4DA3-9897-6995AFCE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414963"/>
            <a:ext cx="23526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97263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4E53E3-4663-48D1-8096-5CFF394A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1980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关键条件：AICPU/AIV 交换对称内存 ｜ AIV 转换设备侧 Channel 句柄 ｜ 950 做一致性校验 ｜ CCU 资源不足返回 HCCL_E_UNAVAIL 并协商回退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104338-D711-48E1-BB70-AC43570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48A309-8117-4639-A8B0-5D008B0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74013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F52E1-A8FA-486D-88D0-C9F1678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9336E-8D0E-4BBC-94C9-A02FCB99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三种执行引擎：共用准备，三选一发射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CF29-D4D3-45C7-84A1-CD7222F6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AICPU、AIV、CCU 共享通信资源，但展开位置和最终执行 API 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D0692-98D3-4FAB-916D-2E9FFF4D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3450"/>
            <a:ext cx="113919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怎么看：先看顶部共用主干，再从“三选一”向下选一列；三列不是依次执行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6350-CFEF-407E-8158-43205484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EACCC-26D3-42E0-A0E6-002F009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52825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C1566-960B-4083-BF03-F7CBA57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95950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68605-06A3-4F01-8F26-59A46A3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0175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通信内存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839075" y="1581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AD8F8-D619-45CE-92E5-8477719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76425"/>
            <a:ext cx="167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7A0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9841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61DEB-CBA0-4839-A45F-53882F3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05050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508EB-89EA-4C59-97CD-3CC36CB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622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E3338-A6B8-4CF4-B1AB-A24F267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DB5D-08FF-4F32-BB0D-BF3F22CC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05150"/>
            <a:ext cx="36004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72DF2-5942-41FC-B217-5174096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C301D-48F5-4553-85C9-05306FB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79368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HcommLocalCopy/ReduceOnThread()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HcommRead/WriteOnThread()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HcommReadReduce/WriteReduceOnThread()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HcommBatchTransferOnThread()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HcommThreadNotifyRecord/WaitOnThread()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HcommChannelNotifyRecordOnThread()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HcommFence/ChannelFence/DrainOnThread()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412B4-1AEF-4FB1-8530-DBBE739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AAF72-5887-4005-BF8E-BFB0AC87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05050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951F7-70B3-4B25-916E-4817E106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622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71A47-1BF0-4C5A-89E2-B2BC0B3E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670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32F01-1E99-4E87-93A5-68924C0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05150"/>
            <a:ext cx="36004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HcclEngineCtxGet/Create()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HcclCommMemReg() / HcclGetHcclBuffer()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  <a:p xmlns:a="http://schemas.openxmlformats.org/drawingml/2006/main">
            <a:pPr algn="l">
              <a:def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13551-1DA5-4EE4-9312-57F12C5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6AF25-6D7F-4DDD-A542-15E98F0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8CA93-8316-48E2-9420-68A3D18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9DEEC-74DE-4636-B803-129905E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05050"/>
            <a:ext cx="3600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7A0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08FEA-82DF-4C2A-ADDC-7D89993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622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C03FAA-ADF2-47AD-A574-834E6DA1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670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02401-0D2E-4E19-AC73-BECDE52A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05150"/>
            <a:ext cx="3600450" cy="1438275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 / HcclGetChannelForCcu()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HcclChannelQuery/Acquire(CCU)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HcclGetCcuKernel/Dynamic()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HcommCcuInsResDescCreate/SetNum()</a:t>
            </a:r>
          </a:p>
          <a:p xmlns:a="http://schemas.openxmlformats.org/drawingml/2006/main">
            <a:pPr algn="l">
              <a:def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HcommCcuInsCreate() / HcclCommAssignCcuIns()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E7282-29DD-4714-A264-31ED6DE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38675"/>
            <a:ext cx="100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365F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766BC-F14E-4320-AFB6-3DE384E4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876800"/>
            <a:ext cx="36004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5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37ABC-04FF-4621-B44D-30B1CF3A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829300"/>
            <a:ext cx="3600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7BB55-05F4-4BEA-B08D-82DD8617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210300"/>
            <a:ext cx="62865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1557A0"/>
            </a:solidFill>
            <a:prstDash val="solid"/>
          </a:ln>
        </p:spPr>
        <p:txBody>
          <a:bodyPr xmlns:a="http://schemas.openxmlformats.org/drawingml/2006/main" anchor="ctr">
            <a:normAutofit fontScale="73034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A5A0A5-2E2D-4BBD-A2A2-7DC1441D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62725"/>
            <a:ext cx="1033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F30602-B1BF-4E40-82EB-021D0909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62725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217983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2026-09-14T13:26:55.8450000Z</dcterms:created>
  <dcterms:modified xsi:type="dcterms:W3CDTF">2026-09-14T13:26:55.8450000Z</dcterms:modified>
</coreProperties>
</file>