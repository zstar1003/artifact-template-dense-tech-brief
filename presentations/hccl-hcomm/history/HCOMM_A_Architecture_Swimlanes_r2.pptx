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e6c8377444646" /><Relationship Type="http://schemas.openxmlformats.org/officeDocument/2006/relationships/extended-properties" Target="/docProps/app.xml" Id="R4b4c3738b4f44a63" /><Relationship Type="http://schemas.openxmlformats.org/officeDocument/2006/relationships/officeDocument" Target="/ppt/presentation.xml" Id="R18a943869d4e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7f14123104593"/>
  </p:sldMasterIdLst>
  <p:notesMasterIdLst>
    <p:notesMasterId xmlns:r="http://schemas.openxmlformats.org/officeDocument/2006/relationships" r:id="R20dd5de0265545b0"/>
  </p:notesMasterIdLst>
  <p:sldIdLst>
    <p:sldId xmlns:r="http://schemas.openxmlformats.org/officeDocument/2006/relationships" id="256" r:id="R9e4f5eb078204081"/>
    <p:sldId xmlns:r="http://schemas.openxmlformats.org/officeDocument/2006/relationships" id="257" r:id="R262c286e5494417a"/>
    <p:sldId xmlns:r="http://schemas.openxmlformats.org/officeDocument/2006/relationships" id="258" r:id="R4b5e1c7a87ce4177"/>
    <p:sldId xmlns:r="http://schemas.openxmlformats.org/officeDocument/2006/relationships" id="259" r:id="R231011fd81ec4d30"/>
    <p:sldId xmlns:r="http://schemas.openxmlformats.org/officeDocument/2006/relationships" id="260" r:id="R14fc9ef23ad84445"/>
    <p:sldId xmlns:r="http://schemas.openxmlformats.org/officeDocument/2006/relationships" id="261" r:id="Rf224bf44e4de4f03"/>
    <p:sldId xmlns:r="http://schemas.openxmlformats.org/officeDocument/2006/relationships" id="262" r:id="R5e6dca4430d14de2"/>
    <p:sldId xmlns:r="http://schemas.openxmlformats.org/officeDocument/2006/relationships" id="263" r:id="R9131cb32b6dd4efe"/>
    <p:sldId xmlns:r="http://schemas.openxmlformats.org/officeDocument/2006/relationships" id="264" r:id="R88d1c07fe28f44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a521469484294" /><Relationship Type="http://schemas.openxmlformats.org/officeDocument/2006/relationships/slideMaster" Target="/ppt/slideMasters/slideMaster1.xml" Id="R0c57f14123104593" /><Relationship Type="http://schemas.openxmlformats.org/officeDocument/2006/relationships/notesMaster" Target="/ppt/notesMasters/notesMaster1.xml" Id="R20dd5de0265545b0" /><Relationship Type="http://schemas.openxmlformats.org/officeDocument/2006/relationships/presProps" Target="/ppt/presProps.xml" Id="R976b30cdc4be4c0a" /><Relationship Type="http://schemas.openxmlformats.org/officeDocument/2006/relationships/tableStyles" Target="/ppt/tableStyles.xml" Id="Rcdd94f2764b94fd4" /><Relationship Type="http://schemas.openxmlformats.org/officeDocument/2006/relationships/slide" Target="/ppt/slides/slide1.xml" Id="R9e4f5eb078204081" /><Relationship Type="http://schemas.openxmlformats.org/officeDocument/2006/relationships/slide" Target="/ppt/slides/slide2.xml" Id="R262c286e5494417a" /><Relationship Type="http://schemas.openxmlformats.org/officeDocument/2006/relationships/slide" Target="/ppt/slides/slide3.xml" Id="R4b5e1c7a87ce4177" /><Relationship Type="http://schemas.openxmlformats.org/officeDocument/2006/relationships/slide" Target="/ppt/slides/slide4.xml" Id="R231011fd81ec4d30" /><Relationship Type="http://schemas.openxmlformats.org/officeDocument/2006/relationships/slide" Target="/ppt/slides/slide5.xml" Id="R14fc9ef23ad84445" /><Relationship Type="http://schemas.openxmlformats.org/officeDocument/2006/relationships/slide" Target="/ppt/slides/slide6.xml" Id="Rf224bf44e4de4f03" /><Relationship Type="http://schemas.openxmlformats.org/officeDocument/2006/relationships/slide" Target="/ppt/slides/slide7.xml" Id="R5e6dca4430d14de2" /><Relationship Type="http://schemas.openxmlformats.org/officeDocument/2006/relationships/slide" Target="/ppt/slides/slide8.xml" Id="R9131cb32b6dd4efe" /><Relationship Type="http://schemas.openxmlformats.org/officeDocument/2006/relationships/slide" Target="/ppt/slides/slide9.xml" Id="R88d1c07fe28f44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d5f9a92ffc4a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2e4498532d415f" /><Relationship Type="http://schemas.openxmlformats.org/officeDocument/2006/relationships/notesMaster" Target="/ppt/notesMasters/notesMaster1.xml" Id="R7433c12308894a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10a8f2bf54bb3" /><Relationship Type="http://schemas.openxmlformats.org/officeDocument/2006/relationships/notesMaster" Target="/ppt/notesMasters/notesMaster1.xml" Id="Rbb2fdf7ea8574f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5451f384dd4f78" /><Relationship Type="http://schemas.openxmlformats.org/officeDocument/2006/relationships/notesMaster" Target="/ppt/notesMasters/notesMaster1.xml" Id="R1aa8d1e0012e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805ebb07c94ca6" /><Relationship Type="http://schemas.openxmlformats.org/officeDocument/2006/relationships/notesMaster" Target="/ppt/notesMasters/notesMaster1.xml" Id="Ra7152a4ee1724f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c434465ba4df4" /><Relationship Type="http://schemas.openxmlformats.org/officeDocument/2006/relationships/notesMaster" Target="/ppt/notesMasters/notesMaster1.xml" Id="Rae96680675be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a9001b5d534fcb" /><Relationship Type="http://schemas.openxmlformats.org/officeDocument/2006/relationships/notesMaster" Target="/ppt/notesMasters/notesMaster1.xml" Id="Rc8ac7410d3954a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8316d454ac40b8" /><Relationship Type="http://schemas.openxmlformats.org/officeDocument/2006/relationships/notesMaster" Target="/ppt/notesMasters/notesMaster1.xml" Id="R8994a083fdae4f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606eb6229d443c" /><Relationship Type="http://schemas.openxmlformats.org/officeDocument/2006/relationships/notesMaster" Target="/ppt/notesMasters/notesMaster1.xml" Id="R9e5f72ccd9c948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a2f5eb8be04710" /><Relationship Type="http://schemas.openxmlformats.org/officeDocument/2006/relationships/notesMaster" Target="/ppt/notesMasters/notesMaster1.xml" Id="Rd6c102ccefda46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六条连续纵向泳道，横向按软件职责归属，纵向按调用与依赖顺序。实线为调用或任务提交，灰虚线为结果/资源交付，红线为同步依赖。灰虚框是该层在资源交付/Kernel提交后的状态说明，不是额外函数调用。Host完成Wait可在设备编排尚未完成时入队，因此纵向图不是所有CPU线程的全局实测时序。HCOMM数据面既可接受Host CPU_TS Thread调用，也可接受AICPU_TS Thread调用。页内为调用族概览，原有函数级证据保留于第3–4页及本备注。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01：HcclAlltoAll 在新流程分支进行 CheckAlltoAllInputPara，查询 rankSize/commName/rankId，校验 tag/count/type/rank，ConvertAlltoAllParam 构造 sendCounts/recvCounts/sdispls/rdispls。经 AlltoAllVOutPlace → AlltoAllVOutPlaceCommon，PreCheckSymmetricMemory 可调用 HcclCommSymWinGet（版本、算子和模式满足时探测，不等于成功命中窗口）。AlltoAllVConstructOpParam 包装输入/输出指针、长度、stream、mode、engine、varData；HcclGetOpExpansionMode 内调用 HcclConfigGetInfo。AlltoAllVExecDispatch 再调用 Selector。AllToAll 复用 AllToAllV 的参数和执行基础设施，并不把 opType 改成 ALLTOALLV。</a:t>
            </a:r>
          </a:p>
          <a:p xmlns:a="http://schemas.openxmlformats.org/drawingml/2006/main">
            <a:r>
              <a:t>02：HcclCalcTopoInfo 先 HcclEngineCtxGet；拓扑 miss 时 InitRankInfo 查询成员、层级、实例、链路等，Serialize 后 HcclEngineCtxCreate 保存。普通 Mesh 分支选择 AicpuAllToAllSoleMesh 或 AicpuAllToAllSoleMeshSingleChannel，两者都注册到普通 Mesh Template；不同选择器/配置可改变结果。</a:t>
            </a:r>
          </a:p>
          <a:p xmlns:a="http://schemas.openxmlformats.org/drawingml/2006/main">
            <a:r>
              <a:t>03–05：HcclExecOp 在 HcclGetAlgRes 之前 AcquireWithStream 并将 CPU_TS Thread 导出给 AICPU。TryReuseResource 命中算法上下文时不再执行 CalcRes/申请等；不是说之后完全没有任何控制面调用。miss 时 GetAlgoMeta、CalcAlgHierarchyInfoV2、CalcRes 生成 resourceRequest；HcclAllocAlgResourceAICPU 先本地 Buffer，再 Thread，再 Channel。BuildChannelInfo 还调用 HcclRankGraphGetEndpointInfo〔C3〕；远端 Buffer 查询内调 HcommChannelGetRemoteMems〔C2〕。Serialize 后 HcclEngineCtxCreate/Copy 复制资源元数据到设备。回到 HcclExecOp 再把 AICPU 主 Thread 导出到 CPU_TS。DFX、能力检测及一致性检查是横切调用。</a:t>
            </a:r>
          </a:p>
          <a:p xmlns:a="http://schemas.openxmlformats.org/drawingml/2006/main">
            <a:r>
              <a:t>06：Host 的 HcommThreadNotifyRecordOnThread(cpuTsThread, exportedCpuTsThread, notifyNumOnMainThread-1) 先入队；可选保序后 AicpuKernelLaunch 组 ACL 参数，调用 aclrtLaunchKernelWithConfig；Host 侧随后通过 HcclThreadNotifyWaitOnThreadDefault 对应完成通知入队等待。HcclAicpuKernelLaunch 公开 API 当前仅 Send/Recv 分支调用，不应画成 AllToAll 必经。</a:t>
            </a:r>
          </a:p>
          <a:p xmlns:a="http://schemas.openxmlformats.org/drawingml/2006/main">
            <a:r>
              <a:t>07：HcclLaunchAicpuKernel 先 HcommAcquireComm；按能力发保序通知/检查状态。设备 g_cacheManager 命中时可复用反序列化结果；否则 DeserializeResCtx 后缓存。RestoreVarDataAlltoAllV 修复变长数组的指针。随后 BatchModeStart、DFX 和 KernelStartTask。</a:t>
            </a:r>
          </a:p>
          <a:p xmlns:a="http://schemas.openxmlformats.org/drawingml/2006/main">
            <a:r>
              <a:t>08：TaskCache 关闭则直接 OpOrchestrate。可选超时接口后 Wait Host-ready。GetAlgExec 取得 executor 并调用 Orchestrate。任务缓存命中则 Execute 刷新地址并重放，跳过 08–11 的本次逐条展开；运行生命周期仍保留。</a:t>
            </a:r>
          </a:p>
          <a:p xmlns:a="http://schemas.openxmlformats.org/drawingml/2006/main">
            <a:r>
              <a:t>09–10：Executor::Orchestrate 恢复映射、数据类型、counts/displs。OrchestrateLoop 受 CCL scratch 与 UB_MAX_DATA_SIZE 限制进行外层分块，按每 Peer 剩余 counts 更新本轮描述，逐块 KernelRun。KernelRun 检查 IsPcieProtocol，普通非 PCIe 是 Write；RunALLtoALL 在多线程时 PreSync，然后按通信轮次 CalcCommRankSetForOneLoop。自分片在首通信轮 LocalCopyForMyRank。RunSendRecvByLoop 对 Peer 分割端口组数据，RunSendRecvByChannel 计算 CCL 槽和 queIdx，构造 src/dst/remoteOffset 的 DataSlices，再 RunSendRecv。双向非零调用 SendRecvWrite，仅发送/接收则分别 SendWrite/RecvWrite。</a:t>
            </a:r>
          </a:p>
          <a:p xmlns:a="http://schemas.openxmlformats.org/drawingml/2006/main">
            <a:r>
              <a:t>11：SendRecvWrite 的精确顺序是 recvChannel Record(ACK)、sendChannel Wait(ACK)、sendChannel Write 每个非零 slice、sendChannel Record(DATA_SIGNAL)、recvChannel Wait(DATA_SIGNAL)。普通内存 Write 分支在上层模板 PostCopy 才把本地 CCL 拷到 userOut。不能把 PostCopy 算成 SendRecvWrite 内部第六个调用。</a:t>
            </a:r>
          </a:p>
          <a:p xmlns:a="http://schemas.openxmlformats.org/drawingml/2006/main">
            <a:r>
              <a:t>12：PostSyncInterThreads 源码在主 Thread 上先排 Wait，再在从 Thread 排 Record；它们建立依赖，不要误说 C++ 调用先 Record 后 Wait。最终 Kernel 在算法主 Thread 上 Record 到 exportedAicpuTsThread，Host 步骤06入队的 Wait 消费此通知；随后 ProfilingEnd/DeviceOp、BatchModeEnd、ReleaseComm。API 返回/Kernel CPU 返回不等于所有 Rank 全局同步完成。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星号展开：HcommThreadNotifyWaitOnThreadWithDefaultTimeout 或 HcommThreadNotifyWaitOnThread(...timeout)；HcommChannelNotifyWaitOnThreadWithDefaultTimeout 或 HcommChannelNotifyWaitOnThread(...timeout)，由 hcomm_primitives_dl.cc 的能力判断二选一。源码包装器分别 HcclThreadNotifyWaitOnThreadDefault、HcclChannelNotifyWaitOnThreadDefault。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本页省略的仅是横切校验、日志、Profiler、异常返回与其它引擎分支，主要功能调用已在第3–4页展开。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本页四条泳道固定为HCCL Host、HCOMM控制面、HCOMM数据面与ACL Runtime。箭头端点表示接口提供者，左侧方框是发起该组调用的HCCL内部函数。HCOMM控制面API文字写在控制面泳道，Host调用的HCOMM同步API写在数据面泳道。ACL调用跨过HCOMM泳道直接进入ACL，表示AllToAll这里通过HCCL内部发射函数调用ACL，而非HcclAicpuKernelLaunch导出API。TryReuseResource的hit旁路绕过CalcRes与重新申请，但仍进行主线程信息获取、必要的反向导出与Kernel发射。折线与虚线仅表示依赖与缓存分支，不是CPU多线程实测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① HcclAlltoAll 还执行 InitEnvConfig、CheckAlltoAllInputPara、HcclCheckTag、HcomCheckUserRank、CheckCount、CheckDataType。为避免把错误路径与主要调用混在一起，这些放入备注。原路径在硬件版本小于9或非新OutPlace条件回落旧实现。count全0、单Rank、其它engine分别有提前返回或独立分支。</a:t>
            </a:r>
          </a:p>
          <a:p xmlns:a="http://schemas.openxmlformats.org/drawingml/2006/main">
            <a:r>
              <a:t>② 当前拓扑查询 API 的具体子集取决于拓扑与缓存；完整例举：HcclRankGraphGetLayers、HcclRankGraphGetInstSizeListByLayer、HcclRankGraphGetTopoInstsByLayer、HcclRankGraphGetTopoType、HcclRankGraphGetRanksByTopoInst、HcclRankGraphGetRanksByLayer、HcclRankGraphGetLinks。它们不是任意设备都按此表逐个调用的承诺；成员接口HcclGetRankSize/HcclGetRankId与端点接口HcclRankGraphGetEndpointInfo见本页及后续页。各自完整定义及源行在附带报告中。</a:t>
            </a:r>
          </a:p>
          <a:p xmlns:a="http://schemas.openxmlformats.org/drawingml/2006/main">
            <a:r>
              <a:t>③ HcclExecOp 首先可能被 plugin 接管，也有fallbackCtx路径，此处不画入正常主链。GetAlgoMeta 在 HcclGetAlgRes 中位于 TryReuseResource 之前。TryReuseResource 命中将 resCtxSequence 设为已有设备上下文；后续仍会获取主线程信息、反向导出、发射Kernel，不能推导“控制面调用为零”。</a:t>
            </a:r>
          </a:p>
          <a:p xmlns:a="http://schemas.openxmlformats.org/drawingml/2006/main">
            <a:r>
              <a:t>④ CalcRes 最终调用算法 Template::CalcRes，资源需求包含线程、通知与各Peer通道。HcclGetThreadWithConfig 根据接口能力选择 WithConfig 或旧 Acquire。GetUnfoldThreadInfo 可命中已缓存unfold资源；主/从线程不是每次必重新新建。</a:t>
            </a:r>
          </a:p>
          <a:p xmlns:a="http://schemas.openxmlformats.org/drawingml/2006/main">
            <a:r>
              <a:t>⑤ AddExchangeInfo 仅在相关能力和检查需求满足时 HcclCommAddExchangeInfo。HcclChannelAcquire 内部可命中每个Endpoint、已注册内存或Channel的对象缓存，因此“算法资源miss”不意味着所有基础对象都必新建。BuildChannelInfo 读取 HcclRankGraphGetEndpointInfo、HcclChannelGetHcclBuffer；后者内部 HcommChannelGetRemoteMems 取得远端映射。连接状态查询在 MyRank 流程中为 ChannelProcess::ChannelGetStatus 内部方法，不是导出 HcommChannelGetStatus。</a:t>
            </a:r>
          </a:p>
          <a:p xmlns:a="http://schemas.openxmlformats.org/drawingml/2006/main">
            <a:r>
              <a:t>⑥ HcclEngineCtxCopy 管理元数据，归C1；不得因函数里有Copy就归成payload数据搬运D1。资源上下文缓存的生命周期长于一次算子运行。</a:t>
            </a:r>
          </a:p>
          <a:p xmlns:a="http://schemas.openxmlformats.org/drawingml/2006/main">
            <a:r>
              <a:t>⑦ 这里是两个不同方向的Thread导出：第③行把用户流CPU Thread导出给AICPU用于完成Record；第⑦行把算法AICPU主Thread导出给CPU用于Host-ready Record。Host-ready的notify索引是notifyNumOnMainThread-1。</a:t>
            </a:r>
          </a:p>
          <a:p xmlns:a="http://schemas.openxmlformats.org/drawingml/2006/main">
            <a:r>
              <a:t>⑧ AicpuKernelLaunch 为 HCCL 内部函数。其具体ACL调用是 aclrtBinaryGetFunction(入口名HcclLaunchAicpuKernel)、aclrtKernelArgsInit、Append(&amp;param,sizeof(OpParam)+varMemSize)、Finalize、aclrtLaunchKernelWithConfig。HcclThreadResGetInfo 获取unfold stream；接口缺失/不支持时使用用户stream。HcclAicpuKernelLaunch 导出API此调用点仅Send/Recv，不用于当前AllToAll分支。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可选保序的完整子链：HcclOrderLaunchToOrderStream 检查 HcclDedicatedThreadAcquire 能力，按需要获取Host ORDER_OPBASE和设备order线程，将Host order Thread导出给AICPU；HcommThreadNotifyRecordOnThread(hostOrder,unfold,0) + HcommThreadNotifyWaitOnThread(unfold,0)。Kernel进入后 HcclOrderLaunchNotifyRecord 通过HcommThreadNotifyRecordOnThread(deviceOrder,exportedHostOrder,1)通知Host；HcclOrderLaunchToKernelStream在Host order Thread上Wait notify1。无对应能力/句柄可跳过。图模式ACL event分支不属于本页OPBASE。</a:t>
            </a:r>
          </a:p>
          <a:p xmlns:a="http://schemas.openxmlformats.org/drawingml/2006/main">
            <a:r>
              <a:t>超时：HcclSetNotifyWaitTimeOut包装器按能力调用HcommSetNotifyWaitTimeOut；Wait包装器在HcommThreadNotifyWaitOnThreadWithDefaultTimeout与显式timeout版HcommThreadNotifyWaitOnThread之间选择。</a:t>
            </a:r>
          </a:p>
          <a:p xmlns:a="http://schemas.openxmlformats.org/drawingml/2006/main">
            <a:r>
              <a:t>横切：HcclDfxRegOpInfoByCommId、ReportOpProfilingInfo、HcclReportAicpuKernel；部分能力条件下HcclGroupStatusGet。没有把它们画作改变payload流向的阶段。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本页将AICPU职责拆成四条真实所有者泳道：HCCL Kernel入口、Executor、Template/Wrapper以及HCOMM数据面。Kernel负责上下文与运行生命周期；Executor负责由CCL/传输上限约束的大块循环；Template负责块内通信轮次与Peer/Channel/slice循环。分块循环与Kernel整体收尾分开：PostCopy/PostSync属于Template逐块处理，只有Executor全部大块完成并返回后Kernel才记录整个算子的完成通知。右侧缩写Thread Record/Wait完整符号为HcommThreadNotifyRecordOnThread及HcommThreadNotifyWaitOnThreadWithDefaultTimeout或HcommThreadNotifyWaitOnThread；Channel Record/Wait完整符号为HcommChannelNotifyRecordOnThread及HcommChannelNotifyWaitOnThreadWithDefaultTimeout或HcommChannelNotifyWaitOnThread。图中API名称在对应HCOMM泳道，Native Shape连线为可编辑。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① HcclLaunchAicpuKernel (kernel_launch.cc:348) → HcommAcquireComm (:357) → HcclOrderLaunchNotifyRecord (按句柄和保序能力) → IsOpsV2状态检查（HcclCommGetStatus，SUSPEND分支提前ReleaseComm并返回）→ g_cacheManager.Get或DeserializeResCtx/Put → RestoreVarDataAlltoAllV → HcommBatchModeStart (:473)。HcclDfxRegOpInfoByCommId、HcommProfilingReportKernelStartTask属DFX。OpOrchestrate (:276)按能力调用 HcommThreadResAcquireTimeOut；HcclSetNotifyWaitTimeOut 包装 HcommSetNotifyWaitTimeOut；HcclThreadNotifyWaitOnThreadDefault 等 Host-ready，再取Executor。</a:t>
            </a:r>
          </a:p>
          <a:p xmlns:a="http://schemas.openxmlformats.org/drawingml/2006/main">
            <a:r>
              <a:t>② InsV2AlltoAllVSoleExecutor::Orchestrate (:89) 将resCtx中的threads/CCL/topology/channel map恢复，将param的count/displacements构造成localSendRecvInfo。OrchestrateLoop (:202) 创建模板、CalcScratchMultiple，算maxDataSizePerLoop=min(UB_MAX_DATA_SIZE, aligned(CCL size / scratch multiple))（scratch multiple为零时使用传输上限），再以datatype字节数换算count。按各Peer send/recv最大count算loopTimes，更新processedDataCount、每Peer本轮send/recvCounts和displacements，逐块调用KernelRun (:390)。对称内存有独立优化，当前主例不走。</a:t>
            </a:r>
          </a:p>
          <a:p xmlns:a="http://schemas.openxmlformats.org/drawingml/2006/main">
            <a:r>
              <a:t>③ KernelRun (:167) 检查链路是否PCIe设置isDmaRead_，定位myAlgRank，按需要CalcChannelsPerRank，进入RunALLtoALL (:217)。CalcCommLoops控制通信轮次；threadNum&gt;1时PreSyncInterThreads。PreSync在主Thread入队所有Record，再在从Thread入队Wait；self拷贝只在首通信轮且非零self count时发生。Read分支还有首轮PreCopyByLoop及额外线程同步；当前Write主例不走。</a:t>
            </a:r>
          </a:p>
          <a:p xmlns:a="http://schemas.openxmlformats.org/drawingml/2006/main">
            <a:r>
              <a:t>④ 每轮CalcCommRankSetForOneLoop，对Peer循环取channels，CalcDataSplitByPortGroupCommon计算每端口组send/recv数据。RunSendRecvByChannel (:327)算my/remote CCL buffer index和queIdx，后续通信轮在复用相关buffer时PreSync/PostSync，按channel构造DataSlices。RunSendRecv (:391)按read/write以及非零收发count决定SendRecvWrite、SendWrite、RecvWrite等。不能只依据算子名推出固定的HCOMM调用次数。</a:t>
            </a:r>
          </a:p>
          <a:p xmlns:a="http://schemas.openxmlformats.org/drawingml/2006/main">
            <a:r>
              <a:t>⑤ 完整API顺序（alg_data_trans_wrapper.cc:428–464）：</a:t>
            </a:r>
          </a:p>
          <a:p xmlns:a="http://schemas.openxmlformats.org/drawingml/2006/main">
            <a:r>
              <a:t>1 HcommChannelNotifyRecordOnThread(thread,recvChannel,NOTIFY_IDX_ACK)；</a:t>
            </a:r>
          </a:p>
          <a:p xmlns:a="http://schemas.openxmlformats.org/drawingml/2006/main">
            <a:r>
              <a:t>2 HcclChannelNotifyWaitOnThreadDefault(thread,sendChannel,NOTIFY_IDX_ACK,timeout) 包装后调用 HcommChannelNotifyWaitOnThreadWithDefaultTimeout 或 HcommChannelNotifyWaitOnThread；</a:t>
            </a:r>
          </a:p>
          <a:p xmlns:a="http://schemas.openxmlformats.org/drawingml/2006/main">
            <a:r>
              <a:t>3 对每个非零slice：GetSliceAddr + HcommWriteOnThread(thread,sendChannel,dst,src,length)；</a:t>
            </a:r>
          </a:p>
          <a:p xmlns:a="http://schemas.openxmlformats.org/drawingml/2006/main">
            <a:r>
              <a:t>4 HcommChannelNotifyRecordOnThread(thread,sendChannel,NOTIFY_IDX_DATA_SIGNAL)；</a:t>
            </a:r>
          </a:p>
          <a:p xmlns:a="http://schemas.openxmlformats.org/drawingml/2006/main">
            <a:r>
              <a:t>5 对recvChannel用相同Wait包装器等待DATA_SIGNAL。</a:t>
            </a:r>
          </a:p>
          <a:p xmlns:a="http://schemas.openxmlformats.org/drawingml/2006/main">
            <a:r>
              <a:t>Wait并非主动向Peer发送一个请求，它在本地消费远端记录的通知。双方各自入队的动作存在并行，图不声称全网API串行。</a:t>
            </a:r>
          </a:p>
          <a:p xmlns:a="http://schemas.openxmlformats.org/drawingml/2006/main">
            <a:r>
              <a:t>⑥ RunSendRecvByChannel在普通内存!isDmaRead且recvcount非零时PostCopy。LocalCopy (alg_data_trans_wrapper.cc:880)经size检查、GetSliceAddr后调用HcommLocalCopyOnThread。PostSyncInterThreads (:1045)源代码先向main排Wait，再向sub排Record，约束是main后续任务必须等sub完成；C++函数调用顺序不同于任务完成先后。回Kernel后 HcommThreadNotifyRecordOnThread(mainThread, exportedAicpuTsThread, DEFAULT_NOTIFY_IDX=0) (:603)；HcommProfilingReportKernelEndTask / HcommProfilingReportDeviceOp 后 HcommBatchModeEnd (:618)，末尾 HcommReleaseComm (:725)。该release不销毁comm或Channel。最终payload完成由任务依赖与用户流同步保证，不能以CPU侧API返回等同全Rank完成。</a:t>
            </a:r>
          </a:p>
          <a:p xmlns:a="http://schemas.openxmlformats.org/drawingml/2006/main">
            <a:r>
              <a:t>⑦ hcomm/src/base_comm/primitives/api_c_adpt/aicpu_ts_primitives_c_adpt.cc:495，HcommWriteOnThread检查IsDeviceA5，解包Thread/Channel/StreamLite，BuildLocRmaBufferLite(src,len)并构造远端Buffer(dst,len)，调用BaseTransportLiteImpl::Write。UB具体类位于hcomm/src/legacy/ascend950/unified_platform/resource/transport/aicpu/ub_transport_lite_impl.cc:664：准备SqeConfig/GetTaskId，可选PreLaunchWqe → UbConnLite::Write → 可选PostLaunchWqe → BuildUbDbSendTask → ProfilingProcess。UbConnLite::Write在resource/connection/aicpu/ub_conn_lite.cc:367：ProcessSlices → FillOneSqeWrite(UDMA_OPC_WRITE) → ProcessOneWqe → UpdateWqeTasks，返回pi给上层生成DB任务。这是软件任务构造链，未通过硬件trace证明时序/性能。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任务缓存的完整路径：开启且满足策略时HcommAicpuTsTaskCacheLookup；miss时HcommAicpuTsTaskCacheStart → OpOrchestrate → EnforceLaunchTask（BatchModeEnd/Start flush）→ HcommAicpuTsTaskCacheEnd；hit时HcommAicpuTsTaskCacheExecute刷新用户地址并重放；异常录制可HcommAicpuTsTaskCacheClear。关闭时直接OpOrchestrate。上述条件不能省略成无条件五个串行API。</a:t>
            </a:r>
          </a:p>
          <a:p xmlns:a="http://schemas.openxmlformats.org/drawingml/2006/main">
            <a:r>
              <a:t>Wait完整符号：Thread使用HcommThreadNotifyWaitOnThreadWithDefaultTimeout或HcommThreadNotifyWaitOnThread；Channel使用HcommChannelNotifyWaitOnThreadWithDefaultTimeout或HcommChannelNotifyWaitOnThread。默认超时版本与显式timeout版本二选一。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74596a67f4a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6b9278a334838" /><Relationship Type="http://schemas.openxmlformats.org/officeDocument/2006/relationships/slideLayout" Target="/ppt/slideLayouts/slideLayout1.xml" Id="Rc36a8d7402064a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a8d7402064a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b1ae7192d48b6" /><Relationship Type="http://schemas.openxmlformats.org/officeDocument/2006/relationships/notesSlide" Target="/ppt/notesSlides/notesSlide1.xml" Id="Ra91ddc5f0dca4c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a469413304deb" /><Relationship Type="http://schemas.openxmlformats.org/officeDocument/2006/relationships/notesSlide" Target="/ppt/notesSlides/notesSlide2.xml" Id="Ref6415f19ead4b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d3ea989d145c2" /><Relationship Type="http://schemas.openxmlformats.org/officeDocument/2006/relationships/notesSlide" Target="/ppt/notesSlides/notesSlide3.xml" Id="R361139734b0a4a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5c3be18fe481d" /><Relationship Type="http://schemas.openxmlformats.org/officeDocument/2006/relationships/notesSlide" Target="/ppt/notesSlides/notesSlide4.xml" Id="R6d8e068949f143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3925e5bd846da" /><Relationship Type="http://schemas.openxmlformats.org/officeDocument/2006/relationships/notesSlide" Target="/ppt/notesSlides/notesSlide5.xml" Id="R4368a42e09e94f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6d3d68abc431c" /><Relationship Type="http://schemas.openxmlformats.org/officeDocument/2006/relationships/notesSlide" Target="/ppt/notesSlides/notesSlide6.xml" Id="Rf88b3a3cfcb043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e0ee55b844b3" /><Relationship Type="http://schemas.openxmlformats.org/officeDocument/2006/relationships/notesSlide" Target="/ppt/notesSlides/notesSlide7.xml" Id="R806a41f7a2b54b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86737ca1a4b0b" /><Relationship Type="http://schemas.openxmlformats.org/officeDocument/2006/relationships/notesSlide" Target="/ppt/notesSlides/notesSlide8.xml" Id="R34486fa985ae4a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727fdf8c84b43" /><Relationship Type="http://schemas.openxmlformats.org/officeDocument/2006/relationships/notesSlide" Target="/ppt/notesSlides/notesSlide9.xml" Id="Rc2a1c37f95ef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7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3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9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5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7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AllToAll 跨层泳道：各层负责什么，执行责任如何交接">
            <a:extLst xmlns:a="http://schemas.openxmlformats.org/drawingml/2006/main">
              <a:ext uri="{FF2B5EF4-FFF2-40B4-BE49-F238E27FC236}">
                <a16:creationId xmlns:a16="http://schemas.microsoft.com/office/drawing/2014/main" id="{D43EB791-21A7-4964-9729-1E16E304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跨层泳道：各层负责什么，执行责任如何交接</a:t>
            </a:r>
          </a:p>
        </p:txBody>
      </p:sp>
      <p:sp>
        <p:nvSpPr>
          <p:cNvPr id="2" name="Ascend 950 / AICPU_TS / OPBASE，普通 Mesh Write。先看泳道标题，再从上">
            <a:extLst xmlns:a="http://schemas.openxmlformats.org/drawingml/2006/main">
              <a:ext uri="{FF2B5EF4-FFF2-40B4-BE49-F238E27FC236}">
                <a16:creationId xmlns:a16="http://schemas.microsoft.com/office/drawing/2014/main" id="{B73EDFEF-D4E9-4FD0-95A9-80B9DDDA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/ AICPU_TS / OPBASE，普通 Mesh Write。先看泳道标题，再从上向下沿箭头读；函数级展开见第 3–4 页。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B3D8218-9046-4AFE-ADDF-C23C013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A3947-8687-4DDF-BB90-6CA8154E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8953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2FDE7-409D-4F2E-A24D-F0B9567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895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应用">
            <a:extLst xmlns:a="http://schemas.openxmlformats.org/drawingml/2006/main">
              <a:ext uri="{FF2B5EF4-FFF2-40B4-BE49-F238E27FC236}">
                <a16:creationId xmlns:a16="http://schemas.microsoft.com/office/drawing/2014/main" id="{D78347C3-C572-4361-AB4E-CAEAE92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  <p:sp>
        <p:nvSpPr>
          <p:cNvPr id="7" name="用户流">
            <a:extLst xmlns:a="http://schemas.openxmlformats.org/drawingml/2006/main">
              <a:ext uri="{FF2B5EF4-FFF2-40B4-BE49-F238E27FC236}">
                <a16:creationId xmlns:a16="http://schemas.microsoft.com/office/drawing/2014/main" id="{261E5804-0FD1-466B-A648-A9AE8F3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用户流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B7BBE-B941-4D63-BDCC-430181C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76300"/>
            <a:ext cx="24384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80395-E635-4602-A969-468A053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76300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8E623C5C-6768-4254-B433-4BFBB075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048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参数 · 算法 · 资源组织">
            <a:extLst xmlns:a="http://schemas.openxmlformats.org/drawingml/2006/main">
              <a:ext uri="{FF2B5EF4-FFF2-40B4-BE49-F238E27FC236}">
                <a16:creationId xmlns:a16="http://schemas.microsoft.com/office/drawing/2014/main" id="{E98B6066-CC15-4715-963A-D781D507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14425"/>
            <a:ext cx="2362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参数 · 算法 · 资源组织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78287-239B-4120-BA2D-3AEA7C00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6300"/>
            <a:ext cx="22574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95A59-FBF4-4FE8-A201-511F206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6300"/>
            <a:ext cx="2257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8ED8F3AC-9107-456A-B6C9-DC1673E8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904875"/>
            <a:ext cx="2181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5" name="Thread / Channel / 内存">
            <a:extLst xmlns:a="http://schemas.openxmlformats.org/drawingml/2006/main">
              <a:ext uri="{FF2B5EF4-FFF2-40B4-BE49-F238E27FC236}">
                <a16:creationId xmlns:a16="http://schemas.microsoft.com/office/drawing/2014/main" id="{EEEF1064-BFF1-4F43-A148-1A656AC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114425"/>
            <a:ext cx="2181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Thread / Channel / 内存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06A19-4A15-4495-9791-EE424842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876300"/>
            <a:ext cx="17526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C5E18-6826-4EE7-B561-9FA4778C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876300"/>
            <a:ext cx="1752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C2FE9DE3-DA87-4231-996D-D99DF2AC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904875"/>
            <a:ext cx="1676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9" name="参数封装 · Kernel 调度">
            <a:extLst xmlns:a="http://schemas.openxmlformats.org/drawingml/2006/main">
              <a:ext uri="{FF2B5EF4-FFF2-40B4-BE49-F238E27FC236}">
                <a16:creationId xmlns:a16="http://schemas.microsoft.com/office/drawing/2014/main" id="{2D71FD59-1AE0-4F20-9508-E9F816CA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14425"/>
            <a:ext cx="1676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参数封装 · Kernel 调度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BBD62-D69C-4F1D-9EFC-B2393B0F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876300"/>
            <a:ext cx="20764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01837-1EA8-4957-9782-16AA96FB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876300"/>
            <a:ext cx="2076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22" name="HCCL AICPU">
            <a:extLst xmlns:a="http://schemas.openxmlformats.org/drawingml/2006/main">
              <a:ext uri="{FF2B5EF4-FFF2-40B4-BE49-F238E27FC236}">
                <a16:creationId xmlns:a16="http://schemas.microsoft.com/office/drawing/2014/main" id="{463C2DAD-B0A5-4F16-9EF9-BF9EF22D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0487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23" name="恢复现场 · 算法展开">
            <a:extLst xmlns:a="http://schemas.openxmlformats.org/drawingml/2006/main">
              <a:ext uri="{FF2B5EF4-FFF2-40B4-BE49-F238E27FC236}">
                <a16:creationId xmlns:a16="http://schemas.microsoft.com/office/drawing/2014/main" id="{E9CE419B-17FC-4CA5-9A27-9A1EF45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1144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恢复现场 · 算法展开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14D25-7731-4D96-8ABD-9DBFEA55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876300"/>
            <a:ext cx="22002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526FE-6C77-42C6-BA30-A246312F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876300"/>
            <a:ext cx="22002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2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E03E383D-AAD9-461F-976C-B5AF27D8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904875"/>
            <a:ext cx="2124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27" name="同步 · 搬运 · 执行控制">
            <a:extLst xmlns:a="http://schemas.openxmlformats.org/drawingml/2006/main">
              <a:ext uri="{FF2B5EF4-FFF2-40B4-BE49-F238E27FC236}">
                <a16:creationId xmlns:a16="http://schemas.microsoft.com/office/drawing/2014/main" id="{89CA64FA-393F-4EA7-BF80-0CCBB6E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114425"/>
            <a:ext cx="2124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同步 · 搬运 · 执行控制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B6AE0-EEB7-49CB-95DB-E152F7B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2A42A-46B8-4B4F-AF3D-C677F89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33902" y="1305878"/>
            <a:ext cx="0" cy="504729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8BFBE-1994-4481-9FCE-CCF1761F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8D23D6-179E-432C-BF09-3ED3C248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267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2400777" y="1305878"/>
            <a:ext cx="0" cy="49615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EE5A6-16D0-40BB-B193-EC576629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136630-140F-4335-AF50-22A6B33A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5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743927" y="1305878"/>
            <a:ext cx="0" cy="196119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27F0C-34F5-4A52-BEA8-0867A1D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EE8B4F-3DA4-46ED-A89E-85E1FE8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8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753702" y="1305878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934F54-FBD8-47D4-AE63-71F6D740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ACC7B4-5A76-43CD-862A-3FB2B4A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1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668227" y="1305878"/>
            <a:ext cx="0" cy="483774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A4C1D3-8476-4E68-B02B-F09CCDF2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457807-FF80-4859-93E9-399B479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10811352" y="1305878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AD257E-8C2A-4BB2-945A-7EB99485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00175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调用算子&#10;输入 / 输出">
            <a:extLst xmlns:a="http://schemas.openxmlformats.org/drawingml/2006/main">
              <a:ext uri="{FF2B5EF4-FFF2-40B4-BE49-F238E27FC236}">
                <a16:creationId xmlns:a16="http://schemas.microsoft.com/office/drawing/2014/main" id="{19A08CD2-548E-47FC-8538-6522A299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调用算子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 / 输出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F12E5F-59C0-4098-8002-903F87E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3906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9" name="01  HcclAlltoAll">
            <a:extLst xmlns:a="http://schemas.openxmlformats.org/drawingml/2006/main">
              <a:ext uri="{FF2B5EF4-FFF2-40B4-BE49-F238E27FC236}">
                <a16:creationId xmlns:a16="http://schemas.microsoft.com/office/drawing/2014/main" id="{C4E2E56B-49B1-46C7-B74C-796A9632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192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 HcclAlltoAll</a:t>
            </a:r>
          </a:p>
        </p:txBody>
      </p:sp>
      <p:sp>
        <p:nvSpPr>
          <p:cNvPr id="50" name="ConvertAlltoAllParam&#10;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30AD2223-E497-4423-8077-2E96F17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F337E3-2A7E-47F7-9AA3-FAFB7EF2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957D93-2A0C-43B5-AAA2-BD8BDB7D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124903" y="157210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1E0F5F-FDB9-4C26-85AC-69A43108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38275"/>
            <a:ext cx="2066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HcclGetRankSize / RankId&#10;HcclGetCommName / ConfigGetInf">
            <a:extLst xmlns:a="http://schemas.openxmlformats.org/drawingml/2006/main">
              <a:ext uri="{FF2B5EF4-FFF2-40B4-BE49-F238E27FC236}">
                <a16:creationId xmlns:a16="http://schemas.microsoft.com/office/drawing/2014/main" id="{B7837FE4-A442-4BE2-9896-95C67FC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668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RankId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HcclGetCommName / 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查询成员、域名、展开方式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2A076A-66D6-42F4-AC9A-A236886C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62AAED-DA36-496C-9602-A59A5F65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7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3525203" y="16387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75EC1D-8273-4C06-8FFC-312290B4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7167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02  Selector / HcclCalcTopoInfo">
            <a:extLst xmlns:a="http://schemas.openxmlformats.org/drawingml/2006/main">
              <a:ext uri="{FF2B5EF4-FFF2-40B4-BE49-F238E27FC236}">
                <a16:creationId xmlns:a16="http://schemas.microsoft.com/office/drawing/2014/main" id="{FF359EF1-A755-4688-8F3B-7175926D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Selector / HcclCalcTopoInfo</a:t>
            </a:r>
          </a:p>
        </p:txBody>
      </p:sp>
      <p:sp>
        <p:nvSpPr>
          <p:cNvPr id="61" name="按拓扑、数据量选择 algName">
            <a:extLst xmlns:a="http://schemas.openxmlformats.org/drawingml/2006/main">
              <a:ext uri="{FF2B5EF4-FFF2-40B4-BE49-F238E27FC236}">
                <a16:creationId xmlns:a16="http://schemas.microsoft.com/office/drawing/2014/main" id="{A6567206-1CD1-43FB-B287-B34B4DBE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0275"/>
            <a:ext cx="2133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按拓扑、数据量选择 algName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B9F55C-A2A5-440C-8412-A26D8DA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3" name="HcclEngineCtxGet&#10;miss：HcclRankGraphGet*&#10;拓扑查询 / 缓存">
            <a:extLst xmlns:a="http://schemas.openxmlformats.org/drawingml/2006/main">
              <a:ext uri="{FF2B5EF4-FFF2-40B4-BE49-F238E27FC236}">
                <a16:creationId xmlns:a16="http://schemas.microsoft.com/office/drawing/2014/main" id="{409EA6B7-488F-4205-83FA-3E9EEE9C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812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miss：HcclRankGraphGet*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拓扑查询 / 缓存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8F538F-97AF-4B79-95BA-A1AAE4FA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4C7B67-C28F-4D44-AF6B-756D04E9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525203" y="21436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8DD1A5-EA71-4EFD-884F-80C9FE60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BA3535-190A-4C87-9E99-BA9046D7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2401253" y="2543652"/>
            <a:ext cx="224694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4A3F6F-5D7A-48DC-B412-9A5FD77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62200"/>
            <a:ext cx="1971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opoInfo / algName">
            <a:extLst xmlns:a="http://schemas.openxmlformats.org/drawingml/2006/main">
              <a:ext uri="{FF2B5EF4-FFF2-40B4-BE49-F238E27FC236}">
                <a16:creationId xmlns:a16="http://schemas.microsoft.com/office/drawing/2014/main" id="{AE65738F-5BC8-4C0F-A7CB-518F1A6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62200"/>
            <a:ext cx="1933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topoInfo / algName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240677-05B1-4DCC-9EE3-829C18CA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765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03  HcclExecOp / HcclGetAlgRes">
            <a:extLst xmlns:a="http://schemas.openxmlformats.org/drawingml/2006/main">
              <a:ext uri="{FF2B5EF4-FFF2-40B4-BE49-F238E27FC236}">
                <a16:creationId xmlns:a16="http://schemas.microsoft.com/office/drawing/2014/main" id="{3E327DE0-FC70-47B9-908B-CD8379E7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051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HcclExecOp / HcclGetAlgRes</a:t>
            </a:r>
          </a:p>
        </p:txBody>
      </p:sp>
      <p:sp>
        <p:nvSpPr>
          <p:cNvPr id="74" name="TryReuseResource → CalcRes&#10;GetAlgResAICPU：组织资源申请">
            <a:extLst xmlns:a="http://schemas.openxmlformats.org/drawingml/2006/main">
              <a:ext uri="{FF2B5EF4-FFF2-40B4-BE49-F238E27FC236}">
                <a16:creationId xmlns:a16="http://schemas.microsoft.com/office/drawing/2014/main" id="{22CA0A40-645F-4024-AB07-43C54726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 → CalcRes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GetAlgResAICPU：组织资源申请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2066BD-8CDA-46E8-BBCF-B0EAAD5C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2066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6" name="HcclThreadAcquire* / Export*&#10;HcclGetHcclBuffer / Channe">
            <a:extLst xmlns:a="http://schemas.openxmlformats.org/drawingml/2006/main">
              <a:ext uri="{FF2B5EF4-FFF2-40B4-BE49-F238E27FC236}">
                <a16:creationId xmlns:a16="http://schemas.microsoft.com/office/drawing/2014/main" id="{E5D95E28-A013-4276-9922-60D80CAA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860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 / Export*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/ ChannelAcquire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/ 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线程、通道、地址与设备资源上下文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EB97EE-1AEF-48D4-BB79-C5D26963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5A0978-AA89-4018-845A-0DB580B5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3525203" y="29341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865056B-D80B-4366-B12A-EACFCA3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00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8C1F7C1-9731-46BA-A0B1-8F0CB97A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0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1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2401253" y="3400902"/>
            <a:ext cx="22564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9F0B677-6ABD-4D8B-8F2D-94A033D0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19450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Thread / Channel / resCtx">
            <a:extLst xmlns:a="http://schemas.openxmlformats.org/drawingml/2006/main">
              <a:ext uri="{FF2B5EF4-FFF2-40B4-BE49-F238E27FC236}">
                <a16:creationId xmlns:a16="http://schemas.microsoft.com/office/drawing/2014/main" id="{C529425C-E120-4619-B596-6D3C6E3B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19450"/>
            <a:ext cx="1981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Thread / Channel / resCtx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F239799-82F0-4D5C-849F-C540F0A1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2247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6" name="04  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A14512BE-882A-4811-A30B-7940E5A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HcclAicpuKernelEntranceLaunch</a:t>
            </a:r>
          </a:p>
        </p:txBody>
      </p:sp>
      <p:sp>
        <p:nvSpPr>
          <p:cNvPr id="87" name="AicpuKernelLaunch&#10;提交 Host-ready，封装 OpParam">
            <a:extLst xmlns:a="http://schemas.openxmlformats.org/drawingml/2006/main">
              <a:ext uri="{FF2B5EF4-FFF2-40B4-BE49-F238E27FC236}">
                <a16:creationId xmlns:a16="http://schemas.microsoft.com/office/drawing/2014/main" id="{26372F33-39B7-4F34-A795-25846DE1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Host-ready，封装 OpParam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5D8C46-35D7-4851-881B-4FBDA4B4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62325"/>
            <a:ext cx="20097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9" name="HcommThreadNotifyRecordOnThread&#10;Host Thread：输入就绪〔D3〕">
            <a:extLst xmlns:a="http://schemas.openxmlformats.org/drawingml/2006/main">
              <a:ext uri="{FF2B5EF4-FFF2-40B4-BE49-F238E27FC236}">
                <a16:creationId xmlns:a16="http://schemas.microsoft.com/office/drawing/2014/main" id="{5C03CA61-91A8-4B7E-A122-AFF2187E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90900"/>
            <a:ext cx="1895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Thread：输入就绪〔D3〕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445A72B-D040-4C55-A025-B45FB37F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7AB800-C856-4F09-B442-591C15AA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1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525203" y="3629502"/>
            <a:ext cx="245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8BA96F1-5952-48D0-9CCB-97DA53E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CBDB63-F352-49A4-B164-AD9C0EA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93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flipV="1">
            <a:off x="5982177" y="354425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358082-789E-47AC-B246-FEB77FFF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4743466-D002-44C8-9433-81F5B1C4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982653" y="3543777"/>
            <a:ext cx="3818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421980-BDD4-4BD3-A92A-1650844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81952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0" name="aclrtKernelArgs*&#10;aclrtLaunchKernelWithConfig&#10;封装参数并发射 Ke">
            <a:extLst xmlns:a="http://schemas.openxmlformats.org/drawingml/2006/main">
              <a:ext uri="{FF2B5EF4-FFF2-40B4-BE49-F238E27FC236}">
                <a16:creationId xmlns:a16="http://schemas.microsoft.com/office/drawing/2014/main" id="{3AEC835B-2916-4AF8-B5B8-B83F60A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48100"/>
            <a:ext cx="144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封装参数并发射 Kernel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4E3239-8D77-4270-A09E-D798C58C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5FB5D3B-9A3B-42C1-ABE6-44AC4E9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01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2400777" y="4010978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AEA5F8-0306-4A63-A906-01647D8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32DD41-56ED-41D4-B2B2-46C44967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5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2401253" y="4115277"/>
            <a:ext cx="35709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3B340E-6D29-4A08-BBCD-B08D759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95725"/>
            <a:ext cx="1885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8" name="05  HcclLaunchAicpuKernel&#10;DeserializeResCtx&#10;RestoreVarD">
            <a:extLst xmlns:a="http://schemas.openxmlformats.org/drawingml/2006/main">
              <a:ext uri="{FF2B5EF4-FFF2-40B4-BE49-F238E27FC236}">
                <a16:creationId xmlns:a16="http://schemas.microsoft.com/office/drawing/2014/main" id="{FD7E1C4A-57B2-4E04-97D2-AE3BCCCA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24300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1E66FA-D9B9-4F2D-BBA3-21478C79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097FD23-604D-4D35-82FA-A520BFF2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0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535228" y="41152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02E8278-7F76-406A-BDC7-C432182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88620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3" name="HcommAcquireComm〔D4〕&#10;HcommBatchModeStart〔D4〕">
            <a:extLst xmlns:a="http://schemas.openxmlformats.org/drawingml/2006/main">
              <a:ext uri="{FF2B5EF4-FFF2-40B4-BE49-F238E27FC236}">
                <a16:creationId xmlns:a16="http://schemas.microsoft.com/office/drawing/2014/main" id="{DDDDBF1B-6542-45B1-BFB2-C8A9FCDB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147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8D154FD-4431-4EA5-8304-E133A230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F54974-D378-4DC9-BECD-1FDFD7CA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611678" y="41057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88A4323-EDE1-4F47-8CDC-F8064B88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8" name="发射后：入队用户流完成 Wait">
            <a:extLst xmlns:a="http://schemas.openxmlformats.org/drawingml/2006/main">
              <a:ext uri="{FF2B5EF4-FFF2-40B4-BE49-F238E27FC236}">
                <a16:creationId xmlns:a16="http://schemas.microsoft.com/office/drawing/2014/main" id="{6D60E1CB-6853-4928-BCDA-D57A7F42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发射后：入队用户流完成 Wait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E24124-F70C-4973-9B5C-5109D863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71975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0" name="Host Thread Wait*〔D3〕">
            <a:extLst xmlns:a="http://schemas.openxmlformats.org/drawingml/2006/main">
              <a:ext uri="{FF2B5EF4-FFF2-40B4-BE49-F238E27FC236}">
                <a16:creationId xmlns:a16="http://schemas.microsoft.com/office/drawing/2014/main" id="{2D41FFE0-204C-4B57-88D9-EC397A06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005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Thread Wait*〔D3〕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7C33B7D-587C-47CF-A856-20EB65E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63EA114-9987-4A9C-A627-0689C1E6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2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3525203" y="4391502"/>
            <a:ext cx="2475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10ACE0-2E77-4D96-B608-D2F2F12F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32960AB-EF51-4766-B793-74736A4A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6001227" y="439197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1A8AEF8-2A13-461A-B261-0B6F4DAC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31654A7-5EE3-4042-9993-C0C14E0E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8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6001703" y="4515327"/>
            <a:ext cx="37995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57E302A-D6D4-45FA-9996-0B153DF4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95825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1" name="06  OpOrchestrate">
            <a:extLst xmlns:a="http://schemas.openxmlformats.org/drawingml/2006/main">
              <a:ext uri="{FF2B5EF4-FFF2-40B4-BE49-F238E27FC236}">
                <a16:creationId xmlns:a16="http://schemas.microsoft.com/office/drawing/2014/main" id="{DC563E8B-C4AB-43F9-9B9F-7BCDE4A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244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  OpOrchestrate</a:t>
            </a:r>
          </a:p>
        </p:txBody>
      </p:sp>
      <p:sp>
        <p:nvSpPr>
          <p:cNvPr id="132" name="等输入就绪，调用 Executor">
            <a:extLst xmlns:a="http://schemas.openxmlformats.org/drawingml/2006/main">
              <a:ext uri="{FF2B5EF4-FFF2-40B4-BE49-F238E27FC236}">
                <a16:creationId xmlns:a16="http://schemas.microsoft.com/office/drawing/2014/main" id="{6B956173-212D-4D31-BC73-E6643394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1771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等输入就绪，调用 Executor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6F467E4-6DD9-4700-944F-B99412B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743450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4" name="AICPU Thread Wait*〔D3〕">
            <a:extLst xmlns:a="http://schemas.openxmlformats.org/drawingml/2006/main">
              <a:ext uri="{FF2B5EF4-FFF2-40B4-BE49-F238E27FC236}">
                <a16:creationId xmlns:a16="http://schemas.microsoft.com/office/drawing/2014/main" id="{1CEDB327-ED4F-4195-BEC2-C447515E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72025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Thread Wait*〔D3〕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0BA7D43-2184-4F8F-B822-267FF054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958D8C4-A391-4614-AC37-F1EC0A1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6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9611678" y="48772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E8F7E1F-36FC-4732-8CF5-625C51F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91125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9" name="07  Executor → Template">
            <a:extLst xmlns:a="http://schemas.openxmlformats.org/drawingml/2006/main">
              <a:ext uri="{FF2B5EF4-FFF2-40B4-BE49-F238E27FC236}">
                <a16:creationId xmlns:a16="http://schemas.microsoft.com/office/drawing/2014/main" id="{3855339F-DABB-4C6E-A71B-C9573A3C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197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Executor → Template</a:t>
            </a:r>
          </a:p>
        </p:txBody>
      </p:sp>
      <p:sp>
        <p:nvSpPr>
          <p:cNvPr id="140" name="OrchestrateLoop → KernelRun&#10;逐轮、Peer、Channel、slice 展开">
            <a:extLst xmlns:a="http://schemas.openxmlformats.org/drawingml/2006/main">
              <a:ext uri="{FF2B5EF4-FFF2-40B4-BE49-F238E27FC236}">
                <a16:creationId xmlns:a16="http://schemas.microsoft.com/office/drawing/2014/main" id="{8F8460E6-10AB-4E5F-9A2C-FE59843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197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KernelRun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逐轮、Peer、Channel、slice 展开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30BB468-911F-4E01-9112-3FD95116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143500"/>
            <a:ext cx="2009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2" name="Thread / Channel Notify〔D3〕&#10;HcommWriteOnThread〔D1〕&#10;Hcom">
            <a:extLst xmlns:a="http://schemas.openxmlformats.org/drawingml/2006/main">
              <a:ext uri="{FF2B5EF4-FFF2-40B4-BE49-F238E27FC236}">
                <a16:creationId xmlns:a16="http://schemas.microsoft.com/office/drawing/2014/main" id="{B2A28845-1042-45B1-9CC2-7037D97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72075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 Notify〔D3〕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握手、写远端、中转拷贝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31BB6C1-6CEE-425B-97C0-71794D27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CA77EE2-D386-4492-AD24-AE0B0102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4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9611678" y="54392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58474E6-A593-4AB0-8C0C-C97AE9F7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848350"/>
            <a:ext cx="1885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7" name="08  汇合后返回 Kernel">
            <a:extLst xmlns:a="http://schemas.openxmlformats.org/drawingml/2006/main">
              <a:ext uri="{FF2B5EF4-FFF2-40B4-BE49-F238E27FC236}">
                <a16:creationId xmlns:a16="http://schemas.microsoft.com/office/drawing/2014/main" id="{4D18AFBC-510F-4CE6-B5F5-E7BBA835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876925"/>
            <a:ext cx="1771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汇合后返回 Kernel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7C20519-CC9A-448E-8C11-4AC0F6F0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81025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9" name="完成 Record〔D3〕&#10;HcommBatchModeEnd〔D4〕&#10;HcommReleaseComm〔D4">
            <a:extLst xmlns:a="http://schemas.openxmlformats.org/drawingml/2006/main">
              <a:ext uri="{FF2B5EF4-FFF2-40B4-BE49-F238E27FC236}">
                <a16:creationId xmlns:a16="http://schemas.microsoft.com/office/drawing/2014/main" id="{5A493157-BC0A-4B53-965D-4898FB1F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838825"/>
            <a:ext cx="1895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 Record〔D3〕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HcommReleaseComm〔D4〕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B067F22-FE67-49D6-B29C-E95FD6DB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32AB123-D46C-4B8F-806B-4E0AFB77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1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9611678" y="59821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3393A55-A725-4F97-B692-E68C7A52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2133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54" name="Host 不参与逐 Peer 展开">
            <a:extLst xmlns:a="http://schemas.openxmlformats.org/drawingml/2006/main">
              <a:ext uri="{FF2B5EF4-FFF2-40B4-BE49-F238E27FC236}">
                <a16:creationId xmlns:a16="http://schemas.microsoft.com/office/drawing/2014/main" id="{E953C70A-0B8B-4432-8158-2521CC5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1981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不参与逐 Peer 展开</a:t>
            </a:r>
          </a:p>
        </p:txBody>
      </p:sp>
      <p:sp>
        <p:nvSpPr>
          <p:cNvPr id="155" name="完成 Wait 已入队&#10;用户流的后续任务等待完成通知&#10;CPU 侧 API 返回不等于通信完成">
            <a:extLst xmlns:a="http://schemas.openxmlformats.org/drawingml/2006/main">
              <a:ext uri="{FF2B5EF4-FFF2-40B4-BE49-F238E27FC236}">
                <a16:creationId xmlns:a16="http://schemas.microsoft.com/office/drawing/2014/main" id="{D61422E5-0802-436E-A568-AFCEE491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完成 Wait 已入队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用户流的后续任务等待完成通知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CPU 侧 API 返回不等于通信完成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2A1FDDA-4428-45F4-A35D-4C6479ED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695825"/>
            <a:ext cx="20383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57" name="控制面交付资源后">
            <a:extLst xmlns:a="http://schemas.openxmlformats.org/drawingml/2006/main">
              <a:ext uri="{FF2B5EF4-FFF2-40B4-BE49-F238E27FC236}">
                <a16:creationId xmlns:a16="http://schemas.microsoft.com/office/drawing/2014/main" id="{A24B9280-E5B3-4433-90F8-8C3C11A7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52975"/>
            <a:ext cx="1885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控制面交付资源后</a:t>
            </a:r>
          </a:p>
        </p:txBody>
      </p:sp>
      <p:sp>
        <p:nvSpPr>
          <p:cNvPr id="158" name="设备侧使用 Thread、Channel、&#10;CCL 地址和 resCtx&#10;资源缓存可跨算子复用&#10;每个 slic">
            <a:extLst xmlns:a="http://schemas.openxmlformats.org/drawingml/2006/main">
              <a:ext uri="{FF2B5EF4-FFF2-40B4-BE49-F238E27FC236}">
                <a16:creationId xmlns:a16="http://schemas.microsoft.com/office/drawing/2014/main" id="{CA369344-53B1-4047-B58C-12FC6E8E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19675"/>
            <a:ext cx="1885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设备侧使用 Thread、Channel、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CCL 地址和 resCtx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资源缓存可跨算子复用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每个 slice 不再重新建链</a:t>
            </a:r>
          </a:p>
        </p:txBody>
      </p:sp>
      <p:sp>
        <p:nvSpPr>
          <p:cNvPr id="159" name="ACL 已完成发射&#10;后续由 AICPU 编排&#10;设备通信任务">
            <a:extLst xmlns:a="http://schemas.openxmlformats.org/drawingml/2006/main">
              <a:ext uri="{FF2B5EF4-FFF2-40B4-BE49-F238E27FC236}">
                <a16:creationId xmlns:a16="http://schemas.microsoft.com/office/drawing/2014/main" id="{7E0E3DAD-D17A-4298-A18E-1A632494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81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ACL 已完成发射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后续由 AICPU 编排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设备通信任务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C22E830-92F7-479B-8F6E-F8846D5E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F36BABA-C6E7-4874-AD44-98CB5F92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1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0811352" y="62493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4CBAD8F-1660-415C-9BCF-B6B9BA83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72D7A6E-035D-4AEA-AF9F-B0693604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4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734378" y="6325077"/>
            <a:ext cx="1007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D1A214D-F60C-42A1-A6E2-AC66F743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4C82D50-7843-423B-8E98-4698DBE0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7" name=""/>
          <p:cNvCxnSpPr>
            <a:stCxn xmlns:a="http://schemas.openxmlformats.org/drawingml/2006/main" id="166" idx="0"/>
            <a:endCxn xmlns:a="http://schemas.openxmlformats.org/drawingml/2006/main" id="167" idx="2"/>
          </p:cNvCxnSpPr>
          <p:nvPr/>
        </p:nvCxnSpPr>
        <p:spPr>
          <a:xfrm xmlns:a="http://schemas.openxmlformats.org/drawingml/2006/main" flipV="1">
            <a:off x="733902" y="604932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ECB762E-115F-4095-ADDD-F5636A4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388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70" name="后续任务">
            <a:extLst xmlns:a="http://schemas.openxmlformats.org/drawingml/2006/main">
              <a:ext uri="{FF2B5EF4-FFF2-40B4-BE49-F238E27FC236}">
                <a16:creationId xmlns:a16="http://schemas.microsoft.com/office/drawing/2014/main" id="{8F3EE29A-8384-4FB2-9430-77879343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后续任务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ACE15A3-C639-4CE3-8162-A34E24F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210300"/>
            <a:ext cx="373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完成通知满足用户流 Wait，后续任务才能继续">
            <a:extLst xmlns:a="http://schemas.openxmlformats.org/drawingml/2006/main">
              <a:ext uri="{FF2B5EF4-FFF2-40B4-BE49-F238E27FC236}">
                <a16:creationId xmlns:a16="http://schemas.microsoft.com/office/drawing/2014/main" id="{3E1209F9-1279-408B-AA8E-C66EBFA7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10300"/>
            <a:ext cx="3657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完成通知满足用户流 Wait，后续任务才能继续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30F2657-1C76-401A-9B1D-D76A6C1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C301679-932A-4234-9773-695C8768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6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2169FF4A-026C-4C56-8908-01516AF3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F681AEB-E1F9-4A26-B5E8-468C15A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07333CD-8176-4842-9D8C-A369EA1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8" name=""/>
          <p:cNvCxnSpPr>
            <a:stCxn xmlns:a="http://schemas.openxmlformats.org/drawingml/2006/main" id="177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80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7A8F7233-B2B8-4B3F-B9F6-D17FAAC3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94CE28F-B019-465D-AE08-82A84148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6DD579A-E34E-40F4-B56D-0B510A3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2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84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F61E29B5-08BD-435F-B533-708F4736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85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C71F48EF-A8F1-4039-AFC4-DD1E928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7647230-3655-44F2-A97E-F6500A12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18F7408-6016-4BA5-97DA-1FFB8B3D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7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89" name="泳道按软件职责划分。HCOMM 数据面可由 Host / AICPU 调用，执行引擎由 Thread 决定。*">
            <a:extLst xmlns:a="http://schemas.openxmlformats.org/drawingml/2006/main">
              <a:ext uri="{FF2B5EF4-FFF2-40B4-BE49-F238E27FC236}">
                <a16:creationId xmlns:a16="http://schemas.microsoft.com/office/drawing/2014/main" id="{24B03A8D-CD78-4F99-AF8D-4F7BD1C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泳道按软件职责划分。HCOMM 数据面可由 Host / AICPU 调用，执行引擎由 Thread 决定。* 接口族和超时分支详见第 3–4 页及备注。</a:t>
            </a:r>
          </a:p>
        </p:txBody>
      </p:sp>
    </p:spTree>
    <p:extLst>
      <p:ext uri="{BB962C8B-B14F-4D97-AF65-F5344CB8AC3E}">
        <p14:creationId xmlns:p14="http://schemas.microsoft.com/office/powerpoint/2010/main" val="2059665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Host 侧泳道：HCCL 组织调用，HCOMM 准备资源，ACL 负责发射">
            <a:extLst xmlns:a="http://schemas.openxmlformats.org/drawingml/2006/main">
              <a:ext uri="{FF2B5EF4-FFF2-40B4-BE49-F238E27FC236}">
                <a16:creationId xmlns:a16="http://schemas.microsoft.com/office/drawing/2014/main" id="{5F791D0E-0EEF-40AC-B246-F3648675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侧泳道：HCCL 组织调用，HCOMM 准备资源，ACL 负责发射</a:t>
            </a:r>
          </a:p>
        </p:txBody>
      </p:sp>
      <p:sp>
        <p:nvSpPr>
          <p:cNvPr id="2" name="消息箭头从 HCCL 发出，API 名称位于实际提供该接口的泳道。缓存 hit 走虚线旁路；本页不展开每个 P">
            <a:extLst xmlns:a="http://schemas.openxmlformats.org/drawingml/2006/main">
              <a:ext uri="{FF2B5EF4-FFF2-40B4-BE49-F238E27FC236}">
                <a16:creationId xmlns:a16="http://schemas.microsoft.com/office/drawing/2014/main" id="{39469792-5B10-4A13-8CF6-DC450BAA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消息箭头从 HCCL 发出，API 名称位于实际提供该接口的泳道。缓存 hit 走虚线旁路；本页不展开每个 Peer 的数据传输。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6F1DF41E-F005-4700-945B-811D66A6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55539-FD2C-4668-B90A-1264646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31908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49FCC-0DD4-46B8-9DAF-B6EAB25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3190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B05AF57E-8ED8-42A8-B364-E3D52D48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3114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内部处理与申请顺序">
            <a:extLst xmlns:a="http://schemas.openxmlformats.org/drawingml/2006/main">
              <a:ext uri="{FF2B5EF4-FFF2-40B4-BE49-F238E27FC236}">
                <a16:creationId xmlns:a16="http://schemas.microsoft.com/office/drawing/2014/main" id="{45D14023-ED74-4DA5-8641-8C0589A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3114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内部处理与申请顺序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04F4B-27C9-4496-A887-DD4644C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76300"/>
            <a:ext cx="37052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1F3C2-BD5C-4DA8-8366-7F361B64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76300"/>
            <a:ext cx="37052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F54AB0D3-6696-460C-B7F0-8A7DB638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904875"/>
            <a:ext cx="3629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1" name="通信域资源 C1 · 内存 C2 · 拓扑 C3">
            <a:extLst xmlns:a="http://schemas.openxmlformats.org/drawingml/2006/main">
              <a:ext uri="{FF2B5EF4-FFF2-40B4-BE49-F238E27FC236}">
                <a16:creationId xmlns:a16="http://schemas.microsoft.com/office/drawing/2014/main" id="{84469DFF-8102-47B0-845C-C356B9F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114425"/>
            <a:ext cx="3629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通信域资源 C1 · 内存 C2 · 拓扑 C3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E3953-1EFA-450C-8979-23FF5D64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76300"/>
            <a:ext cx="26289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E4281-7633-4A0B-8768-6C41C197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76300"/>
            <a:ext cx="2628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5F0E1A39-CCC1-4AFE-97BD-B9A393DC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04875"/>
            <a:ext cx="2552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5" name="Host Thread 的通知 / 等待 D3">
            <a:extLst xmlns:a="http://schemas.openxmlformats.org/drawingml/2006/main">
              <a:ext uri="{FF2B5EF4-FFF2-40B4-BE49-F238E27FC236}">
                <a16:creationId xmlns:a16="http://schemas.microsoft.com/office/drawing/2014/main" id="{8F02BCC4-AD33-44B2-ABD4-4F4E9992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114425"/>
            <a:ext cx="2552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Host Thread 的通知 / 等待 D3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770E7-FEA3-4207-89B6-F813A83D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20955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F1687-CB46-4FF9-B91F-BC753801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3195C89C-797E-44F6-AF16-59124AC8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04875"/>
            <a:ext cx="2019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9" name="组装参数并调度 AICPU Kernel">
            <a:extLst xmlns:a="http://schemas.openxmlformats.org/drawingml/2006/main">
              <a:ext uri="{FF2B5EF4-FFF2-40B4-BE49-F238E27FC236}">
                <a16:creationId xmlns:a16="http://schemas.microsoft.com/office/drawing/2014/main" id="{F2437D53-31F1-4F02-A237-F69E74D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114425"/>
            <a:ext cx="2019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组装参数并调度 AICPU Kernel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73AE0-98F9-429A-AAF3-F94429DE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A6422-2DC5-4E59-906B-4C30B6B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3342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421E7-B8EE-4CAB-B9C9-BB492E7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1873E-5E5B-4CE8-A17E-A7F7F5A0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0299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4726C-6E41-4CB8-A2AC-DB53A43A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4A7F5-0CED-4A29-AAA7-B687EF82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6588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8E2C5C-8EEB-4C75-BDBA-17159C6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C0B247-FE4C-402A-A6F4-B07BD35A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7543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08BBE-B015-4108-95D5-C7607438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71600"/>
            <a:ext cx="57150" cy="494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4C0BF-3700-438D-BA7A-17AECA77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90650"/>
            <a:ext cx="571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D7864B-CD76-498D-80BE-DA2E2822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768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26927C-2FC6-4CB5-9097-38B03B2E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610225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523AF2-8CE1-483D-A318-9669F95D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7" name="① HcclAlltoAll">
            <a:extLst xmlns:a="http://schemas.openxmlformats.org/drawingml/2006/main">
              <a:ext uri="{FF2B5EF4-FFF2-40B4-BE49-F238E27FC236}">
                <a16:creationId xmlns:a16="http://schemas.microsoft.com/office/drawing/2014/main" id="{AA79724D-112F-4F50-9695-B9472091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001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HcclAlltoAll</a:t>
            </a:r>
          </a:p>
        </p:txBody>
      </p:sp>
      <p:sp>
        <p:nvSpPr>
          <p:cNvPr id="38" name="ConvertAlltoAllParam → AlltoAllVOutPlace&#10;AlltoAllVConst">
            <a:extLst xmlns:a="http://schemas.openxmlformats.org/drawingml/2006/main">
              <a:ext uri="{FF2B5EF4-FFF2-40B4-BE49-F238E27FC236}">
                <a16:creationId xmlns:a16="http://schemas.microsoft.com/office/drawing/2014/main" id="{7D8FEF7C-15E7-4EC8-A6BC-C89B7B10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0020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 → AlltoAllVOutPlace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AlltoAllVConstructOpParam：counts / displs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EB5348-9A49-4846-8817-593D88ED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BAE21F-C680-486B-81F8-4C91CD9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3363278" y="15244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30C409-79BB-4748-B071-14AA5A4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430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cclGetRankSize / RankId / CommName">
            <a:extLst xmlns:a="http://schemas.openxmlformats.org/drawingml/2006/main">
              <a:ext uri="{FF2B5EF4-FFF2-40B4-BE49-F238E27FC236}">
                <a16:creationId xmlns:a16="http://schemas.microsoft.com/office/drawing/2014/main" id="{C4EF9DEE-2F0A-4FC2-AED5-C7AC3242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430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RankId / CommName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CCC43B-DDCC-4726-9F9A-78BA5A5B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D63C33-70C7-41F8-B556-9A7C24D7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3363278" y="180070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E4EBE2-E9FF-45C0-B545-1D0FF33D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cclConfigGetInfo：读取展开方式">
            <a:extLst xmlns:a="http://schemas.openxmlformats.org/drawingml/2006/main">
              <a:ext uri="{FF2B5EF4-FFF2-40B4-BE49-F238E27FC236}">
                <a16:creationId xmlns:a16="http://schemas.microsoft.com/office/drawing/2014/main" id="{B6B9FA73-20BE-4B8D-86BA-505DAB5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HcclConfigGetInfo：读取展开方式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586DF7-E1C8-4E94-A015-7169986B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838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0" name="② Selector → HcclCalcTopoInfo">
            <a:extLst xmlns:a="http://schemas.openxmlformats.org/drawingml/2006/main">
              <a:ext uri="{FF2B5EF4-FFF2-40B4-BE49-F238E27FC236}">
                <a16:creationId xmlns:a16="http://schemas.microsoft.com/office/drawing/2014/main" id="{26365590-3265-40F7-9359-B4813521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859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Selector → HcclCalcTopoInfo</a:t>
            </a:r>
          </a:p>
        </p:txBody>
      </p:sp>
      <p:sp>
        <p:nvSpPr>
          <p:cNvPr id="51" name="恢复拓扑或 InitRankInfo&#10;返回 algName / topoInfo">
            <a:extLst xmlns:a="http://schemas.openxmlformats.org/drawingml/2006/main">
              <a:ext uri="{FF2B5EF4-FFF2-40B4-BE49-F238E27FC236}">
                <a16:creationId xmlns:a16="http://schemas.microsoft.com/office/drawing/2014/main" id="{37D3976C-FA61-4DC5-8D78-A8E48DB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860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恢复拓扑或 InitRankInfo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algName / topoInfo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4849CC-9805-4BEC-9934-76E932A0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616BDD-0A60-4CE8-88E8-6920F174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363278" y="212455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A84348-B78E-46F3-B461-7C318C8B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4310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cclEngineCtxGet：查拓扑缓存">
            <a:extLst xmlns:a="http://schemas.openxmlformats.org/drawingml/2006/main">
              <a:ext uri="{FF2B5EF4-FFF2-40B4-BE49-F238E27FC236}">
                <a16:creationId xmlns:a16="http://schemas.microsoft.com/office/drawing/2014/main" id="{193EB665-AC6D-4A84-89E9-E765D297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HcclEngineCtxGet：查拓扑缓存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3ACB97-B402-4D43-99AD-1C934492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5046AE-9B7D-497A-A0A9-8C410782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363278" y="24007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C44239-937F-46D2-80CF-3A4E8A24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193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miss：HcclRankGraphGet* → EngineCtxCreate">
            <a:extLst xmlns:a="http://schemas.openxmlformats.org/drawingml/2006/main">
              <a:ext uri="{FF2B5EF4-FFF2-40B4-BE49-F238E27FC236}">
                <a16:creationId xmlns:a16="http://schemas.microsoft.com/office/drawing/2014/main" id="{BC8659F2-1B5A-4C86-804A-43F26593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miss：HcclRankGraphGet* → EngineCtxCreate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33C6F1-EBA2-4F06-ADBA-0DF2C10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7F82BF-AF06-40B3-8542-318EF2AE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3363278" y="26293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95269E-FB56-4CDE-A264-644D3B9B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69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opoInfo：网络层、成员、实例、端点、链路">
            <a:extLst xmlns:a="http://schemas.openxmlformats.org/drawingml/2006/main">
              <a:ext uri="{FF2B5EF4-FFF2-40B4-BE49-F238E27FC236}">
                <a16:creationId xmlns:a16="http://schemas.microsoft.com/office/drawing/2014/main" id="{934E478E-FC50-402E-9375-3D486B0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topoInfo：网络层、成员、实例、端点、链路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9A0559-0D3E-4CB2-BD7E-47E9F424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8" name="③ HcclExecOp → HcclGetAlgRes">
            <a:extLst xmlns:a="http://schemas.openxmlformats.org/drawingml/2006/main">
              <a:ext uri="{FF2B5EF4-FFF2-40B4-BE49-F238E27FC236}">
                <a16:creationId xmlns:a16="http://schemas.microsoft.com/office/drawing/2014/main" id="{1E2AE938-EC5D-4251-8FD2-4C17242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8098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HcclExecOp → HcclGetAlgRes</a:t>
            </a:r>
          </a:p>
        </p:txBody>
      </p:sp>
      <p:sp>
        <p:nvSpPr>
          <p:cNvPr id="69" name="GetAlgExec → GetAlgoMeta&#10;TryReuseResource：查询算法资源上下文&#10;绑定用">
            <a:extLst xmlns:a="http://schemas.openxmlformats.org/drawingml/2006/main">
              <a:ext uri="{FF2B5EF4-FFF2-40B4-BE49-F238E27FC236}">
                <a16:creationId xmlns:a16="http://schemas.microsoft.com/office/drawing/2014/main" id="{4B6A5741-907F-4497-8D06-A437A05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09900"/>
            <a:ext cx="2724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GetAlgoMeta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TryReuseResource：查询算法资源上下文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绑定用户流，先导出 CPU Thread 给 AICPU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497637-62C6-4C34-BA7B-8CD6141E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95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F9AC58-9A40-4D8C-BED8-888A70B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3363278" y="28960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2E970A-D655-4871-B58E-AE69E6AE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146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cclThreadAcquireWithStream〔C1〕">
            <a:extLst xmlns:a="http://schemas.openxmlformats.org/drawingml/2006/main">
              <a:ext uri="{FF2B5EF4-FFF2-40B4-BE49-F238E27FC236}">
                <a16:creationId xmlns:a16="http://schemas.microsoft.com/office/drawing/2014/main" id="{76A60E46-DEC3-4526-82D7-97C2712D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2F60FB-C6AB-4518-A1F5-58680EB5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46B730-2982-4230-AC45-05417CE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3363278" y="31627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921FBE8-71E9-45B3-A20A-C0F6F90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813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cclThreadExportToCommEngine〔C1〕">
            <a:extLst xmlns:a="http://schemas.openxmlformats.org/drawingml/2006/main">
              <a:ext uri="{FF2B5EF4-FFF2-40B4-BE49-F238E27FC236}">
                <a16:creationId xmlns:a16="http://schemas.microsoft.com/office/drawing/2014/main" id="{9127639D-7AD0-4C76-9A64-4E3EEF9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813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19F7D8C-177A-4DB5-84F3-9494CDB8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B27320-66C2-447B-9E32-5DF8DE5E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0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363278" y="34294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8E91136-578F-44E9-86D7-4B2599BB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480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cclEngineCtxGet(algTag, AICPU_TS)〔C1〕">
            <a:extLst xmlns:a="http://schemas.openxmlformats.org/drawingml/2006/main">
              <a:ext uri="{FF2B5EF4-FFF2-40B4-BE49-F238E27FC236}">
                <a16:creationId xmlns:a16="http://schemas.microsoft.com/office/drawing/2014/main" id="{5D783176-0736-49EE-9EFD-3355E32A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HcclEngineCtxGet(algTag, AICPU_TS)〔C1〕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0325020-2C19-4AD2-8684-DDC45BED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26574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6" name="④ miss：CalcAlgHierarchyInfoV2">
            <a:extLst xmlns:a="http://schemas.openxmlformats.org/drawingml/2006/main">
              <a:ext uri="{FF2B5EF4-FFF2-40B4-BE49-F238E27FC236}">
                <a16:creationId xmlns:a16="http://schemas.microsoft.com/office/drawing/2014/main" id="{54401F03-8F9D-4234-844B-47A564F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9570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miss：CalcAlgHierarchyInfoV2</a:t>
            </a:r>
          </a:p>
        </p:txBody>
      </p:sp>
      <p:sp>
        <p:nvSpPr>
          <p:cNvPr id="87" name="CalcRes → GetAlgResAICPU&#10;HcclAllocAlgResourceAICPU&#10;Hccl">
            <a:extLst xmlns:a="http://schemas.openxmlformats.org/drawingml/2006/main">
              <a:ext uri="{FF2B5EF4-FFF2-40B4-BE49-F238E27FC236}">
                <a16:creationId xmlns:a16="http://schemas.microsoft.com/office/drawing/2014/main" id="{258B2567-2BF5-4F1E-BC1B-4A9BE06A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895725"/>
            <a:ext cx="25431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 → GetAlgResAICPU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 / HcclGetAicpuThread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/ BuildChannelInfo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计算需求，再取得本地 / 远端资源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5CD53B-FE9B-414A-9E04-FEBF66C6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332CB4-A13D-419A-8B0E-B561C31F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363278" y="37914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A4B6C48-EF67-413B-83BD-8C6262B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99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cclGetHcclBuffer〔C2〕：本地 CCL">
            <a:extLst xmlns:a="http://schemas.openxmlformats.org/drawingml/2006/main">
              <a:ext uri="{FF2B5EF4-FFF2-40B4-BE49-F238E27FC236}">
                <a16:creationId xmlns:a16="http://schemas.microsoft.com/office/drawing/2014/main" id="{56D866AD-595E-4198-9F46-A09EBDBE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99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HcclGetHcclBuffer〔C2〕：本地 CCL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6E8BE1-4F6A-4615-9179-921DB9D3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06E0C9B-5AA6-4165-BE06-04C751D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3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3363278" y="40581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911894-6B2B-4628-9AAA-8DF058E0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766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cclThreadAcquireWithConfig / Acquire〔C1〕">
            <a:extLst xmlns:a="http://schemas.openxmlformats.org/drawingml/2006/main">
              <a:ext uri="{FF2B5EF4-FFF2-40B4-BE49-F238E27FC236}">
                <a16:creationId xmlns:a16="http://schemas.microsoft.com/office/drawing/2014/main" id="{30C8D93A-C801-40AA-9CE3-4311A8B3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766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 / Acquire〔C1〕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CB463D-2FBB-4273-949A-25DBBDA4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B328D4-2304-45C3-B6F5-24D8B1FA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3363278" y="43248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D06FC5-A1BD-41F2-9C2F-C964CC73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433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cclChannelAcquire〔C1〕：内部建链见第 5 页">
            <a:extLst xmlns:a="http://schemas.openxmlformats.org/drawingml/2006/main">
              <a:ext uri="{FF2B5EF4-FFF2-40B4-BE49-F238E27FC236}">
                <a16:creationId xmlns:a16="http://schemas.microsoft.com/office/drawing/2014/main" id="{003992D7-27E0-4E66-B038-A97F620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433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HcclChannelAcquire〔C1〕：内部建链见第 5 页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8DBF66-2EB5-48E8-B9F6-F7FC16BE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03BDFA-5C11-4F7D-A73E-6EE57E1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3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3363278" y="45915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69251C0-37E3-4B1C-9B7A-D2928FDF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100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cclChannelGetHcclBuffer〔C2〕：远端映射">
            <a:extLst xmlns:a="http://schemas.openxmlformats.org/drawingml/2006/main">
              <a:ext uri="{FF2B5EF4-FFF2-40B4-BE49-F238E27FC236}">
                <a16:creationId xmlns:a16="http://schemas.microsoft.com/office/drawing/2014/main" id="{5D9F14F5-7149-4B2E-B57A-EC6FEE4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00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HcclChannelGetHcclBuffer〔C2〕：远端映射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C017577-DDFF-4B19-9724-A34593C7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78A654-2264-4F08-BC98-28FECBAC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8" name=""/>
          <p:cNvCxnSpPr>
            <a:stCxn xmlns:a="http://schemas.openxmlformats.org/drawingml/2006/main" id="108" idx="1"/>
            <a:endCxn xmlns:a="http://schemas.openxmlformats.org/drawingml/2006/main" id="109" idx="3"/>
          </p:cNvCxnSpPr>
          <p:nvPr/>
        </p:nvCxnSpPr>
        <p:spPr>
          <a:xfrm xmlns:a="http://schemas.openxmlformats.org/drawingml/2006/main" flipH="1">
            <a:off x="3144203" y="34961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B84151F-89CC-495D-BEF0-4DF79E95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EA549B-DBC4-4F7D-B610-5C00C3F4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1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3143727" y="3496628"/>
            <a:ext cx="0" cy="154209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9C18E4F-84CD-43C3-8785-B3C03E9E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CF59B3-1D18-4E3C-9859-54EBD47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4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3144203" y="50392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0626962-D17D-46E2-8B76-3E70DEC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14725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it：复用">
            <a:extLst xmlns:a="http://schemas.openxmlformats.org/drawingml/2006/main">
              <a:ext uri="{FF2B5EF4-FFF2-40B4-BE49-F238E27FC236}">
                <a16:creationId xmlns:a16="http://schemas.microsoft.com/office/drawing/2014/main" id="{93BDA42E-0F53-4C00-889A-EC3798E3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14725"/>
            <a:ext cx="581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hit：复用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1745F59-6C97-4903-BEAA-B3DA4978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0125"/>
            <a:ext cx="26574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0" name="⑤ Serialize → 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9B2869E1-50AB-4838-B0A2-11B9C7C3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3870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Serialize → HcclMemcpyCtxHostToDevice</a:t>
            </a:r>
          </a:p>
        </p:txBody>
      </p:sp>
      <p:sp>
        <p:nvSpPr>
          <p:cNvPr id="121" name="资源描述复制到设备；反向导出 AICPU 主线程">
            <a:extLst xmlns:a="http://schemas.openxmlformats.org/drawingml/2006/main">
              <a:ext uri="{FF2B5EF4-FFF2-40B4-BE49-F238E27FC236}">
                <a16:creationId xmlns:a16="http://schemas.microsoft.com/office/drawing/2014/main" id="{E246D110-B05E-427C-95F3-A79EAA84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038725"/>
            <a:ext cx="2543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资源描述复制到设备；反向导出 AICPU 主线程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65BB4B-796D-40B0-9F4D-9DE1EAC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1612330-9551-4C91-AB29-D55C20A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122" idx="3"/>
            <a:endCxn xmlns:a="http://schemas.openxmlformats.org/drawingml/2006/main" id="123" idx="1"/>
          </p:cNvCxnSpPr>
          <p:nvPr/>
        </p:nvCxnSpPr>
        <p:spPr>
          <a:xfrm xmlns:a="http://schemas.openxmlformats.org/drawingml/2006/main">
            <a:off x="3363278" y="48582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A3A0AB2-ECEC-498F-BD14-9E5E9E99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767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HcclEngineCtxCreate → HcclEngineCtxCopy〔C1〕">
            <a:extLst xmlns:a="http://schemas.openxmlformats.org/drawingml/2006/main">
              <a:ext uri="{FF2B5EF4-FFF2-40B4-BE49-F238E27FC236}">
                <a16:creationId xmlns:a16="http://schemas.microsoft.com/office/drawing/2014/main" id="{33DDF9D2-A51C-4D2D-9347-713B3628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767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→ HcclEngineCtxCopy〔C1〕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E5BE1F6-583D-4366-AC4B-868B3E1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6FD85B8-641C-48E4-A33F-617AAC68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7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3363278" y="513445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33C398B-96BD-48F7-8BFC-EACD86DC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5300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cclThreadExportToCommEngine〔C1〕">
            <a:extLst xmlns:a="http://schemas.openxmlformats.org/drawingml/2006/main">
              <a:ext uri="{FF2B5EF4-FFF2-40B4-BE49-F238E27FC236}">
                <a16:creationId xmlns:a16="http://schemas.microsoft.com/office/drawing/2014/main" id="{E97E9E48-185B-417D-BF2C-C51FA3EC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5300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C8D8426-DB75-4623-9898-606B3BA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53050"/>
            <a:ext cx="283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3" name="⑥ 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D09F72C1-46CA-4C38-B0ED-1FA911D2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3816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HcclAicpuKernelEntranceLaunch</a:t>
            </a:r>
          </a:p>
        </p:txBody>
      </p:sp>
      <p:sp>
        <p:nvSpPr>
          <p:cNvPr id="134" name="提交 Host-ready，再调用 AicpuKernelLaunch">
            <a:extLst xmlns:a="http://schemas.openxmlformats.org/drawingml/2006/main">
              <a:ext uri="{FF2B5EF4-FFF2-40B4-BE49-F238E27FC236}">
                <a16:creationId xmlns:a16="http://schemas.microsoft.com/office/drawing/2014/main" id="{E246BE0B-8CED-4AC1-A4B3-923059D7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581650"/>
            <a:ext cx="2724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Host-ready，再调用 AicpuKernelLaunch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60C9D0B-A07B-4746-B4FB-3BB12134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FC7F794-8F7D-437E-861D-14E73AFD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3363278" y="5382102"/>
            <a:ext cx="626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04E2200-55E4-40B7-9A9A-7CCB594B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00650"/>
            <a:ext cx="2352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4310DDBF-CFD7-4E6F-863C-595900A2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0650"/>
            <a:ext cx="2314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40" name="输入就绪 → AICPU Wait 消费">
            <a:extLst xmlns:a="http://schemas.openxmlformats.org/drawingml/2006/main">
              <a:ext uri="{FF2B5EF4-FFF2-40B4-BE49-F238E27FC236}">
                <a16:creationId xmlns:a16="http://schemas.microsoft.com/office/drawing/2014/main" id="{6C6C4F8B-6C46-4723-A67A-FA101B9A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410200"/>
            <a:ext cx="2276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 → AICPU Wait 消费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29E1547-F49E-422B-8BDE-745A46B3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923180E-9D0C-4171-B138-443FBFB1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1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3334703" y="5744052"/>
            <a:ext cx="65617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A1408C4-0FD2-49C2-AD33-E2C954A4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543550"/>
            <a:ext cx="1781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5" name="aclrtBinaryGetFunction&#10;aclrtKernelArgsInit / Append&#10;acl">
            <a:extLst xmlns:a="http://schemas.openxmlformats.org/drawingml/2006/main">
              <a:ext uri="{FF2B5EF4-FFF2-40B4-BE49-F238E27FC236}">
                <a16:creationId xmlns:a16="http://schemas.microsoft.com/office/drawing/2014/main" id="{194C7220-21A4-4511-8A20-26ACD39E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721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aclrtKernelArgsInit / Append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A3EE409-755C-470E-89EA-670FAE74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10275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7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B7F6AD3D-CAFE-4AB6-8B0C-99B4CEF5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038850"/>
            <a:ext cx="1666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85600C0-884D-490F-959C-9B1D7F8F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5B0C2A7-AAD9-4D09-800E-4594AFF6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01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8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0792302" y="5944553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1" name="OpParam + varData + resCtx 指针">
            <a:extLst xmlns:a="http://schemas.openxmlformats.org/drawingml/2006/main">
              <a:ext uri="{FF2B5EF4-FFF2-40B4-BE49-F238E27FC236}">
                <a16:creationId xmlns:a16="http://schemas.microsoft.com/office/drawing/2014/main" id="{6AEEEEC4-9814-481B-A189-83A9993E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781675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OpParam + varData + resCtx 指针</a:t>
            </a:r>
          </a:p>
        </p:txBody>
      </p:sp>
      <p:sp>
        <p:nvSpPr>
          <p:cNvPr id="152" name="HcclThreadResGetInfo 可选查询 stream">
            <a:extLst xmlns:a="http://schemas.openxmlformats.org/drawingml/2006/main">
              <a:ext uri="{FF2B5EF4-FFF2-40B4-BE49-F238E27FC236}">
                <a16:creationId xmlns:a16="http://schemas.microsoft.com/office/drawing/2014/main" id="{6BF2B0C4-069D-49BD-97DF-66A584D5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6000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HcclThreadResGetInfo 可选查询 stream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E959DA5-44EE-4643-A03C-1CEEE5BC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57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4" name="⑦ 发射后：把完成 Wait 排入用户流">
            <a:extLst xmlns:a="http://schemas.openxmlformats.org/drawingml/2006/main">
              <a:ext uri="{FF2B5EF4-FFF2-40B4-BE49-F238E27FC236}">
                <a16:creationId xmlns:a16="http://schemas.microsoft.com/office/drawing/2014/main" id="{F0294330-E7BA-441D-8E89-AA027B4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08647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⑦ 发射后：把完成 Wait 排入用户流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8F975AF-E3A4-4F76-8E31-3A3945B6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625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6800F26-9CED-4500-B679-3B541B42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5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5" name=""/>
          <p:cNvCxnSpPr>
            <a:stCxn xmlns:a="http://schemas.openxmlformats.org/drawingml/2006/main" id="155" idx="3"/>
            <a:endCxn xmlns:a="http://schemas.openxmlformats.org/drawingml/2006/main" id="156" idx="1"/>
          </p:cNvCxnSpPr>
          <p:nvPr/>
        </p:nvCxnSpPr>
        <p:spPr>
          <a:xfrm xmlns:a="http://schemas.openxmlformats.org/drawingml/2006/main">
            <a:off x="3363278" y="6258402"/>
            <a:ext cx="626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8309D6C-83B8-45D2-86E8-ABF24474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076950"/>
            <a:ext cx="2352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HcommThreadNotifyWaitOnThread*">
            <a:extLst xmlns:a="http://schemas.openxmlformats.org/drawingml/2006/main">
              <a:ext uri="{FF2B5EF4-FFF2-40B4-BE49-F238E27FC236}">
                <a16:creationId xmlns:a16="http://schemas.microsoft.com/office/drawing/2014/main" id="{7A125367-CFF1-428F-AA55-AC6B695B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6076950"/>
            <a:ext cx="2314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HcommThreadNotifyWaitOnThread*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C6FBEC0-E4E1-4A73-B464-4271FAC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195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61" name="两次 Thread 导出对应相反方向：&#10;Host-ready 发给 AICPU&#10;完成通知发给 Host">
            <a:extLst xmlns:a="http://schemas.openxmlformats.org/drawingml/2006/main">
              <a:ext uri="{FF2B5EF4-FFF2-40B4-BE49-F238E27FC236}">
                <a16:creationId xmlns:a16="http://schemas.microsoft.com/office/drawing/2014/main" id="{90EE3DF4-E991-455D-A06D-C91EE13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767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两次 Thread 导出对应相反方向：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Host-ready 发给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完成通知发给 Host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3CA2FF3-F848-4FBF-BCBE-AEA06D3D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7ABE36C-CDD5-46D4-8EF3-45160515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5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8665C019-C61A-4E5C-820A-52337964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A96BEE6-191F-4732-9143-89E7DCEB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44E809E-550E-4580-9C81-3C311847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6" name=""/>
          <p:cNvCxnSpPr>
            <a:stCxn xmlns:a="http://schemas.openxmlformats.org/drawingml/2006/main" id="166" idx="3"/>
            <a:endCxn xmlns:a="http://schemas.openxmlformats.org/drawingml/2006/main" id="167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69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A526540C-7AAA-458E-A834-F8144CD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8135D21-6A60-45C6-93A8-31905E79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4F87D05-8C54-4AB7-9D18-2E440F6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0" name=""/>
          <p:cNvCxnSpPr>
            <a:stCxn xmlns:a="http://schemas.openxmlformats.org/drawingml/2006/main" id="170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73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6F2E31AF-0DD9-4F93-B587-6DECB939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74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733693A8-9690-4AF3-B6FE-01466781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A0F915C-82A5-40F1-BDBC-5FF0B11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EAF2920-B8F5-4B1A-B567-AC2DB51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5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78" name="* 默认超时 / 显式超时二选一。Hccl 前缀也可能是 HCOMM 接口。源码：all_to_all_v.c">
            <a:extLst xmlns:a="http://schemas.openxmlformats.org/drawingml/2006/main">
              <a:ext uri="{FF2B5EF4-FFF2-40B4-BE49-F238E27FC236}">
                <a16:creationId xmlns:a16="http://schemas.microsoft.com/office/drawing/2014/main" id="{398038E3-50BE-4F7F-A561-188C4296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* 默认超时 / 显式超时二选一。Hccl 前缀也可能是 HCOMM 接口。源码：all_to_all_v.cc；op_common.cc:780,1005,1135,1285–2091；order_launch.cc。</a:t>
            </a:r>
          </a:p>
        </p:txBody>
      </p:sp>
    </p:spTree>
    <p:extLst>
      <p:ext uri="{BB962C8B-B14F-4D97-AF65-F5344CB8AC3E}">
        <p14:creationId xmlns:p14="http://schemas.microsoft.com/office/powerpoint/2010/main" val="10743435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AICPU 侧泳道：Kernel 管生命周期，Executor 分块，Template 逐 Peer 编排">
            <a:extLst xmlns:a="http://schemas.openxmlformats.org/drawingml/2006/main">
              <a:ext uri="{FF2B5EF4-FFF2-40B4-BE49-F238E27FC236}">
                <a16:creationId xmlns:a16="http://schemas.microsoft.com/office/drawing/2014/main" id="{4A636FD0-D4B3-499C-A276-5623BCB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侧泳道：Kernel 管生命周期，Executor 分块，Template 逐 Peer 编排</a:t>
            </a:r>
          </a:p>
        </p:txBody>
      </p:sp>
      <p:sp>
        <p:nvSpPr>
          <p:cNvPr id="2" name="前三条泳道属于 HCCL。右侧为 HCOMM 原语执行。实线向右下钻，虚线逐层返回；全部大块结束后才发本次算子">
            <a:extLst xmlns:a="http://schemas.openxmlformats.org/drawingml/2006/main">
              <a:ext uri="{FF2B5EF4-FFF2-40B4-BE49-F238E27FC236}">
                <a16:creationId xmlns:a16="http://schemas.microsoft.com/office/drawing/2014/main" id="{00A21D25-44C6-4AC5-865B-0CFB0F6E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前三条泳道属于 HCCL。右侧为 HCOMM 原语执行。实线向右下钻，虚线逐层返回；全部大块结束后才发本次算子的完成通知。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423ADD27-5B7F-4489-9FB5-6B400C9E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DC22C-677F-42A3-B069-043D14D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26670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586CA-9630-4F17-B8C7-A5133617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HCCL Kernel 入口">
            <a:extLst xmlns:a="http://schemas.openxmlformats.org/drawingml/2006/main">
              <a:ext uri="{FF2B5EF4-FFF2-40B4-BE49-F238E27FC236}">
                <a16:creationId xmlns:a16="http://schemas.microsoft.com/office/drawing/2014/main" id="{FAFD2CDB-5A3F-417E-9887-1EA9CCF0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Kernel 入口</a:t>
            </a:r>
          </a:p>
        </p:txBody>
      </p:sp>
      <p:sp>
        <p:nvSpPr>
          <p:cNvPr id="7" name="上下文恢复 · 主流程 · 收尾">
            <a:extLst xmlns:a="http://schemas.openxmlformats.org/drawingml/2006/main">
              <a:ext uri="{FF2B5EF4-FFF2-40B4-BE49-F238E27FC236}">
                <a16:creationId xmlns:a16="http://schemas.microsoft.com/office/drawing/2014/main" id="{368EB381-4AFD-424F-B842-FE81FCD8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上下文恢复 · 主流程 · 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9BAAB-AD48-4DE8-A1E8-B04F45D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76300"/>
            <a:ext cx="26670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F2437-C6E1-4939-B21A-9500E15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763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CL Executor">
            <a:extLst xmlns:a="http://schemas.openxmlformats.org/drawingml/2006/main">
              <a:ext uri="{FF2B5EF4-FFF2-40B4-BE49-F238E27FC236}">
                <a16:creationId xmlns:a16="http://schemas.microsoft.com/office/drawing/2014/main" id="{2A8925E2-3E27-465E-B9F8-760F3216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904875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Executor</a:t>
            </a:r>
          </a:p>
        </p:txBody>
      </p:sp>
      <p:sp>
        <p:nvSpPr>
          <p:cNvPr id="11" name="资源映射 · 大块切分">
            <a:extLst xmlns:a="http://schemas.openxmlformats.org/drawingml/2006/main">
              <a:ext uri="{FF2B5EF4-FFF2-40B4-BE49-F238E27FC236}">
                <a16:creationId xmlns:a16="http://schemas.microsoft.com/office/drawing/2014/main" id="{E5730973-12B9-4031-8B24-3CECDC8F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11442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资源映射 · 大块切分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17582-F6FE-4DAD-9975-89A8BF19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76300"/>
            <a:ext cx="31908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8048E-BB02-4F5B-9560-CD4687D6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76300"/>
            <a:ext cx="3190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CL Template / Wrapper">
            <a:extLst xmlns:a="http://schemas.openxmlformats.org/drawingml/2006/main">
              <a:ext uri="{FF2B5EF4-FFF2-40B4-BE49-F238E27FC236}">
                <a16:creationId xmlns:a16="http://schemas.microsoft.com/office/drawing/2014/main" id="{69F1D439-1092-42EC-8126-88B6446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04875"/>
            <a:ext cx="3114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Template / Wrapper</a:t>
            </a:r>
          </a:p>
        </p:txBody>
      </p:sp>
      <p:sp>
        <p:nvSpPr>
          <p:cNvPr id="15" name="通信轮次 · Peer · Channel · slice">
            <a:extLst xmlns:a="http://schemas.openxmlformats.org/drawingml/2006/main">
              <a:ext uri="{FF2B5EF4-FFF2-40B4-BE49-F238E27FC236}">
                <a16:creationId xmlns:a16="http://schemas.microsoft.com/office/drawing/2014/main" id="{FED64FF7-D3F6-4FFB-A5CF-C690ADD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14425"/>
            <a:ext cx="3114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通信轮次 · Peer · Channel · 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740DD-FA0D-4A5E-8A54-4FA817D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76300"/>
            <a:ext cx="30956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ADDDD-CE95-47B7-AB4D-189380D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76300"/>
            <a:ext cx="3095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61BF412E-10BD-4BC8-B013-B1A3A40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904875"/>
            <a:ext cx="3019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9" name="提交同步 / 搬运任务">
            <a:extLst xmlns:a="http://schemas.openxmlformats.org/drawingml/2006/main">
              <a:ext uri="{FF2B5EF4-FFF2-40B4-BE49-F238E27FC236}">
                <a16:creationId xmlns:a16="http://schemas.microsoft.com/office/drawing/2014/main" id="{58F6516E-CD55-4454-BE97-C3032A0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114425"/>
            <a:ext cx="3019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提交同步 / 搬运任务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49443-B6BD-40C8-860F-BDE9C223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6F002-B996-4240-B95E-910C44D5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3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2819877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85C71-0AAB-40CE-B54D-6E810A9C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42612-F436-43BD-9801-668C4AE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6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486877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B5280-6C2E-433A-AE0F-F0BD436B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1C5ED-AE21-4F00-9B96-39A2C751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9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77752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A8ADEE-1FB7-4245-A12D-FD0E646F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E2A18C-DD0C-4A4E-9BDB-3C532332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763852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B65DA-9D96-41CD-B99F-CB28FB74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371600"/>
            <a:ext cx="571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5EF692-EF84-4560-971A-6FDD0DF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57475"/>
            <a:ext cx="571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343205-E377-45BF-A296-C82CF50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571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1E68FD-E0D7-4521-A985-06C4A4D1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343025"/>
            <a:ext cx="5715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517FBF-2D36-4CE5-A8C1-D6D02B7D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2324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7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CB6242C9-803D-4354-980C-B7BBA6A8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00175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D11A70-549A-4522-8C08-CC33D4A6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6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E01DC4-ABFF-4827-B7BF-996D6D9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46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848928" y="1467327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23381-2BFE-46CA-9A4C-47E9B425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285875"/>
            <a:ext cx="26574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commAcquireComm〔D4〕">
            <a:extLst xmlns:a="http://schemas.openxmlformats.org/drawingml/2006/main">
              <a:ext uri="{FF2B5EF4-FFF2-40B4-BE49-F238E27FC236}">
                <a16:creationId xmlns:a16="http://schemas.microsoft.com/office/drawing/2014/main" id="{F586F408-0238-4A8C-BD56-A3B2F47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285875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9933D6-1DF3-4D76-91C7-947F0EA5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43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4" name="DeserializeResCtx / 设备缓存">
            <a:extLst xmlns:a="http://schemas.openxmlformats.org/drawingml/2006/main">
              <a:ext uri="{FF2B5EF4-FFF2-40B4-BE49-F238E27FC236}">
                <a16:creationId xmlns:a16="http://schemas.microsoft.com/office/drawing/2014/main" id="{64A77E5B-5577-4F4C-98BD-041C7F04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716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 / 设备缓存</a:t>
            </a:r>
          </a:p>
        </p:txBody>
      </p:sp>
      <p:sp>
        <p:nvSpPr>
          <p:cNvPr id="45" name="RestoreVarDataAlltoAllV&#10;恢复 counts / displs 指针、主线程">
            <a:extLst xmlns:a="http://schemas.openxmlformats.org/drawingml/2006/main">
              <a:ext uri="{FF2B5EF4-FFF2-40B4-BE49-F238E27FC236}">
                <a16:creationId xmlns:a16="http://schemas.microsoft.com/office/drawing/2014/main" id="{27A9F147-1ABB-42FC-B161-AE68EB91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71675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counts / displs 指针、主线程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EAD503-C865-4855-A5B2-6D932FE2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95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91620-C44A-4EE2-B9B6-59A32555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295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9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848928" y="229600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76AA3B-A13B-4679-AB4E-4420AB37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14550"/>
            <a:ext cx="26574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commBatchModeStart〔D4〕">
            <a:extLst xmlns:a="http://schemas.openxmlformats.org/drawingml/2006/main">
              <a:ext uri="{FF2B5EF4-FFF2-40B4-BE49-F238E27FC236}">
                <a16:creationId xmlns:a16="http://schemas.microsoft.com/office/drawing/2014/main" id="{A48D2FA1-D9B2-42AF-9735-BB7CE3F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14550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3F2BE8-E5A2-4C91-9305-6E8799D0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3A8985-1B91-4452-9C89-D58A1456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4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48928" y="261985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C4F181-8679-4EFB-BD69-FED761B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38400"/>
            <a:ext cx="2695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commThreadNotifyWaitOnThread*〔D3〕">
            <a:extLst xmlns:a="http://schemas.openxmlformats.org/drawingml/2006/main">
              <a:ext uri="{FF2B5EF4-FFF2-40B4-BE49-F238E27FC236}">
                <a16:creationId xmlns:a16="http://schemas.microsoft.com/office/drawing/2014/main" id="{25BA7314-14ED-47EC-B140-671F952D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657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HcommThreadNotifyWaitOnThread*〔D3〕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09F911-10DD-47CD-B6B6-56184D24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2324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OpOrchestrate&#10;等 Host-ready 后取 Executor">
            <a:extLst xmlns:a="http://schemas.openxmlformats.org/drawingml/2006/main">
              <a:ext uri="{FF2B5EF4-FFF2-40B4-BE49-F238E27FC236}">
                <a16:creationId xmlns:a16="http://schemas.microsoft.com/office/drawing/2014/main" id="{A87C58B0-B8E5-4D7B-8426-C6B8293E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9825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 Host-ready 后取 Executor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2FBB40-AEF9-497A-A89A-EA844D68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BBC476-4D66-44E7-833F-A1090C4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2848928" y="2800827"/>
            <a:ext cx="26088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E83093-61DC-4071-A0C0-823A766E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2371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etAlgExec → Orchestrate">
            <a:extLst xmlns:a="http://schemas.openxmlformats.org/drawingml/2006/main">
              <a:ext uri="{FF2B5EF4-FFF2-40B4-BE49-F238E27FC236}">
                <a16:creationId xmlns:a16="http://schemas.microsoft.com/office/drawing/2014/main" id="{A048E163-0804-4F12-AAD5-26BF36CA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Orchestrate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AF8966-69A3-437A-953D-37F4DD4C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InsV2AlltoAllVSoleExecutor">
            <a:extLst xmlns:a="http://schemas.openxmlformats.org/drawingml/2006/main">
              <a:ext uri="{FF2B5EF4-FFF2-40B4-BE49-F238E27FC236}">
                <a16:creationId xmlns:a16="http://schemas.microsoft.com/office/drawing/2014/main" id="{E22D5CAC-566E-440C-8FFA-4C9B0C29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InsV2AlltoAllVSoleExecutor</a:t>
            </a:r>
          </a:p>
        </p:txBody>
      </p:sp>
      <p:sp>
        <p:nvSpPr>
          <p:cNvPr id="65" name="恢复 Channel 映射、counts / displs&#10;OrchestrateLoop → CalcScr">
            <a:extLst xmlns:a="http://schemas.openxmlformats.org/drawingml/2006/main">
              <a:ext uri="{FF2B5EF4-FFF2-40B4-BE49-F238E27FC236}">
                <a16:creationId xmlns:a16="http://schemas.microsoft.com/office/drawing/2014/main" id="{D9142F46-F80A-413E-BBFF-F8E67820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Channel 映射、counts / displs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CalcScratchMultiple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8D40AD-B345-4DA3-9717-3E3D3A01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232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循环：每个大块">
            <a:extLst xmlns:a="http://schemas.openxmlformats.org/drawingml/2006/main">
              <a:ext uri="{FF2B5EF4-FFF2-40B4-BE49-F238E27FC236}">
                <a16:creationId xmlns:a16="http://schemas.microsoft.com/office/drawing/2014/main" id="{46C0B6CE-4195-4F78-89E0-501DEAA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718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循环：每个大块</a:t>
            </a:r>
          </a:p>
        </p:txBody>
      </p:sp>
      <p:sp>
        <p:nvSpPr>
          <p:cNvPr id="68" name="按 CCL scratch / 传输上限算块大小&#10;更新 processedDataCount、偏移&#10;每块调用一">
            <a:extLst xmlns:a="http://schemas.openxmlformats.org/drawingml/2006/main">
              <a:ext uri="{FF2B5EF4-FFF2-40B4-BE49-F238E27FC236}">
                <a16:creationId xmlns:a16="http://schemas.microsoft.com/office/drawing/2014/main" id="{C0458427-822F-4855-840F-E7AE836A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2209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scratch / 传输上限算块大小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更新 processedDataCount、偏移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每块调用一次 Template::KernelRun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B97F6F-7ED8-47EE-BC05-48A6EE89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043BF3-98D2-4543-AFFC-3E6B46EE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5515928" y="3667602"/>
            <a:ext cx="31327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12DA5A-B2D8-4650-BE10-EB7AF1AD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86150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KernelRun(param, dataParams, resources)">
            <a:extLst xmlns:a="http://schemas.openxmlformats.org/drawingml/2006/main">
              <a:ext uri="{FF2B5EF4-FFF2-40B4-BE49-F238E27FC236}">
                <a16:creationId xmlns:a16="http://schemas.microsoft.com/office/drawing/2014/main" id="{0EAB1B89-0BCE-4053-A7CA-35B0966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861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KernelRun(param, dataParams, resources)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67457C-CE93-470B-8B1B-19C55F41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2847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5" name="KernelRun → RunALLtoALL">
            <a:extLst xmlns:a="http://schemas.openxmlformats.org/drawingml/2006/main">
              <a:ext uri="{FF2B5EF4-FFF2-40B4-BE49-F238E27FC236}">
                <a16:creationId xmlns:a16="http://schemas.microsoft.com/office/drawing/2014/main" id="{CB115AE1-509E-49D2-9B50-928696C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3857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 → RunALLtoALL</a:t>
            </a:r>
          </a:p>
        </p:txBody>
      </p:sp>
      <p:sp>
        <p:nvSpPr>
          <p:cNvPr id="76" name="CalcCommLoops；多线程 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0C16C58-6E67-4D4B-8B3E-747FF3B1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8600"/>
            <a:ext cx="2733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CalcCommLoops；多线程 PreSyncInterThreads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92820B-BB49-44A9-8A52-E1A4234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F9D98F-4C5C-463B-ACBE-41C3E7F8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8706803" y="40105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0" name="HcommThreadNotifyRecordOnThread&#10;HcommThreadNotifyWaitOn">
            <a:extLst xmlns:a="http://schemas.openxmlformats.org/drawingml/2006/main">
              <a:ext uri="{FF2B5EF4-FFF2-40B4-BE49-F238E27FC236}">
                <a16:creationId xmlns:a16="http://schemas.microsoft.com/office/drawing/2014/main" id="{CD2C1CB1-4038-448B-A5FA-302B5F49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86175"/>
            <a:ext cx="2676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</a:t>
            </a:r>
          </a:p>
        </p:txBody>
      </p:sp>
      <p:sp>
        <p:nvSpPr>
          <p:cNvPr id="81" name="主 Thread 通知从 Thread 开始〔D3〕">
            <a:extLst xmlns:a="http://schemas.openxmlformats.org/drawingml/2006/main">
              <a:ext uri="{FF2B5EF4-FFF2-40B4-BE49-F238E27FC236}">
                <a16:creationId xmlns:a16="http://schemas.microsoft.com/office/drawing/2014/main" id="{30B82036-55C0-4C4F-81EC-131CBD5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38600"/>
            <a:ext cx="26765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主 Thread 通知从 Thread 开始〔D3〕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02F17C-982E-4340-A922-8092EC28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76725"/>
            <a:ext cx="28479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3" name="LocalCopyForMyRank → LocalCopy（自分片）">
            <a:extLst xmlns:a="http://schemas.openxmlformats.org/drawingml/2006/main">
              <a:ext uri="{FF2B5EF4-FFF2-40B4-BE49-F238E27FC236}">
                <a16:creationId xmlns:a16="http://schemas.microsoft.com/office/drawing/2014/main" id="{AD569365-C69B-44FB-AEDA-B785D4F3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05300"/>
            <a:ext cx="2733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LocalCopy（自分片）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DBA673-E704-4F9D-B36C-AF05CD0C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B65B7CE-C6BD-4AA8-A691-21741194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706803" y="44296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CD65FEF-AA8F-4E3F-A475-B8785A7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481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commLocalCopyOnThread〔D1〕">
            <a:extLst xmlns:a="http://schemas.openxmlformats.org/drawingml/2006/main">
              <a:ext uri="{FF2B5EF4-FFF2-40B4-BE49-F238E27FC236}">
                <a16:creationId xmlns:a16="http://schemas.microsoft.com/office/drawing/2014/main" id="{122AF18A-5C28-4496-AC51-3454AFD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481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4BBC43A-6B49-4D77-82D8-2B0EAA4D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2847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0" name="循环：通信轮次 → Peer → Channel">
            <a:extLst xmlns:a="http://schemas.openxmlformats.org/drawingml/2006/main">
              <a:ext uri="{FF2B5EF4-FFF2-40B4-BE49-F238E27FC236}">
                <a16:creationId xmlns:a16="http://schemas.microsoft.com/office/drawing/2014/main" id="{F3E93B88-CEB1-40BB-B1E2-642B6C2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9582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循环：通信轮次 → Peer → Channel</a:t>
            </a:r>
          </a:p>
        </p:txBody>
      </p:sp>
      <p:sp>
        <p:nvSpPr>
          <p:cNvPr id="91" name="CalcCommRankSetForOneLoop&#10;RunSendRecvByLoop / ByChannel">
            <a:extLst xmlns:a="http://schemas.openxmlformats.org/drawingml/2006/main">
              <a:ext uri="{FF2B5EF4-FFF2-40B4-BE49-F238E27FC236}">
                <a16:creationId xmlns:a16="http://schemas.microsoft.com/office/drawing/2014/main" id="{721C112A-D722-44D9-821B-CD648800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2733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RunSendRecvByLoop / ByChannel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CalcCclBuffIdx → BuildDataSlices → RunSendRecv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6B0112D-9A46-4710-8250-C64774FA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57725"/>
            <a:ext cx="27527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3" name="SendRecvWrite：先握手，再逐 slice 传输">
            <a:extLst xmlns:a="http://schemas.openxmlformats.org/drawingml/2006/main">
              <a:ext uri="{FF2B5EF4-FFF2-40B4-BE49-F238E27FC236}">
                <a16:creationId xmlns:a16="http://schemas.microsoft.com/office/drawing/2014/main" id="{A6E001F7-47AE-4B1D-91CD-E6DB25FD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86300"/>
            <a:ext cx="2638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SendRecvWrite：先握手，再逐 slice 传输</a:t>
            </a:r>
          </a:p>
        </p:txBody>
      </p:sp>
      <p:sp>
        <p:nvSpPr>
          <p:cNvPr id="94" name="HcommChannelNotifyRecordOnThread(ACK)&#10;HcommChannelNotif">
            <a:extLst xmlns:a="http://schemas.openxmlformats.org/drawingml/2006/main">
              <a:ext uri="{FF2B5EF4-FFF2-40B4-BE49-F238E27FC236}">
                <a16:creationId xmlns:a16="http://schemas.microsoft.com/office/drawing/2014/main" id="{3E54E751-FB85-4B18-B9A9-3B0BA54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86325"/>
            <a:ext cx="2638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HcommChannelNotifyRecordOnThread(ACK)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HcommChannelNotifyWaitOnThread*(ACK)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HcommWriteOnThread(slice)〔D1〕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再 Record / Wait*(DATA_SIGNAL)〔D3〕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ADD1029-996E-4D37-9739-F535E90F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F0CA17-665A-42B3-BF85-503A5B4C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8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8563928" y="509635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8" name="PostCopy → LocalCopy">
            <a:extLst xmlns:a="http://schemas.openxmlformats.org/drawingml/2006/main">
              <a:ext uri="{FF2B5EF4-FFF2-40B4-BE49-F238E27FC236}">
                <a16:creationId xmlns:a16="http://schemas.microsoft.com/office/drawing/2014/main" id="{5A9AD591-A478-4E64-8750-3D1D23B1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29275"/>
            <a:ext cx="2695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18471D-EAE2-4F5A-A176-2B1385F8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3C17E6-D2B0-42CA-A1D8-B6A98320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2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8706803" y="57631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9CB98B-1A6E-4D01-BCE5-17DEE667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816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commLocalCopyOnThread：CCL → userOut">
            <a:extLst xmlns:a="http://schemas.openxmlformats.org/drawingml/2006/main">
              <a:ext uri="{FF2B5EF4-FFF2-40B4-BE49-F238E27FC236}">
                <a16:creationId xmlns:a16="http://schemas.microsoft.com/office/drawing/2014/main" id="{7F483727-2410-455B-AAF6-1BAFC265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5816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HcommLocalCopyOnThread：CCL → userOut</a:t>
            </a:r>
          </a:p>
        </p:txBody>
      </p:sp>
      <p:sp>
        <p:nvSpPr>
          <p:cNvPr id="104" name="PostSyncInterThreads：从线程汇合">
            <a:extLst xmlns:a="http://schemas.openxmlformats.org/drawingml/2006/main">
              <a:ext uri="{FF2B5EF4-FFF2-40B4-BE49-F238E27FC236}">
                <a16:creationId xmlns:a16="http://schemas.microsoft.com/office/drawing/2014/main" id="{B34A81D5-91F5-4286-93A2-4647AF8D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19775"/>
            <a:ext cx="2762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PostSyncInterThreads：从线程汇合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389114-56DA-4EF6-A5D3-926EDFC0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3C65E2A-1A34-417C-8573-27826A31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8706803" y="6001227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6A000D-D1FE-4268-83EC-AB6DD59F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819775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hread Wait* / Record：主从汇合〔D3〕">
            <a:extLst xmlns:a="http://schemas.openxmlformats.org/drawingml/2006/main">
              <a:ext uri="{FF2B5EF4-FFF2-40B4-BE49-F238E27FC236}">
                <a16:creationId xmlns:a16="http://schemas.microsoft.com/office/drawing/2014/main" id="{C1616852-8A3B-4675-B403-9EC5AA2F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819775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Wait* / Record：主从汇合〔D3〕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E5FBD8A-B423-4E34-99EE-42C9F513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CE66DD-B81C-4116-BCB6-2ADDA2B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3" name=""/>
          <p:cNvCxnSpPr>
            <a:stCxn xmlns:a="http://schemas.openxmlformats.org/drawingml/2006/main" id="110" idx="1"/>
            <a:endCxn xmlns:a="http://schemas.openxmlformats.org/drawingml/2006/main" id="111" idx="3"/>
          </p:cNvCxnSpPr>
          <p:nvPr/>
        </p:nvCxnSpPr>
        <p:spPr>
          <a:xfrm xmlns:a="http://schemas.openxmlformats.org/drawingml/2006/main" flipH="1">
            <a:off x="5515928" y="6144102"/>
            <a:ext cx="31327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BC2156B-2B72-481E-B69E-8CD63452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991225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本大块返回；有剩余数据则继续 KernelRun">
            <a:extLst xmlns:a="http://schemas.openxmlformats.org/drawingml/2006/main">
              <a:ext uri="{FF2B5EF4-FFF2-40B4-BE49-F238E27FC236}">
                <a16:creationId xmlns:a16="http://schemas.microsoft.com/office/drawing/2014/main" id="{242B0B7A-38D2-474B-93EE-2663E452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991225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本大块返回；有剩余数据则继续 KernelRun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2FE8083-0B53-4CFD-BE43-B9E0F712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94C545D-CE75-485F-BDF6-82184E57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115" idx="1"/>
            <a:endCxn xmlns:a="http://schemas.openxmlformats.org/drawingml/2006/main" id="116" idx="3"/>
          </p:cNvCxnSpPr>
          <p:nvPr/>
        </p:nvCxnSpPr>
        <p:spPr>
          <a:xfrm xmlns:a="http://schemas.openxmlformats.org/drawingml/2006/main" flipH="1">
            <a:off x="2848928" y="6144102"/>
            <a:ext cx="26088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7759BA4-8F02-4BFD-850A-7635B6B8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91225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全部大块结束后返回 Kernel">
            <a:extLst xmlns:a="http://schemas.openxmlformats.org/drawingml/2006/main">
              <a:ext uri="{FF2B5EF4-FFF2-40B4-BE49-F238E27FC236}">
                <a16:creationId xmlns:a16="http://schemas.microsoft.com/office/drawing/2014/main" id="{433AB398-9E16-434C-AA49-9CF5E25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91225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全部大块结束后返回 Kernel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6500B0-3AFA-4DE0-A05A-071881C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67400"/>
            <a:ext cx="2324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1" name="Kernel 收尾">
            <a:extLst xmlns:a="http://schemas.openxmlformats.org/drawingml/2006/main">
              <a:ext uri="{FF2B5EF4-FFF2-40B4-BE49-F238E27FC236}">
                <a16:creationId xmlns:a16="http://schemas.microsoft.com/office/drawing/2014/main" id="{AE942B3E-C71A-4F3D-A937-1B2DBAC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959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收尾</a:t>
            </a:r>
          </a:p>
        </p:txBody>
      </p:sp>
      <p:sp>
        <p:nvSpPr>
          <p:cNvPr id="122" name="Record 完成通知，批提交结束&#10;ReleaseComm 只释放本次使用保护">
            <a:extLst xmlns:a="http://schemas.openxmlformats.org/drawingml/2006/main">
              <a:ext uri="{FF2B5EF4-FFF2-40B4-BE49-F238E27FC236}">
                <a16:creationId xmlns:a16="http://schemas.microsoft.com/office/drawing/2014/main" id="{8202EEC8-916A-4F0E-9BA5-7FD41AEC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Record 完成通知，批提交结束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ReleaseComm 只释放本次使用保护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1B27079-1254-430F-BAFE-7EA498F5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E7DA254-877B-492E-8B69-F0469A70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6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48928" y="633460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26" name="HcommThreadNotifyRecordOnThread（完成）&#10;HcommBatchModeEnd /">
            <a:extLst xmlns:a="http://schemas.openxmlformats.org/drawingml/2006/main">
              <a:ext uri="{FF2B5EF4-FFF2-40B4-BE49-F238E27FC236}">
                <a16:creationId xmlns:a16="http://schemas.microsoft.com/office/drawing/2014/main" id="{F0E05614-8048-443D-88EB-8A23CEE5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6048375"/>
            <a:ext cx="2695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HcommThreadNotifyRecordOnThread（完成）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HcommBatchModeEnd / HcommReleaseComm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C851A65-1FE9-4B9F-928A-E3B8E686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286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6191">
            <a:solidFill>
              <a:srgbClr val="D9DCD8"/>
            </a:solidFill>
            <a:prstDash val="dash"/>
          </a:ln>
        </p:spPr>
      </p:sp>
      <p:sp>
        <p:nvSpPr>
          <p:cNvPr id="128" name="Kernel 内的 Task Cache 旁路">
            <a:extLst xmlns:a="http://schemas.openxmlformats.org/drawingml/2006/main">
              <a:ext uri="{FF2B5EF4-FFF2-40B4-BE49-F238E27FC236}">
                <a16:creationId xmlns:a16="http://schemas.microsoft.com/office/drawing/2014/main" id="{1DA006E6-4792-42EB-B820-180BC936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33725"/>
            <a:ext cx="2152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内的 Task Cache 旁路</a:t>
            </a:r>
          </a:p>
        </p:txBody>
      </p:sp>
      <p:sp>
        <p:nvSpPr>
          <p:cNvPr id="129" name="关闭：进入右侧普通编排主线&#10;hit：Execute 刷新地址并重放&#10;miss：Start → 编排 → End">
            <a:extLst xmlns:a="http://schemas.openxmlformats.org/drawingml/2006/main">
              <a:ext uri="{FF2B5EF4-FFF2-40B4-BE49-F238E27FC236}">
                <a16:creationId xmlns:a16="http://schemas.microsoft.com/office/drawing/2014/main" id="{69A3AB01-5609-4458-9CD8-1629886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19475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关闭：进入右侧普通编排主线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hit：Execute 刷新地址并重放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重放仍需同步与数据传输任务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0C229DD-8907-4D52-A031-E2DF8A2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386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6191">
            <a:solidFill>
              <a:srgbClr val="D9DCD8"/>
            </a:solidFill>
            <a:prstDash val="dash"/>
          </a:ln>
        </p:spPr>
      </p:sp>
      <p:sp>
        <p:nvSpPr>
          <p:cNvPr id="131" name="外层分块与内层循环不同">
            <a:extLst xmlns:a="http://schemas.openxmlformats.org/drawingml/2006/main">
              <a:ext uri="{FF2B5EF4-FFF2-40B4-BE49-F238E27FC236}">
                <a16:creationId xmlns:a16="http://schemas.microsoft.com/office/drawing/2014/main" id="{67B05251-24C1-4D18-8EDD-8AE2CBA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05325"/>
            <a:ext cx="2152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外层分块与内层循环不同</a:t>
            </a:r>
          </a:p>
        </p:txBody>
      </p:sp>
      <p:sp>
        <p:nvSpPr>
          <p:cNvPr id="132" name="Executor：控制一块有多少数据&#10;Template：控制本块与哪些 Peer 交换&#10;一个大块内可有多轮通信">
            <a:extLst xmlns:a="http://schemas.openxmlformats.org/drawingml/2006/main">
              <a:ext uri="{FF2B5EF4-FFF2-40B4-BE49-F238E27FC236}">
                <a16:creationId xmlns:a16="http://schemas.microsoft.com/office/drawing/2014/main" id="{026F194E-B055-444A-BDC8-BB80A6ED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81550"/>
            <a:ext cx="21526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Executor：控制一块有多少数据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Template：控制本块与哪些 Peer 交换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一个大块内可有多轮通信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每轮再分 Channel 与非零 slice</a:t>
            </a:r>
          </a:p>
        </p:txBody>
      </p:sp>
      <p:sp>
        <p:nvSpPr>
          <p:cNvPr id="133" name="Wait 消费通知，不发出远端请求。&#10;入队顺序与硬件完成时序要区分。">
            <a:extLst xmlns:a="http://schemas.openxmlformats.org/drawingml/2006/main">
              <a:ext uri="{FF2B5EF4-FFF2-40B4-BE49-F238E27FC236}">
                <a16:creationId xmlns:a16="http://schemas.microsoft.com/office/drawing/2014/main" id="{D06E50B7-9C2A-4841-BCAC-CED0C5C6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5297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Wait 消费通知，不发出远端请求。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入队顺序与硬件完成时序要区分。</a:t>
            </a:r>
          </a:p>
        </p:txBody>
      </p:sp>
      <p:sp>
        <p:nvSpPr>
          <p:cNvPr id="134" name="950 Write 内部下钻见备注：&#10;BaseTransportLiteImpl::Write&#10;UB 条件分支">
            <a:extLst xmlns:a="http://schemas.openxmlformats.org/drawingml/2006/main">
              <a:ext uri="{FF2B5EF4-FFF2-40B4-BE49-F238E27FC236}">
                <a16:creationId xmlns:a16="http://schemas.microsoft.com/office/drawing/2014/main" id="{0ED7F4B8-9312-47CB-A177-4041552A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38750"/>
            <a:ext cx="2276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950 Write 内部下钻见备注：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UB 条件分支生成 WQE / Doorbell。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B308D3B-4588-44D6-8F25-C01A3222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26476F7-F78A-44B5-92EE-53E29FBF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8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8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B852A7E2-A206-49F7-BE2B-3DDF40BD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3A1484F-1D80-4142-A81A-25A485B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ADAFB2C-2865-49F5-A5C2-FC6094F7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42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D84E8068-AE4A-43C0-B55A-62D782CA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0E3E47A-B3BC-4C49-BD49-0308421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23E2FA0-3CDA-446A-BB28-44ECCF23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6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46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ADC662C7-8DE5-489F-A872-A33C5C5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47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A652B8A4-3E99-428F-B70D-073A53B1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B46E94B-997E-48F8-82DC-E281403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0CE252F-9D77-484E-8772-B390EAFD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1" name=""/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1" name="原语缩写：Channel Record / Wait = HcommChannelNotifyRecordOn">
            <a:extLst xmlns:a="http://schemas.openxmlformats.org/drawingml/2006/main">
              <a:ext uri="{FF2B5EF4-FFF2-40B4-BE49-F238E27FC236}">
                <a16:creationId xmlns:a16="http://schemas.microsoft.com/office/drawing/2014/main" id="{3C732A2C-6CDD-48F9-9867-3E7C2E65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原语缩写：Channel Record / Wait = HcommChannelNotifyRecordOnThread / HcommChannelNotifyWaitOnThread*；Thread 同理。完整名字、分支和源码在备注。</a:t>
            </a:r>
          </a:p>
        </p:txBody>
      </p:sp>
    </p:spTree>
    <p:extLst>
      <p:ext uri="{BB962C8B-B14F-4D97-AF65-F5344CB8AC3E}">
        <p14:creationId xmlns:p14="http://schemas.microsoft.com/office/powerpoint/2010/main" val="1559197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8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6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2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4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9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3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3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3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9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3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5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212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6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5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9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4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8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1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5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8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7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3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2026-09-27T11:50:00.9070000Z</dcterms:created>
  <dcterms:modified xsi:type="dcterms:W3CDTF">2026-09-27T11:50:00.9070000Z</dcterms:modified>
</coreProperties>
</file>