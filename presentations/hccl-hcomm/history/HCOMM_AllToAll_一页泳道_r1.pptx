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509f7298024b91" /><Relationship Type="http://schemas.openxmlformats.org/officeDocument/2006/relationships/extended-properties" Target="/docProps/app.xml" Id="R23ecdc97c5154e0c" /><Relationship Type="http://schemas.openxmlformats.org/officeDocument/2006/relationships/officeDocument" Target="/ppt/presentation.xml" Id="Rd3f5d83eb55d42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e4d978189b4c5f"/>
  </p:sldMasterIdLst>
  <p:notesMasterIdLst>
    <p:notesMasterId xmlns:r="http://schemas.openxmlformats.org/officeDocument/2006/relationships" r:id="R1a7379b6ff224ac7"/>
  </p:notesMasterIdLst>
  <p:sldIdLst>
    <p:sldId xmlns:r="http://schemas.openxmlformats.org/officeDocument/2006/relationships" id="256" r:id="R140177000b7047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fa2ae384af4550" /><Relationship Type="http://schemas.openxmlformats.org/officeDocument/2006/relationships/slideMaster" Target="/ppt/slideMasters/slideMaster1.xml" Id="R65e4d978189b4c5f" /><Relationship Type="http://schemas.openxmlformats.org/officeDocument/2006/relationships/notesMaster" Target="/ppt/notesMasters/notesMaster1.xml" Id="R1a7379b6ff224ac7" /><Relationship Type="http://schemas.openxmlformats.org/officeDocument/2006/relationships/presProps" Target="/ppt/presProps.xml" Id="R1636a4af2e074273" /><Relationship Type="http://schemas.openxmlformats.org/officeDocument/2006/relationships/tableStyles" Target="/ppt/tableStyles.xml" Id="Reee349d1ee604efa" /><Relationship Type="http://schemas.openxmlformats.org/officeDocument/2006/relationships/slide" Target="/ppt/slides/slide1.xml" Id="R140177000b7047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3b82cdd5fd42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aba4063ee14ee9" /><Relationship Type="http://schemas.openxmlformats.org/officeDocument/2006/relationships/notesMaster" Target="/ppt/notesMasters/notesMaster1.xml" Id="R8bfdf44beb0a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本页为固定归属泳道。横向三列从左到右为 HCCL、HCOMM、ACL Runtime，纵向阶段①至⑧向下阅读。上半区是Host执行，下半区是AICPU执行。软件归属列不随执行地点切换。黑实线是阶段内跨层调用和主流程继续，灰虚线是返回资源，红虚线是异步通知依赖，红实线为运行时到设备入口的执行交接。框内多个内部函数按子组a再b、组内自上而下阅读；这些是局部调用展开，不把三列所有同高文字宣称为严格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阶段①：HCOMM 的 GetRankSize / GetCommName / GetRankId 发生于参数整理所需的查询调用点，查询后才完成相关数组和OpParam构造。AlltoAllVOutPlace 和 AlltoAllVOutPlaceCommon 分别为非原地入口及共用调度入口，不是两个新的上层算子。阶段②Selector统筹选择，HcclCalcTopoInfo取得拓扑，AlltoAllAutoSelector::SelectAicpuAlgo按拓扑与数据量选择。表内只摘主路径的拓扑查询集合，不宣称这些查询固定一次或唯一先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：HcclExecOp先取GetAlgExec，再调用HCOMM绑定并导出用户Thread，然后HcclGetAlgRes。图的a/b框按职责给出局部展开，不表示HcclGetAlgRes先于Thread绑定发生。两次Thread导出方向不同：③CPU_TS用户Thread导出为AICPU视图，⑤AICPU主Thread导出为CPU_TS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HCOMM的通道内展开归属MyRank::CreateChannels。BatchCreateChannels内才有按需端点创建/监听/内存注册/底层通道创建，之后BatchConnectChannels通过内部ChannelProcess::ChannelGetStatus检查状态，再BatchExchangeAndCheckConsistency，最后FinalizeChannelsByEng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阶段④BuildChannelInfo补齐远端缓冲地址发生在Serialize之前。图中HcclChannelGetHcclBuffer置于交付阶段列出产物来源，并不表示先Serialize才获取远端地址。HcclEngineCtxCreate和Copy属于资源上下文交付，传的不是用户输入。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阶段⑤严格的任务提交关系：准备主Thread的Host视图，输入ready Record在用户流排入，内部AicpuKernelLaunch构造ACL参数并提交Kernel，Host在发射后将完成Wait排入用户流。完成Wait提前入队并一直受⑧设备完成通知约束。该Wait不是CPU先阻塞导致Kernel永远不能发射。ACL组按上到下五个API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阶段⑥先AcquireComm，再恢复资源及参数，BatchModeStart，OpOrchestrate安排输入依赖并取得执行器。Wait包装按能力在显式超时和WithDefaultTimeout接口中择一，图用代表名标同一依赖。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⑦执行器类为InsV2AlltoAllVSoleExecutor，Orchestrate恢复收发信息，OrchestrateLoop分块。模板类InsTempAlltoAllVMesh1D，其KernelRun→RunALLtoALL→CalcCommLoops，存在从Thread时PreSyncInterThreads（主Record→从Wait），之后每轮CalcCommRankSetForOneLoop，首轮LocalCopyForMyRank，再RunSendRecvByLoop。A–E在SendRecvWrite中，F在外层模板PostCopy中。多块、多轮、Peer和Channel数影响重复次数，本图不假设每项仅执行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⑧PostSyncInterThreads先在主Thread排汇合Wait，再在从Thread排Record。全部块编排后，Kernel排最终主Thread到用户流的完成Record，再BatchModeEnd和ReleaseComm。红色回线只表示满足早已排入的⑤Wait，不表示时间倒流或Host到这里才第一次调用Wa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下面保留完整逐函数解释和源码依据。旧版布局阅读说明不再适用于本页，以本段泳道读法为准。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AllToAll 一页全流程，按①至⑨阅读。左右是同一流程的连续两段，不是两种方案。每个分区内，左泳道为 HCCL 调用方，右泳道为被调 HCOMM 能力。⑤单独列明 ACL Runtime。跨泳道箭头表示调用，竖向红线表示 Host 提交后进入设备入口。图上的顺序主要表达任务生成和依赖，不能当作全局硬件完成时间。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适用条件：Ascend 950，AICPU_TS，OPBASE，多 Rank、非零数据、普通内存、普通 InsTempAlltoAllVMesh1D Write 路径。通信域和用户 stream 已存在。本图以 Host 资源缓存未命中且 Task Cache 关闭解释正常主线。没有使用插件算法、PCIe Read、多 Jetty、对称窗口或 CCU 分支。源码基线 hccl 170ddeec539b4d693028ce6e0cf5c58933e4d46d，hcomm 87ce550f8f7c584e0ed89b0ec56699553d9c332d。未执行真实设备实验。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上层调用方名称尚未确认，因此不将 STL 写成已确认源码模块。示例：4 个 Rank，各自调用 HcclAlltoAll(sendBuf,2,HCCL_DATA_TYPE_FP32,recvBuf,2,HCCL_DATA_TYPE_FP32,comm,stream)。每个 Rank 共 8 个 FP32。R0 输入 0..7，R1 输入 10..17，R2 输入 20..27，R3 输入 30..37。R0 收到各 Rank 第0份，输出 [0,1,10,11,20,21,30,31]。R0 发往R1的 [2,3] 起始于sendBuf[2]。反向R1发来 [10,11]，最终到R0 recvBuf[2]。CCL槽位是内部计算的中转位置，不可直接等同Rank编号。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GetRankSize/GetCommName/GetRankId 按不同调用点提供成员/域信息。AllToAll 借用 AllToAllV 内部框架，但 opType 仍是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SelectAicpuAlgo 的完整成员归属是 AlltoAllAutoSelector::SelectAicpuAlgo。本例小数据在对应 MESH_1D/CLOS 分支选 AicpuAllToAllSoleMeshSingleChannel。拓扑缓存未命中时按构图逻辑调用所需 RankGraph 查询，图中若干查询不是强制的唯一顺序。全部接口及含义见下方完整讲解。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先 GetAlgExec，再绑定用户 Thread 并导出，再 HcclGetAlgRes。HcclThreadExportToCommEngine 首次把 CPU_TS 用户 Thread 导出给 AICPU，供完成通知使用。ThreadAcquireWithConfig 能力不支持时，替代接口 HcclThreadAcquire 按统一通知数获取资源，两者不是顺序必调。HcclGetHcclBuffer 属于内存管理，Thread/ChannelAcquire/EngineCtx 属于通信域资源管理。缓存命中可跳过相应重建，不会免除本次数据通信。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建链完整顺序：MyRank::CreateChannels 统筹建立；BatchCreateSockets 创建控制连接；BatchCreateChannels 创建或复用端点、内存与基础通道，其中 HcommEndpointCreate 创建端点、HcommEndpointStartListen 监听、HcommMemReg 注册通信内存、HcommCollectiveChannelCreate 创建集合通信基础通道；BatchConnectChannels 通过内部 ChannelProcess::ChannelGetStatus 检查连接状态；BatchExchangeAndCheckConsistency 交换校验两端参数；FinalizeChannelsByEngine 整理 AICPU 能用的最终句柄。前述 EndpointMgr/RankPair/EndpointPair 内有缓存。不存在“每次必定全部重新创建”的假设。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BuildChannelInfo 还通过 HcclRankGraphGetEndpointInfo 查询端点带宽/Die属性，用于分片。HcclChannelGetHcclBuffer 内部以 HcommChannelGetRemoteMems 获取远端内存映射。逻辑上补齐地址属于资源准备，在序列化前完成。Serialize 对象为 AlgResourceCtxSerializable。HcclEngineCtxCreate/Copy 属通信域资源管理，复制的是元数据，不是用户输入。GetMainThreadInfo 后还会第二次 HcclThreadExportToCommEngine，把 AICPU 主Thread导出给CPU_TS，供Host就绪通知使用。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⑤ HcclAicpuKernelEntranceLaunch 调用内部 AicpuKernelLaunch。AllToAll 经这个内部函数直接调用 ACL 的BinaryGetFunction、KernelArgsInit/Append/Finalize、LaunchKernelWithConfig，不把导出 HcclAicpuKernelLaunch 错列为本例必经项。保序能力条件满足时还执行 HcclOrderLaunchToOrderStream（发射前建立顺序依赖）、HcclOrderLaunchToKernelStream（发射后衔接）、设备 HcclOrderLaunchNotifyRecord（设备入口通知）。具体语义见下方完整讲解。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⑥ Kernel 先 AcquireComm，恢复资源及变长参数，BatchModeStart，再 OpOrchestrate。OpOrchestrate 可设置资源等待/Notify超时，再排入输入依赖并取得算法执行器。HcommThreadNotifyWaitOnThread 与 HcommThreadNotifyWaitOnThreadWithDefaultTimeout（默认超时）为能力兼容替代项。Channel Wait 亦同理，由 HcommChannelNotifyWaitOnThreadWithDefaultTimeout 替代携带显式超时版本。图用不带默认后缀的代表名说明同一依赖，不表示两个依次调用。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⑦ 实际模板局部顺序：KernelRun → RunALLtoALL → CalcCommLoops → 存在从Thread时 PreSyncInterThreads → 每轮 CalcCommRankSetForOneLoop → 首轮 LocalCopyForMyRank → RunSendRecvByLoop。PreSync 是主 Record 后从 Wait。执行器 OrchestrateLoop 外层按大块循环，模板内层按轮/Peer/Channel执行。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SendRecvWrite 内 A-E 顺序为接收方向 ACK Record、发送方向 ACK Wait、非零slice Write、发送方向 DATA_SIGNAL Record、接收方向 DATA_SIGNAL Wait。第F项不在 SendRecvWrite 内，由外层模板 PostCopy → LocalCopy 包装调用 HcommLocalCopyOnThread。通知API提交任务而非CPU阻塞等待。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Write 950适配内部：UnwrapChannelHandle 解包 → AddThread 记录执行Thread → Thread::GetStreamLitePtr 取得StreamLite → BaseTransportLiteImpl::BuildLocRmaBufferLite 构造本地访问描述 → BaseTransportLiteImpl::Write 提交传输。再向下取决于Channel协议，不把某个UB分支固定推广到所有950。LocalCopy进入 Thread::LocalCopy，不等同网络远端写。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⑨ PostSync 源码先在主Thread排Wait，再给从Thread排Record。全部块完成编排后才返回Kernel，主Thread最终Record通知Host，再BatchModeEnd、ReleaseComm。Host Wait在⑤之后已提前入队。HcclAlltoAll CPU函数返回或某个Record函数返回，均不等于所有数据已到达。用户流的完成依赖满足后，后续工作才能安全使用输出。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别对照：控制面包括通信域资源管理、内存、拓扑、算子编排、底层通信资源。此链路的主要集合算法编排位于HCCL内部；底层Endpoint/CollectiveChannelCreate属于底层通信资源，MemReg属于内存。数据面用到搬运（Write/LocalCopy）、同步（Thread/Channel Notify）、执行控制（Acquire/ReleaseComm、BatchStart/End）。没有归约数值计算，没有CCU C++操作。Hccl前缀不必然代表HCCL实现，所属泳道根据源码归属而定。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完整逐函数讲解与来源（保留原分析以便演讲查询）：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 AllToAll 的输入输出</a:t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上层调用进来后，HCCL 先把请求整理完整</a:t>
            </a:r>
          </a:p>
          <a:p xmlns:a="http://schemas.openxmlformats.org/drawingml/2006/main">
            <a:r>
              <a:t>[上层调用 HCCL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>[HCCL Host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>[HCCL 调 HCOMM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>[HCCL 调 HCOMM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>[HCCL 调 HCOMM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>[HCCL Host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>[HCCL Host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>[HCCL Host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>[HCCL Host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HCCL 查询配置和拓扑，决定由哪个算法来做</a:t>
            </a:r>
          </a:p>
          <a:p xmlns:a="http://schemas.openxmlformats.org/drawingml/2006/main">
            <a:r>
              <a:t>[HCCL Host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>[HCCL 调 HCOMM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>[HCCL Host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>[HCCL Host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>[HCCL 调 HCOMM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>[HCCL Host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>[HCCL 调 HCOMM 控制面 / 域资源] HcclEngineCtxGet：先查已有的拓扑上下文。命中则直接恢复已有说明。未命中才查询拓扑并保存，具体查询逐项解释在本页备注对应专题。</a:t>
            </a:r>
          </a:p>
          <a:p xmlns:a="http://schemas.openxmlformats.org/drawingml/2006/main">
            <a:r>
              <a:t>[HCCL Host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>[HCCL Host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>来源索引：entry, selector,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HCCL 先绑定用户流，再计算缺少哪些资源</a:t>
            </a:r>
          </a:p>
          <a:p xmlns:a="http://schemas.openxmlformats.org/drawingml/2006/main">
            <a:r>
              <a:t>[HCCL Host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>[HCCL 调 HCOMM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>[HCCL 调 HCOMM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>[HCCL Host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>[HCCL Host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>[HCCL Host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>[HCCL 调 HCOMM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>[HCCL Host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>[HCCL Host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>来源索引：common, executor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HCCL 向 HCOMM 取得缓冲区、线程和通道</a:t>
            </a:r>
          </a:p>
          <a:p xmlns:a="http://schemas.openxmlformats.org/drawingml/2006/main">
            <a:r>
              <a:t>[HCCL Host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>[HCCL Host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>[HCCL 调 HCOMM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>[HCCL Host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>[HCCL Host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>[HCCL 调 HCOMM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>[HCCL 调 HCOMM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>[HCCL Host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>[HCCL 调 HCOMM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>来源索引：common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HcclChannelAcquire 内部具体怎样建链</a:t>
            </a:r>
          </a:p>
          <a:p xmlns:a="http://schemas.openxmlformats.org/drawingml/2006/main">
            <a:r>
              <a:t>[HCOMM 内部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>[HCOMM 内部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>[HCOMM 内部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>[HCOMM 内部调用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>[HCOMM 内部调用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>[HCOMM 内部调用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>[HCOMM 内部调用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>[HCOMM 内部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>[HCOMM 内部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>[HCOMM 内部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>来源索引：channel,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Host 整理资源，把设备执行所需信息交过去</a:t>
            </a:r>
          </a:p>
          <a:p xmlns:a="http://schemas.openxmlformats.org/drawingml/2006/main">
            <a:r>
              <a:t>[HCCL Host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>[HCCL 调 HCOMM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>[HCCL 调 HCOMM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>[HCOMM 内部调用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>[HCCL Host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>[HCCL Host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>[HCCL 调 HCOMM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>[HCCL 调 HCOMM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>[HCCL 调 HCOMM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>来源索引：common, channel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Host 发输入就绪通知，再通过 ACL 启动 AICPU</a:t>
            </a:r>
          </a:p>
          <a:p xmlns:a="http://schemas.openxmlformats.org/drawingml/2006/main">
            <a:r>
              <a:t>[HCCL Host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>[HCCL 调 HCOMM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>[HCCL Host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>[HCCL Host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>[HCCL 调 ACL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>[HCCL 调 ACL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>[HCCL 调 ACL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>[HCCL 调 ACL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>[HCCL 调 ACL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>[HCCL Host 内部函数] HcclOrderLaunchToKernelStream：完成发射后的按序同步安排。随后还要把“等待本次通信完成”的任务排入用户流，具体完成关系见本页备注对应专题。</a:t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>来源索引：common,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AICPU 收到任务后，恢复参数并进入算法编排</a:t>
            </a:r>
          </a:p>
          <a:p xmlns:a="http://schemas.openxmlformats.org/drawingml/2006/main">
            <a:r>
              <a:t>[ACL 启动 HCCL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>[HCCL 调 HCOMM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>[HCCL AICPU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>[HCCL AICPU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>[HCCL AICPU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>[HCCL 调 HCOMM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>[HCCL AICPU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>[HCCL 调 HCOMM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>[HCCL 调 HCOMM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>[HCCL AICPU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开启时还有查找/录制/重放路径，见本页备注对应专题。</a:t>
            </a:r>
          </a:p>
          <a:p xmlns:a="http://schemas.openxmlformats.org/drawingml/2006/main">
            <a:r>
              <a:t>来源索引：kernel,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AICPU 先确定块大小，再让主从 Thread 按顺序开始</a:t>
            </a:r>
          </a:p>
          <a:p xmlns:a="http://schemas.openxmlformats.org/drawingml/2006/main">
            <a:r>
              <a:t>[HCCL AICPU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>[HCCL AICPU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>[HCCL AICPU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>[HCCL AICPU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>[HCCL AICPU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>[HCCL AICPU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>[HCCL AICPU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>[HCCL 调 HCOMM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>[HCCL 调 HCOMM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>来源索引：executor,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逐个 Peer 计算：发哪一片、走哪个通道、放到哪里</a:t>
            </a:r>
          </a:p>
          <a:p xmlns:a="http://schemas.openxmlformats.org/drawingml/2006/main">
            <a:r>
              <a:t>[HCCL AICPU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>[HCCL AICPU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>[HCCL 调 HCOMM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>[HCCL AICPU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>[HCCL AICPU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>[HCCL AICPU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>[HCCL AICPU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>[HCCL AICPU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>[HCCL AICPU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>[HCCL AICPU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>来源索引：template,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 0 与 Rank 1 的双向通信</a:t>
            </a:r>
          </a:p>
          <a:p xmlns:a="http://schemas.openxmlformats.org/drawingml/2006/main">
            <a:r>
              <a:t>[HCCL 调 HCOMM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>[HCCL 调 HCOMM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>[HCCL 调 HCOMM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>[HCCL 调 HCOMM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>[HCCL 调 HCOMM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>[HCCL 调 HCOMM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>来源索引：wrapper, 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所有 Peer 的任务排好后，怎样通知上层可以继续</a:t>
            </a:r>
          </a:p>
          <a:p xmlns:a="http://schemas.openxmlformats.org/drawingml/2006/main">
            <a:r>
              <a:t>[HCCL AICPU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>[HCCL 调 HCOMM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>[HCCL 调 HCOMM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>[HCCL AICPU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>[HCCL 调 HCOMM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>[HCCL 调 HCOMM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>[HCCL 调 HCOMM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>[Host 已排入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>来源索引：kernel,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1. HcommWriteOnThread 里面还做了什么</a:t>
            </a:r>
          </a:p>
          <a:p xmlns:a="http://schemas.openxmlformats.org/drawingml/2006/main">
            <a:r>
              <a:t>[HCCL 调 HCOMM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>[HCOMM 数据面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>[HCOMM 数据面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>[HCOMM 数据面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>[HCOMM 传输层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>[HCOMM 传输层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>[HCOMM 数据面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>[HCOMM 数据面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>来源索引：primitive,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2. 拓扑查询里的每个接口分别回答什么</a:t>
            </a:r>
          </a:p>
          <a:p xmlns:a="http://schemas.openxmlformats.org/drawingml/2006/main">
            <a:r>
              <a:t>[HCCL 调 HCOMM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>[HCCL 调 HCOMM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>[HCCL 调 HCOMM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>[HCCL 调 HCOMM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>[HCCL 调 HCOMM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>[HCCL 调 HCOMM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>[HCCL 调 HCOMM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>[HCCL 调 HCOMM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>[HCCL 调 HCOMM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>[HCCL 调 HCOMM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>来源索引：topo,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3. 再运行一次时，哪些步骤可能省掉或改变</a:t>
            </a:r>
          </a:p>
          <a:p xmlns:a="http://schemas.openxmlformats.org/drawingml/2006/main">
            <a:r>
              <a:t>[HCCL 调 HCOMM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>[HCCL 调 HCOMM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>[HCCL 调 HCOMM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>[HCCL 调 HCOMM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>[HCCL 调 HCOMM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>[HCCL 调 HCOMM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>[HCCL 调 HCOMM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>[HCCL 调 HCOMM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>[HCCL 调 HCOMM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>来源索引：common, 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文件：hccl/src/ops/all_to_all_v/all_to_all_v.cc:23–80,410–420,641–850；hccl/src/ops/all_to_all_v/selector/alltoall_auto_selector.cc:131–188；hccl/src/ops/op_common/op_common.cc:780–918,1005–1214,1285–1429,1670–1845,2000–2091；hcomm/src/coll_communicator_mgr/resource_mgr/local/my_rank/my_rank.cc:675–850,1228–1303；hcomm/src/base_comm/resources/endpoint_pairs/endpoint_pair.cc:199；hcomm/src/coll_communicator_mgr/resource_mgr/local/my_rank/endpoints/endpoint_mgr.cc:138；hccl/src/ops/op_common/algorithm/template/aicpu/kernel_launch.cc:276–327,348–628,912–950；hccl/src/ops/all_to_all_v/algorithm/executor/ins_v2_all_to_all_v_sole_executor.cc:113–380,562；hccl/src/ops/all_to_all_v/algorithm/template/aicpu/ins_temp_all_to_all_v_mesh_1D.cc:167–420；hccl/src/ops/op_common/algorithm/template/wrapper/alg_data_trans_wrapper.cc:428–472,880,1010–1080；hccl/src/common/hcomm_dlsym/hcomm_primitives_dl.cc:176；hcomm/src/base_comm/primitives/api_c_adpt/aicpu_ts_primitives_c_adpt.cc:495–535,1118；hcomm/include/hccl/hccl_rank_graph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2e777b2284c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41fc0ca8bf4d08" /><Relationship Type="http://schemas.openxmlformats.org/officeDocument/2006/relationships/slideLayout" Target="/ppt/slideLayouts/slideLayout1.xml" Id="Racd4cdf496ed48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d4cdf496ed48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2aa26b54044e2" /><Relationship Type="http://schemas.openxmlformats.org/officeDocument/2006/relationships/notesSlide" Target="/ppt/notesSlides/notesSlide1.xml" Id="Rde248a4338cb4d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7" name="AllToAll 跨层调用泳道图">
            <a:extLst xmlns:a="http://schemas.openxmlformats.org/drawingml/2006/main">
              <a:ext uri="{FF2B5EF4-FFF2-40B4-BE49-F238E27FC236}">
                <a16:creationId xmlns:a16="http://schemas.microsoft.com/office/drawing/2014/main" id="{6F8BF077-A201-4014-8388-796354A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跨层调用泳道图</a:t>
            </a:r>
          </a:p>
        </p:txBody>
      </p:sp>
      <p:sp>
        <p:nvSpPr>
          <p:cNvPr id="2" name="Ascend 950 / AICPU_TS / OPBASE / 普通 Mesh Write；通信域与用户流已建，资源首次准备，关闭任务缓存">
            <a:extLst xmlns:a="http://schemas.openxmlformats.org/drawingml/2006/main">
              <a:ext uri="{FF2B5EF4-FFF2-40B4-BE49-F238E27FC236}">
                <a16:creationId xmlns:a16="http://schemas.microsoft.com/office/drawing/2014/main" id="{1F7BE1C7-9B16-42C0-A2C9-B0340F3F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6725"/>
            <a:ext cx="1047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OPBASE / 普通 Mesh Write；通信域与用户流已建，资源首次准备，关闭任务缓存</a:t>
            </a:r>
          </a:p>
        </p:txBody>
      </p:sp>
      <p:sp>
        <p:nvSpPr>
          <p:cNvPr id="3" name="顺序自上而下；框内按编号读">
            <a:extLst xmlns:a="http://schemas.openxmlformats.org/drawingml/2006/main">
              <a:ext uri="{FF2B5EF4-FFF2-40B4-BE49-F238E27FC236}">
                <a16:creationId xmlns:a16="http://schemas.microsoft.com/office/drawing/2014/main" id="{4042D1FF-8381-426F-91C3-FC977545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0500"/>
            <a:ext cx="2266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顺序自上而下；框内按编号读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DBEA7-3279-455F-B1BA-CA119348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05FB5-5ECA-495D-94D5-E7D1111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30478" y="65770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" name="调用 / 继续">
            <a:extLst xmlns:a="http://schemas.openxmlformats.org/drawingml/2006/main">
              <a:ext uri="{FF2B5EF4-FFF2-40B4-BE49-F238E27FC236}">
                <a16:creationId xmlns:a16="http://schemas.microsoft.com/office/drawing/2014/main" id="{95932B26-F776-4FC1-B750-DF36A93D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调用 / 继续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08F31-526C-4C68-9610-5C77407D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EC6FB-52C2-4DDC-A4BB-8C71E931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78253" y="65770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dash"/>
            <a:tailEnd type="triangle" w="sm" len="sm"/>
          </a:ln>
        </p:spPr>
      </p:cxnSp>
      <p:sp>
        <p:nvSpPr>
          <p:cNvPr id="11" name="返回资源">
            <a:extLst xmlns:a="http://schemas.openxmlformats.org/drawingml/2006/main">
              <a:ext uri="{FF2B5EF4-FFF2-40B4-BE49-F238E27FC236}">
                <a16:creationId xmlns:a16="http://schemas.microsoft.com/office/drawing/2014/main" id="{FEECF359-F9D5-4848-B3C6-F860C35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90550"/>
            <a:ext cx="819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返回资源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FF08C-FAA3-4D83-847E-0C2B0C2D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D23A4-0E54-411F-A8D1-CB349FAA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116503" y="65770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5" name="通知 / 依赖">
            <a:extLst xmlns:a="http://schemas.openxmlformats.org/drawingml/2006/main">
              <a:ext uri="{FF2B5EF4-FFF2-40B4-BE49-F238E27FC236}">
                <a16:creationId xmlns:a16="http://schemas.microsoft.com/office/drawing/2014/main" id="{2D64FC51-B3C6-4490-A547-6F1F7DE8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90550"/>
            <a:ext cx="1552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通知 / 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A60E4-7256-47F4-80EB-5B25A478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1525"/>
            <a:ext cx="4476750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C90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0996B-04C5-4918-8056-D80B01C3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71525"/>
            <a:ext cx="4857750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C90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06596-20CA-4EC1-9141-EBC3712B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71525"/>
            <a:ext cx="1428750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C908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08ED9-39EC-47C9-BC2A-9FA3A00E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1525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ED864-8935-4A67-A060-36894271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71525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8B314-1458-47F2-B652-3C8106F3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71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HCCL  算法与执行组织">
            <a:extLst xmlns:a="http://schemas.openxmlformats.org/drawingml/2006/main">
              <a:ext uri="{FF2B5EF4-FFF2-40B4-BE49-F238E27FC236}">
                <a16:creationId xmlns:a16="http://schemas.microsoft.com/office/drawing/2014/main" id="{0DBC9677-F6A1-43D3-86B8-F8B37937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90575"/>
            <a:ext cx="429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 算法与执行组织</a:t>
            </a:r>
          </a:p>
        </p:txBody>
      </p:sp>
      <p:sp>
        <p:nvSpPr>
          <p:cNvPr id="23" name="HCOMM  资源能力与通信原语">
            <a:extLst xmlns:a="http://schemas.openxmlformats.org/drawingml/2006/main">
              <a:ext uri="{FF2B5EF4-FFF2-40B4-BE49-F238E27FC236}">
                <a16:creationId xmlns:a16="http://schemas.microsoft.com/office/drawing/2014/main" id="{297FD08D-765E-4FA0-BAE0-3D2FB48E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90575"/>
            <a:ext cx="469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 资源能力与通信原语</a:t>
            </a:r>
          </a:p>
        </p:txBody>
      </p:sp>
      <p:sp>
        <p:nvSpPr>
          <p:cNvPr id="24" name="ACL Runtime">
            <a:extLst xmlns:a="http://schemas.openxmlformats.org/drawingml/2006/main">
              <a:ext uri="{FF2B5EF4-FFF2-40B4-BE49-F238E27FC236}">
                <a16:creationId xmlns:a16="http://schemas.microsoft.com/office/drawing/2014/main" id="{B5E219A1-6A78-4F28-BAC2-F36FFA5D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90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BAD7B-D9E8-46D6-86ED-B0C09F47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FEFAE-0FBA-4B63-8799-3E361D3B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7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67703" y="1476852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42966-11C1-44F6-A2B5-9A137FFA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C2659-7F70-41BA-A669-08AEADF1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67703" y="20959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8BE8A2-2449-433A-9764-2FD511A3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57BDD-EAA1-4BED-813C-8B5B5970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05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67703" y="310562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66A5FE-87FC-45A6-A725-75E361AF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A19BAC-37C6-4ACB-A497-4B586A4E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2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67703" y="35437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708A7B-F012-4277-B31D-558B5474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4F4870-8B15-4052-8E40-48EB1E98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67703" y="43057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E0450F-2DB2-48C5-B83B-F82823D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660251-F031-406D-B388-B3F95671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67703" y="49534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9A3C73-121C-4314-A363-A4E5315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22941F-F4DE-4979-B913-D66FBA10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67703" y="59821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D92A71-2B3B-42C6-90F6-82623B67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47750"/>
            <a:ext cx="409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7" name="①">
            <a:extLst xmlns:a="http://schemas.openxmlformats.org/drawingml/2006/main">
              <a:ext uri="{FF2B5EF4-FFF2-40B4-BE49-F238E27FC236}">
                <a16:creationId xmlns:a16="http://schemas.microsoft.com/office/drawing/2014/main" id="{9E4BBF8E-6398-4E7C-B440-0877013B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7632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</a:t>
            </a:r>
          </a:p>
        </p:txBody>
      </p:sp>
      <p:sp>
        <p:nvSpPr>
          <p:cNvPr id="48" name="请求&#10;参数">
            <a:extLst xmlns:a="http://schemas.openxmlformats.org/drawingml/2006/main">
              <a:ext uri="{FF2B5EF4-FFF2-40B4-BE49-F238E27FC236}">
                <a16:creationId xmlns:a16="http://schemas.microsoft.com/office/drawing/2014/main" id="{22243E11-8392-4E99-AF0A-924DD6A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6682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请求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参数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13E11F-8096-453F-A3AE-531B08C2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57275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5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28DE506-F445-4181-8C1C-667F1FCC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76325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81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接收上层等长全互换请求</a:t>
            </a:r>
          </a:p>
        </p:txBody>
      </p:sp>
      <p:sp>
        <p:nvSpPr>
          <p:cNvPr id="5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4D10771-2834-4202-99CB-D7803978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19200"/>
            <a:ext cx="219075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检查参数</a:t>
            </a:r>
          </a:p>
        </p:txBody>
      </p:sp>
      <p:sp>
        <p:nvSpPr>
          <p:cNvPr id="5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7947FB0D-F58D-49FE-977D-2C43029E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219200"/>
            <a:ext cx="2047875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生成数量和位移</a:t>
            </a:r>
          </a:p>
        </p:txBody>
      </p:sp>
      <p:sp>
        <p:nvSpPr>
          <p:cNvPr id="53" name="AlltoAllVOutPlace / AlltoAllVOutPlaceCommon：进入共用非原地流程">
            <a:extLst xmlns:a="http://schemas.openxmlformats.org/drawingml/2006/main">
              <a:ext uri="{FF2B5EF4-FFF2-40B4-BE49-F238E27FC236}">
                <a16:creationId xmlns:a16="http://schemas.microsoft.com/office/drawing/2014/main" id="{5384AD61-4102-41BB-AC79-02CDE8F1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422910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 / AlltoAllVOutPlaceCommon：进入共用非原地流程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2224B3-8865-46C5-8BE8-47BB5CFB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057275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5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F246D43-F85A-4868-B4C5-9D6E2F3E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076325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取得成员数</a:t>
            </a:r>
          </a:p>
        </p:txBody>
      </p:sp>
      <p:sp>
        <p:nvSpPr>
          <p:cNvPr id="5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E62EFEB-52B6-4136-9047-D77ECEA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93483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取得域名</a:t>
            </a:r>
          </a:p>
        </p:txBody>
      </p:sp>
      <p:sp>
        <p:nvSpPr>
          <p:cNvPr id="5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7D971E0-6243-429F-AF98-225FA9A6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10640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取得本端编号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4BB80A-0DB1-435F-AC63-D43AF565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171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707EC9F-C21A-4073-8687-EF53D733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171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6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5068253" y="117205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1" name="域信息">
            <a:extLst xmlns:a="http://schemas.openxmlformats.org/drawingml/2006/main">
              <a:ext uri="{FF2B5EF4-FFF2-40B4-BE49-F238E27FC236}">
                <a16:creationId xmlns:a16="http://schemas.microsoft.com/office/drawing/2014/main" id="{79723DE7-37C6-4B3B-920B-1BE5467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047750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域信息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571562-3989-479C-883A-85C02E1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7F2D06-3F39-43FD-B0AA-4C76C6D9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0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5068253" y="141017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3847947-AFD7-432B-8CB4-86E641C1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45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D399B2F-73B2-4B47-A122-EC1F8FCD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3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2905602" y="1458278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65D8C9-5032-466C-BA77-78CA9F2E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33525"/>
            <a:ext cx="4095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②">
            <a:extLst xmlns:a="http://schemas.openxmlformats.org/drawingml/2006/main">
              <a:ext uri="{FF2B5EF4-FFF2-40B4-BE49-F238E27FC236}">
                <a16:creationId xmlns:a16="http://schemas.microsoft.com/office/drawing/2014/main" id="{61090ADA-2F47-4215-AA48-CB71A134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621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</a:t>
            </a:r>
          </a:p>
        </p:txBody>
      </p:sp>
      <p:sp>
        <p:nvSpPr>
          <p:cNvPr id="70" name="配置&#10;选算法">
            <a:extLst xmlns:a="http://schemas.openxmlformats.org/drawingml/2006/main">
              <a:ext uri="{FF2B5EF4-FFF2-40B4-BE49-F238E27FC236}">
                <a16:creationId xmlns:a16="http://schemas.microsoft.com/office/drawing/2014/main" id="{EA564E2D-8D9E-4A2C-BEFE-FA345291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52600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配置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选算法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5DBFF8D-902E-483B-829B-F2F4EF7C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4324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7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FC2AABA-E40E-4B67-96CA-41BE73B5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43050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封装地址、数量、stream</a:t>
            </a:r>
          </a:p>
        </p:txBody>
      </p:sp>
      <p:sp>
        <p:nvSpPr>
          <p:cNvPr id="7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573C019-0A76-4553-B7FB-85624D8E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47825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判断 AICPU_TS 展开</a:t>
            </a:r>
          </a:p>
        </p:txBody>
      </p:sp>
      <p:sp>
        <p:nvSpPr>
          <p:cNvPr id="7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6B8C2AF-4995-4183-A5BC-7F11BAC1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52600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进入选择与执行分发</a:t>
            </a:r>
          </a:p>
        </p:txBody>
      </p:sp>
      <p:sp>
        <p:nvSpPr>
          <p:cNvPr id="7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041DDDA-BFD3-4021-88D4-D4B9D47A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57375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 → HcclCalcTopoInfo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取得拓扑以便选算法</a:t>
            </a:r>
          </a:p>
        </p:txBody>
      </p:sp>
      <p:sp>
        <p:nvSpPr>
          <p:cNvPr id="76" name="SelectAicpuAlgo：选 Mesh 算法；HcclExecOp：进入执行准备">
            <a:extLst xmlns:a="http://schemas.openxmlformats.org/drawingml/2006/main">
              <a:ext uri="{FF2B5EF4-FFF2-40B4-BE49-F238E27FC236}">
                <a16:creationId xmlns:a16="http://schemas.microsoft.com/office/drawing/2014/main" id="{8FBBEC1F-39C8-48C3-A8B4-FD0D3FA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SelectAicpuAlgo：选 Mesh 算法；HcclExecOp：进入执行准备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BCD5A6-F9A6-4AF1-AB7C-8396FB88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33525"/>
            <a:ext cx="4705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7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9109BFE-2950-4B45-BAE0-BA85FAA8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43050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读取展开配置</a:t>
            </a:r>
          </a:p>
        </p:txBody>
      </p:sp>
      <p:sp>
        <p:nvSpPr>
          <p:cNvPr id="7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9FF673B-3710-4F66-86D4-E238A045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能力支持时检查可用状态</a:t>
            </a:r>
          </a:p>
        </p:txBody>
      </p:sp>
      <p:sp>
        <p:nvSpPr>
          <p:cNvPr id="8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8213524-089B-4F99-975C-D4B71F0A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52600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查拓扑缓存，未命中再构图</a:t>
            </a:r>
          </a:p>
        </p:txBody>
      </p:sp>
      <p:sp>
        <p:nvSpPr>
          <p:cNvPr id="8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DDE076B-05D3-49A9-BB5E-8CFB3564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57375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查网络层</a:t>
            </a:r>
          </a:p>
        </p:txBody>
      </p:sp>
      <p:sp>
        <p:nvSpPr>
          <p:cNvPr id="82" name="HcclRankGraphGetRanksByLayer：查成员；HcclRankGraphGetLinks：查链路">
            <a:extLst xmlns:a="http://schemas.openxmlformats.org/drawingml/2006/main">
              <a:ext uri="{FF2B5EF4-FFF2-40B4-BE49-F238E27FC236}">
                <a16:creationId xmlns:a16="http://schemas.microsoft.com/office/drawing/2014/main" id="{66DF620E-9CD5-4673-9690-2EB1097F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71675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HcclRankGraphGetRanksByLayer：查成员；HcclRankGraphGetLinks：查链路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72EA9C2-79B4-48D8-A049-996A289A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332DD65-157B-44FF-BD5A-D6537028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1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068253" y="16959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6" name="配置 / 拓扑">
            <a:extLst xmlns:a="http://schemas.openxmlformats.org/drawingml/2006/main">
              <a:ext uri="{FF2B5EF4-FFF2-40B4-BE49-F238E27FC236}">
                <a16:creationId xmlns:a16="http://schemas.microsoft.com/office/drawing/2014/main" id="{E44584B0-8094-4E58-BE7B-BD1180A3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571625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配置 / 拓扑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8BEEEA2-E948-40B1-9267-25779FF1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2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7E232B2-2938-4599-BD05-CCF443FD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2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87" idx="1"/>
            <a:endCxn xmlns:a="http://schemas.openxmlformats.org/drawingml/2006/main" id="88" idx="3"/>
          </p:cNvCxnSpPr>
          <p:nvPr/>
        </p:nvCxnSpPr>
        <p:spPr>
          <a:xfrm xmlns:a="http://schemas.openxmlformats.org/drawingml/2006/main" flipH="1">
            <a:off x="5068253" y="202930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44AA38E-934D-425D-BC47-49E5AE52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EB72CDF-502F-419C-9B47-93C3B945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62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2905602" y="20774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3400663-F37E-4941-A5E2-2EA24D5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62175"/>
            <a:ext cx="4095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4" name="③">
            <a:extLst xmlns:a="http://schemas.openxmlformats.org/drawingml/2006/main">
              <a:ext uri="{FF2B5EF4-FFF2-40B4-BE49-F238E27FC236}">
                <a16:creationId xmlns:a16="http://schemas.microsoft.com/office/drawing/2014/main" id="{BF616C2A-1333-43B7-A0B2-7B1E9F62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9075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</a:t>
            </a:r>
          </a:p>
        </p:txBody>
      </p:sp>
      <p:sp>
        <p:nvSpPr>
          <p:cNvPr id="95" name="资源&#10;建链">
            <a:extLst xmlns:a="http://schemas.openxmlformats.org/drawingml/2006/main">
              <a:ext uri="{FF2B5EF4-FFF2-40B4-BE49-F238E27FC236}">
                <a16:creationId xmlns:a16="http://schemas.microsoft.com/office/drawing/2014/main" id="{156F9190-A2DE-4E08-9A68-51EA7BC2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0"/>
            <a:ext cx="371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建链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801CD4E-2B94-4FD2-BD1F-45175EB5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4324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97" name="a  取得执行器、计算需求">
            <a:extLst xmlns:a="http://schemas.openxmlformats.org/drawingml/2006/main">
              <a:ext uri="{FF2B5EF4-FFF2-40B4-BE49-F238E27FC236}">
                <a16:creationId xmlns:a16="http://schemas.microsoft.com/office/drawing/2014/main" id="{E65DB9C6-BB2F-4B97-A82B-B6E596C5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000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  取得执行器、计算需求</a:t>
            </a:r>
          </a:p>
        </p:txBody>
      </p:sp>
      <p:sp>
        <p:nvSpPr>
          <p:cNvPr id="98" name="b  按需求组织申请">
            <a:extLst xmlns:a="http://schemas.openxmlformats.org/drawingml/2006/main">
              <a:ext uri="{FF2B5EF4-FFF2-40B4-BE49-F238E27FC236}">
                <a16:creationId xmlns:a16="http://schemas.microsoft.com/office/drawing/2014/main" id="{AD13E78B-E2D4-4FD8-8D83-EF869858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71700"/>
            <a:ext cx="2066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  按需求组织申请</a:t>
            </a:r>
          </a:p>
        </p:txBody>
      </p:sp>
      <p:sp>
        <p:nvSpPr>
          <p:cNvPr id="9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8D87AB0-B188-4516-840A-69FA10C7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"/>
            <a:ext cx="206692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取执行器</a:t>
            </a:r>
          </a:p>
        </p:txBody>
      </p:sp>
      <p:sp>
        <p:nvSpPr>
          <p:cNvPr id="10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F1984CD3-652A-4866-85E7-5F73757F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6970"/>
            <a:ext cx="206692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取得算法资源</a:t>
            </a:r>
          </a:p>
        </p:txBody>
      </p:sp>
      <p:sp>
        <p:nvSpPr>
          <p:cNvPr id="10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9613C57-75F4-4F63-87EC-CC0B6BC5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9365"/>
            <a:ext cx="206692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读算法属性</a:t>
            </a:r>
          </a:p>
        </p:txBody>
      </p:sp>
      <p:sp>
        <p:nvSpPr>
          <p:cNvPr id="10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03F7175-C3FC-4495-AD0B-A70D2D88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51760"/>
            <a:ext cx="206692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尝试复用</a:t>
            </a:r>
          </a:p>
        </p:txBody>
      </p:sp>
      <p:sp>
        <p:nvSpPr>
          <p:cNvPr id="10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446F228-019E-43C2-9A72-2DDF4209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4155"/>
            <a:ext cx="206692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形成通信分组</a:t>
            </a:r>
          </a:p>
        </p:txBody>
      </p:sp>
      <p:sp>
        <p:nvSpPr>
          <p:cNvPr id="10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B644C2B-3743-4B8E-AFA5-A79016C4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206692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 Thread / 通道需求</a:t>
            </a:r>
          </a:p>
        </p:txBody>
      </p:sp>
      <p:sp>
        <p:nvSpPr>
          <p:cNvPr id="10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9E94414-5717-4F22-B367-0D48843A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314575"/>
            <a:ext cx="207645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准备设备资源</a:t>
            </a:r>
          </a:p>
        </p:txBody>
      </p:sp>
      <p:sp>
        <p:nvSpPr>
          <p:cNvPr id="10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2A746CD-0E82-4B10-A162-EA92E7F1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26970"/>
            <a:ext cx="207645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按清单申请</a:t>
            </a:r>
          </a:p>
        </p:txBody>
      </p:sp>
      <p:sp>
        <p:nvSpPr>
          <p:cNvPr id="10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283FDA4-F74E-42C5-90E2-78A16B90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39365"/>
            <a:ext cx="207645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 Thread 申请</a:t>
            </a:r>
          </a:p>
        </p:txBody>
      </p:sp>
      <p:sp>
        <p:nvSpPr>
          <p:cNvPr id="10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70683ECD-B565-4E20-9012-EEBC8504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51760"/>
            <a:ext cx="207645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取得主从队列</a:t>
            </a:r>
          </a:p>
        </p:txBody>
      </p:sp>
      <p:sp>
        <p:nvSpPr>
          <p:cNvPr id="10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E43B88E-95CB-4FAB-B8CA-BCABB2D6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64155"/>
            <a:ext cx="207645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 Peer 建链</a:t>
            </a:r>
          </a:p>
        </p:txBody>
      </p:sp>
      <p:sp>
        <p:nvSpPr>
          <p:cNvPr id="11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208AD9C-FD86-4DD8-A102-16C733DA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76550"/>
            <a:ext cx="2076450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补齐远端地址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5E0D6FB-CD01-48C3-B299-E4EEB9F3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3CAE226-DC76-4566-9BEC-077FE642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9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2801303" y="2229327"/>
            <a:ext cx="1133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C6341AF-60BE-44BF-BE21-90F34FD6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62175"/>
            <a:ext cx="4705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15" name="a  获取域级资源（按需复用）">
            <a:extLst xmlns:a="http://schemas.openxmlformats.org/drawingml/2006/main">
              <a:ext uri="{FF2B5EF4-FFF2-40B4-BE49-F238E27FC236}">
                <a16:creationId xmlns:a16="http://schemas.microsoft.com/office/drawing/2014/main" id="{F5F03E09-12BC-4B96-8182-58DC1BD5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71700"/>
            <a:ext cx="2276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  获取域级资源（按需复用）</a:t>
            </a:r>
          </a:p>
        </p:txBody>
      </p:sp>
      <p:sp>
        <p:nvSpPr>
          <p:cNvPr id="116" name="b  Channel 内部建链顺序">
            <a:extLst xmlns:a="http://schemas.openxmlformats.org/drawingml/2006/main">
              <a:ext uri="{FF2B5EF4-FFF2-40B4-BE49-F238E27FC236}">
                <a16:creationId xmlns:a16="http://schemas.microsoft.com/office/drawing/2014/main" id="{82DFA88D-6D53-4966-9627-32F18CED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71700"/>
            <a:ext cx="22002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  Channel 内部建链顺序</a:t>
            </a:r>
          </a:p>
        </p:txBody>
      </p:sp>
      <p:sp>
        <p:nvSpPr>
          <p:cNvPr id="11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0F842EE-1B6F-4BF7-9939-75E16894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14575"/>
            <a:ext cx="227647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绑定用户流</a:t>
            </a:r>
          </a:p>
        </p:txBody>
      </p:sp>
      <p:sp>
        <p:nvSpPr>
          <p:cNvPr id="11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F5C558B-B4C0-4FF4-9DEE-52D98EB4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26970"/>
            <a:ext cx="227647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用户流导出给设备</a:t>
            </a:r>
          </a:p>
        </p:txBody>
      </p:sp>
      <p:sp>
        <p:nvSpPr>
          <p:cNvPr id="11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BFA321D-C1D5-41D6-B698-D244BE07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39365"/>
            <a:ext cx="227647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查询算法资源缓存</a:t>
            </a:r>
          </a:p>
        </p:txBody>
      </p:sp>
      <p:sp>
        <p:nvSpPr>
          <p:cNvPr id="12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9CF77F7-0784-4439-B442-D1E53CB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51760"/>
            <a:ext cx="227647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取本地 CCL 中转区</a:t>
            </a:r>
          </a:p>
        </p:txBody>
      </p:sp>
      <p:sp>
        <p:nvSpPr>
          <p:cNvPr id="12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76B3EDD-673B-43AD-BEB7-DFD41DF9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4155"/>
            <a:ext cx="227647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取得主从 Thread</a:t>
            </a:r>
          </a:p>
        </p:txBody>
      </p:sp>
      <p:sp>
        <p:nvSpPr>
          <p:cNvPr id="12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ACA8E65-940E-4298-9BBB-477B7ACA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2276475" cy="11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Peer 通道</a:t>
            </a:r>
          </a:p>
        </p:txBody>
      </p:sp>
      <p:sp>
        <p:nvSpPr>
          <p:cNvPr id="12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E2E58DB-C755-48AD-8DAB-C597D683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1 BatchCreateSockets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建控制连接</a:t>
            </a:r>
          </a:p>
        </p:txBody>
      </p:sp>
      <p:sp>
        <p:nvSpPr>
          <p:cNvPr id="12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9153A58-72EE-416B-9D09-87A4D9E4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90775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2 BatchCreateChannels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组织底层资源</a:t>
            </a:r>
          </a:p>
        </p:txBody>
      </p:sp>
      <p:sp>
        <p:nvSpPr>
          <p:cNvPr id="12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E10C6C6-41CA-46B0-8983-B3D27EAD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3 HcommEndpointCreate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创端点</a:t>
            </a:r>
          </a:p>
        </p:txBody>
      </p:sp>
      <p:sp>
        <p:nvSpPr>
          <p:cNvPr id="12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2252767-416D-4C7A-8B30-650542DB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62225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4 HcommEndpointStartListen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监听</a:t>
            </a:r>
          </a:p>
        </p:txBody>
      </p:sp>
      <p:sp>
        <p:nvSpPr>
          <p:cNvPr id="12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002E1B4-F04E-45B7-BB16-FFECE17A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5 HcommMemReg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注册内存</a:t>
            </a:r>
          </a:p>
        </p:txBody>
      </p:sp>
      <p:sp>
        <p:nvSpPr>
          <p:cNvPr id="12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7D59B11-35EE-49D3-916C-DBCE34A2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33675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6 HcommCollectiveChannelCreate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建通道</a:t>
            </a:r>
          </a:p>
        </p:txBody>
      </p:sp>
      <p:sp>
        <p:nvSpPr>
          <p:cNvPr id="12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C13B079-0AFA-42BA-8C51-D5DB98B7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1940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7 BatchConnectChannels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检查连接</a:t>
            </a:r>
          </a:p>
        </p:txBody>
      </p:sp>
      <p:sp>
        <p:nvSpPr>
          <p:cNvPr id="13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EBD9309-BA5D-45A6-AB9B-8DD0C25E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05125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8 BatchExchangeAndCheckConsistency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校验两端</a:t>
            </a:r>
          </a:p>
        </p:txBody>
      </p:sp>
      <p:sp>
        <p:nvSpPr>
          <p:cNvPr id="13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016BE55-D4BD-47DE-AB35-86BA1969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9085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9 FinalizeChannelsByEngine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整理句柄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3828C37-CF35-4953-8BB9-0C00922F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FD62A75-E3AB-4A2D-BEF6-E539EC8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62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7773353" y="2962752"/>
            <a:ext cx="1514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1C8180F-F45B-4B5D-B1D3-AEDF2A7F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4F0B7BD-FDE8-4555-87D9-EF749A1D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3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5068253" y="244840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8" name="申请">
            <a:extLst xmlns:a="http://schemas.openxmlformats.org/drawingml/2006/main">
              <a:ext uri="{FF2B5EF4-FFF2-40B4-BE49-F238E27FC236}">
                <a16:creationId xmlns:a16="http://schemas.microsoft.com/office/drawing/2014/main" id="{9A982817-A673-41E8-A9A7-DF028FE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24100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申请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91C3EF9-8476-4116-BC6A-7ED2810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38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274A821-3B90-48EE-A9D9-3FBBCA62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38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7" name=""/>
          <p:cNvCxnSpPr>
            <a:stCxn xmlns:a="http://schemas.openxmlformats.org/drawingml/2006/main" id="139" idx="1"/>
            <a:endCxn xmlns:a="http://schemas.openxmlformats.org/drawingml/2006/main" id="140" idx="3"/>
          </p:cNvCxnSpPr>
          <p:nvPr/>
        </p:nvCxnSpPr>
        <p:spPr>
          <a:xfrm xmlns:a="http://schemas.openxmlformats.org/drawingml/2006/main" flipH="1">
            <a:off x="5068253" y="303895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8BEA536-9716-46D9-894F-D0F74134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86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100B1F3E-00D6-4C20-88B7-2E1C3350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0" name=""/>
          <p:cNvCxnSpPr>
            <a:stCxn xmlns:a="http://schemas.openxmlformats.org/drawingml/2006/main" id="142" idx="2"/>
            <a:endCxn xmlns:a="http://schemas.openxmlformats.org/drawingml/2006/main" id="143" idx="0"/>
          </p:cNvCxnSpPr>
          <p:nvPr/>
        </p:nvCxnSpPr>
        <p:spPr>
          <a:xfrm xmlns:a="http://schemas.openxmlformats.org/drawingml/2006/main">
            <a:off x="2905602" y="308705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45B24E1-BE6F-44F6-BFD4-C5339742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171825"/>
            <a:ext cx="409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6" name="④">
            <a:extLst xmlns:a="http://schemas.openxmlformats.org/drawingml/2006/main">
              <a:ext uri="{FF2B5EF4-FFF2-40B4-BE49-F238E27FC236}">
                <a16:creationId xmlns:a16="http://schemas.microsoft.com/office/drawing/2014/main" id="{1C9DA4E5-0EED-46A3-8A1A-E0C69D9B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004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</a:t>
            </a:r>
          </a:p>
        </p:txBody>
      </p:sp>
      <p:sp>
        <p:nvSpPr>
          <p:cNvPr id="147" name="交付&#10;上下文">
            <a:extLst xmlns:a="http://schemas.openxmlformats.org/drawingml/2006/main">
              <a:ext uri="{FF2B5EF4-FFF2-40B4-BE49-F238E27FC236}">
                <a16:creationId xmlns:a16="http://schemas.microsoft.com/office/drawing/2014/main" id="{495E6C1C-7819-4126-BA45-022B5179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90900"/>
            <a:ext cx="371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交付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62344A8-B47A-4C6A-8837-CDAB74F8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432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4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8A94542-4CB1-4523-B1A2-7B2D62DF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4229100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打包 Thread、Channel 和地址</a:t>
            </a:r>
          </a:p>
        </p:txBody>
      </p:sp>
      <p:sp>
        <p:nvSpPr>
          <p:cNvPr id="15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C097A0E-5B66-43FC-9D15-A0E1BF11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09938"/>
            <a:ext cx="4229100" cy="119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组织上下文交付</a:t>
            </a:r>
          </a:p>
        </p:txBody>
      </p:sp>
      <p:sp>
        <p:nvSpPr>
          <p:cNvPr id="151" name="传的是资源描述，本次用户数据尚未开始搬运。">
            <a:extLst xmlns:a="http://schemas.openxmlformats.org/drawingml/2006/main">
              <a:ext uri="{FF2B5EF4-FFF2-40B4-BE49-F238E27FC236}">
                <a16:creationId xmlns:a16="http://schemas.microsoft.com/office/drawing/2014/main" id="{1CA8F484-30EF-41C7-8674-22F3B754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29000"/>
            <a:ext cx="42291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传的是资源描述，本次用户数据尚未开始搬运。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38C41DA-EA4E-411B-B89C-13A5834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71825"/>
            <a:ext cx="4705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5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3488285-035D-4F6C-BAEB-A837A3A9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459105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查询远端 CCL 地址</a:t>
            </a:r>
          </a:p>
        </p:txBody>
      </p:sp>
      <p:sp>
        <p:nvSpPr>
          <p:cNvPr id="15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FADCAAD-E415-4C02-9103-73F91B01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0888"/>
            <a:ext cx="459105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取得设备上下文空间</a:t>
            </a:r>
          </a:p>
        </p:txBody>
      </p:sp>
      <p:sp>
        <p:nvSpPr>
          <p:cNvPr id="15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F680AB1-085B-4BD1-A992-C1790923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0425"/>
            <a:ext cx="459105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复制已打包的资源描述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D48D2C0-4A2D-4EFC-BF33-92AE723F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C8600A3D-96D9-4DE3-B282-1CA4B807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56" idx="3"/>
            <a:endCxn xmlns:a="http://schemas.openxmlformats.org/drawingml/2006/main" id="157" idx="1"/>
          </p:cNvCxnSpPr>
          <p:nvPr/>
        </p:nvCxnSpPr>
        <p:spPr>
          <a:xfrm xmlns:a="http://schemas.openxmlformats.org/drawingml/2006/main">
            <a:off x="5068253" y="327707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9" name="资源描述">
            <a:extLst xmlns:a="http://schemas.openxmlformats.org/drawingml/2006/main">
              <a:ext uri="{FF2B5EF4-FFF2-40B4-BE49-F238E27FC236}">
                <a16:creationId xmlns:a16="http://schemas.microsoft.com/office/drawing/2014/main" id="{F2F7A225-BB9D-4348-9C61-1F8A0D79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52775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资源描述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12FF120-6021-4AB0-B655-935D8F7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E6D6074-64B5-43F5-A6C8-7C417FDA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76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160" idx="1"/>
            <a:endCxn xmlns:a="http://schemas.openxmlformats.org/drawingml/2006/main" id="161" idx="3"/>
          </p:cNvCxnSpPr>
          <p:nvPr/>
        </p:nvCxnSpPr>
        <p:spPr>
          <a:xfrm xmlns:a="http://schemas.openxmlformats.org/drawingml/2006/main" flipH="1">
            <a:off x="5068253" y="347710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06FAFEF-4D08-41D1-B2D9-F58EB3EA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D784B03-FBA6-4D1D-886E-63438126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9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163" idx="2"/>
            <a:endCxn xmlns:a="http://schemas.openxmlformats.org/drawingml/2006/main" id="164" idx="0"/>
          </p:cNvCxnSpPr>
          <p:nvPr/>
        </p:nvCxnSpPr>
        <p:spPr>
          <a:xfrm xmlns:a="http://schemas.openxmlformats.org/drawingml/2006/main">
            <a:off x="2905602" y="35252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EBAE547B-8042-4E12-AD04-C8552B0E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9975"/>
            <a:ext cx="4095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7" name="⑤">
            <a:extLst xmlns:a="http://schemas.openxmlformats.org/drawingml/2006/main">
              <a:ext uri="{FF2B5EF4-FFF2-40B4-BE49-F238E27FC236}">
                <a16:creationId xmlns:a16="http://schemas.microsoft.com/office/drawing/2014/main" id="{E5CCD708-71AC-424D-A2DC-E5505F93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3855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</a:t>
            </a:r>
          </a:p>
        </p:txBody>
      </p:sp>
      <p:sp>
        <p:nvSpPr>
          <p:cNvPr id="168" name="就绪&#10;发射&#10;等待">
            <a:extLst xmlns:a="http://schemas.openxmlformats.org/drawingml/2006/main">
              <a:ext uri="{FF2B5EF4-FFF2-40B4-BE49-F238E27FC236}">
                <a16:creationId xmlns:a16="http://schemas.microsoft.com/office/drawing/2014/main" id="{2D9A0E29-ADE1-47E7-8397-8F083E2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29050"/>
            <a:ext cx="371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就绪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发射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等待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876FB2D-C640-4B5F-AA1B-44E3E169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4324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7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4377728-6357-4122-958D-77466514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29025"/>
            <a:ext cx="422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组织就绪与完成依赖</a:t>
            </a:r>
          </a:p>
        </p:txBody>
      </p:sp>
      <p:sp>
        <p:nvSpPr>
          <p:cNvPr id="17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C9C8F35-5DFA-4716-A29E-010247FF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90950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设备主 Thread 导出给 Host（调用 HCOMM）</a:t>
            </a:r>
          </a:p>
        </p:txBody>
      </p:sp>
      <p:sp>
        <p:nvSpPr>
          <p:cNvPr id="17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F28E0595-EF99-45D9-8C4F-BCE54055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62400"/>
            <a:ext cx="422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组装参数并调用右侧 ACL Runtime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0193471-6024-47DB-8EF8-A446B4FB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09975"/>
            <a:ext cx="470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7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688C4BC-009F-45E2-A9BA-483147F7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38550"/>
            <a:ext cx="459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在用户流排入“输入就绪”通知</a:t>
            </a:r>
          </a:p>
        </p:txBody>
      </p:sp>
      <p:sp>
        <p:nvSpPr>
          <p:cNvPr id="175" name="先前输入任务完成后，通知 AICPU 主 Thread 可以使用输入。">
            <a:extLst xmlns:a="http://schemas.openxmlformats.org/drawingml/2006/main">
              <a:ext uri="{FF2B5EF4-FFF2-40B4-BE49-F238E27FC236}">
                <a16:creationId xmlns:a16="http://schemas.microsoft.com/office/drawing/2014/main" id="{0A97CE4A-7D82-4524-BAB8-B7B1A3E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62375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先前输入任务完成后，通知 AICPU 主 Thread 可以使用输入。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DC2384E2-2EE2-426A-A32D-FE09435F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F822322-F993-45A5-9276-5B394B85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4" name=""/>
          <p:cNvCxnSpPr>
            <a:stCxn xmlns:a="http://schemas.openxmlformats.org/drawingml/2006/main" id="176" idx="3"/>
            <a:endCxn xmlns:a="http://schemas.openxmlformats.org/drawingml/2006/main" id="177" idx="1"/>
          </p:cNvCxnSpPr>
          <p:nvPr/>
        </p:nvCxnSpPr>
        <p:spPr>
          <a:xfrm xmlns:a="http://schemas.openxmlformats.org/drawingml/2006/main">
            <a:off x="5068253" y="370570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79" name="先就绪">
            <a:extLst xmlns:a="http://schemas.openxmlformats.org/drawingml/2006/main">
              <a:ext uri="{FF2B5EF4-FFF2-40B4-BE49-F238E27FC236}">
                <a16:creationId xmlns:a16="http://schemas.microsoft.com/office/drawing/2014/main" id="{DF40E6F6-78AB-48D8-B7D2-20C259FE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81400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先就绪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396CE99-3D35-4F42-B19F-25E47832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609975"/>
            <a:ext cx="1295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81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1C0EA21D-A848-479B-8F22-D15379D2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629025"/>
            <a:ext cx="1219200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182" name="取得设备入口">
            <a:extLst xmlns:a="http://schemas.openxmlformats.org/drawingml/2006/main">
              <a:ext uri="{FF2B5EF4-FFF2-40B4-BE49-F238E27FC236}">
                <a16:creationId xmlns:a16="http://schemas.microsoft.com/office/drawing/2014/main" id="{EF05C68A-DCE8-4267-9E6A-E4581547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709988"/>
            <a:ext cx="12192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取得设备入口</a:t>
            </a:r>
          </a:p>
        </p:txBody>
      </p:sp>
      <p:sp>
        <p:nvSpPr>
          <p:cNvPr id="183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E272156A-C682-489A-82FE-433EB9F3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756660"/>
            <a:ext cx="1219200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184" name="创建参数包">
            <a:extLst xmlns:a="http://schemas.openxmlformats.org/drawingml/2006/main">
              <a:ext uri="{FF2B5EF4-FFF2-40B4-BE49-F238E27FC236}">
                <a16:creationId xmlns:a16="http://schemas.microsoft.com/office/drawing/2014/main" id="{2B9C6696-721B-45C2-8749-12FBEAD3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837623"/>
            <a:ext cx="12192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创建参数包</a:t>
            </a:r>
          </a:p>
        </p:txBody>
      </p:sp>
      <p:sp>
        <p:nvSpPr>
          <p:cNvPr id="185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2228E55-8027-41E1-8C33-7DE991B7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884295"/>
            <a:ext cx="1219200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186" name="追加算子参数">
            <a:extLst xmlns:a="http://schemas.openxmlformats.org/drawingml/2006/main">
              <a:ext uri="{FF2B5EF4-FFF2-40B4-BE49-F238E27FC236}">
                <a16:creationId xmlns:a16="http://schemas.microsoft.com/office/drawing/2014/main" id="{EE837709-8529-4510-8472-5B183882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965258"/>
            <a:ext cx="12192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追加算子参数</a:t>
            </a:r>
          </a:p>
        </p:txBody>
      </p:sp>
      <p:sp>
        <p:nvSpPr>
          <p:cNvPr id="187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55F117A5-7C61-4371-B54F-3140F968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011930"/>
            <a:ext cx="1219200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188" name="完成参数构造">
            <a:extLst xmlns:a="http://schemas.openxmlformats.org/drawingml/2006/main">
              <a:ext uri="{FF2B5EF4-FFF2-40B4-BE49-F238E27FC236}">
                <a16:creationId xmlns:a16="http://schemas.microsoft.com/office/drawing/2014/main" id="{277DA301-EB0D-4774-B3C2-0CF12CDE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092893"/>
            <a:ext cx="12192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完成参数构造</a:t>
            </a:r>
          </a:p>
        </p:txBody>
      </p:sp>
      <p:sp>
        <p:nvSpPr>
          <p:cNvPr id="189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E25D80A3-4D52-426E-9701-6623FF1D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139565"/>
            <a:ext cx="1219200" cy="82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90" name="提交 AICPU Kernel">
            <a:extLst xmlns:a="http://schemas.openxmlformats.org/drawingml/2006/main">
              <a:ext uri="{FF2B5EF4-FFF2-40B4-BE49-F238E27FC236}">
                <a16:creationId xmlns:a16="http://schemas.microsoft.com/office/drawing/2014/main" id="{EC9FA79B-6CC7-4B35-9A0D-D92AFCD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220528"/>
            <a:ext cx="12192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58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提交 AICPU Kernel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584B3641-ED08-4B74-9669-67435DBA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ADB17027-1E99-4581-B752-C81BB350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9" name=""/>
          <p:cNvCxnSpPr>
            <a:stCxn xmlns:a="http://schemas.openxmlformats.org/drawingml/2006/main" id="191" idx="3"/>
            <a:endCxn xmlns:a="http://schemas.openxmlformats.org/drawingml/2006/main" id="192" idx="1"/>
          </p:cNvCxnSpPr>
          <p:nvPr/>
        </p:nvCxnSpPr>
        <p:spPr>
          <a:xfrm xmlns:a="http://schemas.openxmlformats.org/drawingml/2006/main">
            <a:off x="5068253" y="4010502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6ABD2564-4BD4-40E9-92CC-2BE728F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0C6900C-FEAA-4C89-A36E-00AD95C6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2" name=""/>
          <p:cNvCxnSpPr>
            <a:stCxn xmlns:a="http://schemas.openxmlformats.org/drawingml/2006/main" id="194" idx="0"/>
            <a:endCxn xmlns:a="http://schemas.openxmlformats.org/drawingml/2006/main" id="195" idx="2"/>
          </p:cNvCxnSpPr>
          <p:nvPr/>
        </p:nvCxnSpPr>
        <p:spPr>
          <a:xfrm xmlns:a="http://schemas.openxmlformats.org/drawingml/2006/main" flipV="1">
            <a:off x="5248752" y="3934778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9A71A5C-CCE4-4E93-A7CC-F9169497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734D08A-A1F4-4A4B-9014-440D939A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5" name=""/>
          <p:cNvCxnSpPr>
            <a:stCxn xmlns:a="http://schemas.openxmlformats.org/drawingml/2006/main" id="197" idx="3"/>
            <a:endCxn xmlns:a="http://schemas.openxmlformats.org/drawingml/2006/main" id="198" idx="1"/>
          </p:cNvCxnSpPr>
          <p:nvPr/>
        </p:nvCxnSpPr>
        <p:spPr>
          <a:xfrm xmlns:a="http://schemas.openxmlformats.org/drawingml/2006/main">
            <a:off x="5249228" y="3934302"/>
            <a:ext cx="51615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FA649B60-D36D-483E-A8DE-F2C23F78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A543BA2D-66AF-4609-BF22-4E9850B5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8" name=""/>
          <p:cNvCxnSpPr>
            <a:stCxn xmlns:a="http://schemas.openxmlformats.org/drawingml/2006/main" id="200" idx="0"/>
            <a:endCxn xmlns:a="http://schemas.openxmlformats.org/drawingml/2006/main" id="201" idx="2"/>
          </p:cNvCxnSpPr>
          <p:nvPr/>
        </p:nvCxnSpPr>
        <p:spPr>
          <a:xfrm xmlns:a="http://schemas.openxmlformats.org/drawingml/2006/main" flipV="1">
            <a:off x="10411302" y="3744278"/>
            <a:ext cx="0" cy="1895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1F681541-742F-4E40-9A05-AF753247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BE95366A-3EAC-43A0-AEF6-6504A7C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1" name=""/>
          <p:cNvCxnSpPr>
            <a:stCxn xmlns:a="http://schemas.openxmlformats.org/drawingml/2006/main" id="203" idx="3"/>
            <a:endCxn xmlns:a="http://schemas.openxmlformats.org/drawingml/2006/main" id="204" idx="1"/>
          </p:cNvCxnSpPr>
          <p:nvPr/>
        </p:nvCxnSpPr>
        <p:spPr>
          <a:xfrm xmlns:a="http://schemas.openxmlformats.org/drawingml/2006/main">
            <a:off x="10411778" y="3743802"/>
            <a:ext cx="2181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06" name="提交 Kernel">
            <a:extLst xmlns:a="http://schemas.openxmlformats.org/drawingml/2006/main">
              <a:ext uri="{FF2B5EF4-FFF2-40B4-BE49-F238E27FC236}">
                <a16:creationId xmlns:a16="http://schemas.microsoft.com/office/drawing/2014/main" id="{401956B2-7F7C-42F1-A0DA-E63D9AFB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33825"/>
            <a:ext cx="11049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提交 Kernel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0F772C3-994D-47D5-8D89-42F7ADC6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57650"/>
            <a:ext cx="4705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0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C4B0118-A24D-4D11-A2B2-328ED20F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67175"/>
            <a:ext cx="459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发射后排入“等待设备完成”</a:t>
            </a:r>
          </a:p>
        </p:txBody>
      </p:sp>
      <p:sp>
        <p:nvSpPr>
          <p:cNvPr id="209" name="等待先入队，底部⑧的完成通知到达后才能继续。">
            <a:extLst xmlns:a="http://schemas.openxmlformats.org/drawingml/2006/main">
              <a:ext uri="{FF2B5EF4-FFF2-40B4-BE49-F238E27FC236}">
                <a16:creationId xmlns:a16="http://schemas.microsoft.com/office/drawing/2014/main" id="{873804DF-ED4A-4C82-9DB6-77EE5FA9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81475"/>
            <a:ext cx="45910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等待先入队，底部⑧的完成通知到达后才能继续。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54AE893F-3ACD-4A26-9E80-345C3873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4DA88CC-5219-4DBD-8EAC-6E48E7F7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10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8" name=""/>
          <p:cNvCxnSpPr>
            <a:stCxn xmlns:a="http://schemas.openxmlformats.org/drawingml/2006/main" id="210" idx="2"/>
            <a:endCxn xmlns:a="http://schemas.openxmlformats.org/drawingml/2006/main" id="211" idx="0"/>
          </p:cNvCxnSpPr>
          <p:nvPr/>
        </p:nvCxnSpPr>
        <p:spPr>
          <a:xfrm xmlns:a="http://schemas.openxmlformats.org/drawingml/2006/main">
            <a:off x="11287602" y="427767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A6A1AD0-8D50-4899-B396-7C03AB00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10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21612394-7E27-4D24-95E7-9583FFF5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10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1" name=""/>
          <p:cNvCxnSpPr>
            <a:stCxn xmlns:a="http://schemas.openxmlformats.org/drawingml/2006/main" id="213" idx="1"/>
            <a:endCxn xmlns:a="http://schemas.openxmlformats.org/drawingml/2006/main" id="214" idx="3"/>
          </p:cNvCxnSpPr>
          <p:nvPr/>
        </p:nvCxnSpPr>
        <p:spPr>
          <a:xfrm xmlns:a="http://schemas.openxmlformats.org/drawingml/2006/main" flipH="1">
            <a:off x="2906078" y="4410552"/>
            <a:ext cx="838104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1C7A8703-C406-4E98-9C8D-146A4B2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10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ECFC9EB-8FCC-4009-BE26-14D42139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4" name=""/>
          <p:cNvCxnSpPr>
            <a:stCxn xmlns:a="http://schemas.openxmlformats.org/drawingml/2006/main" id="216" idx="2"/>
            <a:endCxn xmlns:a="http://schemas.openxmlformats.org/drawingml/2006/main" id="217" idx="0"/>
          </p:cNvCxnSpPr>
          <p:nvPr/>
        </p:nvCxnSpPr>
        <p:spPr>
          <a:xfrm xmlns:a="http://schemas.openxmlformats.org/drawingml/2006/main">
            <a:off x="2905602" y="44110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4129DF81-8915-4D17-A7E0-F6C52A47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33875"/>
            <a:ext cx="3095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20" name="执行位置切换：上半区 Host，下半区 AICPU">
            <a:extLst xmlns:a="http://schemas.openxmlformats.org/drawingml/2006/main">
              <a:ext uri="{FF2B5EF4-FFF2-40B4-BE49-F238E27FC236}">
                <a16:creationId xmlns:a16="http://schemas.microsoft.com/office/drawing/2014/main" id="{561D8157-A106-45C3-85AC-776E2959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33875"/>
            <a:ext cx="3038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执行位置切换：上半区 Host，下半区 AICPU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8B3D5B06-4E61-4FAE-8722-43408E24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33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2" name="⑥">
            <a:extLst xmlns:a="http://schemas.openxmlformats.org/drawingml/2006/main">
              <a:ext uri="{FF2B5EF4-FFF2-40B4-BE49-F238E27FC236}">
                <a16:creationId xmlns:a16="http://schemas.microsoft.com/office/drawing/2014/main" id="{C8BBA456-54D2-4DC8-BCB2-396CDA83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624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</a:t>
            </a:r>
          </a:p>
        </p:txBody>
      </p:sp>
      <p:sp>
        <p:nvSpPr>
          <p:cNvPr id="223" name="设备&#10;入口">
            <a:extLst xmlns:a="http://schemas.openxmlformats.org/drawingml/2006/main">
              <a:ext uri="{FF2B5EF4-FFF2-40B4-BE49-F238E27FC236}">
                <a16:creationId xmlns:a16="http://schemas.microsoft.com/office/drawing/2014/main" id="{63464C31-E9CC-44E3-9384-432BCD1B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52975"/>
            <a:ext cx="371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设备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入口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7C6FB51-6592-412C-9498-4985F0D8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2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38EDDB7-18B4-49CE-A501-33B1EDF4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52950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80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设备入口，恢复本次请求</a:t>
            </a:r>
          </a:p>
        </p:txBody>
      </p:sp>
      <p:sp>
        <p:nvSpPr>
          <p:cNvPr id="22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CCA5E5D-673B-46CB-8879-2DEDF093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86300"/>
            <a:ext cx="2143125" cy="10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恢复资源</a:t>
            </a:r>
          </a:p>
        </p:txBody>
      </p:sp>
      <p:sp>
        <p:nvSpPr>
          <p:cNvPr id="22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F63914D9-25C0-4226-9DE3-1337D78A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86300"/>
            <a:ext cx="2105025" cy="10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恢复数量与位移</a:t>
            </a:r>
          </a:p>
        </p:txBody>
      </p:sp>
      <p:sp>
        <p:nvSpPr>
          <p:cNvPr id="22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EEB839E-4783-4D98-9468-44C9D53A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00600"/>
            <a:ext cx="2143125" cy="10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组织任务生成</a:t>
            </a:r>
          </a:p>
        </p:txBody>
      </p:sp>
      <p:sp>
        <p:nvSpPr>
          <p:cNvPr id="22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DDBB16C-9F8C-4E08-BA11-B89EBBED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00600"/>
            <a:ext cx="2105025" cy="10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取得设备执行器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37CDDB16-97BA-4D9A-8458-B1D08A42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33900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3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3D7F7F9-02EF-4B46-BE17-93964C63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52950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保护通信域使用</a:t>
            </a:r>
          </a:p>
        </p:txBody>
      </p:sp>
      <p:sp>
        <p:nvSpPr>
          <p:cNvPr id="23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E53A426-D3FE-4962-B3DD-89EC04C2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70108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开启批量任务提交</a:t>
            </a:r>
          </a:p>
        </p:txBody>
      </p:sp>
      <p:sp>
        <p:nvSpPr>
          <p:cNvPr id="23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6450736-88A0-4301-BA95-7B34AABB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87265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等输入就绪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E45001A-6279-4E9E-8FF5-051FA561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9430E272-9302-4B84-B0EF-0578970E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2" name=""/>
          <p:cNvCxnSpPr>
            <a:stCxn xmlns:a="http://schemas.openxmlformats.org/drawingml/2006/main" id="234" idx="3"/>
            <a:endCxn xmlns:a="http://schemas.openxmlformats.org/drawingml/2006/main" id="235" idx="1"/>
          </p:cNvCxnSpPr>
          <p:nvPr/>
        </p:nvCxnSpPr>
        <p:spPr>
          <a:xfrm xmlns:a="http://schemas.openxmlformats.org/drawingml/2006/main">
            <a:off x="5068253" y="46677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37" name="入队">
            <a:extLst xmlns:a="http://schemas.openxmlformats.org/drawingml/2006/main">
              <a:ext uri="{FF2B5EF4-FFF2-40B4-BE49-F238E27FC236}">
                <a16:creationId xmlns:a16="http://schemas.microsoft.com/office/drawing/2014/main" id="{C0E483C1-B21E-4D7A-8891-B790EFDC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543425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入队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34F41F0-7567-457E-942A-54190839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8D9BF81C-B15F-4E30-8033-21C5D01C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29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6" name=""/>
          <p:cNvCxnSpPr>
            <a:stCxn xmlns:a="http://schemas.openxmlformats.org/drawingml/2006/main" id="238" idx="1"/>
            <a:endCxn xmlns:a="http://schemas.openxmlformats.org/drawingml/2006/main" id="239" idx="3"/>
          </p:cNvCxnSpPr>
          <p:nvPr/>
        </p:nvCxnSpPr>
        <p:spPr>
          <a:xfrm xmlns:a="http://schemas.openxmlformats.org/drawingml/2006/main" flipH="1">
            <a:off x="5344478" y="3829527"/>
            <a:ext cx="1609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dash"/>
          </a:ln>
        </p:spPr>
      </p:cxn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223BE7E5-7949-4626-889C-53967B2B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29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B67E1914-6D78-404D-9816-8B29FF06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9" name=""/>
          <p:cNvCxnSpPr>
            <a:stCxn xmlns:a="http://schemas.openxmlformats.org/drawingml/2006/main" id="241" idx="2"/>
            <a:endCxn xmlns:a="http://schemas.openxmlformats.org/drawingml/2006/main" id="242" idx="0"/>
          </p:cNvCxnSpPr>
          <p:nvPr/>
        </p:nvCxnSpPr>
        <p:spPr>
          <a:xfrm xmlns:a="http://schemas.openxmlformats.org/drawingml/2006/main">
            <a:off x="5344002" y="3830003"/>
            <a:ext cx="0" cy="104679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dash"/>
          </a:ln>
        </p:spPr>
      </p:cxn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1BFDD4DB-3D24-4FFF-9903-00A18B71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71F56AFC-4EFA-43A4-BAB7-1E6CE0D6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2" name=""/>
          <p:cNvCxnSpPr>
            <a:stCxn xmlns:a="http://schemas.openxmlformats.org/drawingml/2006/main" id="244" idx="3"/>
            <a:endCxn xmlns:a="http://schemas.openxmlformats.org/drawingml/2006/main" id="245" idx="1"/>
          </p:cNvCxnSpPr>
          <p:nvPr/>
        </p:nvCxnSpPr>
        <p:spPr>
          <a:xfrm xmlns:a="http://schemas.openxmlformats.org/drawingml/2006/main">
            <a:off x="5344478" y="4877277"/>
            <a:ext cx="160972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7CBD8649-9F77-4705-98C9-5C6DEA19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AB795BA-0FF4-4D44-AF59-43B19D36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5" name=""/>
          <p:cNvCxnSpPr>
            <a:stCxn xmlns:a="http://schemas.openxmlformats.org/drawingml/2006/main" id="247" idx="2"/>
            <a:endCxn xmlns:a="http://schemas.openxmlformats.org/drawingml/2006/main" id="248" idx="0"/>
          </p:cNvCxnSpPr>
          <p:nvPr/>
        </p:nvCxnSpPr>
        <p:spPr>
          <a:xfrm xmlns:a="http://schemas.openxmlformats.org/drawingml/2006/main">
            <a:off x="2905602" y="49349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7DFCF7F-3854-4867-9330-DB25A3BD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409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51" name="⑦">
            <a:extLst xmlns:a="http://schemas.openxmlformats.org/drawingml/2006/main">
              <a:ext uri="{FF2B5EF4-FFF2-40B4-BE49-F238E27FC236}">
                <a16:creationId xmlns:a16="http://schemas.microsoft.com/office/drawing/2014/main" id="{884ABE7D-B787-4B93-B446-4352C437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577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</a:t>
            </a:r>
          </a:p>
        </p:txBody>
      </p:sp>
      <p:sp>
        <p:nvSpPr>
          <p:cNvPr id="252" name="逐块&#10;逐轮&#10;逐对端">
            <a:extLst xmlns:a="http://schemas.openxmlformats.org/drawingml/2006/main">
              <a:ext uri="{FF2B5EF4-FFF2-40B4-BE49-F238E27FC236}">
                <a16:creationId xmlns:a16="http://schemas.microsoft.com/office/drawing/2014/main" id="{64DAF985-FCAF-4058-9976-C61C3ACC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48275"/>
            <a:ext cx="3714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逐块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逐轮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逐对端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075A284-FF6B-4474-BD49-553BB479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4324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54" name="a  执行器分块，Mesh 模板分轮">
            <a:extLst xmlns:a="http://schemas.openxmlformats.org/drawingml/2006/main">
              <a:ext uri="{FF2B5EF4-FFF2-40B4-BE49-F238E27FC236}">
                <a16:creationId xmlns:a16="http://schemas.microsoft.com/office/drawing/2014/main" id="{D0A96668-C422-4632-B345-DB27CCE5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20478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  执行器分块，Mesh 模板分轮</a:t>
            </a:r>
          </a:p>
        </p:txBody>
      </p:sp>
      <p:sp>
        <p:nvSpPr>
          <p:cNvPr id="255" name="b  每轮按 Peer / Channel 展开">
            <a:extLst xmlns:a="http://schemas.openxmlformats.org/drawingml/2006/main">
              <a:ext uri="{FF2B5EF4-FFF2-40B4-BE49-F238E27FC236}">
                <a16:creationId xmlns:a16="http://schemas.microsoft.com/office/drawing/2014/main" id="{9AE868F4-3128-44B1-986F-4C4323F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38725"/>
            <a:ext cx="2066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  每轮按 Peer / Channel 展开</a:t>
            </a:r>
          </a:p>
        </p:txBody>
      </p:sp>
      <p:sp>
        <p:nvSpPr>
          <p:cNvPr id="25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5BB0128-B403-40E3-BFAA-FABC0689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恢复各 Peer 收发信息</a:t>
            </a:r>
          </a:p>
        </p:txBody>
      </p:sp>
      <p:sp>
        <p:nvSpPr>
          <p:cNvPr id="25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2125AD9-5A31-43C0-BAA9-A57A1602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9705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按容量分块</a:t>
            </a:r>
          </a:p>
        </p:txBody>
      </p:sp>
      <p:sp>
        <p:nvSpPr>
          <p:cNvPr id="25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6DA2D16-BF53-4B61-B9CE-8CCAD94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6860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算中转需求</a:t>
            </a:r>
          </a:p>
        </p:txBody>
      </p:sp>
      <p:sp>
        <p:nvSpPr>
          <p:cNvPr id="25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738D460-F2E5-4DDC-A4D2-48B81DAB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4015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处理当前块</a:t>
            </a:r>
          </a:p>
        </p:txBody>
      </p:sp>
      <p:sp>
        <p:nvSpPr>
          <p:cNvPr id="26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AFE0F8F-2DB2-4EA2-8364-D1448271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1170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组织本块通信</a:t>
            </a:r>
          </a:p>
        </p:txBody>
      </p:sp>
      <p:sp>
        <p:nvSpPr>
          <p:cNvPr id="26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FF4E50C-DD30-4BB8-A5F2-AD80C87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8325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算轮次数</a:t>
            </a:r>
          </a:p>
        </p:txBody>
      </p:sp>
      <p:sp>
        <p:nvSpPr>
          <p:cNvPr id="26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C9C65FA-883B-43FE-8FBB-95B72247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5480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选本轮 Peer</a:t>
            </a:r>
          </a:p>
        </p:txBody>
      </p:sp>
      <p:sp>
        <p:nvSpPr>
          <p:cNvPr id="26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17F669A-B7ED-404E-BDBE-C09A9E5E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2635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首轮处理自己分片</a:t>
            </a:r>
          </a:p>
        </p:txBody>
      </p:sp>
      <p:sp>
        <p:nvSpPr>
          <p:cNvPr id="26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23C9183-8260-483B-AB63-4B2D3DE2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162550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Peer 组织</a:t>
            </a:r>
          </a:p>
        </p:txBody>
      </p:sp>
      <p:sp>
        <p:nvSpPr>
          <p:cNvPr id="26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6CF9B1B-F21F-4C9A-B07B-325F4E42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59705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按端口切片</a:t>
            </a:r>
          </a:p>
        </p:txBody>
      </p:sp>
      <p:sp>
        <p:nvSpPr>
          <p:cNvPr id="26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A680B5A-22C7-4E8D-9220-0C4C05F5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356860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Channel 组织</a:t>
            </a:r>
          </a:p>
        </p:txBody>
      </p:sp>
      <p:sp>
        <p:nvSpPr>
          <p:cNvPr id="26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72DB5A65-93F6-4CD2-B9F7-CCAF91AA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54015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 CCL 槽位</a:t>
            </a:r>
          </a:p>
        </p:txBody>
      </p:sp>
      <p:sp>
        <p:nvSpPr>
          <p:cNvPr id="26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B43712F-6E1B-423D-9837-DF5C7D30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551170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算源、目的、字节数</a:t>
            </a:r>
          </a:p>
        </p:txBody>
      </p:sp>
      <p:sp>
        <p:nvSpPr>
          <p:cNvPr id="26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0A69582-008D-47F5-A21E-4F79AFE4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648325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选择收发包装</a:t>
            </a:r>
          </a:p>
        </p:txBody>
      </p:sp>
      <p:sp>
        <p:nvSpPr>
          <p:cNvPr id="27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7E0F43D-3CDD-44A6-A5BC-AB110B4B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745480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A–E</a:t>
            </a:r>
          </a:p>
        </p:txBody>
      </p:sp>
      <p:sp>
        <p:nvSpPr>
          <p:cNvPr id="27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52DA2F3-0561-481D-BA49-E06E3CF7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842635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F 拷出 CCL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784AB76B-03AF-4868-9405-951ABD7C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E5F142D6-92EA-480F-8758-57AF0FDC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0" name=""/>
          <p:cNvCxnSpPr>
            <a:stCxn xmlns:a="http://schemas.openxmlformats.org/drawingml/2006/main" id="272" idx="3"/>
            <a:endCxn xmlns:a="http://schemas.openxmlformats.org/drawingml/2006/main" id="273" idx="1"/>
          </p:cNvCxnSpPr>
          <p:nvPr/>
        </p:nvCxnSpPr>
        <p:spPr>
          <a:xfrm xmlns:a="http://schemas.openxmlformats.org/drawingml/2006/main">
            <a:off x="2810828" y="5096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A35D3726-37BC-4E14-B85A-6F4C4465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29200"/>
            <a:ext cx="4705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7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1447B9E-9316-4F34-B65D-67DBAC57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3872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有从 Thread 时，主通知从开始</a:t>
            </a:r>
          </a:p>
        </p:txBody>
      </p:sp>
      <p:sp>
        <p:nvSpPr>
          <p:cNvPr id="27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2C73B97-F592-4014-A076-89B90638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39690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从等主，继承输入就绪依赖</a:t>
            </a:r>
          </a:p>
        </p:txBody>
      </p:sp>
      <p:sp>
        <p:nvSpPr>
          <p:cNvPr id="27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30B46FD-D7B7-4DC6-A12B-11AE121A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4065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自己的分片直接拷到输出</a:t>
            </a:r>
          </a:p>
        </p:txBody>
      </p:sp>
      <p:sp>
        <p:nvSpPr>
          <p:cNvPr id="27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0DC5306-2656-4547-BA5D-CDF82DD1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41620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  HcommChannelNotifyRecordOnThread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发 ACK，告知本端可接收</a:t>
            </a:r>
          </a:p>
        </p:txBody>
      </p:sp>
      <p:sp>
        <p:nvSpPr>
          <p:cNvPr id="28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6199386-D8D2-4FE4-BAFD-82528A76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4258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  HcommChannelNotifyWaitOnThread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 ACK，确认对端可接收</a:t>
            </a:r>
          </a:p>
        </p:txBody>
      </p:sp>
      <p:sp>
        <p:nvSpPr>
          <p:cNvPr id="28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82B3018-20F5-447C-8D5E-7DD29003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43550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  HcommWriteOnThread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本地输入写入对端 CCL（每个非零分片）</a:t>
            </a:r>
          </a:p>
        </p:txBody>
      </p:sp>
      <p:sp>
        <p:nvSpPr>
          <p:cNvPr id="28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386053B-505F-4895-908F-F933E9E7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4451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  HcommChannelNotifyRecordOnThread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发 DATA_SIGNAL，告知本阶段写完</a:t>
            </a:r>
          </a:p>
        </p:txBody>
      </p:sp>
      <p:sp>
        <p:nvSpPr>
          <p:cNvPr id="28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6CC982F-CD1B-4BE2-9428-697D926F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45480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E  HcommChannelNotifyWaitOnThread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等反向 DATA_SIGNAL</a:t>
            </a:r>
          </a:p>
        </p:txBody>
      </p:sp>
      <p:sp>
        <p:nvSpPr>
          <p:cNvPr id="28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6394793-B68B-42B6-A559-18C523E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84644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  HcommLocalCopyOnThread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本地 CCL 拷入自己的用户输出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9C70CC65-9C8A-4B65-BA67-CA61A9E6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DB02A256-CF96-4C6B-8556-0CA1C6E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56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3" name=""/>
          <p:cNvCxnSpPr>
            <a:stCxn xmlns:a="http://schemas.openxmlformats.org/drawingml/2006/main" id="285" idx="3"/>
            <a:endCxn xmlns:a="http://schemas.openxmlformats.org/drawingml/2006/main" id="286" idx="1"/>
          </p:cNvCxnSpPr>
          <p:nvPr/>
        </p:nvCxnSpPr>
        <p:spPr>
          <a:xfrm xmlns:a="http://schemas.openxmlformats.org/drawingml/2006/main">
            <a:off x="5068253" y="556307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88" name="同步 / 搬运">
            <a:extLst xmlns:a="http://schemas.openxmlformats.org/drawingml/2006/main">
              <a:ext uri="{FF2B5EF4-FFF2-40B4-BE49-F238E27FC236}">
                <a16:creationId xmlns:a16="http://schemas.microsoft.com/office/drawing/2014/main" id="{D389B018-89BA-4D6C-B972-3DD799BC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438775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同步 / 搬运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19714DA-58A4-428F-9678-18C26E74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70C947C-D2F9-4379-A46C-9A659C57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6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7" name=""/>
          <p:cNvCxnSpPr>
            <a:stCxn xmlns:a="http://schemas.openxmlformats.org/drawingml/2006/main" id="289" idx="1"/>
            <a:endCxn xmlns:a="http://schemas.openxmlformats.org/drawingml/2006/main" id="290" idx="3"/>
          </p:cNvCxnSpPr>
          <p:nvPr/>
        </p:nvCxnSpPr>
        <p:spPr>
          <a:xfrm xmlns:a="http://schemas.openxmlformats.org/drawingml/2006/main" flipH="1">
            <a:off x="696278" y="5867877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45B5C"/>
            </a:solidFill>
            <a:prstDash val="solid"/>
          </a:ln>
        </p:spPr>
      </p:cxn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33F684E-37B9-484C-9E30-B329B550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6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1C73D67-BAEA-4447-A5A0-5E36AE42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0" name=""/>
          <p:cNvCxnSpPr>
            <a:stCxn xmlns:a="http://schemas.openxmlformats.org/drawingml/2006/main" id="292" idx="0"/>
            <a:endCxn xmlns:a="http://schemas.openxmlformats.org/drawingml/2006/main" id="293" idx="2"/>
          </p:cNvCxnSpPr>
          <p:nvPr/>
        </p:nvCxnSpPr>
        <p:spPr>
          <a:xfrm xmlns:a="http://schemas.openxmlformats.org/drawingml/2006/main" flipV="1">
            <a:off x="695802" y="5153978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45B5C"/>
            </a:solidFill>
            <a:prstDash val="solid"/>
          </a:ln>
        </p:spPr>
      </p:cxn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7DB88025-A501-4581-8B22-38A4DFE0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F9E170A-6828-409A-8099-60385F8C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3" name=""/>
          <p:cNvCxnSpPr>
            <a:stCxn xmlns:a="http://schemas.openxmlformats.org/drawingml/2006/main" id="295" idx="3"/>
            <a:endCxn xmlns:a="http://schemas.openxmlformats.org/drawingml/2006/main" id="296" idx="1"/>
          </p:cNvCxnSpPr>
          <p:nvPr/>
        </p:nvCxnSpPr>
        <p:spPr>
          <a:xfrm xmlns:a="http://schemas.openxmlformats.org/drawingml/2006/main">
            <a:off x="696278" y="5153502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45B5C"/>
            </a:solidFill>
            <a:prstDash val="solid"/>
            <a:tailEnd type="triangle" w="sm" len="sm"/>
          </a:ln>
        </p:spPr>
      </p:cxn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8E566A70-918A-4FCC-B5BB-DB72FD80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96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9AB44055-95E9-4589-ACB9-12601B9E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6" name=""/>
          <p:cNvCxnSpPr>
            <a:stCxn xmlns:a="http://schemas.openxmlformats.org/drawingml/2006/main" id="298" idx="2"/>
            <a:endCxn xmlns:a="http://schemas.openxmlformats.org/drawingml/2006/main" id="299" idx="0"/>
          </p:cNvCxnSpPr>
          <p:nvPr/>
        </p:nvCxnSpPr>
        <p:spPr>
          <a:xfrm xmlns:a="http://schemas.openxmlformats.org/drawingml/2006/main">
            <a:off x="2905602" y="59636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ABD5B0C4-9403-4B50-943D-4BCE8429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048375"/>
            <a:ext cx="4095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2" name="⑧">
            <a:extLst xmlns:a="http://schemas.openxmlformats.org/drawingml/2006/main">
              <a:ext uri="{FF2B5EF4-FFF2-40B4-BE49-F238E27FC236}">
                <a16:creationId xmlns:a16="http://schemas.microsoft.com/office/drawing/2014/main" id="{C572E682-29A7-4B1F-89E6-D2CC14A3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07695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</a:t>
            </a:r>
          </a:p>
        </p:txBody>
      </p:sp>
      <p:sp>
        <p:nvSpPr>
          <p:cNvPr id="303" name="汇合&#10;完成">
            <a:extLst xmlns:a="http://schemas.openxmlformats.org/drawingml/2006/main">
              <a:ext uri="{FF2B5EF4-FFF2-40B4-BE49-F238E27FC236}">
                <a16:creationId xmlns:a16="http://schemas.microsoft.com/office/drawing/2014/main" id="{68AE3AC6-D734-40DD-A273-BE1A9DD6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267450"/>
            <a:ext cx="371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汇合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465A6D0C-FB6A-452F-8EEE-1597FF42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4324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30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77D8AC09-FB75-45C2-A389-8AD69FD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067425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本块主 Thread 等齐从 Thread</a:t>
            </a:r>
          </a:p>
        </p:txBody>
      </p:sp>
      <p:sp>
        <p:nvSpPr>
          <p:cNvPr id="30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5FE53F2-06CD-4AA6-B951-2C27422B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200775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还有块则回⑦，全部编排完返回 Kernel</a:t>
            </a:r>
          </a:p>
        </p:txBody>
      </p:sp>
      <p:sp>
        <p:nvSpPr>
          <p:cNvPr id="307" name="完成依赖满足后，用户流后续任务才可使用 recvBuf。">
            <a:extLst xmlns:a="http://schemas.openxmlformats.org/drawingml/2006/main">
              <a:ext uri="{FF2B5EF4-FFF2-40B4-BE49-F238E27FC236}">
                <a16:creationId xmlns:a16="http://schemas.microsoft.com/office/drawing/2014/main" id="{3A4900E7-01C6-4D25-9F00-4241FC9C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353175"/>
            <a:ext cx="422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完成依赖满足后，用户流后续任务才可使用 recvBuf。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167179C-A681-435E-B061-D7DAEB5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048375"/>
            <a:ext cx="470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30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F0E3D9E4-9248-459D-B2E9-41B0EF4A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48375"/>
            <a:ext cx="4591050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排入汇合等待</a:t>
            </a:r>
          </a:p>
        </p:txBody>
      </p:sp>
      <p:sp>
        <p:nvSpPr>
          <p:cNvPr id="31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3DAA818-57EE-4B40-B82E-3544DC6F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136005"/>
            <a:ext cx="4591050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 Thread 通知主 Thread</a:t>
            </a:r>
          </a:p>
        </p:txBody>
      </p:sp>
      <p:sp>
        <p:nvSpPr>
          <p:cNvPr id="31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C86538D-929D-4018-929A-EBED179A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223635"/>
            <a:ext cx="4591050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全部块之后，主通知用户流完成</a:t>
            </a:r>
          </a:p>
        </p:txBody>
      </p:sp>
      <p:sp>
        <p:nvSpPr>
          <p:cNvPr id="31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B7A8DD6-B190-4CEC-83FA-5A75A0AE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311265"/>
            <a:ext cx="4591050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结束批模式，提交剩余任务</a:t>
            </a:r>
          </a:p>
        </p:txBody>
      </p:sp>
      <p:sp>
        <p:nvSpPr>
          <p:cNvPr id="31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A51B921-E0FE-4CB0-9D2D-3FEF8BD6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00800"/>
            <a:ext cx="4591050" cy="87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退出本次使用保护，不销毁通信域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54AE4457-EA5D-482A-913A-05C7462A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16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558D9B1-894A-49CF-A55D-32F3D839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6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2" name=""/>
          <p:cNvCxnSpPr>
            <a:stCxn xmlns:a="http://schemas.openxmlformats.org/drawingml/2006/main" id="314" idx="3"/>
            <a:endCxn xmlns:a="http://schemas.openxmlformats.org/drawingml/2006/main" id="315" idx="1"/>
          </p:cNvCxnSpPr>
          <p:nvPr/>
        </p:nvCxnSpPr>
        <p:spPr>
          <a:xfrm xmlns:a="http://schemas.openxmlformats.org/drawingml/2006/main">
            <a:off x="5068253" y="616315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17" name="汇合">
            <a:extLst xmlns:a="http://schemas.openxmlformats.org/drawingml/2006/main">
              <a:ext uri="{FF2B5EF4-FFF2-40B4-BE49-F238E27FC236}">
                <a16:creationId xmlns:a16="http://schemas.microsoft.com/office/drawing/2014/main" id="{D20985DA-C318-4023-A148-444E4867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038850"/>
            <a:ext cx="4572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汇合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53EEB7C8-FBF9-4313-A3DD-E5796B09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7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F74F39DC-05E6-4ABF-B0DD-E16BD7C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27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6" name=""/>
          <p:cNvCxnSpPr>
            <a:stCxn xmlns:a="http://schemas.openxmlformats.org/drawingml/2006/main" id="318" idx="3"/>
            <a:endCxn xmlns:a="http://schemas.openxmlformats.org/drawingml/2006/main" id="319" idx="1"/>
          </p:cNvCxnSpPr>
          <p:nvPr/>
        </p:nvCxnSpPr>
        <p:spPr>
          <a:xfrm xmlns:a="http://schemas.openxmlformats.org/drawingml/2006/main">
            <a:off x="10211753" y="6277452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31C25"/>
            </a:solidFill>
            <a:prstDash val="dash"/>
          </a:ln>
        </p:spPr>
      </p:cxn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4A16CFB2-67E4-4040-B682-9A1D9417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27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4F45FB9-CB15-4FAF-AC55-6F88C903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9" name=""/>
          <p:cNvCxnSpPr>
            <a:stCxn xmlns:a="http://schemas.openxmlformats.org/drawingml/2006/main" id="321" idx="0"/>
            <a:endCxn xmlns:a="http://schemas.openxmlformats.org/drawingml/2006/main" id="322" idx="2"/>
          </p:cNvCxnSpPr>
          <p:nvPr/>
        </p:nvCxnSpPr>
        <p:spPr>
          <a:xfrm xmlns:a="http://schemas.openxmlformats.org/drawingml/2006/main" flipV="1">
            <a:off x="10392252" y="4182428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31C25"/>
            </a:solidFill>
            <a:prstDash val="dash"/>
          </a:ln>
        </p:spPr>
      </p:cxn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223CE45-4CF7-482B-A1A4-2D193A60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44F6AF6-46F6-4114-BCF4-BD01A07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2" name=""/>
          <p:cNvCxnSpPr>
            <a:stCxn xmlns:a="http://schemas.openxmlformats.org/drawingml/2006/main" id="324" idx="1"/>
            <a:endCxn xmlns:a="http://schemas.openxmlformats.org/drawingml/2006/main" id="325" idx="3"/>
          </p:cNvCxnSpPr>
          <p:nvPr/>
        </p:nvCxnSpPr>
        <p:spPr>
          <a:xfrm xmlns:a="http://schemas.openxmlformats.org/drawingml/2006/main" flipH="1">
            <a:off x="10211753" y="4181952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327" name="完成通知&#10;解除⑤等待">
            <a:extLst xmlns:a="http://schemas.openxmlformats.org/drawingml/2006/main">
              <a:ext uri="{FF2B5EF4-FFF2-40B4-BE49-F238E27FC236}">
                <a16:creationId xmlns:a16="http://schemas.microsoft.com/office/drawing/2014/main" id="{5D877859-1F1F-4A91-9948-4F1D4C45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286375"/>
            <a:ext cx="1209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解除⑤等待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CE85917-E5F8-4FFF-94FC-8A70EF62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45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49AA576-7083-4B50-88AA-43D22286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5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6" name=""/>
          <p:cNvCxnSpPr>
            <a:stCxn xmlns:a="http://schemas.openxmlformats.org/drawingml/2006/main" id="328" idx="1"/>
            <a:endCxn xmlns:a="http://schemas.openxmlformats.org/drawingml/2006/main" id="329" idx="3"/>
          </p:cNvCxnSpPr>
          <p:nvPr/>
        </p:nvCxnSpPr>
        <p:spPr>
          <a:xfrm xmlns:a="http://schemas.openxmlformats.org/drawingml/2006/main" flipH="1">
            <a:off x="10440353" y="54583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931C25"/>
            </a:solidFill>
            <a:prstDash val="dash"/>
          </a:ln>
        </p:spPr>
      </p:cxnSp>
      <p:sp>
        <p:nvSpPr>
          <p:cNvPr id="331" name="入队顺序 ≠&#10;所有硬件全局串行">
            <a:extLst xmlns:a="http://schemas.openxmlformats.org/drawingml/2006/main">
              <a:ext uri="{FF2B5EF4-FFF2-40B4-BE49-F238E27FC236}">
                <a16:creationId xmlns:a16="http://schemas.microsoft.com/office/drawing/2014/main" id="{8B4F73E8-60EA-4FD9-80EF-7EFA0BE5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762625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入队顺序 ≠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所有硬件全局串行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9925B4A-9B44-473D-9DA4-B37647E9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58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0DE4C061-6BF0-41A7-B0A4-5DFEACF9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58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0" name=""/>
          <p:cNvCxnSpPr>
            <a:stCxn xmlns:a="http://schemas.openxmlformats.org/drawingml/2006/main" id="332" idx="3"/>
            <a:endCxn xmlns:a="http://schemas.openxmlformats.org/drawingml/2006/main" id="333" idx="1"/>
          </p:cNvCxnSpPr>
          <p:nvPr/>
        </p:nvCxnSpPr>
        <p:spPr>
          <a:xfrm xmlns:a="http://schemas.openxmlformats.org/drawingml/2006/main">
            <a:off x="191453" y="6582252"/>
            <a:ext cx="118100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C908B"/>
            </a:solidFill>
            <a:prstDash val="solid"/>
          </a:ln>
        </p:spPr>
      </p:cxnSp>
      <p:sp>
        <p:nvSpPr>
          <p:cNvPr id="335" name="例：4 Rank，每对 2 个 FP32；Rank 0 发 [2,3] 给 Rank 1，接回 [10,11]。最终输出 [0,1,10,11,20,21,30,31]。">
            <a:extLst xmlns:a="http://schemas.openxmlformats.org/drawingml/2006/main">
              <a:ext uri="{FF2B5EF4-FFF2-40B4-BE49-F238E27FC236}">
                <a16:creationId xmlns:a16="http://schemas.microsoft.com/office/drawing/2014/main" id="{78275AE4-3B77-4680-AF58-E56AC082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19875"/>
            <a:ext cx="8896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例：4 Rank，每对 2 个 FP32；Rank 0 发 [2,3] 给 Rank 1，接回 [10,11]。最终输出 [0,1,10,11,20,21,30,31]。</a:t>
            </a:r>
          </a:p>
        </p:txBody>
      </p:sp>
      <p:sp>
        <p:nvSpPr>
          <p:cNvPr id="336" name="源码静态分析，非上板实测；分支与证据见备注">
            <a:extLst xmlns:a="http://schemas.openxmlformats.org/drawingml/2006/main">
              <a:ext uri="{FF2B5EF4-FFF2-40B4-BE49-F238E27FC236}">
                <a16:creationId xmlns:a16="http://schemas.microsoft.com/office/drawing/2014/main" id="{0D296C83-03BB-4555-AF0C-254BE426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6619875"/>
            <a:ext cx="28860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源码静态分析，非上板实测；分支与证据见备注</a:t>
            </a:r>
          </a:p>
        </p:txBody>
      </p:sp>
    </p:spTree>
    <p:extLst>
      <p:ext uri="{BB962C8B-B14F-4D97-AF65-F5344CB8AC3E}">
        <p14:creationId xmlns:p14="http://schemas.microsoft.com/office/powerpoint/2010/main" val="1222393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2026-09-27T12:46:55.6230000Z</dcterms:created>
  <dcterms:modified xsi:type="dcterms:W3CDTF">2026-09-27T12:46:55.6230000Z</dcterms:modified>
</coreProperties>
</file>