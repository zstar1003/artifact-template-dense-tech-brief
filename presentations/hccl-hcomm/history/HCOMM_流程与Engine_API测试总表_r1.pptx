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03662237834684" /><Relationship Type="http://schemas.openxmlformats.org/officeDocument/2006/relationships/extended-properties" Target="/docProps/app.xml" Id="R7ecb79ed69b54016" /><Relationship Type="http://schemas.openxmlformats.org/officeDocument/2006/relationships/officeDocument" Target="/ppt/presentation.xml" Id="R4baf1b8011bb48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efd0cdf91c4608"/>
  </p:sldMasterIdLst>
  <p:notesMasterIdLst>
    <p:notesMasterId xmlns:r="http://schemas.openxmlformats.org/officeDocument/2006/relationships" r:id="R37f3b6a3c5f84441"/>
  </p:notesMasterIdLst>
  <p:sldIdLst>
    <p:sldId xmlns:r="http://schemas.openxmlformats.org/officeDocument/2006/relationships" id="256" r:id="R5999996be4e648cb"/>
    <p:sldId xmlns:r="http://schemas.openxmlformats.org/officeDocument/2006/relationships" id="257" r:id="R8bc847046171408b"/>
    <p:sldId xmlns:r="http://schemas.openxmlformats.org/officeDocument/2006/relationships" id="258" r:id="R49ae25c1468b46e6"/>
    <p:sldId xmlns:r="http://schemas.openxmlformats.org/officeDocument/2006/relationships" id="259" r:id="Rf75a8644f44f4b19"/>
    <p:sldId xmlns:r="http://schemas.openxmlformats.org/officeDocument/2006/relationships" id="260" r:id="R7d6173c22c6d4857"/>
    <p:sldId xmlns:r="http://schemas.openxmlformats.org/officeDocument/2006/relationships" id="261" r:id="Ref589d8da66a48ee"/>
    <p:sldId xmlns:r="http://schemas.openxmlformats.org/officeDocument/2006/relationships" id="262" r:id="Raf4f66acff434039"/>
    <p:sldId xmlns:r="http://schemas.openxmlformats.org/officeDocument/2006/relationships" id="263" r:id="R18883758f21c4b1b"/>
    <p:sldId xmlns:r="http://schemas.openxmlformats.org/officeDocument/2006/relationships" id="264" r:id="Rf7995febe2b74391"/>
    <p:sldId xmlns:r="http://schemas.openxmlformats.org/officeDocument/2006/relationships" id="265" r:id="R1c62ce65b68942f7"/>
    <p:sldId xmlns:r="http://schemas.openxmlformats.org/officeDocument/2006/relationships" id="266" r:id="R43e270c7a5604772"/>
    <p:sldId xmlns:r="http://schemas.openxmlformats.org/officeDocument/2006/relationships" id="267" r:id="R35ad6ecb71164187"/>
    <p:sldId xmlns:r="http://schemas.openxmlformats.org/officeDocument/2006/relationships" id="268" r:id="Raa5ac8193fb148bf"/>
    <p:sldId xmlns:r="http://schemas.openxmlformats.org/officeDocument/2006/relationships" id="269" r:id="Re7f892fd60af414b"/>
    <p:sldId xmlns:r="http://schemas.openxmlformats.org/officeDocument/2006/relationships" id="270" r:id="R43f15a236b8b4118"/>
    <p:sldId xmlns:r="http://schemas.openxmlformats.org/officeDocument/2006/relationships" id="271" r:id="R90eecd3652104952"/>
    <p:sldId xmlns:r="http://schemas.openxmlformats.org/officeDocument/2006/relationships" id="272" r:id="Rae82a7700c5848e2"/>
    <p:sldId xmlns:r="http://schemas.openxmlformats.org/officeDocument/2006/relationships" id="273" r:id="Rf2ed993bae9149e6"/>
    <p:sldId xmlns:r="http://schemas.openxmlformats.org/officeDocument/2006/relationships" id="274" r:id="Rbf4723eca66b4a35"/>
    <p:sldId xmlns:r="http://schemas.openxmlformats.org/officeDocument/2006/relationships" id="275" r:id="R598cad50c4bd402d"/>
    <p:sldId xmlns:r="http://schemas.openxmlformats.org/officeDocument/2006/relationships" id="276" r:id="Rb7f889e39c0e40b6"/>
    <p:sldId xmlns:r="http://schemas.openxmlformats.org/officeDocument/2006/relationships" id="277" r:id="Rc470d0e1caab4b84"/>
    <p:sldId xmlns:r="http://schemas.openxmlformats.org/officeDocument/2006/relationships" id="278" r:id="R990a972de1b142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21897cca424947" /><Relationship Type="http://schemas.openxmlformats.org/officeDocument/2006/relationships/slideMaster" Target="/ppt/slideMasters/slideMaster1.xml" Id="R27efd0cdf91c4608" /><Relationship Type="http://schemas.openxmlformats.org/officeDocument/2006/relationships/notesMaster" Target="/ppt/notesMasters/notesMaster1.xml" Id="R37f3b6a3c5f84441" /><Relationship Type="http://schemas.openxmlformats.org/officeDocument/2006/relationships/presProps" Target="/ppt/presProps.xml" Id="R3be3bf0d61e94988" /><Relationship Type="http://schemas.openxmlformats.org/officeDocument/2006/relationships/tableStyles" Target="/ppt/tableStyles.xml" Id="Rfd5649a1d3544f19" /><Relationship Type="http://schemas.openxmlformats.org/officeDocument/2006/relationships/slide" Target="/ppt/slides/slide1.xml" Id="R5999996be4e648cb" /><Relationship Type="http://schemas.openxmlformats.org/officeDocument/2006/relationships/slide" Target="/ppt/slides/slide2.xml" Id="R8bc847046171408b" /><Relationship Type="http://schemas.openxmlformats.org/officeDocument/2006/relationships/slide" Target="/ppt/slides/slide3.xml" Id="R49ae25c1468b46e6" /><Relationship Type="http://schemas.openxmlformats.org/officeDocument/2006/relationships/slide" Target="/ppt/slides/slide4.xml" Id="Rf75a8644f44f4b19" /><Relationship Type="http://schemas.openxmlformats.org/officeDocument/2006/relationships/slide" Target="/ppt/slides/slide5.xml" Id="R7d6173c22c6d4857" /><Relationship Type="http://schemas.openxmlformats.org/officeDocument/2006/relationships/slide" Target="/ppt/slides/slide6.xml" Id="Ref589d8da66a48ee" /><Relationship Type="http://schemas.openxmlformats.org/officeDocument/2006/relationships/slide" Target="/ppt/slides/slide7.xml" Id="Raf4f66acff434039" /><Relationship Type="http://schemas.openxmlformats.org/officeDocument/2006/relationships/slide" Target="/ppt/slides/slide8.xml" Id="R18883758f21c4b1b" /><Relationship Type="http://schemas.openxmlformats.org/officeDocument/2006/relationships/slide" Target="/ppt/slides/slide9.xml" Id="Rf7995febe2b74391" /><Relationship Type="http://schemas.openxmlformats.org/officeDocument/2006/relationships/slide" Target="/ppt/slides/slide10.xml" Id="R1c62ce65b68942f7" /><Relationship Type="http://schemas.openxmlformats.org/officeDocument/2006/relationships/slide" Target="/ppt/slides/slide11.xml" Id="R43e270c7a5604772" /><Relationship Type="http://schemas.openxmlformats.org/officeDocument/2006/relationships/slide" Target="/ppt/slides/slide12.xml" Id="R35ad6ecb71164187" /><Relationship Type="http://schemas.openxmlformats.org/officeDocument/2006/relationships/slide" Target="/ppt/slides/slide13.xml" Id="Raa5ac8193fb148bf" /><Relationship Type="http://schemas.openxmlformats.org/officeDocument/2006/relationships/slide" Target="/ppt/slides/slide14.xml" Id="Re7f892fd60af414b" /><Relationship Type="http://schemas.openxmlformats.org/officeDocument/2006/relationships/slide" Target="/ppt/slides/slide15.xml" Id="R43f15a236b8b4118" /><Relationship Type="http://schemas.openxmlformats.org/officeDocument/2006/relationships/slide" Target="/ppt/slides/slide16.xml" Id="R90eecd3652104952" /><Relationship Type="http://schemas.openxmlformats.org/officeDocument/2006/relationships/slide" Target="/ppt/slides/slide17.xml" Id="Rae82a7700c5848e2" /><Relationship Type="http://schemas.openxmlformats.org/officeDocument/2006/relationships/slide" Target="/ppt/slides/slide18.xml" Id="Rf2ed993bae9149e6" /><Relationship Type="http://schemas.openxmlformats.org/officeDocument/2006/relationships/slide" Target="/ppt/slides/slide19.xml" Id="Rbf4723eca66b4a35" /><Relationship Type="http://schemas.openxmlformats.org/officeDocument/2006/relationships/slide" Target="/ppt/slides/slide20.xml" Id="R598cad50c4bd402d" /><Relationship Type="http://schemas.openxmlformats.org/officeDocument/2006/relationships/slide" Target="/ppt/slides/slide21.xml" Id="Rb7f889e39c0e40b6" /><Relationship Type="http://schemas.openxmlformats.org/officeDocument/2006/relationships/slide" Target="/ppt/slides/slide22.xml" Id="Rc470d0e1caab4b84" /><Relationship Type="http://schemas.openxmlformats.org/officeDocument/2006/relationships/slide" Target="/ppt/slides/slide23.xml" Id="R990a972de1b142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9b66cf483141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1370dd14cb4172" /><Relationship Type="http://schemas.openxmlformats.org/officeDocument/2006/relationships/notesMaster" Target="/ppt/notesMasters/notesMaster1.xml" Id="R2ecf7fdbc42548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07b1b15f6241d8" /><Relationship Type="http://schemas.openxmlformats.org/officeDocument/2006/relationships/notesMaster" Target="/ppt/notesMasters/notesMaster1.xml" Id="R9221b5504fb146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c3c55fdc2842c9" /><Relationship Type="http://schemas.openxmlformats.org/officeDocument/2006/relationships/notesMaster" Target="/ppt/notesMasters/notesMaster1.xml" Id="R54b3ff81c23541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48709ba3e54807" /><Relationship Type="http://schemas.openxmlformats.org/officeDocument/2006/relationships/notesMaster" Target="/ppt/notesMasters/notesMaster1.xml" Id="Rda1c3cca881044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317fab237d4df5" /><Relationship Type="http://schemas.openxmlformats.org/officeDocument/2006/relationships/notesMaster" Target="/ppt/notesMasters/notesMaster1.xml" Id="Rad89ee5a1e4a4a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83ef067f67482b" /><Relationship Type="http://schemas.openxmlformats.org/officeDocument/2006/relationships/notesMaster" Target="/ppt/notesMasters/notesMaster1.xml" Id="R3fbccc8eae5946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14fa17acce4747" /><Relationship Type="http://schemas.openxmlformats.org/officeDocument/2006/relationships/notesMaster" Target="/ppt/notesMasters/notesMaster1.xml" Id="R3a26d492ad044b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c85f59a9c24c7a" /><Relationship Type="http://schemas.openxmlformats.org/officeDocument/2006/relationships/notesMaster" Target="/ppt/notesMasters/notesMaster1.xml" Id="R650d62ffe9c643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2fe28cbfd34fea" /><Relationship Type="http://schemas.openxmlformats.org/officeDocument/2006/relationships/notesMaster" Target="/ppt/notesMasters/notesMaster1.xml" Id="Rfa004d12292b4d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05991db1b34929" /><Relationship Type="http://schemas.openxmlformats.org/officeDocument/2006/relationships/notesMaster" Target="/ppt/notesMasters/notesMaster1.xml" Id="R7a4c450ebaf748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09b24595044bcb" /><Relationship Type="http://schemas.openxmlformats.org/officeDocument/2006/relationships/notesMaster" Target="/ppt/notesMasters/notesMaster1.xml" Id="R76510d6eab384a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e8daffc7144f8f" /><Relationship Type="http://schemas.openxmlformats.org/officeDocument/2006/relationships/notesMaster" Target="/ppt/notesMasters/notesMaster1.xml" Id="Rd6584035f78044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daa16ad9bb44df" /><Relationship Type="http://schemas.openxmlformats.org/officeDocument/2006/relationships/notesMaster" Target="/ppt/notesMasters/notesMaster1.xml" Id="R503866b432b748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aa3988d339401c" /><Relationship Type="http://schemas.openxmlformats.org/officeDocument/2006/relationships/notesMaster" Target="/ppt/notesMasters/notesMaster1.xml" Id="Rf9927f6faf7f41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2d7902f9ba474a" /><Relationship Type="http://schemas.openxmlformats.org/officeDocument/2006/relationships/notesMaster" Target="/ppt/notesMasters/notesMaster1.xml" Id="Rde830d20cec444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fa196a463245e8" /><Relationship Type="http://schemas.openxmlformats.org/officeDocument/2006/relationships/notesMaster" Target="/ppt/notesMasters/notesMaster1.xml" Id="Rec27d5b6f7aa49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fcbf31f10b4f07" /><Relationship Type="http://schemas.openxmlformats.org/officeDocument/2006/relationships/notesMaster" Target="/ppt/notesMasters/notesMaster1.xml" Id="R5643548144fa4a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695591fa9a4fa3" /><Relationship Type="http://schemas.openxmlformats.org/officeDocument/2006/relationships/notesMaster" Target="/ppt/notesMasters/notesMaster1.xml" Id="R3629c450105f435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b7d7f67a0c462c" /><Relationship Type="http://schemas.openxmlformats.org/officeDocument/2006/relationships/notesMaster" Target="/ppt/notesMasters/notesMaster1.xml" Id="R838ad5f3bf3a43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f8b4f176b614ed1" /><Relationship Type="http://schemas.openxmlformats.org/officeDocument/2006/relationships/notesMaster" Target="/ppt/notesMasters/notesMaster1.xml" Id="R41a10e38a5d049d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9db39fabf344d1" /><Relationship Type="http://schemas.openxmlformats.org/officeDocument/2006/relationships/notesMaster" Target="/ppt/notesMasters/notesMaster1.xml" Id="R4d730ad555ab4d3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35bf1139d1042b0" /><Relationship Type="http://schemas.openxmlformats.org/officeDocument/2006/relationships/notesMaster" Target="/ppt/notesMasters/notesMaster1.xml" Id="Rdb94f5ca5bf444a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b732b0db0c84eea" /><Relationship Type="http://schemas.openxmlformats.org/officeDocument/2006/relationships/notesMaster" Target="/ppt/notesMasters/notesMaster1.xml" Id="Rf0657dd2601a49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总览不表示相邻名称都直接调用。HcclGetAlgRes内含规划/缓存/申请包装。Thread和Channel资源是类别概览，并非三接口同时执行。Host输入Record和完成Wait在P8展开。最终完成通知在全部块编排与主从汇合依赖之后。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 /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hcomm/include/hccl/hccl_rank_graph.h; hccl/src/ops/op_common/topo_info/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两种Thread接口按动态能力选择，不是获取失败后无条件重试。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Wait由兼容包装选择默认或显式超时接口。图写基础名概括Host完成等待，具体定义见备注。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同步接口集合是PreSync内部展开，不表示等待RankSet处理后才下发。首轮LocalCopy在组织远端Peer交换前发生。轮次/Peer/Channel/slice各层均可能重复。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对端只画了本端Wait所需的ACK和DATA_SIGNAL，未展开完整对端算法副本。HcommChannelNotify的换行仅用于版面，拼接后为完整API。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顶图选择R0发往R1的方向，因此R1最终输出位置是recvBuf[0]。P11选择R0接收R1的方向，目的为R0 recvBuf[2]。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放大原第6页建链步骤。HcclChannelAcquire通过HCOMM域资源管理进入MyRank::CreateChannels，先BatchCreateSockets，再BatchCreateChannels，再BatchConnectChannels。EndpointMgr按需创建端点，PrepareMemHandles注册或复用CCL。EndpointPair仅在槽位缺失时调用HcommCollectiveChannelCreate。BatchConnectChannels调用内部ChannelProcess::ChannelGetStatus，具体UB_RTP Channel的GetStatus推进ProcessUbRtpState与ProcessUbRtpDataState。SendDataSize/RecvDataSize处理交换长度，SendExchangeData/RecvExchangeData处理描述，RecvDataProcess解析远端内存、通知与连接。是否先接收由isRecvFirst_决定，不能将两端画为完全相同的同步顺序。NotifyVecPack、BufferVecPack、ConnVecPack是内部序列化辅助，不是独立导出API。BatchExchangeAndCheckConsistency处理算子参数一致性，是另一类信息交换。普通算子链路不要求显式调用HcommMemExport/HcommMemImport，不能将导出接口的存在当作本次调用证据。基线范围已创建comm，因此comm创建/销毁不属于每次算子下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hcomm/src/coll_communicator_mgr/resource_mgr/local/my_rank/my_rank.cc:238-252,675-835,1045-1104,1228-1343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hcomm/src/coll_communicator_mgr/resource_mgr/local/my_rank/endpoints/endpoint_mgr.cc:73-113,138-162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hccl/src/common/inconsistent_check.cc:18-90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hccl/src/ops/op_common/op_common.cc:1426-1499,2080-2083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hcomm/src/coll_communicator_mgr/resource_mgr/local/my_rank/my_rank.cc:582-605,1295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HcclGetCommName [通信域资源]</a:t>
            </a:r>
          </a:p>
          <a:p xmlns:a="http://schemas.openxmlformats.org/drawingml/2006/main">
            <a:r>
              <a:t>作用：取得通信域名称，用于 tag、设备入口与执行保护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调用条件：通信域已创建；入口使用域名称</a:t>
            </a:r>
          </a:p>
          <a:p xmlns:a="http://schemas.openxmlformats.org/drawingml/2006/main">
            <a:r>
              <a:t>测试点：核对 comm 与域名称、tag 的对应关系</a:t>
            </a:r>
          </a:p>
          <a:p xmlns:a="http://schemas.openxmlformats.org/drawingml/2006/main">
            <a:r>
              <a:t>源码依据：hccl/src/ops/all_to_all_v/all_to_all_v.cc:23-76,641-850；hccl/src/ops/all_gather/all_gather.cc:23-49,98-126,153-233；hccl/src/ops/all_reduce/all_reduce.cc:24-52,107-159,190-255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HcclConfigGetInfo [通信域资源]</a:t>
            </a:r>
          </a:p>
          <a:p xmlns:a="http://schemas.openxmlformats.org/drawingml/2006/main">
            <a:r>
              <a:t>作用：读取展开模式等域配置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调用条件：接口版本支持时读取配置</a:t>
            </a:r>
          </a:p>
          <a:p xmlns:a="http://schemas.openxmlformats.org/drawingml/2006/main">
            <a:r>
              <a:t>测试点：记录配置与最终选中的 Engine</a:t>
            </a:r>
          </a:p>
          <a:p xmlns:a="http://schemas.openxmlformats.org/drawingml/2006/main">
            <a:r>
              <a:t>源码依据：hccl/src/ops/op_common/op_common.cc:3418-3565；hccl/src/ops/op_common/op_common.cc:159-218,780-938,1287-1564,1670-1896,2143-2294,2980-3120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HcclCommGetStatus [通信域资源]</a:t>
            </a:r>
          </a:p>
          <a:p xmlns:a="http://schemas.openxmlformats.org/drawingml/2006/main">
            <a:r>
              <a:t>作用：检查通信域是否允许继续执行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调用条件：状态查询能力支持时检查</a:t>
            </a:r>
          </a:p>
          <a:p xmlns:a="http://schemas.openxmlformats.org/drawingml/2006/main">
            <a:r>
              <a:t>测试点：READY 放行；暂停等状态按约定处理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all_to_all_v/all_to_all_v.cc:23-76,641-850；hccl/src/ops/all_gather/all_gather.cc:23-49,98-126,153-233；hccl/src/ops/all_reduce/all_reduce.cc:24-52,107-159,190-255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HcclEngineCtxGet [通信域资源]</a:t>
            </a:r>
          </a:p>
          <a:p xmlns:a="http://schemas.openxmlformats.org/drawingml/2006/main">
            <a:r>
              <a:t>作用：查拓扑、算法资源、主/展开 Thread 上下文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调用条件：查询拓扑或算法资源上下文</a:t>
            </a:r>
          </a:p>
          <a:p xmlns:a="http://schemas.openxmlformats.org/drawingml/2006/main">
            <a:r>
              <a:t>测试点：记录 engine、tag 与命中/未命中</a:t>
            </a:r>
          </a:p>
          <a:p xmlns:a="http://schemas.openxmlformats.org/drawingml/2006/main">
            <a:r>
              <a:t>源码依据：hccl/src/ops/op_common/op_common.cc:780-918,1285-1429,1670-1845,2008-2091；hccl/src/ops/op_common/op_common.cc:159-218,780-938,1287-1564,1670-1896,2143-2294,2980-3120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HcclEngineCtxCreate [通信域资源]</a:t>
            </a:r>
          </a:p>
          <a:p xmlns:a="http://schemas.openxmlformats.org/drawingml/2006/main">
            <a:r>
              <a:t>作用：创建缺失的上下文保存空间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调用条件：对应上下文不存在时创建</a:t>
            </a:r>
          </a:p>
          <a:p xmlns:a="http://schemas.openxmlformats.org/drawingml/2006/main">
            <a:r>
              <a:t>测试点：核对容量、位置与复用；各 Engine 存储位置不同</a:t>
            </a:r>
          </a:p>
          <a:p xmlns:a="http://schemas.openxmlformats.org/drawingml/2006/main">
            <a:r>
              <a:t>源码依据：hccl/src/ops/op_common/op_common.cc:780-918,1285-1429,1670-1845,2008-2091；hccl/src/ops/op_common/op_common.cc:159-218,780-938,1287-1564,1670-1896,2143-2294,2980-3120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HcclGetHcclBuffer [内存管理]</a:t>
            </a:r>
          </a:p>
          <a:p xmlns:a="http://schemas.openxmlformats.org/drawingml/2006/main">
            <a:r>
              <a:t>作用：取得本地 CCL 中转区地址与容量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调用条件：准备资源或填写参数交换信息时</a:t>
            </a:r>
          </a:p>
          <a:p xmlns:a="http://schemas.openxmlformats.org/drawingml/2006/main">
            <a:r>
              <a:t>测试点：核对本地 CCL 地址、容量与分块范围</a:t>
            </a:r>
          </a:p>
          <a:p xmlns:a="http://schemas.openxmlformats.org/drawingml/2006/main">
            <a:r>
              <a:t>源码依据：hccl/src/ops/op_common/op_common.cc:780-918,1285-1429,1670-1845,2008-2091；hccl/src/common/inconsistent_check.cc:18-90；hccl/src/ops/op_common/op_common.cc:1426-1499,2080-2083；hcomm/src/coll_communicator_mgr/resource_mgr/local/my_rank/my_rank.cc:582-605,1295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HcclCommAddExchangeInfo [通信域资源]</a:t>
            </a:r>
          </a:p>
          <a:p xmlns:a="http://schemas.openxmlformats.org/drawingml/2006/main">
            <a:r>
              <a:t>作用：登记本次算子的参数一致性信息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调用条件：参数一致性检查使能且接口支持</a:t>
            </a:r>
          </a:p>
          <a:p xmlns:a="http://schemas.openxmlformats.org/drawingml/2006/main">
            <a:r>
              <a:t>测试点：登记 opType、count、type 等，不是张量传输</a:t>
            </a:r>
          </a:p>
          <a:p xmlns:a="http://schemas.openxmlformats.org/drawingml/2006/main">
            <a:r>
              <a:t>源码依据：hccl/src/common/inconsistent_check.cc:18-90；hccl/src/ops/op_common/op_common.cc:1426-1499,2080-2083；hcomm/src/coll_communicator_mgr/resource_mgr/local/my_rank/my_rank.cc:582-605,1295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HcclChannelAcquire [通信域资源]</a:t>
            </a:r>
          </a:p>
          <a:p xmlns:a="http://schemas.openxmlformats.org/drawingml/2006/main">
            <a:r>
              <a:t>作用：按 Peer、协议、端点获取 ChannelHandle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调用条件：算法资源缺失且有 Peer 通道请求</a:t>
            </a:r>
          </a:p>
          <a:p xmlns:a="http://schemas.openxmlformats.org/drawingml/2006/main">
            <a:r>
              <a:t>测试点：核对 Peer、协议、端点与新建/复用结果</a:t>
            </a:r>
          </a:p>
          <a:p xmlns:a="http://schemas.openxmlformats.org/drawingml/2006/main">
            <a:r>
              <a:t>源码依据：hccl/src/ops/op_common/op_common.cc:780-918,1285-1429,1670-1845,2008-2091；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HcommEndpointCreate [底层资源]</a:t>
            </a:r>
          </a:p>
          <a:p xmlns:a="http://schemas.openxmlformats.org/drawingml/2006/main">
            <a:r>
              <a:t>作用：创建本地通信端点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调用条件：底层所需 Endpoint 不存在时</a:t>
            </a:r>
          </a:p>
          <a:p xmlns:a="http://schemas.openxmlformats.org/drawingml/2006/main">
            <a:r>
              <a:t>测试点：核对设备/协议归属；同端点能够复用</a:t>
            </a:r>
          </a:p>
          <a:p xmlns:a="http://schemas.openxmlformats.org/drawingml/2006/main">
            <a:r>
              <a:t>源码依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HcommEndpointStartListen [底层资源]</a:t>
            </a:r>
          </a:p>
          <a:p xmlns:a="http://schemas.openxmlformats.org/drawingml/2006/main">
            <a:r>
              <a:t>作用：为端点准备接受连接的监听能力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调用条件：进入底层 BatchCreateChannels 时</a:t>
            </a:r>
          </a:p>
          <a:p xmlns:a="http://schemas.openxmlformats.org/drawingml/2006/main">
            <a:r>
              <a:t>测试点：核对监听配置与对端连接；后端按协议处理</a:t>
            </a:r>
          </a:p>
          <a:p xmlns:a="http://schemas.openxmlformats.org/drawingml/2006/main">
            <a:r>
              <a:t>源码依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HcommMemReg [内存管理]</a:t>
            </a:r>
          </a:p>
          <a:p xmlns:a="http://schemas.openxmlformats.org/drawingml/2006/main">
            <a:r>
              <a:t>作用：把 CCL 等内存注册到端点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调用条件：端点缺所需内存注册或描述变化时</a:t>
            </a:r>
          </a:p>
          <a:p xmlns:a="http://schemas.openxmlformats.org/drawingml/2006/main">
            <a:r>
              <a:t>测试点：核对地址、长度、tag；已有注册按规则复用</a:t>
            </a:r>
          </a:p>
          <a:p xmlns:a="http://schemas.openxmlformats.org/drawingml/2006/main">
            <a:r>
              <a:t>源码依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HcommCollectiveChannelCreate [底层资源]</a:t>
            </a:r>
          </a:p>
          <a:p xmlns:a="http://schemas.openxmlformats.org/drawingml/2006/main">
            <a:r>
              <a:t>作用：创建集合通信使用的基础 Channel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调用条件：EndpointPair 无可复用槽位时</a:t>
            </a:r>
          </a:p>
          <a:p xmlns:a="http://schemas.openxmlformats.org/drawingml/2006/main">
            <a:r>
              <a:t>测试点：核对 Engine 对应 Channel 类型与有效句柄</a:t>
            </a:r>
          </a:p>
          <a:p xmlns:a="http://schemas.openxmlformats.org/drawingml/2006/main">
            <a:r>
              <a:t>源码依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omm/src/base_comm/primitives/api_c_adpt/hcomm_channel_c_adpt.cc:438-459；hcomm/src/base_comm/resources/endpoint_pairs/channels/channel_process.cc:89-125,284-312；hcomm/src/base_comm/resources/endpoint_pairs/channels/aicpu/aicpu_ts_ub_rtp_channel.cc:91-198；hcomm/src/base_comm/resources/endpoint_pairs/channels/aicpu/aicpu_ts_uboe_ub_rtp_channel_helper.cc:246-449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HcclCommGetExchangeInfo [通信域资源]</a:t>
            </a:r>
          </a:p>
          <a:p xmlns:a="http://schemas.openxmlformats.org/drawingml/2006/main">
            <a:r>
              <a:t>作用：读取远端参数交换结果进行一致性比较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调用条件：参数检查使能，完成交换后读取</a:t>
            </a:r>
          </a:p>
          <a:p xmlns:a="http://schemas.openxmlformats.org/drawingml/2006/main">
            <a:r>
              <a:t>测试点：核对远端参数；不一致应按约定报错</a:t>
            </a:r>
          </a:p>
          <a:p xmlns:a="http://schemas.openxmlformats.org/drawingml/2006/main">
            <a:r>
              <a:t>源码依据：hccl/src/common/inconsistent_check.cc:18-90；hccl/src/ops/op_common/op_common.cc:1426-1499,2080-2083；hcomm/src/coll_communicator_mgr/resource_mgr/local/my_rank/my_rank.cc:582-605,1295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先测获取与复用，再测资源不存在时的创建和交换。重复运行时，创建次数减少是正常现象，不能据此判为漏调用。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HcclGetRankSize [拓扑管理]</a:t>
            </a:r>
          </a:p>
          <a:p xmlns:a="http://schemas.openxmlformats.org/drawingml/2006/main">
            <a:r>
              <a:t>作用：取得通信域的 Rank 总数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调用条件：入口校验或拓扑构建</a:t>
            </a:r>
          </a:p>
          <a:p xmlns:a="http://schemas.openxmlformats.org/drawingml/2006/main">
            <a:r>
              <a:t>测试点：核对通信域规模与输出尺寸</a:t>
            </a:r>
          </a:p>
          <a:p xmlns:a="http://schemas.openxmlformats.org/drawingml/2006/main">
            <a:r>
              <a:t>源码依据：hccl/src/ops/all_to_all_v/all_to_all_v.cc:23-76,641-850；hccl/src/ops/all_gather/all_gather.cc:23-49,98-126,153-233；hccl/src/ops/all_reduce/all_reduce.cc:24-52,107-159,190-255；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HcclGetRankId [拓扑管理]</a:t>
            </a:r>
          </a:p>
          <a:p xmlns:a="http://schemas.openxmlformats.org/drawingml/2006/main">
            <a:r>
              <a:t>作用：取得本 Rank 在通信域中的编号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调用条件：入口、拓扑或资源准备</a:t>
            </a:r>
          </a:p>
          <a:p xmlns:a="http://schemas.openxmlformats.org/drawingml/2006/main">
            <a:r>
              <a:t>测试点：核对本 Rank 与算法 Rank 映射</a:t>
            </a:r>
          </a:p>
          <a:p xmlns:a="http://schemas.openxmlformats.org/drawingml/2006/main">
            <a:r>
              <a:t>源码依据：hccl/src/ops/all_to_all_v/all_to_all_v.cc:23-76,641-850；hccl/src/ops/all_gather/all_gather.cc:23-49,98-126,153-233；hccl/src/ops/all_reduce/all_reduce.cc:24-52,107-159,190-255；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HcclRankGraphGetLayers [拓扑管理]</a:t>
            </a:r>
          </a:p>
          <a:p xmlns:a="http://schemas.openxmlformats.org/drawingml/2006/main">
            <a:r>
              <a:t>作用：枚举通信域网络层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调用条件：拓扑上下文未缓存时</a:t>
            </a:r>
          </a:p>
          <a:p xmlns:a="http://schemas.openxmlformats.org/drawingml/2006/main">
            <a:r>
              <a:t>测试点：核对网络层数量、编号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HcclRankGraphGetRanksByLayer [拓扑管理]</a:t>
            </a:r>
          </a:p>
          <a:p xmlns:a="http://schemas.openxmlformats.org/drawingml/2006/main">
            <a:r>
              <a:t>作用：取得某一网络层的成员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调用条件：所选拓扑构建分支需要时</a:t>
            </a:r>
          </a:p>
          <a:p xmlns:a="http://schemas.openxmlformats.org/drawingml/2006/main">
            <a:r>
              <a:t>测试点：成员不遗漏、不重复，范围正确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HcclRankGraphGetInstSizeListByLayer [拓扑管理]</a:t>
            </a:r>
          </a:p>
          <a:p xmlns:a="http://schemas.openxmlformats.org/drawingml/2006/main">
            <a:r>
              <a:t>作用：取得某层各拓扑实例的规模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调用条件：需要各层实例规模时</a:t>
            </a:r>
          </a:p>
          <a:p xmlns:a="http://schemas.openxmlformats.org/drawingml/2006/main">
            <a:r>
              <a:t>测试点：实例规模与 Rank 分组相符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HcclRankGraphGetTopoInstsByLayer [拓扑管理]</a:t>
            </a:r>
          </a:p>
          <a:p xmlns:a="http://schemas.openxmlformats.org/drawingml/2006/main">
            <a:r>
              <a:t>作用：枚举网络层内的拓扑实例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调用条件：按拓扑实例构建时</a:t>
            </a:r>
          </a:p>
          <a:p xmlns:a="http://schemas.openxmlformats.org/drawingml/2006/main">
            <a:r>
              <a:t>测试点：核对实例 ID 与实例数量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HcclRankGraphGetTopoType [拓扑管理]</a:t>
            </a:r>
          </a:p>
          <a:p xmlns:a="http://schemas.openxmlformats.org/drawingml/2006/main">
            <a:r>
              <a:t>作用：查询实例的拓扑类型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调用条件：需要识别 Mesh / Clos 等类型时</a:t>
            </a:r>
          </a:p>
          <a:p xmlns:a="http://schemas.openxmlformats.org/drawingml/2006/main">
            <a:r>
              <a:t>测试点：拓扑类型与算法选择一致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all_to_all_v/selector/alltoall_auto_selector.cc:131-188；hccl/src/ops/all_gather/selector/all_gather_auto_selector.cc:303-405；hccl/src/ops/all_reduce/selector/all_reduce_auto_selector.cc:403-575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HcclRankGraphGetRanksByTopoInst [拓扑管理]</a:t>
            </a:r>
          </a:p>
          <a:p xmlns:a="http://schemas.openxmlformats.org/drawingml/2006/main">
            <a:r>
              <a:t>作用：取得某个拓扑实例中的 Rank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调用条件：按实例生成 Rank 分组时</a:t>
            </a:r>
          </a:p>
          <a:p xmlns:a="http://schemas.openxmlformats.org/drawingml/2006/main">
            <a:r>
              <a:t>测试点：核对实例归属与 Peer 集合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HcclRankGraphGetEndpointNum [拓扑管理]</a:t>
            </a:r>
          </a:p>
          <a:p xmlns:a="http://schemas.openxmlformats.org/drawingml/2006/main">
            <a:r>
              <a:t>作用：查询实例的端点数量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调用条件：枚举端点的拓扑分支</a:t>
            </a:r>
          </a:p>
          <a:p xmlns:a="http://schemas.openxmlformats.org/drawingml/2006/main">
            <a:r>
              <a:t>测试点：先获取数量，再准备描述列表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HcclRankGraphGetEndpointDesc [拓扑管理]</a:t>
            </a:r>
          </a:p>
          <a:p xmlns:a="http://schemas.openxmlformats.org/drawingml/2006/main">
            <a:r>
              <a:t>作用：取得端点位置与协议描述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调用条件：枚举端点的拓扑分支</a:t>
            </a:r>
          </a:p>
          <a:p xmlns:a="http://schemas.openxmlformats.org/drawingml/2006/main">
            <a:r>
              <a:t>测试点：核对设备位置、协议和描述内容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HcclRankGraphGetEndpointInfo [拓扑管理]</a:t>
            </a:r>
          </a:p>
          <a:p xmlns:a="http://schemas.openxmlformats.org/drawingml/2006/main">
            <a:r>
              <a:t>作用：查询端点带宽系数、Die 等属性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调用条件：需要带宽、Die 等端点属性时</a:t>
            </a:r>
          </a:p>
          <a:p xmlns:a="http://schemas.openxmlformats.org/drawingml/2006/main">
            <a:r>
              <a:t>测试点：AICPU/AIV 描述与 CCU Die 选择分别核对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HcclRankGraphGetLinks [拓扑管理]</a:t>
            </a:r>
          </a:p>
          <a:p xmlns:a="http://schemas.openxmlformats.org/drawingml/2006/main">
            <a:r>
              <a:t>作用：查询本 Rank 到 Peer 的可用链路</a:t>
            </a:r>
          </a:p>
          <a:p xmlns:a="http://schemas.openxmlformats.org/drawingml/2006/main">
            <a:r>
              <a:t>AICPU_TS / CCU / AIV：✓ / ✓ / ✓</a:t>
            </a:r>
          </a:p>
          <a:p xmlns:a="http://schemas.openxmlformats.org/drawingml/2006/main">
            <a:r>
              <a:t>调用条件：计算本 Rank 到 Peer 的通道需求</a:t>
            </a:r>
          </a:p>
          <a:p xmlns:a="http://schemas.openxmlformats.org/drawingml/2006/main">
            <a:r>
              <a:t>测试点：无效链路不入请求；数量与资源需求一致</a:t>
            </a:r>
          </a:p>
          <a:p xmlns:a="http://schemas.openxmlformats.org/drawingml/2006/main">
            <a:r>
              <a:t>源码依据：hccl/src/ops/op_common/topo_info/topo_host.cc:75-92,267-334,960-1091,1110-1289；hccl/src/ops/op_common/topo_info/physical_level_build.cc:69-138,290-334；hccl/src/ops/all_to_all_v/selector/alltoall_auto_selector.cc:131-188；hccl/src/ops/all_gather/selector/all_gather_auto_selector.cc:303-405；hccl/src/ops/all_reduce/selector/all_reduce_auto_selector.cc:403-575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拓扑接口共用，通道请求不一定相同。测试需比对 Rank / Peer / Endpoint / 协议 / 通道数，而不是只统计 API 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HcclThreadAcquireWithStream [通信域资源]</a:t>
            </a:r>
          </a:p>
          <a:p xmlns:a="http://schemas.openxmlformats.org/drawingml/2006/main">
            <a:r>
              <a:t>作用：将调用方 stream 关联为执行 Thread</a:t>
            </a:r>
          </a:p>
          <a:p xmlns:a="http://schemas.openxmlformats.org/drawingml/2006/main">
            <a:r>
              <a:t>AICPU_TS / CCU / AIV：✓ / ✓ / —</a:t>
            </a:r>
          </a:p>
          <a:p xmlns:a="http://schemas.openxmlformats.org/drawingml/2006/main">
            <a:r>
              <a:t>调用条件：AICPU 绑定 CPU_TS；CCU 绑定执行流</a:t>
            </a:r>
          </a:p>
          <a:p xmlns:a="http://schemas.openxmlformats.org/drawingml/2006/main">
            <a:r>
              <a:t>测试点：核对 stream 与 Thread 的关联、重复获取复用</a:t>
            </a:r>
          </a:p>
          <a:p xmlns:a="http://schemas.openxmlformats.org/drawingml/2006/main">
            <a:r>
              <a:t>源码依据：hccl/src/ops/op_common/op_common.cc:780-918,1285-1429,1670-1845,2008-2091；hccl/src/ops/op_common/op_common.cc:159-218,780-938,1287-1564,1670-1896,2143-2294,2980-3120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HcclThreadAcquireWithConfig [通信域资源]</a:t>
            </a:r>
          </a:p>
          <a:p xmlns:a="http://schemas.openxmlformats.org/drawingml/2006/main">
            <a:r>
              <a:t>作用：按配置获取 Thread；AICPU 主/从/展开，CCU 从流</a:t>
            </a:r>
          </a:p>
          <a:p xmlns:a="http://schemas.openxmlformats.org/drawingml/2006/main">
            <a:r>
              <a:t>AICPU_TS / CCU / AIV：✓ / ✓ / —</a:t>
            </a:r>
          </a:p>
          <a:p xmlns:a="http://schemas.openxmlformats.org/drawingml/2006/main">
            <a:r>
              <a:t>调用条件：缺资源且支持配置版；CCU 用于从流</a:t>
            </a:r>
          </a:p>
          <a:p xmlns:a="http://schemas.openxmlformats.org/drawingml/2006/main">
            <a:r>
              <a:t>测试点：核对线程数、类型与 Notify 槽数量</a:t>
            </a:r>
          </a:p>
          <a:p xmlns:a="http://schemas.openxmlformats.org/drawingml/2006/main">
            <a:r>
              <a:t>源码依据：hccl/src/ops/op_common/op_common.cc:780-918,1285-1429,1670-1845,2008-2091；hccl/src/ops/op_common/op_common.cc:159-218,780-938,1287-1564,1670-1896,2143-2294,2980-3120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 [通信域资源]</a:t>
            </a:r>
          </a:p>
          <a:p xmlns:a="http://schemas.openxmlformats.org/drawingml/2006/main">
            <a:r>
              <a:t>作用：按统一 Notify 数申请 Thread 的兼容入口</a:t>
            </a:r>
          </a:p>
          <a:p xmlns:a="http://schemas.openxmlformats.org/drawingml/2006/main">
            <a:r>
              <a:t>AICPU_TS / CCU / AIV：✓ / ✓ / —</a:t>
            </a:r>
          </a:p>
          <a:p xmlns:a="http://schemas.openxmlformats.org/drawingml/2006/main">
            <a:r>
              <a:t>调用条件：配置版不支持时的兼容分支</a:t>
            </a:r>
          </a:p>
          <a:p xmlns:a="http://schemas.openxmlformats.org/drawingml/2006/main">
            <a:r>
              <a:t>测试点：与配置版按能力选择，不能重复申请</a:t>
            </a:r>
          </a:p>
          <a:p xmlns:a="http://schemas.openxmlformats.org/drawingml/2006/main">
            <a:r>
              <a:t>源码依据：hccl/src/ops/op_common/op_common.cc:780-918,1285-1429,1670-1845,2008-2091；hccl/src/ops/op_common/op_common.cc:159-218,780-938,1287-1564,1670-1896,2143-2294,2980-3120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HcclChannelGetHcclBuffer [内存管理]</a:t>
            </a:r>
          </a:p>
          <a:p xmlns:a="http://schemas.openxmlformats.org/drawingml/2006/main">
            <a:r>
              <a:t>作用：取得该通道对应的远端 CCL 地址与容量</a:t>
            </a:r>
          </a:p>
          <a:p xmlns:a="http://schemas.openxmlformats.org/drawingml/2006/main">
            <a:r>
              <a:t>AICPU_TS / CCU / AIV：✓ / — / ✓</a:t>
            </a:r>
          </a:p>
          <a:p xmlns:a="http://schemas.openxmlformats.org/drawingml/2006/main">
            <a:r>
              <a:t>调用条件：AICPU 构造 ChannelInfo；AIV 准备 Peer 地址</a:t>
            </a:r>
          </a:p>
          <a:p xmlns:a="http://schemas.openxmlformats.org/drawingml/2006/main">
            <a:r>
              <a:t>测试点：核对远端 CCL 地址、大小与 Peer 对应关系</a:t>
            </a:r>
          </a:p>
          <a:p xmlns:a="http://schemas.openxmlformats.org/drawingml/2006/main">
            <a:r>
              <a:t>源码依据：hccl/src/ops/op_common/op_common.cc:780-918,1285-1429,1670-1845,2008-2091；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HcommChannelGetRemoteMems [内存管理]</a:t>
            </a:r>
          </a:p>
          <a:p xmlns:a="http://schemas.openxmlformats.org/drawingml/2006/main">
            <a:r>
              <a:t>作用：读取底层 Channel 的远端内存描述</a:t>
            </a:r>
          </a:p>
          <a:p xmlns:a="http://schemas.openxmlformats.org/drawingml/2006/main">
            <a:r>
              <a:t>AICPU_TS / CCU / AIV：✓ / — / ✓</a:t>
            </a:r>
          </a:p>
          <a:p xmlns:a="http://schemas.openxmlformats.org/drawingml/2006/main">
            <a:r>
              <a:t>调用条件：上述查询或 AIV tag 查询向下调用</a:t>
            </a:r>
          </a:p>
          <a:p xmlns:a="http://schemas.openxmlformats.org/drawingml/2006/main">
            <a:r>
              <a:t>测试点：返回已交换描述，不重新传输用户数据</a:t>
            </a:r>
          </a:p>
          <a:p xmlns:a="http://schemas.openxmlformats.org/drawingml/2006/main">
            <a:r>
              <a:t>源码依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HcommThreadNotifyRecordOnThread [同步控制]</a:t>
            </a:r>
          </a:p>
          <a:p xmlns:a="http://schemas.openxmlformats.org/drawingml/2006/main">
            <a:r>
              <a:t>作用：跨 Thread 发输入就绪、主从或完成通知</a:t>
            </a:r>
          </a:p>
          <a:p xmlns:a="http://schemas.openxmlformats.org/drawingml/2006/main">
            <a:r>
              <a:t>AICPU_TS / CCU / AIV：✓ / ✓ / —</a:t>
            </a:r>
          </a:p>
          <a:p xmlns:a="http://schemas.openxmlformats.org/drawingml/2006/main">
            <a:r>
              <a:t>调用条件：AICPU Host/设备同步；CCU 多流算法同步</a:t>
            </a:r>
          </a:p>
          <a:p xmlns:a="http://schemas.openxmlformats.org/drawingml/2006/main">
            <a:r>
              <a:t>测试点：核对目标 Thread、槽号与 Record/Wait 配对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；hccl/src/ops/all_gather/algorithm/executor/ins_v2_all_gather_parallel_executor.cc:660-689；hccl/src/ops/op_common/algorithm/template/wrapper/alg_data_trans_wrapper.cc:1010-1080；hccl/src/common/hcomm_dlsym/hcomm_primitives_dl.cc: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HcommThreadNotifyWaitOnThread [同步控制]</a:t>
            </a:r>
          </a:p>
          <a:p xmlns:a="http://schemas.openxmlformats.org/drawingml/2006/main">
            <a:r>
              <a:t>作用：等待 Thread 通知，显式传入超时</a:t>
            </a:r>
          </a:p>
          <a:p xmlns:a="http://schemas.openxmlformats.org/drawingml/2006/main">
            <a:r>
              <a:t>AICPU_TS / CCU / AIV：✓ / ✓ / —</a:t>
            </a:r>
          </a:p>
          <a:p xmlns:a="http://schemas.openxmlformats.org/drawingml/2006/main">
            <a:r>
              <a:t>调用条件：显式超时兼容分支；CCU 多流算法可用</a:t>
            </a:r>
          </a:p>
          <a:p xmlns:a="http://schemas.openxmlformats.org/drawingml/2006/main">
            <a:r>
              <a:t>测试点：Wait 与 Record 匹配；等待未完成不得提前继续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gather/algorithm/executor/ins_v2_all_gather_parallel_executor.cc:660-689；hccl/src/ops/op_common/algorithm/template/wrapper/alg_data_trans_wrapper.cc:1010-1080；hccl/src/common/hcomm_dlsym/hcomm_primitives_dl.cc: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HcommThreadNotifyWaitOnThreadWithDefaultTimeout [同步控制]</a:t>
            </a:r>
          </a:p>
          <a:p xmlns:a="http://schemas.openxmlformats.org/drawingml/2006/main">
            <a:r>
              <a:t>作用：等待 Thread 通知，使用已配置超时</a:t>
            </a:r>
          </a:p>
          <a:p xmlns:a="http://schemas.openxmlformats.org/drawingml/2006/main">
            <a:r>
              <a:t>AICPU_TS / CCU / AIV：✓ / ✓ / —</a:t>
            </a:r>
          </a:p>
          <a:p xmlns:a="http://schemas.openxmlformats.org/drawingml/2006/main">
            <a:r>
              <a:t>调用条件：默认超时能力支持；CCU 多流算法可用</a:t>
            </a:r>
          </a:p>
          <a:p xmlns:a="http://schemas.openxmlformats.org/drawingml/2006/main">
            <a:r>
              <a:t>测试点：与显式超时版按能力选择，不要求同时命中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gather/algorithm/executor/ins_v2_all_gather_parallel_executor.cc:660-689；hccl/src/ops/op_common/algorithm/template/wrapper/alg_data_trans_wrapper.cc:1010-1080；hccl/src/common/hcomm_dlsym/hcomm_primitives_dl.cc: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CCU 这里的 Thread Notify 用于 Host 多流编排；它不是 CCU Kernel 内部的 Notify / Event。AIV 不因存在未调用的辅助函数而打勾。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HcclEngineCtxCopy [通信域资源]</a:t>
            </a:r>
          </a:p>
          <a:p xmlns:a="http://schemas.openxmlformats.org/drawingml/2006/main">
            <a:r>
              <a:t>作用：把序列化资源描述复制到设备上下文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调用条件：AICPU 算法资源重新序列化交付时</a:t>
            </a:r>
          </a:p>
          <a:p xmlns:a="http://schemas.openxmlformats.org/drawingml/2006/main">
            <a:r>
              <a:t>测试点：核对描述完整、设备位置正确；CCU 使用 Host 内存复制</a:t>
            </a:r>
          </a:p>
          <a:p xmlns:a="http://schemas.openxmlformats.org/drawingml/2006/main">
            <a:r>
              <a:t>源码依据：hccl/src/ops/op_common/op_common.cc:780-918,1285-1429,1670-1845,2008-2091；hccl/src/ops/op_common/op_common.cc:159-218,780-938,1287-1564,1670-1896,2143-2294,2980-3120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HcclThreadExportToCommEngine [通信域资源]</a:t>
            </a:r>
          </a:p>
          <a:p xmlns:a="http://schemas.openxmlformats.org/drawingml/2006/main">
            <a:r>
              <a:t>作用：导出跨引擎 Thread 句柄，建立通知关系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调用条件：用户流与设备主 Thread 跨 Engine 关联</a:t>
            </a:r>
          </a:p>
          <a:p xmlns:a="http://schemas.openxmlformats.org/drawingml/2006/main">
            <a:r>
              <a:t>测试点：核对输入就绪与最终完成通知的两个方向</a:t>
            </a:r>
          </a:p>
          <a:p xmlns:a="http://schemas.openxmlformats.org/drawingml/2006/main">
            <a:r>
              <a:t>源码依据：hccl/src/ops/op_common/op_common.cc:780-918,1285-1429,1670-1845,2008-2091；hccl/src/ops/op_common/op_common.cc:159-218,780-938,1287-1564,1670-1896,2143-2294,2980-3120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HcclDedicatedThreadAcquire [通信域资源]</a:t>
            </a:r>
          </a:p>
          <a:p xmlns:a="http://schemas.openxmlformats.org/drawingml/2006/main">
            <a:r>
              <a:t>作用：获取 Host/Device 按序下发专用 Thread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调用条件：OrderLaunch 保序能力和分支需要时</a:t>
            </a:r>
          </a:p>
          <a:p xmlns:a="http://schemas.openxmlformats.org/drawingml/2006/main">
            <a:r>
              <a:t>测试点：并发下发有序，专用 Thread 可复用</a:t>
            </a:r>
          </a:p>
          <a:p xmlns:a="http://schemas.openxmlformats.org/drawingml/2006/main">
            <a:r>
              <a:t>源码依据：hccl/src/ops/op_common/order_launch.cc:18-62,151-264；hcomm/src/coll_communicator_mgr/resource_mgr/local/my_rank/comm_engine/threads/thread_manager.cc:678-710；hccl/src/ops/op_common/op_common.cc:159-218,780-938,1287-1564,1670-1896,2143-2294,2980-3120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HcommThreadAlloc [底层资源]</a:t>
            </a:r>
          </a:p>
          <a:p xmlns:a="http://schemas.openxmlformats.org/drawingml/2006/main">
            <a:r>
              <a:t>作用：创建底层专用 Thread 资源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调用条件：保序专用 Thread 尚不存在时</a:t>
            </a:r>
          </a:p>
          <a:p xmlns:a="http://schemas.openxmlformats.org/drawingml/2006/main">
            <a:r>
              <a:t>测试点：只检查该保序分支，非普通 Thread 统一必经接口</a:t>
            </a:r>
          </a:p>
          <a:p xmlns:a="http://schemas.openxmlformats.org/drawingml/2006/main">
            <a:r>
              <a:t>源码依据：hccl/src/ops/op_common/order_launch.cc:18-62,151-264；hcomm/src/coll_communicator_mgr/resource_mgr/local/my_rank/comm_engine/threads/thread_manager.cc:678-710；hccl/src/ops/op_common/op_common.cc:159-218,780-938,1287-1564,1670-1896,2143-2294,2980-3120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HcclThreadResGetInfo [通信域资源]</a:t>
            </a:r>
          </a:p>
          <a:p xmlns:a="http://schemas.openxmlformats.org/drawingml/2006/main">
            <a:r>
              <a:t>作用：从域级 Thread 查询展开 stream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调用条件：能力支持，获取展开流用于入口发射</a:t>
            </a:r>
          </a:p>
          <a:p xmlns:a="http://schemas.openxmlformats.org/drawingml/2006/main">
            <a:r>
              <a:t>测试点：核对发射 stream 与相应 Thread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order_launch.cc:18-62,151-264；hcomm/src/coll_communicator_mgr/resource_mgr/local/my_rank/comm_engine/threads/thread_manager.cc:678-710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HcommThreadResGetInfo [底层资源]</a:t>
            </a:r>
          </a:p>
          <a:p xmlns:a="http://schemas.openxmlformats.org/drawingml/2006/main">
            <a:r>
              <a:t>作用：从底层专用 Thread 查询 stream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调用条件：Host 获取保序专用 Thread 的 stream</a:t>
            </a:r>
          </a:p>
          <a:p xmlns:a="http://schemas.openxmlformats.org/drawingml/2006/main">
            <a:r>
              <a:t>测试点：核对保序流与执行流的依赖关系</a:t>
            </a:r>
          </a:p>
          <a:p xmlns:a="http://schemas.openxmlformats.org/drawingml/2006/main">
            <a:r>
              <a:t>源码依据：hccl/src/ops/op_common/order_launch.cc:18-62,151-264；hcomm/src/coll_communicator_mgr/resource_mgr/local/my_rank/comm_engine/threads/thread_manager.cc:678-710；hccl/src/ops/op_common/op_common.cc:159-218,780-938,1287-1564,1670-1896,2143-2294,2980-3120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HcommAcquireComm [执行控制]</a:t>
            </a:r>
          </a:p>
          <a:p xmlns:a="http://schemas.openxmlformats.org/drawingml/2006/main">
            <a:r>
              <a:t>作用：进入设备侧通信域使用保护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调用条件：进入 AICPU 算子设备入口</a:t>
            </a:r>
          </a:p>
          <a:p xmlns:a="http://schemas.openxmlformats.org/drawingml/2006/main">
            <a:r>
              <a:t>测试点：与 Release 配对；未创建新通信域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HcommBatchModeStart [执行控制]</a:t>
            </a:r>
          </a:p>
          <a:p xmlns:a="http://schemas.openxmlformats.org/drawingml/2006/main">
            <a:r>
              <a:t>作用：开始批模式，组织本轮任务下发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调用条件：Task Cache 关闭的正常编排路径</a:t>
            </a:r>
          </a:p>
          <a:p xmlns:a="http://schemas.openxmlformats.org/drawingml/2006/main">
            <a:r>
              <a:t>测试点：记录批模式状态与 algTag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HcommBatchModeEnd [执行控制]</a:t>
            </a:r>
          </a:p>
          <a:p xmlns:a="http://schemas.openxmlformats.org/drawingml/2006/main">
            <a:r>
              <a:t>作用：结束批模式，提交剩余通信任务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调用条件：正常任务编排收尾</a:t>
            </a:r>
          </a:p>
          <a:p xmlns:a="http://schemas.openxmlformats.org/drawingml/2006/main">
            <a:r>
              <a:t>测试点：剩余任务按规则提交；返回不等于用户数据已可读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HcommReleaseComm [执行控制]</a:t>
            </a:r>
          </a:p>
          <a:p xmlns:a="http://schemas.openxmlformats.org/drawingml/2006/main">
            <a:r>
              <a:t>作用：退出通信域使用保护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调用条件：设备入口退出，释放执行保护</a:t>
            </a:r>
          </a:p>
          <a:p xmlns:a="http://schemas.openxmlformats.org/drawingml/2006/main">
            <a:r>
              <a:t>测试点：检查配对与错误分支；保留可复用资源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HcommAcquireComm / ReleaseComm 是执行期保护，不是创建/销毁通信域；BatchMode 是任务提交方式，不是批量搬运接口。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HcommLocalCopyOnThread [数据搬运]</a:t>
            </a:r>
          </a:p>
          <a:p xmlns:a="http://schemas.openxmlformats.org/drawingml/2006/main">
            <a:r>
              <a:t>作用：本机 Buffer 之间拷贝原始字节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调用条件：模板需要本机 Buffer 拷贝且字节数非零</a:t>
            </a:r>
          </a:p>
          <a:p xmlns:a="http://schemas.openxmlformats.org/drawingml/2006/main">
            <a:r>
              <a:t>测试点：核对源/目的偏移、长度、自 Rank 数据布局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HcommWriteOnThread [数据搬运]</a:t>
            </a:r>
          </a:p>
          <a:p xmlns:a="http://schemas.openxmlformats.org/drawingml/2006/main">
            <a:r>
              <a:t>作用：把本端片段写到远端可访问缓冲区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调用条件：模板采用单次远端写路径</a:t>
            </a:r>
          </a:p>
          <a:p xmlns:a="http://schemas.openxmlformats.org/drawingml/2006/main">
            <a:r>
              <a:t>测试点：核对目的 Peer、远端地址与分片长度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HcommReadOnThread [数据搬运]</a:t>
            </a:r>
          </a:p>
          <a:p xmlns:a="http://schemas.openxmlformats.org/drawingml/2006/main">
            <a:r>
              <a:t>作用：主动读取远端数据到本端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调用条件：模板采用单次远端读路径</a:t>
            </a:r>
          </a:p>
          <a:p xmlns:a="http://schemas.openxmlformats.org/drawingml/2006/main">
            <a:r>
              <a:t>测试点：核对远端源地址、接收偏移与片段长度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gather/algorithm/template/aicpu/ins_temp_all_gather_mesh_1D.cc:103-291；hccl/src/ops/all_gather/algorithm/executor/ins_v2_all_gather_sole_executor.cc:383-398；hccl/src/ops/all_reduce/algorithm/template/aicpu/ins_temp_all_reduce_mesh_1D_two_shot.cc:140-176,230-361,400-547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HcommBatchTransferOnThread [数据搬运]</a:t>
            </a:r>
          </a:p>
          <a:p xmlns:a="http://schemas.openxmlformats.org/drawingml/2006/main">
            <a:r>
              <a:t>作用：按描述数组提交 READ/WRITE 等操作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调用条件：模板使用批量包装且接口能力支持</a:t>
            </a:r>
          </a:p>
          <a:p xmlns:a="http://schemas.openxmlformats.org/drawingml/2006/main">
            <a:r>
              <a:t>测试点：核对数组内 READ / WRITE、非零片段与完成依赖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omm/include/hcomm_primitives.h；hcomm/src/base_comm/primitives/api_c_adpt/aicpu_ts_primitives_c_adpt.cc:495-535,910-949,1118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HcommLocalReduceOnThread [数据计算]</a:t>
            </a:r>
          </a:p>
          <a:p xmlns:a="http://schemas.openxmlformats.org/drawingml/2006/main">
            <a:r>
              <a:t>作用：把本地 CCL 数据归约到本地结果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调用条件：模板需要本地归约，类型/运算受支持</a:t>
            </a:r>
          </a:p>
          <a:p xmlns:a="http://schemas.openxmlformats.org/drawingml/2006/main">
            <a:r>
              <a:t>测试点：核对 count / dataType / reduceOp 和结果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HcommChannelNotifyRecordOnThread [同步控制]</a:t>
            </a:r>
          </a:p>
          <a:p xmlns:a="http://schemas.openxmlformats.org/drawingml/2006/main">
            <a:r>
              <a:t>作用：向对端发布握手或数据阶段通知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调用条件：算法协议需要 Peer 间握手或阶段通知</a:t>
            </a:r>
          </a:p>
          <a:p xmlns:a="http://schemas.openxmlformats.org/drawingml/2006/main">
            <a:r>
              <a:t>测试点：区分 ACK / DATA_SIGNAL；核对 Channel 和槽号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HcommChannelNotifyWaitOnThread [同步控制]</a:t>
            </a:r>
          </a:p>
          <a:p xmlns:a="http://schemas.openxmlformats.org/drawingml/2006/main">
            <a:r>
              <a:t>作用：等待通道通知，显式传入超时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调用条件：显式超时兼容分支</a:t>
            </a:r>
          </a:p>
          <a:p xmlns:a="http://schemas.openxmlformats.org/drawingml/2006/main">
            <a:r>
              <a:t>测试点：配对 Peer / Channel / 槽号，不得越过依赖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HcommChannelNotifyWaitOnThreadWithDefaultTimeout [同步控制]</a:t>
            </a:r>
          </a:p>
          <a:p xmlns:a="http://schemas.openxmlformats.org/drawingml/2006/main">
            <a:r>
              <a:t>作用：等待通道通知，使用已配置超时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调用条件：默认超时能力支持时</a:t>
            </a:r>
          </a:p>
          <a:p xmlns:a="http://schemas.openxmlformats.org/drawingml/2006/main">
            <a:r>
              <a:t>测试点：与显式版按能力选择，验证等待和超时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HcommSetNotifyWaitTimeOut [同步控制]</a:t>
            </a:r>
          </a:p>
          <a:p xmlns:a="http://schemas.openxmlformats.org/drawingml/2006/main">
            <a:r>
              <a:t>作用：配置默认 Notify 等待超时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调用条件：AICPU 入口支持默认超时配置能力时</a:t>
            </a:r>
          </a:p>
          <a:p xmlns:a="http://schemas.openxmlformats.org/drawingml/2006/main">
            <a:r>
              <a:t>测试点：核对默认 Wait 使用的超时值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HcommThreadResAcquireTimeOut [执行控制]</a:t>
            </a:r>
          </a:p>
          <a:p xmlns:a="http://schemas.openxmlformats.org/drawingml/2006/main">
            <a:r>
              <a:t>作用：配置 Thread 任务资源获取超时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调用条件：AICPU 入口支持资源获取超时配置时</a:t>
            </a:r>
          </a:p>
          <a:p xmlns:a="http://schemas.openxmlformats.org/drawingml/2006/main">
            <a:r>
              <a:t>测试点：资源等待超时与 Notify 等待超时分开测</a:t>
            </a:r>
          </a:p>
          <a:p xmlns:a="http://schemas.openxmlformats.org/drawingml/2006/main">
            <a:r>
              <a:t>源码依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建议覆盖复制 / 读 / 写 / 归约以及通知配对。批量传输与单次传输、默认超时与显式超时应分别设计能力用例。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HcommCcuInsResDescCreate [底层资源]</a:t>
            </a:r>
          </a:p>
          <a:p xmlns:a="http://schemas.openxmlformats.org/drawingml/2006/main">
            <a:r>
              <a:t>作用：创建 CCU 指令资源需求描述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调用条件：动态资源接口支持时，开始需求统计</a:t>
            </a:r>
          </a:p>
          <a:p xmlns:a="http://schemas.openxmlformats.org/drawingml/2006/main">
            <a:r>
              <a:t>测试点：核对描述有效且能在结束后释放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HcommCcuKernelQueryResReq [底层资源]</a:t>
            </a:r>
          </a:p>
          <a:p xmlns:a="http://schemas.openxmlformats.org/drawingml/2006/main">
            <a:r>
              <a:t>作用：分析 Kernel 所需 CCU 资源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调用条件：逐 Kernel 查询需求</a:t>
            </a:r>
          </a:p>
          <a:p xmlns:a="http://schemas.openxmlformats.org/drawingml/2006/main">
            <a:r>
              <a:t>测试点：核对各类资源数与 Kernel / 通道参数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HcommCcuInsResDescQueryNum [底层资源]</a:t>
            </a:r>
          </a:p>
          <a:p xmlns:a="http://schemas.openxmlformats.org/drawingml/2006/main">
            <a:r>
              <a:t>作用：读取某类 CCU 资源的数量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调用条件：汇总需求或比较已有容量时</a:t>
            </a:r>
          </a:p>
          <a:p xmlns:a="http://schemas.openxmlformats.org/drawingml/2006/main">
            <a:r>
              <a:t>测试点：核对资源类别与查询值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HcommCcuInsResDescSetNum [底层资源]</a:t>
            </a:r>
          </a:p>
          <a:p xmlns:a="http://schemas.openxmlformats.org/drawingml/2006/main">
            <a:r>
              <a:t>作用：写入汇总后的资源需求数量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调用条件：合并多个 Kernel 需求时</a:t>
            </a:r>
          </a:p>
          <a:p xmlns:a="http://schemas.openxmlformats.org/drawingml/2006/main">
            <a:r>
              <a:t>测试点：核对汇总结果及资源数量边界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HcclCommQueryAssignedCcuIns [通信域资源]</a:t>
            </a:r>
          </a:p>
          <a:p xmlns:a="http://schemas.openxmlformats.org/drawingml/2006/main">
            <a:r>
              <a:t>作用：查询通信域已绑定的 CCU 实例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调用条件：动态资源分支先尝试复用</a:t>
            </a:r>
          </a:p>
          <a:p xmlns:a="http://schemas.openxmlformats.org/drawingml/2006/main">
            <a:r>
              <a:t>测试点：未绑定应转入创建；绑定则校验容量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HcommCcuInsQueryResDesc [底层资源]</a:t>
            </a:r>
          </a:p>
          <a:p xmlns:a="http://schemas.openxmlformats.org/drawingml/2006/main">
            <a:r>
              <a:t>作用：查询已有实例的资源容量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调用条件：存在可复用实例时</a:t>
            </a:r>
          </a:p>
          <a:p xmlns:a="http://schemas.openxmlformats.org/drawingml/2006/main">
            <a:r>
              <a:t>测试点：容量足够才复用，不足按实现处理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HcommCcuQueryRemainResDesc [底层资源]</a:t>
            </a:r>
          </a:p>
          <a:p xmlns:a="http://schemas.openxmlformats.org/drawingml/2006/main">
            <a:r>
              <a:t>作用：查询指定 Die 剩余可用资源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调用条件：选择创建位置或资源不足诊断时</a:t>
            </a:r>
          </a:p>
          <a:p xmlns:a="http://schemas.openxmlformats.org/drawingml/2006/main">
            <a:r>
              <a:t>测试点：核对 Die 与剩余资源，不得超额请求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HcommCcuInsCreate [底层资源]</a:t>
            </a:r>
          </a:p>
          <a:p xmlns:a="http://schemas.openxmlformats.org/drawingml/2006/main">
            <a:r>
              <a:t>作用：按需求创建 CCU 指令实例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调用条件：未绑定可复用实例时</a:t>
            </a:r>
          </a:p>
          <a:p xmlns:a="http://schemas.openxmlformats.org/drawingml/2006/main">
            <a:r>
              <a:t>测试点：核对实例、Die 与实际申请容量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HcclCommAssignCcuIns [通信域资源]</a:t>
            </a:r>
          </a:p>
          <a:p xmlns:a="http://schemas.openxmlformats.org/drawingml/2006/main">
            <a:r>
              <a:t>作用：将新 CCU 实例绑定到通信域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调用条件：实例创建成功后</a:t>
            </a:r>
          </a:p>
          <a:p xmlns:a="http://schemas.openxmlformats.org/drawingml/2006/main">
            <a:r>
              <a:t>测试点：核对域/实例归属；绑定失败清理实例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HcommCcuKernelRegisterStart [算子编排]</a:t>
            </a:r>
          </a:p>
          <a:p xmlns:a="http://schemas.openxmlformats.org/drawingml/2006/main">
            <a:r>
              <a:t>作用：开始本轮 CCU Kernel 注册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调用条件：准备注册本组 Kernel</a:t>
            </a:r>
          </a:p>
          <a:p xmlns:a="http://schemas.openxmlformats.org/drawingml/2006/main">
            <a:r>
              <a:t>测试点：核对实例与注册会话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HcommCcuKernelRegister [算子编排]</a:t>
            </a:r>
          </a:p>
          <a:p xmlns:a="http://schemas.openxmlformats.org/drawingml/2006/main">
            <a:r>
              <a:t>作用：注册 Kernel 并取得 Kernel ID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调用条件：按 Kernel 分组逐项注册</a:t>
            </a:r>
          </a:p>
          <a:p xmlns:a="http://schemas.openxmlformats.org/drawingml/2006/main">
            <a:r>
              <a:t>测试点：核对注册参数、通道与返回 ID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HcommCcuKernelRegisterEnd [算子编排]</a:t>
            </a:r>
          </a:p>
          <a:p xmlns:a="http://schemas.openxmlformats.org/drawingml/2006/main">
            <a:r>
              <a:t>作用：结束本轮 Kernel 注册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调用条件：本组注册完成时</a:t>
            </a:r>
          </a:p>
          <a:p xmlns:a="http://schemas.openxmlformats.org/drawingml/2006/main">
            <a:r>
              <a:t>测试点：确认注册闭合，后续发射使用正确 ID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已有实例且容量满足时可复用。资源描述是注册期的指令/同步资源需求，不是用户张量 Buffer，也不是运行期搬运次数。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HcommCcuKernelLaunch [算子编排]</a:t>
            </a:r>
          </a:p>
          <a:p xmlns:a="http://schemas.openxmlformats.org/drawingml/2006/main">
            <a:r>
              <a:t>作用：向指定 Thread 发射 CCU Kernel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调用条件：Kernel 已注册，模板组织本轮任务时</a:t>
            </a:r>
          </a:p>
          <a:p xmlns:a="http://schemas.openxmlformats.org/drawingml/2006/main">
            <a:r>
              <a:t>测试点：核对实例、Kernel ID、参数及完成依赖</a:t>
            </a:r>
          </a:p>
          <a:p xmlns:a="http://schemas.openxmlformats.org/drawingml/2006/main">
            <a:r>
              <a:t>源码依据：hccl/src/ops/all_gather/algorithm/template/ccu/ccu_temp_all_gather_mesh_1D.cc:120-181；hccl/src/ops/op_common/algorithm/template/ccu_alg_template_base.cc:240-256；hcomm/include/ccu/ccu_launch.h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HcommCcuGetMemToken [内存管理]</a:t>
            </a:r>
          </a:p>
          <a:p xmlns:a="http://schemas.openxmlformats.org/drawingml/2006/main">
            <a:r>
              <a:t>作用：取得本地缓冲区的 CCU 访问 Token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调用条件：构造输入/输出/CCL 运行参数时</a:t>
            </a:r>
          </a:p>
          <a:p xmlns:a="http://schemas.openxmlformats.org/drawingml/2006/main">
            <a:r>
              <a:t>测试点：Token 与地址和访问范围对应</a:t>
            </a:r>
          </a:p>
          <a:p xmlns:a="http://schemas.openxmlformats.org/drawingml/2006/main">
            <a:r>
              <a:t>源码依据：hccl/src/ops/all_gather/algorithm/template/ccu/ccu_temp_all_gather_mesh_1D.cc:120-181；hccl/src/ops/op_common/algorithm/template/ccu_alg_template_base.cc:240-256；hcomm/include/ccu/ccu_launch.h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AscendC::ccu::LoadArg [CCU C++]</a:t>
            </a:r>
          </a:p>
          <a:p xmlns:a="http://schemas.openxmlformats.org/drawingml/2006/main">
            <a:r>
              <a:t>作用：把运行参数装入 CCU 变量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调用条件：Kernel 定义读取参数时</a:t>
            </a:r>
          </a:p>
          <a:p xmlns:a="http://schemas.openxmlformats.org/drawingml/2006/main">
            <a:r>
              <a:t>测试点：核对参数位置、地址与计数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AscendC::ccu::WriteVariableWithNotify [CCU C++]</a:t>
            </a:r>
          </a:p>
          <a:p xmlns:a="http://schemas.openxmlformats.org/drawingml/2006/main">
            <a:r>
              <a:t>作用：向对端发布变量并附带通知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调用条件：地址/Token 等变量交换协议需要时</a:t>
            </a:r>
          </a:p>
          <a:p xmlns:a="http://schemas.openxmlformats.org/drawingml/2006/main">
            <a:r>
              <a:t>测试点：核对对端变量槽、Notify 索引和掩码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AscendC::ccu::NotifyRecord [CCU C++]</a:t>
            </a:r>
          </a:p>
          <a:p xmlns:a="http://schemas.openxmlformats.org/drawingml/2006/main">
            <a:r>
              <a:t>作用：向对端记录通道通知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调用条件：CCU 算法跨 Rank 同步点</a:t>
            </a:r>
          </a:p>
          <a:p xmlns:a="http://schemas.openxmlformats.org/drawingml/2006/main">
            <a:r>
              <a:t>测试点：核对 Channel 与通知编号/掩码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AscendC::ccu::NotifyWait [CCU C++]</a:t>
            </a:r>
          </a:p>
          <a:p xmlns:a="http://schemas.openxmlformats.org/drawingml/2006/main">
            <a:r>
              <a:t>作用：等待对端通道通知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调用条件：CCU 算法跨 Rank 依赖点</a:t>
            </a:r>
          </a:p>
          <a:p xmlns:a="http://schemas.openxmlformats.org/drawingml/2006/main">
            <a:r>
              <a:t>测试点：与对端 Record 对应，不提前执行后继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AscendC::ccu::EventRecord [CCU C++]</a:t>
            </a:r>
          </a:p>
          <a:p xmlns:a="http://schemas.openxmlformats.org/drawingml/2006/main">
            <a:r>
              <a:t>作用：记录本地事件状态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调用条件：本地搬运/归约依赖需要时</a:t>
            </a:r>
          </a:p>
          <a:p xmlns:a="http://schemas.openxmlformats.org/drawingml/2006/main">
            <a:r>
              <a:t>测试点：核对事件掩码与生产者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AscendC::ccu::EventWait [CCU C++]</a:t>
            </a:r>
          </a:p>
          <a:p xmlns:a="http://schemas.openxmlformats.org/drawingml/2006/main">
            <a:r>
              <a:t>作用：等待本地事件满足条件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调用条件：后续指令依赖前序完成时</a:t>
            </a:r>
          </a:p>
          <a:p xmlns:a="http://schemas.openxmlformats.org/drawingml/2006/main">
            <a:r>
              <a:t>测试点：核对消费者依赖与事件复用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AscendC::ccu::Read [CCU C++]</a:t>
            </a:r>
          </a:p>
          <a:p xmlns:a="http://schemas.openxmlformats.org/drawingml/2006/main">
            <a:r>
              <a:t>作用：通过 Channel 读取远端数据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调用条件：所选 CCU Kernel 使用远端读时</a:t>
            </a:r>
          </a:p>
          <a:p xmlns:a="http://schemas.openxmlformats.org/drawingml/2006/main">
            <a:r>
              <a:t>测试点：核对远端地址/Token、长度及目的区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AscendC::ccu::Write [CCU C++]</a:t>
            </a:r>
          </a:p>
          <a:p xmlns:a="http://schemas.openxmlformats.org/drawingml/2006/main">
            <a:r>
              <a:t>作用：通过 Channel 写入远端数据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调用条件：所选 CCU Kernel 使用远端写时</a:t>
            </a:r>
          </a:p>
          <a:p xmlns:a="http://schemas.openxmlformats.org/drawingml/2006/main">
            <a:r>
              <a:t>测试点：核对远端地址/Token、长度及完成事件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AscendC::ccu::LocalCopy [CCU C++]</a:t>
            </a:r>
          </a:p>
          <a:p xmlns:a="http://schemas.openxmlformats.org/drawingml/2006/main">
            <a:r>
              <a:t>作用：CCU 本地缓冲区数据复制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调用条件：所选 CCU Kernel 需要本地拷贝时</a:t>
            </a:r>
          </a:p>
          <a:p xmlns:a="http://schemas.openxmlformats.org/drawingml/2006/main">
            <a:r>
              <a:t>测试点：核对源/目的地址、长度及事件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AscendC::ccu::LocalReduce [CCU C++]</a:t>
            </a:r>
          </a:p>
          <a:p xmlns:a="http://schemas.openxmlformats.org/drawingml/2006/main">
            <a:r>
              <a:t>作用：CCU 本地数据归约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调用条件：所选 Kernel 含归约操作时</a:t>
            </a:r>
          </a:p>
          <a:p xmlns:a="http://schemas.openxmlformats.org/drawingml/2006/main">
            <a:r>
              <a:t>测试点：核对类型/运算、输入数量与输出结果</a:t>
            </a:r>
          </a:p>
          <a:p xmlns:a="http://schemas.openxmlformats.org/drawingml/2006/main">
            <a:r>
              <a:t>源码依据：hcomm/include/ccu/ccu_primitives.hpp:1-216；hccl/src/ops/all_to_all_v/algorithm/template/ccu/kernel/ccu_kernel_all_to_all_mesh1d.cc:78-192；hccl/src/ops/all_reduce/algorithm/template/ccu/kernel/ccu_kernel_all_reduce_nhr_mem2mem_1D_multi_jetty.cc:82-168,255-284,411-424；hccl/src/ops/all_reduce/algorithm/template/ccu/kernel/ccu_kernel_all_reduce_mesh1d_mem2mem.cc:91-180,607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操作在资源查询/注册期生成 CCU 指令，不是每搬一块数据都从 Host 调一次 C API。测试要区分注册、发射与硬件执行。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HcclCommMemReg [内存管理]</a:t>
            </a:r>
          </a:p>
          <a:p xmlns:a="http://schemas.openxmlformats.org/drawingml/2006/main">
            <a:r>
              <a:t>作用：向通信域注册 AIV tag/标志内存</a:t>
            </a:r>
          </a:p>
          <a:p xmlns:a="http://schemas.openxmlformats.org/drawingml/2006/main">
            <a:r>
              <a:t>AICPU_TS / CCU / AIV：— / — / ✓</a:t>
            </a:r>
          </a:p>
          <a:p xmlns:a="http://schemas.openxmlformats.org/drawingml/2006/main">
            <a:r>
              <a:t>调用条件：tag 缓冲区首次准备时</a:t>
            </a:r>
          </a:p>
          <a:p xmlns:a="http://schemas.openxmlformats.org/drawingml/2006/main">
            <a:r>
              <a:t>测试点：核对地址、大小、返回句柄与通道附加内存</a:t>
            </a:r>
          </a:p>
          <a:p xmlns:a="http://schemas.openxmlformats.org/drawingml/2006/main">
            <a:r>
              <a:t>源码依据：hccl/src/ops/op_common/op_common.cc:2980-3120；hccl/src/ops/op_common/algorithm/template/aiv/hccl_aiv_utils.cc:1053-1065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HcclChannelGetRemoteMems [内存管理]</a:t>
            </a:r>
          </a:p>
          <a:p xmlns:a="http://schemas.openxmlformats.org/drawingml/2006/main">
            <a:r>
              <a:t>作用：查询各 Peer 的远端 tag 内存</a:t>
            </a:r>
          </a:p>
          <a:p xmlns:a="http://schemas.openxmlformats.org/drawingml/2006/main">
            <a:r>
              <a:t>AICPU_TS / CCU / AIV：— / — / ✓</a:t>
            </a:r>
          </a:p>
          <a:p xmlns:a="http://schemas.openxmlformats.org/drawingml/2006/main">
            <a:r>
              <a:t>调用条件：通道获取后准备远端地址数组</a:t>
            </a:r>
          </a:p>
          <a:p xmlns:a="http://schemas.openxmlformats.org/drawingml/2006/main">
            <a:r>
              <a:t>测试点：按 tag 找到正确 Peer 标志区；与 CCL 区分</a:t>
            </a:r>
          </a:p>
          <a:p xmlns:a="http://schemas.openxmlformats.org/drawingml/2006/main">
            <a:r>
              <a:t>源码依据：hccl/src/ops/op_common/op_common.cc:2980-3120；hccl/src/ops/op_common/algorithm/template/aiv/hccl_aiv_utils.cc:1053-1065；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HcclCommRegCommStateCallback [通信域资源]</a:t>
            </a:r>
          </a:p>
          <a:p xmlns:a="http://schemas.openxmlformats.org/drawingml/2006/main">
            <a:r>
              <a:t>作用：登记通信域状态变化回调</a:t>
            </a:r>
          </a:p>
          <a:p xmlns:a="http://schemas.openxmlformats.org/drawingml/2006/main">
            <a:r>
              <a:t>AICPU_TS / CCU / AIV：— / — / ✓</a:t>
            </a:r>
          </a:p>
          <a:p xmlns:a="http://schemas.openxmlformats.org/drawingml/2006/main">
            <a:r>
              <a:t>调用条件：接口支持时注册 ClearAivTagCb</a:t>
            </a:r>
          </a:p>
          <a:p xmlns:a="http://schemas.openxmlformats.org/drawingml/2006/main">
            <a:r>
              <a:t>测试点：恢复场景清理标志，避免读取陈旧状态</a:t>
            </a:r>
          </a:p>
          <a:p xmlns:a="http://schemas.openxmlformats.org/drawingml/2006/main">
            <a:r>
              <a:t>源码依据：hccl/src/ops/op_common/op_common.cc:2980-3120；hccl/src/ops/op_common/algorithm/template/aiv/hccl_aiv_utils.cc:1053-1065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AIV运行期边界：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资源准备；HcclAivKernelEntranceLaunch（HCCL 内部）；设置向量核数量等条件；此函数本身不是实际 Kernel 发射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实际发射；ExecuteAivCacheLogic → Orchestrate</a:t>
            </a:r>
          </a:p>
          <a:p xmlns:a="http://schemas.openxmlformats.org/drawingml/2006/main">
            <a:r>
              <a:t>→ aclrtLaunchKernelWithHostArgs；前两者为 HCCL 内部逻辑；最后是 ACL API，Engine 设为 AIV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数据搬运 / 归约；AivCommBase::CpGM2GM</a:t>
            </a:r>
          </a:p>
          <a:p xmlns:a="http://schemas.openxmlformats.org/drawingml/2006/main">
            <a:r>
              <a:t>→ AscendC::DataCopy / DataCopyPad；HCCL 封装调用 Ascend C；按类型/运算设置 Atomic，非 Hcomm*OnThread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标志同步；SetSignalValue / WaitSignalValue；HCCL 设备侧辅助函数：写标志 / 轮询标志；非 HcommChannelNotify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hccl/src/ops/op_common/op_common.cc:868-898,1216-1247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hccl/src/ops/op_common/algorithm/template/aiv/hccl_aiv_utils.cc:1068-1145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hccl/src/ops/op_common/algorithm/template/aiv/aiv_communication_base_v2.h:538-646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hccl/src/ops/op_common/algorithm/template/aiv/aiv_interface/sync_interface.h:21-67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AIV 的测试不能只盯 HCOMM 函数次数：还需验证远端数据/标志地址、ACL 发射参数、向量核数据结果及标志同步。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OPBASE，新流程、多 Rank、非零数据。AICPU 列限定 AICPU_TS；CCU 列为受支持的 CCU_MS / CCU_SCHED 路径；AIV 列为 AIV 路径。静态源码分析，未上板采集。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该 Engine 的测试范围包含此接口，调用条件见右列　— 本表所选路径不使用；不表示该 Engine 永远不支持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比较对象从算子切换为 Engine。前14页继续讲解既定 AICPU_TS AllToAll 生命周期；本表不是把之前的 AICPU 数据面套用到 CCU/AIV。采用通信域已存在、Task Cache关闭的主干资源准备与执行分支。快发射/任务缓存、图模式、插件、DFX、Profiling及完整初始化销毁不在矩阵穷举范围。不同算法仍决定哪些数据原语被选中。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共同接口表示这类 Engine 在本源码路径族中有相同接口使用点，绝不表示每次算子、每种拓扑、每个版本均调用。资源不存在才创建，资源可复用时跳过创建；版本与能力包装决定兼容入口。接口能力需记录实际运行版本；未上板验证。CCU编译路径及能力有版本限制，例如主资源路径的CANN版本门限、动态资源接口能力检查；HCOMM动态分配接口不齐时查询预分配CCU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HcommReadReduceOnThread [数据计算]</a:t>
            </a:r>
          </a:p>
          <a:p xmlns:a="http://schemas.openxmlformats.org/drawingml/2006/main">
            <a:r>
              <a:t>作用：读取远端数据并在本端归约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调用条件：对称内存算法选择单次读归约路径</a:t>
            </a:r>
          </a:p>
          <a:p xmlns:a="http://schemas.openxmlformats.org/drawingml/2006/main">
            <a:r>
              <a:t>测试点：核对窗口、远端地址、归约类型与结果</a:t>
            </a:r>
          </a:p>
          <a:p xmlns:a="http://schemas.openxmlformats.org/drawingml/2006/main">
            <a:r>
              <a:t>源码依据：hccl/src/ops/op_common/algorithm/template/wrapper/alg_data_trans_wrapper.cc:131-341,428-479,652-704,846-926,1010-1080；hccl/src/common/hcomm_dlsym/hcomm_primitives_dl.cc:79-95,137-143,149-200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HcommThreadJoin [执行控制]</a:t>
            </a:r>
          </a:p>
          <a:p xmlns:a="http://schemas.openxmlformats.org/drawingml/2006/main">
            <a:r>
              <a:t>作用：等待 Thread 任务完成后再做 CPU 计算</a:t>
            </a:r>
          </a:p>
          <a:p xmlns:a="http://schemas.openxmlformats.org/drawingml/2006/main">
            <a:r>
              <a:t>AICPU_TS / CCU / AIV：✓ / — / —</a:t>
            </a:r>
          </a:p>
          <a:p xmlns:a="http://schemas.openxmlformats.org/drawingml/2006/main">
            <a:r>
              <a:t>调用条件：特殊类型/运算走 HCCL 内部 AicpuReduce 前</a:t>
            </a:r>
          </a:p>
          <a:p xmlns:a="http://schemas.openxmlformats.org/drawingml/2006/main">
            <a:r>
              <a:t>测试点：先等待 Thread 完成，再进行 CPU 侧归约</a:t>
            </a:r>
          </a:p>
          <a:p xmlns:a="http://schemas.openxmlformats.org/drawingml/2006/main">
            <a:r>
              <a:t>源码依据：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algorithm/template/wrapper/alg_data_trans_wrapper.cc:131-341,428-479,652-704,846-926,1010-1080；hccl/src/common/hcomm_dlsym/hcomm_primitives_dl.cc:79-95,137-143,149-200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HcclChannelQuery [通信域资源]</a:t>
            </a:r>
          </a:p>
          <a:p xmlns:a="http://schemas.openxmlformats.org/drawingml/2006/main">
            <a:r>
              <a:t>作用：查询 CCU 通道是否已经存在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调用条件：能力支持时，申请前识别已有资源</a:t>
            </a:r>
          </a:p>
          <a:p xmlns:a="http://schemas.openxmlformats.org/drawingml/2006/main">
            <a:r>
              <a:t>测试点：回退时区分已有通道与本轮新增通道</a:t>
            </a:r>
          </a:p>
          <a:p xmlns:a="http://schemas.openxmlformats.org/drawingml/2006/main">
            <a:r>
              <a:t>源码依据：hccl/src/ops/op_common/op_common.cc:159-218,780-938,1287-1564,1670-1896,2143-2294,2980-3120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HcclChannelDestroy [通信域资源]</a:t>
            </a:r>
          </a:p>
          <a:p xmlns:a="http://schemas.openxmlformats.org/drawingml/2006/main">
            <a:r>
              <a:t>作用：释放本轮新增的 CCU 通道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调用条件：CCU 资源失败/回退的清理路径</a:t>
            </a:r>
          </a:p>
          <a:p xmlns:a="http://schemas.openxmlformats.org/drawingml/2006/main">
            <a:r>
              <a:t>测试点：只清理本轮新增，不破坏已有可复用通道</a:t>
            </a:r>
          </a:p>
          <a:p xmlns:a="http://schemas.openxmlformats.org/drawingml/2006/main">
            <a:r>
              <a:t>源码依据：hccl/src/ops/op_common/op_common.cc:2420-2978；hcomm/include/ccu/ccu_res.h；hccl/src/ops/op_common/op_common.cc:159-218,780-938,1287-1564,1670-1896,2143-2294,2980-3120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HcclCommQueryCcuIns [通信域资源]</a:t>
            </a:r>
          </a:p>
          <a:p xmlns:a="http://schemas.openxmlformats.org/drawingml/2006/main">
            <a:r>
              <a:t>作用：查询域内预分配 CCU 实例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调用条件：缺少动态资源 API 的兼容分支</a:t>
            </a:r>
          </a:p>
          <a:p xmlns:a="http://schemas.openxmlformats.org/drawingml/2006/main">
            <a:r>
              <a:t>测试点：与动态创建分支区分；继续执行 Kernel 注册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HcommCcuInsDestroy [底层资源]</a:t>
            </a:r>
          </a:p>
          <a:p xmlns:a="http://schemas.openxmlformats.org/drawingml/2006/main">
            <a:r>
              <a:t>作用：销毁 CCU 指令实例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调用条件：新实例绑定通信域失败等清理路径</a:t>
            </a:r>
          </a:p>
          <a:p xmlns:a="http://schemas.openxmlformats.org/drawingml/2006/main">
            <a:r>
              <a:t>测试点：检查实例资源归还，不清理仍在使用的实例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HcommCcuInsResDescDestroy [底层资源]</a:t>
            </a:r>
          </a:p>
          <a:p xmlns:a="http://schemas.openxmlformats.org/drawingml/2006/main">
            <a:r>
              <a:t>作用：释放临时 CCU 资源描述</a:t>
            </a:r>
          </a:p>
          <a:p xmlns:a="http://schemas.openxmlformats.org/drawingml/2006/main">
            <a:r>
              <a:t>AICPU_TS / CCU / AIV：— / ✓ / —</a:t>
            </a:r>
          </a:p>
          <a:p xmlns:a="http://schemas.openxmlformats.org/drawingml/2006/main">
            <a:r>
              <a:t>调用条件：资源查询/分配流程结束或失败清理</a:t>
            </a:r>
          </a:p>
          <a:p xmlns:a="http://schemas.openxmlformats.org/drawingml/2006/main">
            <a:r>
              <a:t>测试点：描述配对释放；不等于销毁已注册 Kernel</a:t>
            </a:r>
          </a:p>
          <a:p xmlns:a="http://schemas.openxmlformats.org/drawingml/2006/main">
            <a:r>
              <a:t>源码依据：hccl/src/ops/op_common/op_common.cc:2420-2978；hcomm/include/ccu/ccu_res.h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另行观察：HcclCommSymWinGet 是入口的可选窗口探测，不代表各 Engine 都使用对称搬运。</a:t>
            </a:r>
          </a:p>
          <a:p xmlns:a="http://schemas.openxmlformats.org/drawingml/2006/main">
            <a:r>
              <a:t>本主链路不要求导出 HcclAicpuKernelLaunch / HcommChannelGetStatus 出现：实际使用 HCCL / HCOMM 内部方法。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hccl/src/ops/op_common/op_common.cc:3950-3987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hccl/src/ops/all_gather/all_gather.cc:224-231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hccl/src/ops/all_reduce/all_reduce.cc:228-253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hccl/src/ops/all_to_all_v/all_to_all_v.cc:730-850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接口共用不代表算子测试可合并：仍要用不同算子/数据量覆盖不同搬运、归约、分片和同步组合，并验证最终结果。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09a2a66e64f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f641e558934450" /><Relationship Type="http://schemas.openxmlformats.org/officeDocument/2006/relationships/slideLayout" Target="/ppt/slideLayouts/slideLayout1.xml" Id="Rfc64e4427d9b4d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64e4427d9b4d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f7e0508e54bdc" /><Relationship Type="http://schemas.openxmlformats.org/officeDocument/2006/relationships/notesSlide" Target="/ppt/notesSlides/notesSlide1.xml" Id="R4815b4624f194c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28e7b47da49b3" /><Relationship Type="http://schemas.openxmlformats.org/officeDocument/2006/relationships/notesSlide" Target="/ppt/notesSlides/notesSlide2.xml" Id="R91cbf6464cde40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8f51959ab4cb6" /><Relationship Type="http://schemas.openxmlformats.org/officeDocument/2006/relationships/notesSlide" Target="/ppt/notesSlides/notesSlide3.xml" Id="R8b000686be944d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68db5f1514a88" /><Relationship Type="http://schemas.openxmlformats.org/officeDocument/2006/relationships/notesSlide" Target="/ppt/notesSlides/notesSlide4.xml" Id="Rac5b7d819d2243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8aee3713649f5" /><Relationship Type="http://schemas.openxmlformats.org/officeDocument/2006/relationships/notesSlide" Target="/ppt/notesSlides/notesSlide5.xml" Id="R24dbd5baa3654b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6f53096584763" /><Relationship Type="http://schemas.openxmlformats.org/officeDocument/2006/relationships/notesSlide" Target="/ppt/notesSlides/notesSlide6.xml" Id="R2994f08b5a9e4f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8a8d073024d85" /><Relationship Type="http://schemas.openxmlformats.org/officeDocument/2006/relationships/notesSlide" Target="/ppt/notesSlides/notesSlide7.xml" Id="R13745b25c66c44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fce6c40fb4ce4" /><Relationship Type="http://schemas.openxmlformats.org/officeDocument/2006/relationships/notesSlide" Target="/ppt/notesSlides/notesSlide8.xml" Id="Rec14680da0474c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830a600984bc0" /><Relationship Type="http://schemas.openxmlformats.org/officeDocument/2006/relationships/notesSlide" Target="/ppt/notesSlides/notesSlide9.xml" Id="R50e1d00f4f0748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81b3a2ec547cc" /><Relationship Type="http://schemas.openxmlformats.org/officeDocument/2006/relationships/notesSlide" Target="/ppt/notesSlides/notesSlide10.xml" Id="R4ae77bd81b4f4f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483cff377447f" /><Relationship Type="http://schemas.openxmlformats.org/officeDocument/2006/relationships/notesSlide" Target="/ppt/notesSlides/notesSlide11.xml" Id="Rabeff0fbc72a40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99f7aacce4d8b" /><Relationship Type="http://schemas.openxmlformats.org/officeDocument/2006/relationships/notesSlide" Target="/ppt/notesSlides/notesSlide12.xml" Id="Rd58aa2182c7d4d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30d99c0944bce" /><Relationship Type="http://schemas.openxmlformats.org/officeDocument/2006/relationships/notesSlide" Target="/ppt/notesSlides/notesSlide13.xml" Id="Rc0df209ebb8545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d04c3538d432a" /><Relationship Type="http://schemas.openxmlformats.org/officeDocument/2006/relationships/notesSlide" Target="/ppt/notesSlides/notesSlide14.xml" Id="Rb52eadc9038e46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29b82a5294418" /><Relationship Type="http://schemas.openxmlformats.org/officeDocument/2006/relationships/notesSlide" Target="/ppt/notesSlides/notesSlide15.xml" Id="R09bd7dc20f3844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957cca12343d7" /><Relationship Type="http://schemas.openxmlformats.org/officeDocument/2006/relationships/notesSlide" Target="/ppt/notesSlides/notesSlide16.xml" Id="R6681499fa5214b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e91b23a00430a" /><Relationship Type="http://schemas.openxmlformats.org/officeDocument/2006/relationships/notesSlide" Target="/ppt/notesSlides/notesSlide17.xml" Id="R9fa9694e688c44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67dbd68b845b7" /><Relationship Type="http://schemas.openxmlformats.org/officeDocument/2006/relationships/notesSlide" Target="/ppt/notesSlides/notesSlide18.xml" Id="R45da156085544c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7c214cb824ea7" /><Relationship Type="http://schemas.openxmlformats.org/officeDocument/2006/relationships/notesSlide" Target="/ppt/notesSlides/notesSlide19.xml" Id="Ra0c89fd4262845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ad67829a54f03" /><Relationship Type="http://schemas.openxmlformats.org/officeDocument/2006/relationships/notesSlide" Target="/ppt/notesSlides/notesSlide20.xml" Id="R7a3f81ccf0934a2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dd263e9f74332" /><Relationship Type="http://schemas.openxmlformats.org/officeDocument/2006/relationships/notesSlide" Target="/ppt/notesSlides/notesSlide21.xml" Id="Rf8a055da7d384a8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9a3d8ef4f4ebf" /><Relationship Type="http://schemas.openxmlformats.org/officeDocument/2006/relationships/notesSlide" Target="/ppt/notesSlides/notesSlide22.xml" Id="Rd5b71c7abc96494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30dcbfdba4567" /><Relationship Type="http://schemas.openxmlformats.org/officeDocument/2006/relationships/notesSlide" Target="/ppt/notesSlides/notesSlide23.xml" Id="R5b7ae7e97f4945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AllToAll 跨层执行总览">
            <a:extLst xmlns:a="http://schemas.openxmlformats.org/drawingml/2006/main">
              <a:ext uri="{FF2B5EF4-FFF2-40B4-BE49-F238E27FC236}">
                <a16:creationId xmlns:a16="http://schemas.microsoft.com/office/drawing/2014/main" id="{1EC7EC04-F5B5-4DA2-8AF4-4CF0AE8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跨层执行总览</a:t>
            </a:r>
          </a:p>
        </p:txBody>
      </p:sp>
      <p:sp>
        <p:nvSpPr>
          <p:cNvPr id="2" name="横向看执行阶段，纵向看接口归属。详解页沿相同阶段展开。">
            <a:extLst xmlns:a="http://schemas.openxmlformats.org/drawingml/2006/main">
              <a:ext uri="{FF2B5EF4-FFF2-40B4-BE49-F238E27FC236}">
                <a16:creationId xmlns:a16="http://schemas.microsoft.com/office/drawing/2014/main" id="{6F5EE142-6098-46B2-8F0B-FC6C07A2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横向看执行阶段，纵向看接口归属。详解页沿相同阶段展开。</a:t>
            </a:r>
          </a:p>
        </p:txBody>
      </p:sp>
      <p:sp>
        <p:nvSpPr>
          <p:cNvPr id="3" name="1 / 13">
            <a:extLst xmlns:a="http://schemas.openxmlformats.org/drawingml/2006/main">
              <a:ext uri="{FF2B5EF4-FFF2-40B4-BE49-F238E27FC236}">
                <a16:creationId xmlns:a16="http://schemas.microsoft.com/office/drawing/2014/main" id="{DE0765EE-7D3D-456E-B37F-669ED207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45018-60BD-43C6-90FB-8E12223F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请求与选算法">
            <a:extLst xmlns:a="http://schemas.openxmlformats.org/drawingml/2006/main">
              <a:ext uri="{FF2B5EF4-FFF2-40B4-BE49-F238E27FC236}">
                <a16:creationId xmlns:a16="http://schemas.microsoft.com/office/drawing/2014/main" id="{8E6E85EA-51CF-4925-A224-CD35A020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请求与选算法</a:t>
            </a:r>
          </a:p>
        </p:txBody>
      </p:sp>
      <p:sp>
        <p:nvSpPr>
          <p:cNvPr id="6" name="HcclAlltoAll 接收请求&#10;参数、配置、拓扑：P2–3">
            <a:extLst xmlns:a="http://schemas.openxmlformats.org/drawingml/2006/main">
              <a:ext uri="{FF2B5EF4-FFF2-40B4-BE49-F238E27FC236}">
                <a16:creationId xmlns:a16="http://schemas.microsoft.com/office/drawing/2014/main" id="{E3855233-1B77-448D-B077-AD828962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HcclAlltoAll 接收请求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参数、配置与拓扑查询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7B710-610C-4F63-8755-C3D6DF80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通信资源">
            <a:extLst xmlns:a="http://schemas.openxmlformats.org/drawingml/2006/main">
              <a:ext uri="{FF2B5EF4-FFF2-40B4-BE49-F238E27FC236}">
                <a16:creationId xmlns:a16="http://schemas.microsoft.com/office/drawing/2014/main" id="{1CF879CA-4295-481B-8091-0483A150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准备通信资源</a:t>
            </a:r>
          </a:p>
        </p:txBody>
      </p:sp>
      <p:sp>
        <p:nvSpPr>
          <p:cNvPr id="9" name="绑定用户流，准备句柄和地址&#10;缓存、资源与建链：P4–7">
            <a:extLst xmlns:a="http://schemas.openxmlformats.org/drawingml/2006/main">
              <a:ext uri="{FF2B5EF4-FFF2-40B4-BE49-F238E27FC236}">
                <a16:creationId xmlns:a16="http://schemas.microsoft.com/office/drawing/2014/main" id="{43383253-BE63-4CA2-B4EE-C4768C93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绑定用户流，准备句柄和地址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资源复用、申请与建链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D0C33-99BD-4AB9-B20F-9761DAC7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8DF7D-1512-4752-9B9F-72355BF5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16ACE-C3BC-44E1-A5C5-68D7E3FD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Host 发射">
            <a:extLst xmlns:a="http://schemas.openxmlformats.org/drawingml/2006/main">
              <a:ext uri="{FF2B5EF4-FFF2-40B4-BE49-F238E27FC236}">
                <a16:creationId xmlns:a16="http://schemas.microsoft.com/office/drawing/2014/main" id="{11AF5755-A44D-4590-A4EE-F73EE58A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发射</a:t>
            </a:r>
          </a:p>
        </p:txBody>
      </p:sp>
      <p:sp>
        <p:nvSpPr>
          <p:cNvPr id="15" name="输入就绪通知与 Kernel 提交&#10;发射流程：P8">
            <a:extLst xmlns:a="http://schemas.openxmlformats.org/drawingml/2006/main">
              <a:ext uri="{FF2B5EF4-FFF2-40B4-BE49-F238E27FC236}">
                <a16:creationId xmlns:a16="http://schemas.microsoft.com/office/drawing/2014/main" id="{1B8E9D5F-F723-40E0-B6F3-C73D1561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输入就绪通知与 Kernel 提交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组织入口与 Kernel 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B70CF-FC65-4C62-840F-EDB21F40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63722-DED9-4645-AC6F-F1F35839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2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CE109-45EC-49E4-8703-0D87443D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设备执行与搬运">
            <a:extLst xmlns:a="http://schemas.openxmlformats.org/drawingml/2006/main">
              <a:ext uri="{FF2B5EF4-FFF2-40B4-BE49-F238E27FC236}">
                <a16:creationId xmlns:a16="http://schemas.microsoft.com/office/drawing/2014/main" id="{09B843B6-AD12-4693-B327-B51C59CD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设备执行与搬运</a:t>
            </a:r>
          </a:p>
        </p:txBody>
      </p:sp>
      <p:sp>
        <p:nvSpPr>
          <p:cNvPr id="21" name="设备恢复资源，展开 Peer 通信&#10;入口、算法、字节路径：P9–12">
            <a:extLst xmlns:a="http://schemas.openxmlformats.org/drawingml/2006/main">
              <a:ext uri="{FF2B5EF4-FFF2-40B4-BE49-F238E27FC236}">
                <a16:creationId xmlns:a16="http://schemas.microsoft.com/office/drawing/2014/main" id="{0B568E74-CA07-4D66-9164-B283B5E3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设备恢复资源，展开 Peer 通信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恢复上下文并编排搬运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D45BA-4076-4AEE-96FE-F1EA714A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87764-EB7C-4F61-B01D-732925F2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E7179-513A-4FBF-84F4-B1249413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收尾与用户流">
            <a:extLst xmlns:a="http://schemas.openxmlformats.org/drawingml/2006/main">
              <a:ext uri="{FF2B5EF4-FFF2-40B4-BE49-F238E27FC236}">
                <a16:creationId xmlns:a16="http://schemas.microsoft.com/office/drawing/2014/main" id="{BF01794A-A0C5-4E20-B849-8B421B51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收尾与用户流</a:t>
            </a:r>
          </a:p>
        </p:txBody>
      </p:sp>
      <p:sp>
        <p:nvSpPr>
          <p:cNvPr id="27" name="主从汇合，发送完成通知&#10;完成依赖：P13">
            <a:extLst xmlns:a="http://schemas.openxmlformats.org/drawingml/2006/main">
              <a:ext uri="{FF2B5EF4-FFF2-40B4-BE49-F238E27FC236}">
                <a16:creationId xmlns:a16="http://schemas.microsoft.com/office/drawing/2014/main" id="{83F6CA87-D875-4685-8DF9-32B545E8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主从汇合，发送完成通知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完成通知放行后续任务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FCF79-2DE2-4534-A0FC-0A6B30EF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DD10F7-4158-48F1-BCA4-F83BF0B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4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58AA79-0A61-4602-A65B-7A4C4B23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2ECF18-2358-402B-8D5B-DABCC90A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7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7D0F3-673D-4A79-A226-795F8EDB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478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 Host&#10;上层用户流">
            <a:extLst xmlns:a="http://schemas.openxmlformats.org/drawingml/2006/main">
              <a:ext uri="{FF2B5EF4-FFF2-40B4-BE49-F238E27FC236}">
                <a16:creationId xmlns:a16="http://schemas.microsoft.com/office/drawing/2014/main" id="{7B534355-CD56-4CA4-BC99-94BCBC73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859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上层用户流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34395F-7B5E-439F-A605-A486E69C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5BA04A-267C-44B2-AC5A-5EE1B700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2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26389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18B7A2-560E-4CFB-8B34-BFD6B07A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432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71F818E7-BE0E-4496-A4C3-FF2A7E93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8813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0DD26B-E32E-4ECD-A547-C41629E1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EEE7F4-AAFD-4F1E-AB3B-51A03C9F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7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35818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5393D0-2B89-4823-A128-F24C8B8F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052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216252F5-48DE-43C5-9B0B-58C12068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433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F535A7-3644-41B9-B3F6-18875B2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B78C3A-5214-49B5-9FEC-A85FF70A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2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4362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BEE20C-FE25-4709-84DC-1D985E6D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053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0" name="HCCL&#10;AICPU 算法">
            <a:extLst xmlns:a="http://schemas.openxmlformats.org/drawingml/2006/main">
              <a:ext uri="{FF2B5EF4-FFF2-40B4-BE49-F238E27FC236}">
                <a16:creationId xmlns:a16="http://schemas.microsoft.com/office/drawing/2014/main" id="{C7944CDD-1CAF-41EA-8D4F-57B43B7E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434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算法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A5F9F4-6E60-4B36-9B04-6A40D3E0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D6E57B-B4FA-4C86-BC0C-38F0C1A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7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448753" y="5182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C74392-9422-49A4-990E-31CE4DF8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482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50379F90-3B01-41C0-B05D-349ADE3E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863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424CD9-B822-4FC0-8CA2-2585F91B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912410-25C1-4734-9239-12E094CD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2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E15347-88E2-4DB3-B8EF-BA36C451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D91641-97FC-479A-A8D2-8CEA0F40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5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6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E37469A-F880-43D6-812C-3B731A62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6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15F5C43-EA0A-4BC8-B8AF-10D70175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DE8FCA-FCBB-4BFE-957E-3F6D468F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5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7B938B6A-A47A-4851-974D-83F2CE2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66" name="接收请求，进入 Selector">
            <a:extLst xmlns:a="http://schemas.openxmlformats.org/drawingml/2006/main">
              <a:ext uri="{FF2B5EF4-FFF2-40B4-BE49-F238E27FC236}">
                <a16:creationId xmlns:a16="http://schemas.microsoft.com/office/drawing/2014/main" id="{95C0354B-BFE9-44A2-B4DC-E7F180F7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接收请求，进入 Selector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91DD980-C514-46CF-8939-07095C01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8" name="HcclGetAlgRes">
            <a:extLst xmlns:a="http://schemas.openxmlformats.org/drawingml/2006/main">
              <a:ext uri="{FF2B5EF4-FFF2-40B4-BE49-F238E27FC236}">
                <a16:creationId xmlns:a16="http://schemas.microsoft.com/office/drawing/2014/main" id="{ADCC8507-A6C4-4F2C-AD61-3A756A9C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69" name="规划并取得算法资源">
            <a:extLst xmlns:a="http://schemas.openxmlformats.org/drawingml/2006/main">
              <a:ext uri="{FF2B5EF4-FFF2-40B4-BE49-F238E27FC236}">
                <a16:creationId xmlns:a16="http://schemas.microsoft.com/office/drawing/2014/main" id="{48271B6F-C919-40D7-93A5-09883A57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规划并取得算法资源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6135EE-E1AA-4A58-A53B-1B7C3329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clAicpuKernelEntrance&#10;Launch">
            <a:extLst xmlns:a="http://schemas.openxmlformats.org/drawingml/2006/main">
              <a:ext uri="{FF2B5EF4-FFF2-40B4-BE49-F238E27FC236}">
                <a16:creationId xmlns:a16="http://schemas.microsoft.com/office/drawing/2014/main" id="{73C2855C-A1F9-47BE-88B7-43A060B9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5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Launch</a:t>
            </a:r>
          </a:p>
        </p:txBody>
      </p:sp>
      <p:sp>
        <p:nvSpPr>
          <p:cNvPr id="72" name="组织设备发射">
            <a:extLst xmlns:a="http://schemas.openxmlformats.org/drawingml/2006/main">
              <a:ext uri="{FF2B5EF4-FFF2-40B4-BE49-F238E27FC236}">
                <a16:creationId xmlns:a16="http://schemas.microsoft.com/office/drawing/2014/main" id="{F15B2920-CBE9-4E30-A647-34B20426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组织设备发射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7CC35B-94A2-4C84-AA4B-2337A948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14525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CBED4C2C-6D20-4C0D-BE31-E13DE9AD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621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75" name="Wait 满足后使用 recvBuf">
            <a:extLst xmlns:a="http://schemas.openxmlformats.org/drawingml/2006/main">
              <a:ext uri="{FF2B5EF4-FFF2-40B4-BE49-F238E27FC236}">
                <a16:creationId xmlns:a16="http://schemas.microsoft.com/office/drawing/2014/main" id="{7E5B98DC-1BBA-47A9-A38B-A5421977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49793"/>
            <a:ext cx="1714500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Wait 满足后使用 recvBuf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1EA0AA-0821-4FED-BD0C-E05BB09F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302728-73F1-42E4-8A77-FA526A62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2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48710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41B400-0645-427E-8CAF-45B7FB78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CF88A74-6A44-4C72-A487-39C31D4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5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556355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6046505-169D-4892-B70E-3A596453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HcclConfigGetInfo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9DCC764F-EF71-4421-AC41-78EE0BAB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17145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84" name="返回模式配置与可用链路">
            <a:extLst xmlns:a="http://schemas.openxmlformats.org/drawingml/2006/main">
              <a:ext uri="{FF2B5EF4-FFF2-40B4-BE49-F238E27FC236}">
                <a16:creationId xmlns:a16="http://schemas.microsoft.com/office/drawing/2014/main" id="{BF96DA84-BA06-4DA6-807A-AAD5D93E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93720"/>
            <a:ext cx="17145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返回模式配置与可用链路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734BC57-6B6B-4792-AA60-2800CD14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BDE46E7-A68F-4A16-89D1-AE0982C1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1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2553177" y="2534603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952257-482F-47D4-B599-474E1B0A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14625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clGetHcclBuffer&#10;HcclThreadAcquireWith&#10;Config&#10;HcclChannelAcquire">
            <a:extLst xmlns:a="http://schemas.openxmlformats.org/drawingml/2006/main">
              <a:ext uri="{FF2B5EF4-FFF2-40B4-BE49-F238E27FC236}">
                <a16:creationId xmlns:a16="http://schemas.microsoft.com/office/drawing/2014/main" id="{165D6AE4-3AFE-46DB-8583-9EB1720C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62250"/>
            <a:ext cx="17145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90" name="CCL 地址、设备队列、Peer 通道">
            <a:extLst xmlns:a="http://schemas.openxmlformats.org/drawingml/2006/main">
              <a:ext uri="{FF2B5EF4-FFF2-40B4-BE49-F238E27FC236}">
                <a16:creationId xmlns:a16="http://schemas.microsoft.com/office/drawing/2014/main" id="{2A286876-0918-4DBC-8B74-4FDDB5BD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97555"/>
            <a:ext cx="17145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CCL 地址、设备队列、Peer 通道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7DB0B5A-F4EE-4104-8B8E-E684ECE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75A0FEA-0DE5-4B6D-A77B-20282A5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7" name=""/>
          <p:cNvCxnSpPr>
            <a:stCxn xmlns:a="http://schemas.openxmlformats.org/drawingml/2006/main" id="91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4629627" y="25346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99C9596-7DC4-45D9-8B7C-4689F626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76650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clrtLaunchKernelWith&#10;Config">
            <a:extLst xmlns:a="http://schemas.openxmlformats.org/drawingml/2006/main">
              <a:ext uri="{FF2B5EF4-FFF2-40B4-BE49-F238E27FC236}">
                <a16:creationId xmlns:a16="http://schemas.microsoft.com/office/drawing/2014/main" id="{D0D08D54-1326-44E4-AF63-21EF9712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24275"/>
            <a:ext cx="171450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</p:txBody>
      </p:sp>
      <p:sp>
        <p:nvSpPr>
          <p:cNvPr id="96" name="提交设备入口">
            <a:extLst xmlns:a="http://schemas.openxmlformats.org/drawingml/2006/main">
              <a:ext uri="{FF2B5EF4-FFF2-40B4-BE49-F238E27FC236}">
                <a16:creationId xmlns:a16="http://schemas.microsoft.com/office/drawing/2014/main" id="{BF6BAF3E-936B-4828-B1C8-40E1C252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34790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提交设备入口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76BA14D-15E1-4D26-BB91-48E5E857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4AE92DD-58BE-4F25-B610-EA6A62BA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3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6706077" y="2534603"/>
            <a:ext cx="0" cy="11420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68BDD11-ABBF-4A5B-9BC1-5BFD8919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HcclLaunchAicpuKernel&#10;OpOrchestrate">
            <a:extLst xmlns:a="http://schemas.openxmlformats.org/drawingml/2006/main">
              <a:ext uri="{FF2B5EF4-FFF2-40B4-BE49-F238E27FC236}">
                <a16:creationId xmlns:a16="http://schemas.microsoft.com/office/drawing/2014/main" id="{72E50B04-CA2A-494F-A8FC-EEB36CA5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5325"/>
            <a:ext cx="17145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102" name="恢复资源，按块 / Peer 编排">
            <a:extLst xmlns:a="http://schemas.openxmlformats.org/drawingml/2006/main">
              <a:ext uri="{FF2B5EF4-FFF2-40B4-BE49-F238E27FC236}">
                <a16:creationId xmlns:a16="http://schemas.microsoft.com/office/drawing/2014/main" id="{E0394A8B-E54E-4479-AA89-9AD843BA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06315"/>
            <a:ext cx="171450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恢复资源，按块 / Peer 编排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A701F04-AC80-4216-B768-05A4AA58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BC18A6E-A804-419F-884F-EE165A5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9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7640003" y="39771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10CB703-2438-4C9A-A5D2-93A2747C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4A50CF5-6A88-4224-9BBC-D1519273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2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7744302" y="3977641"/>
            <a:ext cx="0" cy="789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C9E630D-45E4-49B0-82B0-9B39C219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0CC384D-182E-4273-A094-46B836D2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5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774477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B1CAA8C-B605-4D67-BE63-39633182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PostSyncInterThreads">
            <a:extLst xmlns:a="http://schemas.openxmlformats.org/drawingml/2006/main">
              <a:ext uri="{FF2B5EF4-FFF2-40B4-BE49-F238E27FC236}">
                <a16:creationId xmlns:a16="http://schemas.microsoft.com/office/drawing/2014/main" id="{1CABEFB6-25C3-41A6-B49E-0C831179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053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PostSyncInterThreads</a:t>
            </a:r>
          </a:p>
        </p:txBody>
      </p:sp>
      <p:sp>
        <p:nvSpPr>
          <p:cNvPr id="114" name="当前块内主从 Thread 汇合">
            <a:extLst xmlns:a="http://schemas.openxmlformats.org/drawingml/2006/main">
              <a:ext uri="{FF2B5EF4-FFF2-40B4-BE49-F238E27FC236}">
                <a16:creationId xmlns:a16="http://schemas.microsoft.com/office/drawing/2014/main" id="{8005EEDC-96E8-4530-817E-1AD99E1F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92968"/>
            <a:ext cx="17145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当前块内主从 Thread 汇合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C7938BE-A118-4B7F-BDAE-0158F6D9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6" name="HcommWriteOnThread&#10;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E326608-FDE5-4028-8D98-B14F0C1F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24475"/>
            <a:ext cx="1714500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17" name="远端写 CCL，接收端拷至输出">
            <a:extLst xmlns:a="http://schemas.openxmlformats.org/drawingml/2006/main">
              <a:ext uri="{FF2B5EF4-FFF2-40B4-BE49-F238E27FC236}">
                <a16:creationId xmlns:a16="http://schemas.microsoft.com/office/drawing/2014/main" id="{05C0FFB4-46FC-4039-B9D4-6903DFC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27370"/>
            <a:ext cx="17145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远端写 CCL，接收端拷至输出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CD1F6C5-C9CE-4814-A0FA-9CF60E27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F8D218A-EADF-4339-AB2F-B24774A0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4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878252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5F13FA7-A2E3-41AC-AA19-EF760889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E49BF5B-AF28-46F7-84CE-D4522220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7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716453" y="5624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E987C43-605A-49D4-A50E-6C9F04F6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2269248-5720-43BF-8CC1-8AB55B28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0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820752" y="4768216"/>
            <a:ext cx="0" cy="856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6796555-DA9B-4B05-A442-F7813B6C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0540A73-F488-4FD0-B958-28FD0FE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3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82122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7700D01-FA2C-4ABC-8E35-E7CA30DB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HcommThreadNotifyRecord&#10;OnThread">
            <a:extLst xmlns:a="http://schemas.openxmlformats.org/drawingml/2006/main">
              <a:ext uri="{FF2B5EF4-FFF2-40B4-BE49-F238E27FC236}">
                <a16:creationId xmlns:a16="http://schemas.microsoft.com/office/drawing/2014/main" id="{CA123F69-F9DD-4EA3-9992-243C47C1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24475"/>
            <a:ext cx="17145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OnThread</a:t>
            </a:r>
          </a:p>
        </p:txBody>
      </p:sp>
      <p:sp>
        <p:nvSpPr>
          <p:cNvPr id="132" name="全部块编排后通知用户流">
            <a:extLst xmlns:a="http://schemas.openxmlformats.org/drawingml/2006/main">
              <a:ext uri="{FF2B5EF4-FFF2-40B4-BE49-F238E27FC236}">
                <a16:creationId xmlns:a16="http://schemas.microsoft.com/office/drawing/2014/main" id="{CE7E462E-4A06-40C2-AA41-EE6F7D54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631180"/>
            <a:ext cx="17145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全部块编排后通知用户流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D6218E0-7FFE-4062-AD5D-04C1F472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EBF4264-54F2-420F-82EC-AF9D10F7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9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1085897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53FE241-E2B8-4215-8C61-5910B01F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901D8C8-213D-4AD5-8756-2BFBF777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2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11792903" y="562499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FFE11A0-A480-4A9B-B93D-42FB82B7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43193E7-B760-4AA4-B5E7-A093724A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5" name=""/>
          <p:cNvCxnSpPr>
            <a:stCxn xmlns:a="http://schemas.openxmlformats.org/drawingml/2006/main" id="139" idx="0"/>
            <a:endCxn xmlns:a="http://schemas.openxmlformats.org/drawingml/2006/main" id="140" idx="2"/>
          </p:cNvCxnSpPr>
          <p:nvPr/>
        </p:nvCxnSpPr>
        <p:spPr>
          <a:xfrm xmlns:a="http://schemas.openxmlformats.org/drawingml/2006/main" flipV="1">
            <a:off x="11916252" y="22155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A35EA64-C3E7-4AEE-B488-626D128D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427F86F-067A-43BB-ADEE-9A530C4E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8" name=""/>
          <p:cNvCxnSpPr>
            <a:stCxn xmlns:a="http://schemas.openxmlformats.org/drawingml/2006/main" id="142" idx="1"/>
            <a:endCxn xmlns:a="http://schemas.openxmlformats.org/drawingml/2006/main" id="143" idx="3"/>
          </p:cNvCxnSpPr>
          <p:nvPr/>
        </p:nvCxnSpPr>
        <p:spPr>
          <a:xfrm xmlns:a="http://schemas.openxmlformats.org/drawingml/2006/main" flipH="1">
            <a:off x="11792903" y="221504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8461DB1-3FAB-412B-B44F-67ABECF9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6" name="控制面先备好句柄与地址，数据面再执行拷贝和通知。总览保留主关系，完整 API 与条件见对应页。">
            <a:extLst xmlns:a="http://schemas.openxmlformats.org/drawingml/2006/main">
              <a:ext uri="{FF2B5EF4-FFF2-40B4-BE49-F238E27FC236}">
                <a16:creationId xmlns:a16="http://schemas.microsoft.com/office/drawing/2014/main" id="{41197B3C-29EF-4B3F-84D2-4F5B66DD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控制面先备好句柄与地址，数据面再执行拷贝和通知。总览保留主关系，完整 API 与条件见对应页。</a:t>
            </a:r>
          </a:p>
        </p:txBody>
      </p:sp>
    </p:spTree>
    <p:extLst>
      <p:ext uri="{BB962C8B-B14F-4D97-AF65-F5344CB8AC3E}">
        <p14:creationId xmlns:p14="http://schemas.microsoft.com/office/powerpoint/2010/main" val="168473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请求接入与 AllToAll 参数整理">
            <a:extLst xmlns:a="http://schemas.openxmlformats.org/drawingml/2006/main">
              <a:ext uri="{FF2B5EF4-FFF2-40B4-BE49-F238E27FC236}">
                <a16:creationId xmlns:a16="http://schemas.microsoft.com/office/drawing/2014/main" id="{A0A98729-8E69-4827-A058-91CE9E5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请求接入与 AllToAll 参数整理</a:t>
            </a:r>
          </a:p>
        </p:txBody>
      </p:sp>
      <p:sp>
        <p:nvSpPr>
          <p:cNvPr id="2" name="HCCL 把等长请求转换成每个 Peer 的数量与位移，再进入共用调度。">
            <a:extLst xmlns:a="http://schemas.openxmlformats.org/drawingml/2006/main">
              <a:ext uri="{FF2B5EF4-FFF2-40B4-BE49-F238E27FC236}">
                <a16:creationId xmlns:a16="http://schemas.microsoft.com/office/drawing/2014/main" id="{48BAFBD9-8A4F-408F-90CB-6688F444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把等长请求转换成每个 Peer 的数量与位移，再进入共用调度。</a:t>
            </a:r>
          </a:p>
        </p:txBody>
      </p:sp>
      <p:sp>
        <p:nvSpPr>
          <p:cNvPr id="3" name="2 / 13">
            <a:extLst xmlns:a="http://schemas.openxmlformats.org/drawingml/2006/main">
              <a:ext uri="{FF2B5EF4-FFF2-40B4-BE49-F238E27FC236}">
                <a16:creationId xmlns:a16="http://schemas.microsoft.com/office/drawing/2014/main" id="{C629B0AE-24DE-4116-9E3E-34B27C43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17BBB-6CFE-4423-90EE-54B28D16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与校验">
            <a:extLst xmlns:a="http://schemas.openxmlformats.org/drawingml/2006/main">
              <a:ext uri="{FF2B5EF4-FFF2-40B4-BE49-F238E27FC236}">
                <a16:creationId xmlns:a16="http://schemas.microsoft.com/office/drawing/2014/main" id="{208B574F-CEDB-4481-9183-F5352752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接收与校验</a:t>
            </a:r>
          </a:p>
        </p:txBody>
      </p:sp>
      <p:sp>
        <p:nvSpPr>
          <p:cNvPr id="6" name="输入：地址、count、type、comm、stream">
            <a:extLst xmlns:a="http://schemas.openxmlformats.org/drawingml/2006/main">
              <a:ext uri="{FF2B5EF4-FFF2-40B4-BE49-F238E27FC236}">
                <a16:creationId xmlns:a16="http://schemas.microsoft.com/office/drawing/2014/main" id="{CCD5B43C-D534-41E6-BDB8-835949C4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输入：地址、count、type、comm、stream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3EB6A-6C77-4686-A69B-9720161E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询通信域">
            <a:extLst xmlns:a="http://schemas.openxmlformats.org/drawingml/2006/main">
              <a:ext uri="{FF2B5EF4-FFF2-40B4-BE49-F238E27FC236}">
                <a16:creationId xmlns:a16="http://schemas.microsoft.com/office/drawing/2014/main" id="{6C7DBBC0-409E-4AAE-9106-92F9B583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查询通信域</a:t>
            </a:r>
          </a:p>
        </p:txBody>
      </p:sp>
      <p:sp>
        <p:nvSpPr>
          <p:cNvPr id="9" name="取得成员数、域名与本 Rank">
            <a:extLst xmlns:a="http://schemas.openxmlformats.org/drawingml/2006/main">
              <a:ext uri="{FF2B5EF4-FFF2-40B4-BE49-F238E27FC236}">
                <a16:creationId xmlns:a16="http://schemas.microsoft.com/office/drawing/2014/main" id="{E3B915DB-7B2A-4102-88E7-8CB56257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取得成员数、域名与本 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64E31-F41C-47BC-BE44-287586A0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B821A-E7F0-450D-B00E-2C3EE676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DC5CA-E1C3-4C4B-BB38-178F882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转换收发数组">
            <a:extLst xmlns:a="http://schemas.openxmlformats.org/drawingml/2006/main">
              <a:ext uri="{FF2B5EF4-FFF2-40B4-BE49-F238E27FC236}">
                <a16:creationId xmlns:a16="http://schemas.microsoft.com/office/drawing/2014/main" id="{2D0DA2ED-40AB-4810-B775-D44AF2DA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转换收发数组</a:t>
            </a:r>
          </a:p>
        </p:txBody>
      </p:sp>
      <p:sp>
        <p:nvSpPr>
          <p:cNvPr id="15" name="生成 counts 与 displacements">
            <a:extLst xmlns:a="http://schemas.openxmlformats.org/drawingml/2006/main">
              <a:ext uri="{FF2B5EF4-FFF2-40B4-BE49-F238E27FC236}">
                <a16:creationId xmlns:a16="http://schemas.microsoft.com/office/drawing/2014/main" id="{5FD2225E-1D9C-4F3B-AAE3-64BCE87C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生成 counts 与 displacements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5A73E-371C-4BED-967E-3D7160A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B07EF-1755-427E-89D0-FC411F1B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370D9-FF73-4972-8468-DE113E09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进入共用调度">
            <a:extLst xmlns:a="http://schemas.openxmlformats.org/drawingml/2006/main">
              <a:ext uri="{FF2B5EF4-FFF2-40B4-BE49-F238E27FC236}">
                <a16:creationId xmlns:a16="http://schemas.microsoft.com/office/drawing/2014/main" id="{4402B3AA-BF33-4C55-A5D7-4339DC19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进入共用调度</a:t>
            </a:r>
          </a:p>
        </p:txBody>
      </p:sp>
      <p:sp>
        <p:nvSpPr>
          <p:cNvPr id="21" name="ALLTOALL 类型保持不变，继续 P3">
            <a:extLst xmlns:a="http://schemas.openxmlformats.org/drawingml/2006/main">
              <a:ext uri="{FF2B5EF4-FFF2-40B4-BE49-F238E27FC236}">
                <a16:creationId xmlns:a16="http://schemas.microsoft.com/office/drawing/2014/main" id="{805A20D3-0732-4800-8041-AF09BFD8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ALLTOALL 类型保持不变，继续 P3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8CC7E-EFF6-44B5-B977-5A1E289C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DC528-3CC2-4E5E-ABFD-BAB58C1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59B80-AA18-4775-8676-7D4D965F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0A262-AB68-4FD1-93F8-760B81F8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82413A-BB3D-431E-84FC-0D5FE42A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05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上层&#10;调用方">
            <a:extLst xmlns:a="http://schemas.openxmlformats.org/drawingml/2006/main">
              <a:ext uri="{FF2B5EF4-FFF2-40B4-BE49-F238E27FC236}">
                <a16:creationId xmlns:a16="http://schemas.microsoft.com/office/drawing/2014/main" id="{1F117582-0428-4B4C-BC01-07D494F4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43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调用方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1CBE5C-F66D-48E0-9AA0-EA2D930D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1554F5-9238-46EA-8CBE-741F881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5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553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C6144E-D38E-452E-8F79-4971EAF9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432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8E9C782E-68EA-4E4D-AD82-4A234F24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813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19BCB8-C717-47D0-962C-BEDAAC36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BB5741-0302-417F-BFAD-02A50EBE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0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67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8CB22D-8F14-48B2-85FF-3BFA8252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911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9F6BE347-BEC7-4CB7-A0B8-8EC39E56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292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D5F465-BCC8-488A-9893-AB22EB36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B0EC7E-236B-4C78-B754-A2FB802D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5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4789BD-03D0-4E25-B288-BDE9233B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379F59-05F4-4A29-BDE6-ED36F4C2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0E6F9A48-2564-4769-BD65-CE5F39AD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F5B6F41B-A0DD-4911-B0B2-FFC98D36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DCFEEE-B501-4C23-A984-42D40405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14525"/>
            <a:ext cx="238601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AllToAll 请求">
            <a:extLst xmlns:a="http://schemas.openxmlformats.org/drawingml/2006/main">
              <a:ext uri="{FF2B5EF4-FFF2-40B4-BE49-F238E27FC236}">
                <a16:creationId xmlns:a16="http://schemas.microsoft.com/office/drawing/2014/main" id="{90340EEE-ED81-40F4-BDFD-E7262072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62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请求</a:t>
            </a:r>
          </a:p>
        </p:txBody>
      </p:sp>
      <p:sp>
        <p:nvSpPr>
          <p:cNvPr id="50" name="本例每个目标 2 个 FP32">
            <a:extLst xmlns:a="http://schemas.openxmlformats.org/drawingml/2006/main">
              <a:ext uri="{FF2B5EF4-FFF2-40B4-BE49-F238E27FC236}">
                <a16:creationId xmlns:a16="http://schemas.microsoft.com/office/drawing/2014/main" id="{C90C49D9-5585-4A5E-9AD6-7FB1589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97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本例每个目标 2 个 FP32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414E87-7292-4AE7-BE29-B2920C2A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C4F9214D-6E10-4B04-80B5-AB1D0E38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98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53" name="接收全互换请求">
            <a:extLst xmlns:a="http://schemas.openxmlformats.org/drawingml/2006/main">
              <a:ext uri="{FF2B5EF4-FFF2-40B4-BE49-F238E27FC236}">
                <a16:creationId xmlns:a16="http://schemas.microsoft.com/office/drawing/2014/main" id="{F811B1B2-5932-426A-8CEE-E27E0D56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751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接收全互换请求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BB9919-ABE8-4553-BE7A-4C90EA07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3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69C142-35A3-48B3-9E4B-9ED5D8B2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9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439353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6D5DFA-ADD2-4F14-93EF-3714C750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CheckAlltoAllInputPara">
            <a:extLst xmlns:a="http://schemas.openxmlformats.org/drawingml/2006/main">
              <a:ext uri="{FF2B5EF4-FFF2-40B4-BE49-F238E27FC236}">
                <a16:creationId xmlns:a16="http://schemas.microsoft.com/office/drawing/2014/main" id="{82928E61-9465-434A-8071-919F4F73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CheckAlltoAllInputPara</a:t>
            </a:r>
          </a:p>
        </p:txBody>
      </p:sp>
      <p:sp>
        <p:nvSpPr>
          <p:cNvPr id="59" name="检查地址、类型、数量与通信域">
            <a:extLst xmlns:a="http://schemas.openxmlformats.org/drawingml/2006/main">
              <a:ext uri="{FF2B5EF4-FFF2-40B4-BE49-F238E27FC236}">
                <a16:creationId xmlns:a16="http://schemas.microsoft.com/office/drawing/2014/main" id="{A12ABDAD-1BCE-450D-A5A6-B8B9140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85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检查地址、类型、数量与通信域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7492B5-4039-4D38-8EBE-4222C2EA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D63045-7601-4711-A696-026226C9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5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420428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7F50BC-EA9F-4F45-AA21-FF105C1A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74345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clGetRankSize">
            <a:extLst xmlns:a="http://schemas.openxmlformats.org/drawingml/2006/main">
              <a:ext uri="{FF2B5EF4-FFF2-40B4-BE49-F238E27FC236}">
                <a16:creationId xmlns:a16="http://schemas.microsoft.com/office/drawing/2014/main" id="{701907CE-F5F7-4C27-9D2A-5174C850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910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HcclGetRankSize</a:t>
            </a:r>
          </a:p>
        </p:txBody>
      </p:sp>
      <p:sp>
        <p:nvSpPr>
          <p:cNvPr id="65" name="成员数 = 4（拓扑）">
            <a:extLst xmlns:a="http://schemas.openxmlformats.org/drawingml/2006/main">
              <a:ext uri="{FF2B5EF4-FFF2-40B4-BE49-F238E27FC236}">
                <a16:creationId xmlns:a16="http://schemas.microsoft.com/office/drawing/2014/main" id="{574D0099-7F80-4286-9B61-FEE8F237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94061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成员数 = 4（拓扑）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34B22A-1578-48E9-9D71-2EFE6CA1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172075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clGetCommName">
            <a:extLst xmlns:a="http://schemas.openxmlformats.org/drawingml/2006/main">
              <a:ext uri="{FF2B5EF4-FFF2-40B4-BE49-F238E27FC236}">
                <a16:creationId xmlns:a16="http://schemas.microsoft.com/office/drawing/2014/main" id="{448B4A87-D3A8-4CAD-BB09-4EA9A992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21970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HcclGetCommName</a:t>
            </a:r>
          </a:p>
        </p:txBody>
      </p:sp>
      <p:sp>
        <p:nvSpPr>
          <p:cNvPr id="68" name="通信域名称（域资源）">
            <a:extLst xmlns:a="http://schemas.openxmlformats.org/drawingml/2006/main">
              <a:ext uri="{FF2B5EF4-FFF2-40B4-BE49-F238E27FC236}">
                <a16:creationId xmlns:a16="http://schemas.microsoft.com/office/drawing/2014/main" id="{5583F7D5-3E6A-4EF6-BFF1-29EF6ED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9243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通信域名称（域资源）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30003C-1603-4943-99B2-DAD6430E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60070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GetRankId">
            <a:extLst xmlns:a="http://schemas.openxmlformats.org/drawingml/2006/main">
              <a:ext uri="{FF2B5EF4-FFF2-40B4-BE49-F238E27FC236}">
                <a16:creationId xmlns:a16="http://schemas.microsoft.com/office/drawing/2014/main" id="{F0073B30-976C-4745-B6E0-767CF308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6483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HcclGetRankId</a:t>
            </a:r>
          </a:p>
        </p:txBody>
      </p:sp>
      <p:sp>
        <p:nvSpPr>
          <p:cNvPr id="71" name="本端编号 = 0（拓扑）">
            <a:extLst xmlns:a="http://schemas.openxmlformats.org/drawingml/2006/main">
              <a:ext uri="{FF2B5EF4-FFF2-40B4-BE49-F238E27FC236}">
                <a16:creationId xmlns:a16="http://schemas.microsoft.com/office/drawing/2014/main" id="{E7FBB0E1-8544-4F8D-B8D2-7422BCB9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79786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本端编号 = 0（拓扑）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12013CE-FC40-4088-8CB5-494C6942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4695825"/>
            <a:ext cx="2481263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3FCD6D5-B359-4476-A84C-ED44FDC8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CBE1A4-FF21-421E-9B9C-E71A55B1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4006216" y="4058127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6ADF6C4-5C9A-4AB1-B0C0-B658D310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45D62B-D6C3-475F-8599-43232FB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1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4086702" y="4058603"/>
            <a:ext cx="0" cy="12992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5F05D8E-0742-4268-A9C2-0B7D7007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F48E976-0CAB-4351-B293-1BCBF9A2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4087178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639871-FA95-42FE-B041-56D1DA5E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71825"/>
            <a:ext cx="238601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ConvertAlltoAllParam">
            <a:extLst xmlns:a="http://schemas.openxmlformats.org/drawingml/2006/main">
              <a:ext uri="{FF2B5EF4-FFF2-40B4-BE49-F238E27FC236}">
                <a16:creationId xmlns:a16="http://schemas.microsoft.com/office/drawing/2014/main" id="{193B37DA-3E0A-402E-B0A4-D9CB5770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19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ConvertAlltoAllParam</a:t>
            </a:r>
          </a:p>
        </p:txBody>
      </p:sp>
      <p:sp>
        <p:nvSpPr>
          <p:cNvPr id="84" name="counts=[2,2,2,2]&#10;位移=[0,2,4,6]，单位为元素">
            <a:extLst xmlns:a="http://schemas.openxmlformats.org/drawingml/2006/main">
              <a:ext uri="{FF2B5EF4-FFF2-40B4-BE49-F238E27FC236}">
                <a16:creationId xmlns:a16="http://schemas.microsoft.com/office/drawing/2014/main" id="{A91430FC-24C7-4B9F-8DB1-C74B3184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07093"/>
            <a:ext cx="2233613" cy="517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counts=[2,2,2,2]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位移=[0,2,4,6]，单位为元素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C98243-B9D6-4031-A548-8518B093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57C1921-9B63-47E6-B121-34CA5E95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0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649403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24F8702-2288-4695-AAC4-1C8F7520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98C6302-81F7-4354-BB83-0542377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3" name=""/>
          <p:cNvCxnSpPr>
            <a:stCxn xmlns:a="http://schemas.openxmlformats.org/drawingml/2006/main" id="88" idx="0"/>
            <a:endCxn xmlns:a="http://schemas.openxmlformats.org/drawingml/2006/main" id="89" idx="2"/>
          </p:cNvCxnSpPr>
          <p:nvPr/>
        </p:nvCxnSpPr>
        <p:spPr>
          <a:xfrm xmlns:a="http://schemas.openxmlformats.org/drawingml/2006/main" flipV="1">
            <a:off x="6729890" y="3572828"/>
            <a:ext cx="0" cy="17849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C70E78-0222-4DBB-8849-153BA395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DD879F4-3D72-429A-A953-BA412EC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6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730366" y="357235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B319A42-89EB-4E43-8C0E-14B577CA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7146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lltoAllVOutPlace">
            <a:extLst xmlns:a="http://schemas.openxmlformats.org/drawingml/2006/main">
              <a:ext uri="{FF2B5EF4-FFF2-40B4-BE49-F238E27FC236}">
                <a16:creationId xmlns:a16="http://schemas.microsoft.com/office/drawing/2014/main" id="{80A304D2-83A3-4ED2-954D-3A42C49D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7622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</a:t>
            </a:r>
          </a:p>
        </p:txBody>
      </p:sp>
      <p:sp>
        <p:nvSpPr>
          <p:cNvPr id="96" name="进入共用非原地实现">
            <a:extLst xmlns:a="http://schemas.openxmlformats.org/drawingml/2006/main">
              <a:ext uri="{FF2B5EF4-FFF2-40B4-BE49-F238E27FC236}">
                <a16:creationId xmlns:a16="http://schemas.microsoft.com/office/drawing/2014/main" id="{E1CE207B-D578-4646-B5C6-708C8C1F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9441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进入共用非原地实现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F741B8-F382-40EA-B294-7BF86E2F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38137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8" name="AlltoAllVOutPlaceCommon">
            <a:extLst xmlns:a="http://schemas.openxmlformats.org/drawingml/2006/main">
              <a:ext uri="{FF2B5EF4-FFF2-40B4-BE49-F238E27FC236}">
                <a16:creationId xmlns:a16="http://schemas.microsoft.com/office/drawing/2014/main" id="{ED1C29C1-F495-4245-955A-39AA953B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2900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</a:p>
        </p:txBody>
      </p:sp>
      <p:sp>
        <p:nvSpPr>
          <p:cNvPr id="99" name="组织参数处理与调度">
            <a:extLst xmlns:a="http://schemas.openxmlformats.org/drawingml/2006/main">
              <a:ext uri="{FF2B5EF4-FFF2-40B4-BE49-F238E27FC236}">
                <a16:creationId xmlns:a16="http://schemas.microsoft.com/office/drawing/2014/main" id="{C6DE8051-EE8C-43DE-B4E1-E0F21CE2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1092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组织参数处理与调度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6C53478-138E-440B-A388-60D12374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0481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AlltoAllVConstructOpParam">
            <a:extLst xmlns:a="http://schemas.openxmlformats.org/drawingml/2006/main">
              <a:ext uri="{FF2B5EF4-FFF2-40B4-BE49-F238E27FC236}">
                <a16:creationId xmlns:a16="http://schemas.microsoft.com/office/drawing/2014/main" id="{EAF903A4-91C4-4D88-AFD5-F07B67F4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957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</p:txBody>
      </p:sp>
      <p:sp>
        <p:nvSpPr>
          <p:cNvPr id="102" name="封装地址、stream、数量与位移">
            <a:extLst xmlns:a="http://schemas.openxmlformats.org/drawingml/2006/main">
              <a:ext uri="{FF2B5EF4-FFF2-40B4-BE49-F238E27FC236}">
                <a16:creationId xmlns:a16="http://schemas.microsoft.com/office/drawing/2014/main" id="{62998100-291E-4FEC-A9B0-C91E5EC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776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封装地址、stream、数量与位移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ACED167-DC88-40AD-A22E-A875E5F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0C34A65-37BC-4A57-9626-33E2D2D1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8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197341" y="35723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721057-7678-4A98-BC45-5065E421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CE26BE6-91C3-482D-83EB-096DDF46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1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9301640" y="2996566"/>
            <a:ext cx="0" cy="5753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804088-2F78-4A6B-982A-56A21FF8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5F6A09D-33F7-402F-BE61-4D01B272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4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302116" y="2996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DE59A3F-E081-4EC1-8A9A-4D78E116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EA5273B-FD1A-4892-BEA0-92950F1F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7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10599421" y="327755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FEB9351-B32C-4A25-B122-6061461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943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E943323-D913-4690-988C-AE3D3D7E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10599421" y="394430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8DDF3C7-BE8F-47A6-A59B-9999AE06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9" name="4 个 Rank × 每目标 2 个 FP32：每个 Rank 总输入 8 个 FP32。AllToAll 复用 AllToAllV 框架，不改算子类型。">
            <a:extLst xmlns:a="http://schemas.openxmlformats.org/drawingml/2006/main">
              <a:ext uri="{FF2B5EF4-FFF2-40B4-BE49-F238E27FC236}">
                <a16:creationId xmlns:a16="http://schemas.microsoft.com/office/drawing/2014/main" id="{14F4344E-1F18-49CA-8293-07012313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4 个 Rank × 每目标 2 个 FP32：每个 Rank 总输入 8 个 FP32。AllToAll 复用 AllToAllV 框架，不改算子类型。</a:t>
            </a:r>
          </a:p>
        </p:txBody>
      </p:sp>
    </p:spTree>
    <p:extLst>
      <p:ext uri="{BB962C8B-B14F-4D97-AF65-F5344CB8AC3E}">
        <p14:creationId xmlns:p14="http://schemas.microsoft.com/office/powerpoint/2010/main" val="2147402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展开模式、拓扑与算法选择">
            <a:extLst xmlns:a="http://schemas.openxmlformats.org/drawingml/2006/main">
              <a:ext uri="{FF2B5EF4-FFF2-40B4-BE49-F238E27FC236}">
                <a16:creationId xmlns:a16="http://schemas.microsoft.com/office/drawing/2014/main" id="{548B18D0-DD0A-4BA1-8E08-07918AE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展开模式、拓扑与算法选择</a:t>
            </a:r>
          </a:p>
        </p:txBody>
      </p:sp>
      <p:sp>
        <p:nvSpPr>
          <p:cNvPr id="2" name="本分析固定 AICPU_TS。拓扑缓存未命中时才发起下方的 RankGraph 查询。">
            <a:extLst xmlns:a="http://schemas.openxmlformats.org/drawingml/2006/main">
              <a:ext uri="{FF2B5EF4-FFF2-40B4-BE49-F238E27FC236}">
                <a16:creationId xmlns:a16="http://schemas.microsoft.com/office/drawing/2014/main" id="{2FEA6B40-1E94-41AC-9DDC-17B52065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本分析固定 AICPU_TS。拓扑缓存未命中时才发起下方的 RankGraph 查询。</a:t>
            </a:r>
          </a:p>
        </p:txBody>
      </p:sp>
      <p:sp>
        <p:nvSpPr>
          <p:cNvPr id="3" name="3 / 13">
            <a:extLst xmlns:a="http://schemas.openxmlformats.org/drawingml/2006/main">
              <a:ext uri="{FF2B5EF4-FFF2-40B4-BE49-F238E27FC236}">
                <a16:creationId xmlns:a16="http://schemas.microsoft.com/office/drawing/2014/main" id="{26F48C5D-D41E-4B02-B8F4-DA93482C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B0D82-4DEB-4C58-8BE5-F4644787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读取展开配置">
            <a:extLst xmlns:a="http://schemas.openxmlformats.org/drawingml/2006/main">
              <a:ext uri="{FF2B5EF4-FFF2-40B4-BE49-F238E27FC236}">
                <a16:creationId xmlns:a16="http://schemas.microsoft.com/office/drawing/2014/main" id="{7DE3B366-1A13-4DB0-BBA1-0463CF09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读取展开配置</a:t>
            </a:r>
          </a:p>
        </p:txBody>
      </p:sp>
      <p:sp>
        <p:nvSpPr>
          <p:cNvPr id="6" name="决定算法编排位于 Host 还是 AICPU">
            <a:extLst xmlns:a="http://schemas.openxmlformats.org/drawingml/2006/main">
              <a:ext uri="{FF2B5EF4-FFF2-40B4-BE49-F238E27FC236}">
                <a16:creationId xmlns:a16="http://schemas.microsoft.com/office/drawing/2014/main" id="{4E3050B6-8AAD-4B86-BAC0-B6ADE351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决定算法编排位于 Host 还是 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97497-3284-4D09-ABBC-1A5DB76A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进入选择器">
            <a:extLst xmlns:a="http://schemas.openxmlformats.org/drawingml/2006/main">
              <a:ext uri="{FF2B5EF4-FFF2-40B4-BE49-F238E27FC236}">
                <a16:creationId xmlns:a16="http://schemas.microsoft.com/office/drawing/2014/main" id="{127C0DDA-C233-45B8-A83B-8DEEE7A1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进入选择器</a:t>
            </a:r>
          </a:p>
        </p:txBody>
      </p:sp>
      <p:sp>
        <p:nvSpPr>
          <p:cNvPr id="9" name="能力支持时先检查通信域状态">
            <a:extLst xmlns:a="http://schemas.openxmlformats.org/drawingml/2006/main">
              <a:ext uri="{FF2B5EF4-FFF2-40B4-BE49-F238E27FC236}">
                <a16:creationId xmlns:a16="http://schemas.microsoft.com/office/drawing/2014/main" id="{1F574BE3-C598-4FFB-959D-DE28B206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能力支持时先检查通信域状态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0AC65-3D8E-42B3-A02E-429CC2BC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0E8B6-D9BE-475C-824B-4819AEBF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C4E0A-759E-430E-89C2-9B7AE003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恢复或补齐拓扑">
            <a:extLst xmlns:a="http://schemas.openxmlformats.org/drawingml/2006/main">
              <a:ext uri="{FF2B5EF4-FFF2-40B4-BE49-F238E27FC236}">
                <a16:creationId xmlns:a16="http://schemas.microsoft.com/office/drawing/2014/main" id="{0EDE5348-020B-4EA4-8951-F354B0D7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恢复或补齐拓扑</a:t>
            </a:r>
          </a:p>
        </p:txBody>
      </p:sp>
      <p:sp>
        <p:nvSpPr>
          <p:cNvPr id="15" name="命中复用，未命中按需查询">
            <a:extLst xmlns:a="http://schemas.openxmlformats.org/drawingml/2006/main">
              <a:ext uri="{FF2B5EF4-FFF2-40B4-BE49-F238E27FC236}">
                <a16:creationId xmlns:a16="http://schemas.microsoft.com/office/drawing/2014/main" id="{A9176AC1-AC2B-4F3C-B5DE-19F7F36F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命中复用，未命中按需查询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F0463-DF3C-433F-A64B-85EDB5E9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B4CAC-B3E8-4275-BDB7-12032145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81967-EFD1-4AB1-B219-B21F6D0A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确定执行器">
            <a:extLst xmlns:a="http://schemas.openxmlformats.org/drawingml/2006/main">
              <a:ext uri="{FF2B5EF4-FFF2-40B4-BE49-F238E27FC236}">
                <a16:creationId xmlns:a16="http://schemas.microsoft.com/office/drawing/2014/main" id="{63EB7B92-7268-442A-8E77-E471B0EB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确定执行器</a:t>
            </a:r>
          </a:p>
        </p:txBody>
      </p:sp>
      <p:sp>
        <p:nvSpPr>
          <p:cNvPr id="21" name="选择普通 Mesh，进入资源准备">
            <a:extLst xmlns:a="http://schemas.openxmlformats.org/drawingml/2006/main">
              <a:ext uri="{FF2B5EF4-FFF2-40B4-BE49-F238E27FC236}">
                <a16:creationId xmlns:a16="http://schemas.microsoft.com/office/drawing/2014/main" id="{C477429F-BEA4-483A-A977-1657D78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选择普通 Mesh，进入资源准备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74DBA-6698-4DBF-BD12-9E7C1BC7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5969D4-8DDF-48CD-9863-A70FB39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69F5D-7997-43E1-97F5-D6620225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8BA3E-F12A-43F2-BB58-1D71B76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1120F-02E6-40F5-BCCF-49376A0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288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50363CD2-B15E-4E3E-A50F-0E591AB7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4669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12DF7-070D-47BA-95DF-CCB4C91E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5EE808-758E-4161-8108-93ECD62B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600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8898A6-7CFB-4C64-868A-369DFCCE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FFF82FBA-A1DC-48A4-9D8D-9432C3A8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039320-4483-4D58-84F5-E9BF7B7C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A068DA-8B70-4658-B8A4-57D7F8E2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86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7FE344-1621-4BA3-8C43-1DF79AC5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00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拓扑管理">
            <a:extLst xmlns:a="http://schemas.openxmlformats.org/drawingml/2006/main">
              <a:ext uri="{FF2B5EF4-FFF2-40B4-BE49-F238E27FC236}">
                <a16:creationId xmlns:a16="http://schemas.microsoft.com/office/drawing/2014/main" id="{23BF71D0-10F0-44CF-B78A-F8F41C3E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38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拓扑管理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BF8528-76CD-48F5-99AC-F1C42008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B5EA46-70D0-49AE-9E5B-745C12ED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1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2FB747-8430-4B5F-8B21-6F5B6ABC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AA3207-E748-4CCF-AE2B-58DE8DC9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4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E6F72058-0C1D-4972-A835-E2B67F10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02860FB-C4AD-4B60-99DC-2797EB61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D076A9-A9C9-4D71-888A-862CA448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GetOpExpansionMode">
            <a:extLst xmlns:a="http://schemas.openxmlformats.org/drawingml/2006/main">
              <a:ext uri="{FF2B5EF4-FFF2-40B4-BE49-F238E27FC236}">
                <a16:creationId xmlns:a16="http://schemas.microsoft.com/office/drawing/2014/main" id="{510C0521-5115-41BA-BE13-C6FB2A3F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50" name="解释通信域展开配置">
            <a:extLst xmlns:a="http://schemas.openxmlformats.org/drawingml/2006/main">
              <a:ext uri="{FF2B5EF4-FFF2-40B4-BE49-F238E27FC236}">
                <a16:creationId xmlns:a16="http://schemas.microsoft.com/office/drawing/2014/main" id="{6B27A718-3757-45C2-A242-A2E886AC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解释通信域展开配置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A5CE80-1E18-4B60-AD16-EA6E57EF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ConfigGetInfo">
            <a:extLst xmlns:a="http://schemas.openxmlformats.org/drawingml/2006/main">
              <a:ext uri="{FF2B5EF4-FFF2-40B4-BE49-F238E27FC236}">
                <a16:creationId xmlns:a16="http://schemas.microsoft.com/office/drawing/2014/main" id="{B5F95AAE-7D40-4363-9C61-443D667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53" name="返回 AICPU_TS 配置">
            <a:extLst xmlns:a="http://schemas.openxmlformats.org/drawingml/2006/main">
              <a:ext uri="{FF2B5EF4-FFF2-40B4-BE49-F238E27FC236}">
                <a16:creationId xmlns:a16="http://schemas.microsoft.com/office/drawing/2014/main" id="{0A365925-8283-4C50-A322-390E59EB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 AICPU_TS 配置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0DA9AE-0D42-44FF-8D8E-2D414468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ED3A8B-19FF-419C-9F26-7398D763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591753"/>
            <a:ext cx="0" cy="1199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4DCDCF-459D-42E9-91B2-6AA94832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AlltoAllVExecDispatch / Selector">
            <a:extLst xmlns:a="http://schemas.openxmlformats.org/drawingml/2006/main">
              <a:ext uri="{FF2B5EF4-FFF2-40B4-BE49-F238E27FC236}">
                <a16:creationId xmlns:a16="http://schemas.microsoft.com/office/drawing/2014/main" id="{2384285F-8203-44B2-8EBA-A9192FC0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AlltoAllVExecDispatch / Selector</a:t>
            </a:r>
          </a:p>
        </p:txBody>
      </p:sp>
      <p:sp>
        <p:nvSpPr>
          <p:cNvPr id="59" name="统筹算法选择">
            <a:extLst xmlns:a="http://schemas.openxmlformats.org/drawingml/2006/main">
              <a:ext uri="{FF2B5EF4-FFF2-40B4-BE49-F238E27FC236}">
                <a16:creationId xmlns:a16="http://schemas.microsoft.com/office/drawing/2014/main" id="{2D3D9AA1-C9A9-4CE2-BB1B-64D655DB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026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统筹算法选择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593D9B-A796-404A-93C0-94F27D27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B82B45-2FE7-4ACA-B6D9-81E17A7E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1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38C7D2-10F1-4091-A543-ACDCDCAC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1AD581-F272-481B-A4BC-0B48C1DA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4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225041"/>
            <a:ext cx="0" cy="1913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C12565-1B88-4C9C-A4B9-0082FF31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4D33DF-26C8-4E2B-A48D-098B1473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7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AC16FB-E999-4BFE-AB23-9A69BB2D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CommGetStatus">
            <a:extLst xmlns:a="http://schemas.openxmlformats.org/drawingml/2006/main">
              <a:ext uri="{FF2B5EF4-FFF2-40B4-BE49-F238E27FC236}">
                <a16:creationId xmlns:a16="http://schemas.microsoft.com/office/drawing/2014/main" id="{1CE9265D-BE4D-4DAA-B9CD-DB147E81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71" name="能力支持时检查 READY 状态">
            <a:extLst xmlns:a="http://schemas.openxmlformats.org/drawingml/2006/main">
              <a:ext uri="{FF2B5EF4-FFF2-40B4-BE49-F238E27FC236}">
                <a16:creationId xmlns:a16="http://schemas.microsoft.com/office/drawing/2014/main" id="{11AF8F50-715C-42C7-A65B-CA574AF6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能力支持时检查 READY 状态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D71C97-B26B-4EE0-AF8C-9CEFBF2F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885ECC-9F64-4B18-AC9D-3BC44D55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3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534603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51C1166-1BF2-475B-B46D-CDED5A52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clCalcTopoInfo">
            <a:extLst xmlns:a="http://schemas.openxmlformats.org/drawingml/2006/main">
              <a:ext uri="{FF2B5EF4-FFF2-40B4-BE49-F238E27FC236}">
                <a16:creationId xmlns:a16="http://schemas.microsoft.com/office/drawing/2014/main" id="{8CE9EBA6-B1A7-40EC-B792-77A266C8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HcclCalcTopoInfo</a:t>
            </a:r>
          </a:p>
        </p:txBody>
      </p:sp>
      <p:sp>
        <p:nvSpPr>
          <p:cNvPr id="77" name="恢复或构造算法拓扑">
            <a:extLst xmlns:a="http://schemas.openxmlformats.org/drawingml/2006/main">
              <a:ext uri="{FF2B5EF4-FFF2-40B4-BE49-F238E27FC236}">
                <a16:creationId xmlns:a16="http://schemas.microsoft.com/office/drawing/2014/main" id="{1CB835AE-7D36-42EB-BEB3-0D5890DA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恢复或构造算法拓扑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F77C40-135C-4F59-9913-B798C054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A02FD4-7313-461B-BC8F-5CE09C79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9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6601778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E1CCEA-115C-4BE2-8B1A-C89E2DC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5771E8D-8783-478A-8592-5446004E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2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6706077" y="2277428"/>
            <a:ext cx="0" cy="18611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D872028-66F0-4D64-858C-2164A542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6035326-24A7-4781-98D0-03A3BD2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5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706553" y="2276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8255760-265C-4552-8EBF-B91E7B0F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71900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8D442325-540B-41BD-B952-2513D3B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19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89" name="查询已有拓扑上下文">
            <a:extLst xmlns:a="http://schemas.openxmlformats.org/drawingml/2006/main">
              <a:ext uri="{FF2B5EF4-FFF2-40B4-BE49-F238E27FC236}">
                <a16:creationId xmlns:a16="http://schemas.microsoft.com/office/drawing/2014/main" id="{437D9EE5-8753-42D7-9D78-98A9F39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07168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查询已有拓扑上下文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FAFDF7-39A7-4CB3-86F2-B8477F7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4BCA8BD-DD54-4F6B-BF44-BAE8C12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1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8003858" y="2591753"/>
            <a:ext cx="0" cy="11801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839C720-82E3-4376-A6BA-7F35EB3C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625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HcclRankGraphGetLayers&#10;HcclRankGraphGetRanksByLayer">
            <a:extLst xmlns:a="http://schemas.openxmlformats.org/drawingml/2006/main">
              <a:ext uri="{FF2B5EF4-FFF2-40B4-BE49-F238E27FC236}">
                <a16:creationId xmlns:a16="http://schemas.microsoft.com/office/drawing/2014/main" id="{EBE68B22-B669-4DC4-AFB1-64E7E612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0125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HcclRankGraphGetLayers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</a:p>
        </p:txBody>
      </p:sp>
      <p:sp>
        <p:nvSpPr>
          <p:cNvPr id="95" name="网络层与层内 Rank">
            <a:extLst xmlns:a="http://schemas.openxmlformats.org/drawingml/2006/main">
              <a:ext uri="{FF2B5EF4-FFF2-40B4-BE49-F238E27FC236}">
                <a16:creationId xmlns:a16="http://schemas.microsoft.com/office/drawing/2014/main" id="{7F5E48F1-E0B4-4D4A-AC4D-39525F9F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11115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网络层与层内 Rank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162903F-F24A-4086-82A3-5A51643F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197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HcclRankGraphGetTopoType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D55B63B0-03BD-4E62-916C-2DA0FCFB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67350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98" name="实例类型与 Rank 间链路">
            <a:extLst xmlns:a="http://schemas.openxmlformats.org/drawingml/2006/main">
              <a:ext uri="{FF2B5EF4-FFF2-40B4-BE49-F238E27FC236}">
                <a16:creationId xmlns:a16="http://schemas.microsoft.com/office/drawing/2014/main" id="{4FB15D8C-6268-4127-9A64-5F3F3E9C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768340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实例类型与 Rank 间链路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79F1A74-DC89-4D87-924A-51A589AE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2481263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7B9AEC0-BAFC-4480-B206-62294037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D83396F-57CC-4C31-8A89-3BCFC5D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1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8003858" y="4477703"/>
            <a:ext cx="0" cy="2371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88E1095-1805-4BF3-81DA-31C7E3F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053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4" name="未命中">
            <a:extLst xmlns:a="http://schemas.openxmlformats.org/drawingml/2006/main">
              <a:ext uri="{FF2B5EF4-FFF2-40B4-BE49-F238E27FC236}">
                <a16:creationId xmlns:a16="http://schemas.microsoft.com/office/drawing/2014/main" id="{DDF5B26C-E495-447B-9324-A21CC0EE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05325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9E16CE4-0264-476D-BDD4-BEBD8067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AlltoAllAutoSelector::&#10;SelectAicpuAlgo">
            <a:extLst xmlns:a="http://schemas.openxmlformats.org/drawingml/2006/main">
              <a:ext uri="{FF2B5EF4-FFF2-40B4-BE49-F238E27FC236}">
                <a16:creationId xmlns:a16="http://schemas.microsoft.com/office/drawing/2014/main" id="{6A0E57E3-4017-4985-8267-31201103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AlltoAllAutoSelector::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SelectAicpuAlgo</a:t>
            </a:r>
          </a:p>
        </p:txBody>
      </p:sp>
      <p:sp>
        <p:nvSpPr>
          <p:cNvPr id="107" name="结合拓扑与数据量选择 Mesh">
            <a:extLst xmlns:a="http://schemas.openxmlformats.org/drawingml/2006/main">
              <a:ext uri="{FF2B5EF4-FFF2-40B4-BE49-F238E27FC236}">
                <a16:creationId xmlns:a16="http://schemas.microsoft.com/office/drawing/2014/main" id="{5815C205-8E00-4CAA-B82E-835A8ED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400300"/>
            <a:ext cx="223361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结合拓扑与数据量选择 Mesh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DD3F73C-881E-451A-8B4C-5E1DA4A3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5E4D13A-540F-4C9C-A05D-30ED2ADB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9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9244966" y="538210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49D469-FCD7-48B3-91EB-E66C8607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3E29D83-A7B8-45E0-B36F-252C3758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2" name=""/>
          <p:cNvCxnSpPr>
            <a:stCxn xmlns:a="http://schemas.openxmlformats.org/drawingml/2006/main" id="111" idx="0"/>
            <a:endCxn xmlns:a="http://schemas.openxmlformats.org/drawingml/2006/main" id="112" idx="2"/>
          </p:cNvCxnSpPr>
          <p:nvPr/>
        </p:nvCxnSpPr>
        <p:spPr>
          <a:xfrm xmlns:a="http://schemas.openxmlformats.org/drawingml/2006/main" flipV="1">
            <a:off x="9325452" y="2448878"/>
            <a:ext cx="0" cy="2932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1D3081-FE80-4630-A919-784B1390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11A3638-5862-4CAE-BE94-75EE65C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5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325928" y="2448402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23BF08B-F5CF-4C90-B09F-B5928B5D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028950"/>
            <a:ext cx="2386013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HcclExecOp">
            <a:extLst xmlns:a="http://schemas.openxmlformats.org/drawingml/2006/main">
              <a:ext uri="{FF2B5EF4-FFF2-40B4-BE49-F238E27FC236}">
                <a16:creationId xmlns:a16="http://schemas.microsoft.com/office/drawing/2014/main" id="{8D8CB50B-CD30-4316-9188-C9A4F2B8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76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119" name="进入资源准备（P4）">
            <a:extLst xmlns:a="http://schemas.openxmlformats.org/drawingml/2006/main">
              <a:ext uri="{FF2B5EF4-FFF2-40B4-BE49-F238E27FC236}">
                <a16:creationId xmlns:a16="http://schemas.microsoft.com/office/drawing/2014/main" id="{07191C5B-346A-4E21-AD86-80A5F5A7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35643"/>
            <a:ext cx="2233613" cy="231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进入资源准备（P4）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DEEB625-54E5-41E9-8E7C-D4889B74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5A38929-138F-4D75-83F7-32532927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1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10599421" y="28584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0444357-A3DE-4693-B374-7F4C098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C00F748-A803-41D2-9D98-76890A4D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4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9197341" y="4124802"/>
            <a:ext cx="127634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CA9826B-CF53-4E93-8514-61F71294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943350"/>
            <a:ext cx="2105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7" name="命中：直接复用拓扑">
            <a:extLst xmlns:a="http://schemas.openxmlformats.org/drawingml/2006/main">
              <a:ext uri="{FF2B5EF4-FFF2-40B4-BE49-F238E27FC236}">
                <a16:creationId xmlns:a16="http://schemas.microsoft.com/office/drawing/2014/main" id="{0520BFDA-0188-482E-A5C0-A3365F8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43350"/>
            <a:ext cx="2066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命中：直接复用拓扑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EF0D17F-1B58-452A-94F9-9F8DAD68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9" name="RankGraph 区域是按需查询集合，未画成每项必调的流水线。实例、端点等完整查询与解释见本页备注。">
            <a:extLst xmlns:a="http://schemas.openxmlformats.org/drawingml/2006/main">
              <a:ext uri="{FF2B5EF4-FFF2-40B4-BE49-F238E27FC236}">
                <a16:creationId xmlns:a16="http://schemas.microsoft.com/office/drawing/2014/main" id="{C5B31D00-6ED4-4953-AE90-3010DEBC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RankGraph 区域是按需查询集合，未画成每项必调的流水线。实例、端点等完整查询与解释见本页备注。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263439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用户流绑定与算法资源复用">
            <a:extLst xmlns:a="http://schemas.openxmlformats.org/drawingml/2006/main">
              <a:ext uri="{FF2B5EF4-FFF2-40B4-BE49-F238E27FC236}">
                <a16:creationId xmlns:a16="http://schemas.microsoft.com/office/drawing/2014/main" id="{12752854-FBB1-4656-B458-A53EB492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用户流绑定与算法资源复用</a:t>
            </a:r>
          </a:p>
        </p:txBody>
      </p:sp>
      <p:sp>
        <p:nvSpPr>
          <p:cNvPr id="2" name="先导出用户 Thread 供设备完成通知使用，再检查是否需要重新准备算法资源。">
            <a:extLst xmlns:a="http://schemas.openxmlformats.org/drawingml/2006/main">
              <a:ext uri="{FF2B5EF4-FFF2-40B4-BE49-F238E27FC236}">
                <a16:creationId xmlns:a16="http://schemas.microsoft.com/office/drawing/2014/main" id="{BF97D79D-28E8-4391-B0FB-54B5063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先导出用户 Thread 供设备完成通知使用，再检查是否需要重新准备算法资源。</a:t>
            </a:r>
          </a:p>
        </p:txBody>
      </p:sp>
      <p:sp>
        <p:nvSpPr>
          <p:cNvPr id="3" name="4 / 13">
            <a:extLst xmlns:a="http://schemas.openxmlformats.org/drawingml/2006/main">
              <a:ext uri="{FF2B5EF4-FFF2-40B4-BE49-F238E27FC236}">
                <a16:creationId xmlns:a16="http://schemas.microsoft.com/office/drawing/2014/main" id="{F26FB41E-E83D-43A6-93F1-DF524CD4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D401F-5C89-4A4C-AFBE-35C86DB8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绑定用户流">
            <a:extLst xmlns:a="http://schemas.openxmlformats.org/drawingml/2006/main">
              <a:ext uri="{FF2B5EF4-FFF2-40B4-BE49-F238E27FC236}">
                <a16:creationId xmlns:a16="http://schemas.microsoft.com/office/drawing/2014/main" id="{5D07E6BB-8F80-402D-9F15-43A36BB0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绑定用户流</a:t>
            </a:r>
          </a:p>
        </p:txBody>
      </p:sp>
      <p:sp>
        <p:nvSpPr>
          <p:cNvPr id="6" name="GetAlgExec 取得 Host 执行器">
            <a:extLst xmlns:a="http://schemas.openxmlformats.org/drawingml/2006/main">
              <a:ext uri="{FF2B5EF4-FFF2-40B4-BE49-F238E27FC236}">
                <a16:creationId xmlns:a16="http://schemas.microsoft.com/office/drawing/2014/main" id="{4242A784-8181-4CDD-AE07-A4624F1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GetAlgExec 取得 Host 执行器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BEA45-8A22-4704-A1F9-C336B0A2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找已准备资源">
            <a:extLst xmlns:a="http://schemas.openxmlformats.org/drawingml/2006/main">
              <a:ext uri="{FF2B5EF4-FFF2-40B4-BE49-F238E27FC236}">
                <a16:creationId xmlns:a16="http://schemas.microsoft.com/office/drawing/2014/main" id="{5DEE01FA-30DA-41A1-AF6E-1DCAD10A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查找已准备资源</a:t>
            </a:r>
          </a:p>
        </p:txBody>
      </p:sp>
      <p:sp>
        <p:nvSpPr>
          <p:cNvPr id="9" name="HcclGetAlgRes 组织资源复用判断">
            <a:extLst xmlns:a="http://schemas.openxmlformats.org/drawingml/2006/main">
              <a:ext uri="{FF2B5EF4-FFF2-40B4-BE49-F238E27FC236}">
                <a16:creationId xmlns:a16="http://schemas.microsoft.com/office/drawing/2014/main" id="{5B69E6BC-0462-47D6-9C47-DAD705EF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HcclGetAlgRes 组织资源复用判断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040E7-4AA5-411F-A08B-3B29CD3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24B8D-D192-468A-B96C-22A189B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54967-F655-40EB-B5E9-4290244B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缺失才规划与申请">
            <a:extLst xmlns:a="http://schemas.openxmlformats.org/drawingml/2006/main">
              <a:ext uri="{FF2B5EF4-FFF2-40B4-BE49-F238E27FC236}">
                <a16:creationId xmlns:a16="http://schemas.microsoft.com/office/drawing/2014/main" id="{F8A1BFD1-49F7-47BA-91D1-9E85DAA0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缺失才规划与申请</a:t>
            </a:r>
          </a:p>
        </p:txBody>
      </p:sp>
      <p:sp>
        <p:nvSpPr>
          <p:cNvPr id="15" name="命中直接复用，未命中展开 P5–7">
            <a:extLst xmlns:a="http://schemas.openxmlformats.org/drawingml/2006/main">
              <a:ext uri="{FF2B5EF4-FFF2-40B4-BE49-F238E27FC236}">
                <a16:creationId xmlns:a16="http://schemas.microsoft.com/office/drawing/2014/main" id="{09B597C0-FF2F-43AA-8101-A1710B6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命中直接复用，未命中展开 P5–7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FFD6C-EF82-4AE5-BFEE-2FB79C33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BA92A-5341-4B0C-B7E5-A51E8CD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4BE56-7068-4DFA-8359-302B91D8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001D5-B7AA-4103-9709-FC90A36B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2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450447-F1D1-48B5-BB63-46CCB2C3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6695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3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45B247BA-1C0E-49AC-8CA6-38C25B4A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0505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297B4-7CDE-4D5E-8FB2-C340C46D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FC705-480C-4453-8F08-60B2A8E5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7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448753" y="3277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7F3BF-3CE8-4718-958B-D2CCFE4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91E9C1F9-F4A9-4744-A7AE-DFC14D61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EA2EF-7E8A-4B84-808C-4849AE41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2FB95-02F9-4C12-8788-A14FEB45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2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448753" y="50106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69D695-AABE-4E68-85CA-C572FB33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625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3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39592E2E-AF24-4620-A463-96DBB71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006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83224C-05E1-494C-8BCD-02B4B581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3BDAEF-9272-4016-BB2C-70A39B52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9D412C-6AF2-41AD-B2F7-F1650D6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A0535A-0A59-4060-985D-FFA3F33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0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B56205BE-C5F7-43CE-9B59-41D7F0E5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1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07BEECA-522D-4F79-8BC2-F401BC9E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A194E3-C85D-4D3A-9C38-728B077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3" name="GetAlgExec">
            <a:extLst xmlns:a="http://schemas.openxmlformats.org/drawingml/2006/main">
              <a:ext uri="{FF2B5EF4-FFF2-40B4-BE49-F238E27FC236}">
                <a16:creationId xmlns:a16="http://schemas.microsoft.com/office/drawing/2014/main" id="{38624008-D6E3-4575-818E-9139B2F5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44" name="按算法名称取得执行器">
            <a:extLst xmlns:a="http://schemas.openxmlformats.org/drawingml/2006/main">
              <a:ext uri="{FF2B5EF4-FFF2-40B4-BE49-F238E27FC236}">
                <a16:creationId xmlns:a16="http://schemas.microsoft.com/office/drawing/2014/main" id="{86BA84CC-8CAC-4AF0-91D5-F77E2EB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按算法名称取得执行器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27ED71-F39B-4474-A63C-B40B9A20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6" name="HcclThreadAcquireWithStream">
            <a:extLst xmlns:a="http://schemas.openxmlformats.org/drawingml/2006/main">
              <a:ext uri="{FF2B5EF4-FFF2-40B4-BE49-F238E27FC236}">
                <a16:creationId xmlns:a16="http://schemas.microsoft.com/office/drawing/2014/main" id="{F2C4EB58-8FAD-4923-A70F-43FD4233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7662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47" name="把用户 stream 包装成 CPU_TS Thread">
            <a:extLst xmlns:a="http://schemas.openxmlformats.org/drawingml/2006/main">
              <a:ext uri="{FF2B5EF4-FFF2-40B4-BE49-F238E27FC236}">
                <a16:creationId xmlns:a16="http://schemas.microsoft.com/office/drawing/2014/main" id="{E20B80EF-97FA-49C4-A150-4A80E9A1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426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 stream 包装成 CPU_TS Thread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2A970A-FC6B-4575-A46A-B6316084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8DFC3C-97B2-4C44-88F1-6439AAE4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1" name=""/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3245327" y="2591753"/>
            <a:ext cx="0" cy="837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3337F0-145F-4E71-A229-BF669A33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76725"/>
            <a:ext cx="3251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B04D1AFF-A4B3-42FB-B2BE-4C6DDADA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243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53" name="用户 Thread：CPU_TS 导出给 AICPU_TS">
            <a:extLst xmlns:a="http://schemas.openxmlformats.org/drawingml/2006/main">
              <a:ext uri="{FF2B5EF4-FFF2-40B4-BE49-F238E27FC236}">
                <a16:creationId xmlns:a16="http://schemas.microsoft.com/office/drawing/2014/main" id="{836F1F13-CF91-4DFF-AAA7-CA789AEC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1993"/>
            <a:ext cx="3098800" cy="355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 Thread：CPU_TS 导出给 AICPU_TS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54E141-B06C-4A0E-BEE0-07FF10C4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7F29E2-70ED-4D06-B04A-940254ED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7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3245327" y="40967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B58F3E-B75B-4F4E-8432-69722656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AlgRes / GetAlgoMeta">
            <a:extLst xmlns:a="http://schemas.openxmlformats.org/drawingml/2006/main">
              <a:ext uri="{FF2B5EF4-FFF2-40B4-BE49-F238E27FC236}">
                <a16:creationId xmlns:a16="http://schemas.microsoft.com/office/drawing/2014/main" id="{5BF64A6C-D415-484B-8962-32A84953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 / GetAlgoMeta</a:t>
            </a:r>
          </a:p>
        </p:txBody>
      </p:sp>
      <p:sp>
        <p:nvSpPr>
          <p:cNvPr id="59" name="读取算法属性，TryReuseResource 检查复用">
            <a:extLst xmlns:a="http://schemas.openxmlformats.org/drawingml/2006/main">
              <a:ext uri="{FF2B5EF4-FFF2-40B4-BE49-F238E27FC236}">
                <a16:creationId xmlns:a16="http://schemas.microsoft.com/office/drawing/2014/main" id="{ADFC4476-7955-4A6B-91A0-8AE845EE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读取算法属性，TryReuseResource 检查复用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CF4F3F-307C-481D-B30F-BCF825D9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CC38FC-9916-4C22-AA12-D7C61402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3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871403" y="4596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236AF6-DCE6-40CB-98A8-77457C1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6D4846-4715-4813-BB91-00B93F83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6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975702" y="2282191"/>
            <a:ext cx="0" cy="2313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0527C0-A069-4AC0-9D85-6328336D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41E03B-1CB1-400D-80DA-DF3A0F90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976178" y="22817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BFA248-66BF-4929-818D-8E47EC4C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762375"/>
            <a:ext cx="3251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5E80BAC8-0C11-4A75-9651-FFA7B1AD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8100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71" name="查询此算法已有资源上下文">
            <a:extLst xmlns:a="http://schemas.openxmlformats.org/drawingml/2006/main">
              <a:ext uri="{FF2B5EF4-FFF2-40B4-BE49-F238E27FC236}">
                <a16:creationId xmlns:a16="http://schemas.microsoft.com/office/drawing/2014/main" id="{D5460E22-97D3-47A6-92DF-FF805C48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997643"/>
            <a:ext cx="3098800" cy="460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查询此算法已有资源上下文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9AB89CD-3D2C-4F00-983E-2431AC62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99C655-ADEC-4C30-A4F3-C8E99D74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5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6706077" y="2591753"/>
            <a:ext cx="0" cy="1170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26EC03-8B55-40FB-8B7A-C4FAA9E8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191452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CalcAlgHierarchyInfoV2 / CalcRes">
            <a:extLst xmlns:a="http://schemas.openxmlformats.org/drawingml/2006/main">
              <a:ext uri="{FF2B5EF4-FFF2-40B4-BE49-F238E27FC236}">
                <a16:creationId xmlns:a16="http://schemas.microsoft.com/office/drawing/2014/main" id="{26138966-C901-440B-8EAD-8D68E7E7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19621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CalcAlgHierarchyInfoV2 / CalcRes</a:t>
            </a:r>
          </a:p>
        </p:txBody>
      </p:sp>
      <p:sp>
        <p:nvSpPr>
          <p:cNvPr id="77" name="按拓扑分组，计算 Thread / Channel 需求">
            <a:extLst xmlns:a="http://schemas.openxmlformats.org/drawingml/2006/main">
              <a:ext uri="{FF2B5EF4-FFF2-40B4-BE49-F238E27FC236}">
                <a16:creationId xmlns:a16="http://schemas.microsoft.com/office/drawing/2014/main" id="{CB65C47D-8302-45E4-B52D-87673B34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14979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按拓扑分组，计算 Thread / Channel 需求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B02239-4D4F-4EA6-A076-28D599C5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42914EA-AA14-4E22-AAB0-9983C5CD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1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060D10-300D-497A-BEF5-2158CED8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3DB59C-CD41-4136-88E1-66AFB34D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4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8436452" y="2225041"/>
            <a:ext cx="0" cy="19088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ABDABB8-88BF-469D-B88E-0DC4217B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94CD963-4043-4E23-8034-EA2A907A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7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8436928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608878-6FC7-42F4-A825-D7D96B4C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7715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8" name="未命中">
            <a:extLst xmlns:a="http://schemas.openxmlformats.org/drawingml/2006/main">
              <a:ext uri="{FF2B5EF4-FFF2-40B4-BE49-F238E27FC236}">
                <a16:creationId xmlns:a16="http://schemas.microsoft.com/office/drawing/2014/main" id="{E4DF0E6B-3C9A-40CF-AA77-0D0A6CC9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147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7DB7F71-12BF-4E2A-98EB-7C572CF7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695575"/>
            <a:ext cx="32512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0" name="GetAlgResAICPU">
            <a:extLst xmlns:a="http://schemas.openxmlformats.org/drawingml/2006/main">
              <a:ext uri="{FF2B5EF4-FFF2-40B4-BE49-F238E27FC236}">
                <a16:creationId xmlns:a16="http://schemas.microsoft.com/office/drawing/2014/main" id="{5E5CAF66-E1FA-4659-B29E-6D85729F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7432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</p:txBody>
      </p:sp>
      <p:sp>
        <p:nvSpPr>
          <p:cNvPr id="91" name="申请所缺资源，展开 P5–7">
            <a:extLst xmlns:a="http://schemas.openxmlformats.org/drawingml/2006/main">
              <a:ext uri="{FF2B5EF4-FFF2-40B4-BE49-F238E27FC236}">
                <a16:creationId xmlns:a16="http://schemas.microsoft.com/office/drawing/2014/main" id="{D995BABC-AC89-4987-9F4B-1A07EE5F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902268"/>
            <a:ext cx="30988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申请所缺资源，展开 P5–7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E75386D-D689-49B9-AF33-E61260C8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B6785D9-69EE-4153-B845-28341E5B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695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5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10166827" y="25346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F5ED187-272C-4629-9EB5-C2C281B0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20065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6" name="可用算法资源">
            <a:extLst xmlns:a="http://schemas.openxmlformats.org/drawingml/2006/main">
              <a:ext uri="{FF2B5EF4-FFF2-40B4-BE49-F238E27FC236}">
                <a16:creationId xmlns:a16="http://schemas.microsoft.com/office/drawing/2014/main" id="{EA35E6A8-D566-4AEE-B63D-D4C4DA49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24827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可用算法资源</a:t>
            </a:r>
          </a:p>
        </p:txBody>
      </p:sp>
      <p:sp>
        <p:nvSpPr>
          <p:cNvPr id="97" name="设备 Thread、CCL、Channel 与地址描述">
            <a:extLst xmlns:a="http://schemas.openxmlformats.org/drawingml/2006/main">
              <a:ext uri="{FF2B5EF4-FFF2-40B4-BE49-F238E27FC236}">
                <a16:creationId xmlns:a16="http://schemas.microsoft.com/office/drawing/2014/main" id="{BA7E2814-B354-4CEF-A103-206FF84B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43591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 Thread、CCL、Channel 与地址描述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E2F398-48B8-4C68-9FC7-1B64009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200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2F61C16-0A6C-48FC-858D-2BF09BB0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5200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1" name="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0166827" y="3201353"/>
            <a:ext cx="0" cy="1999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576518E-E591-4FD8-9C37-5A0520FA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408F02E-F6A5-4218-9C23-8C9636F8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4E9AA1A-F6E9-43F3-8BF4-06A9ACBE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A975472-F1D7-4D7C-B4CA-CD9B05CC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7" name=""/>
          <p:cNvCxnSpPr>
            <a:stCxn xmlns:a="http://schemas.openxmlformats.org/drawingml/2006/main" id="104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8436452" y="4134803"/>
            <a:ext cx="0" cy="1399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DEFF37E-FDF9-41B1-BB9C-24F7AC7A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262409-4DFD-4C6D-8AD5-425DC42F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0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8436928" y="55345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12984F8-4340-4F2B-A01A-68B8CB5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67275"/>
            <a:ext cx="1343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命中：复用">
            <a:extLst xmlns:a="http://schemas.openxmlformats.org/drawingml/2006/main">
              <a:ext uri="{FF2B5EF4-FFF2-40B4-BE49-F238E27FC236}">
                <a16:creationId xmlns:a16="http://schemas.microsoft.com/office/drawing/2014/main" id="{4FE62FEA-A7F7-4F34-935F-668768B9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67275"/>
            <a:ext cx="1304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命中：复用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192BA5A-E7F2-4FA5-ACEC-8B5589B0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资源复用跳过相应创建，不跳过后续数据通信。Thread 是通信任务队列句柄，不等同于 OS 线程。">
            <a:extLst xmlns:a="http://schemas.openxmlformats.org/drawingml/2006/main">
              <a:ext uri="{FF2B5EF4-FFF2-40B4-BE49-F238E27FC236}">
                <a16:creationId xmlns:a16="http://schemas.microsoft.com/office/drawing/2014/main" id="{5A9EAAA9-6836-4B92-9FDC-12AB2E3B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资源复用跳过相应创建，不跳过后续数据通信。Thread 是通信任务队列句柄，不等同于 OS 线程。</a:t>
            </a:r>
          </a:p>
        </p:txBody>
      </p:sp>
    </p:spTree>
    <p:extLst>
      <p:ext uri="{BB962C8B-B14F-4D97-AF65-F5344CB8AC3E}">
        <p14:creationId xmlns:p14="http://schemas.microsoft.com/office/powerpoint/2010/main" val="1654833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CCL、设备 Thread 与 Peer 通道申请">
            <a:extLst xmlns:a="http://schemas.openxmlformats.org/drawingml/2006/main">
              <a:ext uri="{FF2B5EF4-FFF2-40B4-BE49-F238E27FC236}">
                <a16:creationId xmlns:a16="http://schemas.microsoft.com/office/drawing/2014/main" id="{B700D031-7E41-4DC4-8C28-A1D02F4B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CCL、设备 Thread 与 Peer 通道申请</a:t>
            </a:r>
          </a:p>
        </p:txBody>
      </p:sp>
      <p:sp>
        <p:nvSpPr>
          <p:cNvPr id="2" name="HCCL 组织资源请求，HCOMM 返回句柄和地址。Thread 获取接口按能力二选一。">
            <a:extLst xmlns:a="http://schemas.openxmlformats.org/drawingml/2006/main">
              <a:ext uri="{FF2B5EF4-FFF2-40B4-BE49-F238E27FC236}">
                <a16:creationId xmlns:a16="http://schemas.microsoft.com/office/drawing/2014/main" id="{5D1E96AD-B9B9-4C29-9457-05935C1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组织资源请求，HCOMM 返回句柄和地址。Thread 获取接口按能力二选一。</a:t>
            </a:r>
          </a:p>
        </p:txBody>
      </p:sp>
      <p:sp>
        <p:nvSpPr>
          <p:cNvPr id="3" name="5 / 13">
            <a:extLst xmlns:a="http://schemas.openxmlformats.org/drawingml/2006/main">
              <a:ext uri="{FF2B5EF4-FFF2-40B4-BE49-F238E27FC236}">
                <a16:creationId xmlns:a16="http://schemas.microsoft.com/office/drawing/2014/main" id="{5D820523-67F0-42FF-8887-469F10B9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5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93FC9-9845-4342-AED6-75347AB3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取得本地缓冲">
            <a:extLst xmlns:a="http://schemas.openxmlformats.org/drawingml/2006/main">
              <a:ext uri="{FF2B5EF4-FFF2-40B4-BE49-F238E27FC236}">
                <a16:creationId xmlns:a16="http://schemas.microsoft.com/office/drawing/2014/main" id="{2073D458-E43D-4CFB-9477-1A248C50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取得本地缓冲</a:t>
            </a:r>
          </a:p>
        </p:txBody>
      </p:sp>
      <p:sp>
        <p:nvSpPr>
          <p:cNvPr id="6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B06E1E10-67C6-44BE-867D-096A94EF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FB8C7-C2B8-4EBB-8C18-5B6F11B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设备 Thread">
            <a:extLst xmlns:a="http://schemas.openxmlformats.org/drawingml/2006/main">
              <a:ext uri="{FF2B5EF4-FFF2-40B4-BE49-F238E27FC236}">
                <a16:creationId xmlns:a16="http://schemas.microsoft.com/office/drawing/2014/main" id="{171269E8-8A0D-44C4-8A9F-24D11F66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取得设备 Thread</a:t>
            </a:r>
          </a:p>
        </p:txBody>
      </p:sp>
      <p:sp>
        <p:nvSpPr>
          <p:cNvPr id="9" name="主从 Thread 与通知槽配置">
            <a:extLst xmlns:a="http://schemas.openxmlformats.org/drawingml/2006/main">
              <a:ext uri="{FF2B5EF4-FFF2-40B4-BE49-F238E27FC236}">
                <a16:creationId xmlns:a16="http://schemas.microsoft.com/office/drawing/2014/main" id="{971EC80E-04F0-4682-83AF-B102450C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 Thread 与通知槽配置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C5344-936F-4433-98F7-65A3F625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49DA8-93F9-4646-9299-61A02CFC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21640-E366-4083-A9C5-49FD771E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取得 Peer 通道">
            <a:extLst xmlns:a="http://schemas.openxmlformats.org/drawingml/2006/main">
              <a:ext uri="{FF2B5EF4-FFF2-40B4-BE49-F238E27FC236}">
                <a16:creationId xmlns:a16="http://schemas.microsoft.com/office/drawing/2014/main" id="{6C354658-87B5-4876-8EAC-8B0F2F8C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 Peer 通道</a:t>
            </a:r>
          </a:p>
        </p:txBody>
      </p:sp>
      <p:sp>
        <p:nvSpPr>
          <p:cNvPr id="15" name="按 Peer、协议、端点描述申请">
            <a:extLst xmlns:a="http://schemas.openxmlformats.org/drawingml/2006/main">
              <a:ext uri="{FF2B5EF4-FFF2-40B4-BE49-F238E27FC236}">
                <a16:creationId xmlns:a16="http://schemas.microsoft.com/office/drawing/2014/main" id="{5D78E1DF-D4CD-4692-A0F7-6EE22206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Peer、协议、端点描述申请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3D20E-5EB1-4DC8-8B68-6784076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1E477-A917-48B1-B076-97311E12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F8373-7C5B-412B-B3B6-17E65AF8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准备设备描述">
            <a:extLst xmlns:a="http://schemas.openxmlformats.org/drawingml/2006/main">
              <a:ext uri="{FF2B5EF4-FFF2-40B4-BE49-F238E27FC236}">
                <a16:creationId xmlns:a16="http://schemas.microsoft.com/office/drawing/2014/main" id="{7B68F7DF-C289-4A23-87F7-412D3640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准备设备描述</a:t>
            </a:r>
          </a:p>
        </p:txBody>
      </p:sp>
      <p:sp>
        <p:nvSpPr>
          <p:cNvPr id="21" name="拿到资源后进入上下文交付">
            <a:extLst xmlns:a="http://schemas.openxmlformats.org/drawingml/2006/main">
              <a:ext uri="{FF2B5EF4-FFF2-40B4-BE49-F238E27FC236}">
                <a16:creationId xmlns:a16="http://schemas.microsoft.com/office/drawing/2014/main" id="{585E8B1F-4E78-4587-A9CD-C529616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拿到资源后进入上下文交付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4AA55-FF0F-4BA2-862C-F2EDEEFF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9BCA9-73BA-45D1-AD57-93993B3F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775C0-D39C-441A-BF42-C7D4C864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0797B-ED41-4425-AC68-42823A4B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8AD3D-EBE0-40F9-A7CC-267080C5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574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244C914D-7A74-42C0-AEB0-85672D1C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955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D810DD-AA03-46F0-BE9C-991625B3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95F151-A014-418D-9669-FF4A05F2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857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0EC39-1BC7-4CC2-8BA0-2D0A2010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290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A975D263-6EC2-46FA-9C7C-3E182783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671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22AF22-10E9-42B7-B175-4A370436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35161A-A563-49E2-A152-8740A2FE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8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344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5F76DE-72FD-43AB-9950-A921DE7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44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6D743DFF-A507-4E52-A242-DC68AFC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25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44A255-8F19-4FD2-BD00-EBAEABD1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6F7F95-BDEF-4493-B5B3-A2973D63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36732B-4400-4F11-8E43-CC852AF8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E0CD7F-B936-4E49-8959-8783F4C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6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8CC1C758-B574-4564-BE09-8A8B9BCB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BFC15C3-D599-452B-9F2A-270A2AED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4FD2BA-E82A-4E56-A829-A6F077C4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8DC0B6A6-D61F-4647-BCB0-12F28CC8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50" name="执行 AICPU 资源申请">
            <a:extLst xmlns:a="http://schemas.openxmlformats.org/drawingml/2006/main">
              <a:ext uri="{FF2B5EF4-FFF2-40B4-BE49-F238E27FC236}">
                <a16:creationId xmlns:a16="http://schemas.microsoft.com/office/drawing/2014/main" id="{E9AE0F95-FB56-4F7E-9871-BFBEDB95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 AICPU 资源申请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6D83C1-ED40-4F93-B6C4-374E934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GetHcclBuffer">
            <a:extLst xmlns:a="http://schemas.openxmlformats.org/drawingml/2006/main">
              <a:ext uri="{FF2B5EF4-FFF2-40B4-BE49-F238E27FC236}">
                <a16:creationId xmlns:a16="http://schemas.microsoft.com/office/drawing/2014/main" id="{AC08D9AB-A8F9-47B7-8C57-C720FBC4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</p:txBody>
      </p:sp>
      <p:sp>
        <p:nvSpPr>
          <p:cNvPr id="53" name="内存管理：本地 CCL 地址、容量">
            <a:extLst xmlns:a="http://schemas.openxmlformats.org/drawingml/2006/main">
              <a:ext uri="{FF2B5EF4-FFF2-40B4-BE49-F238E27FC236}">
                <a16:creationId xmlns:a16="http://schemas.microsoft.com/office/drawing/2014/main" id="{7347BFC0-81B8-4B66-BD0E-8259C963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内存管理：本地 CCL 地址、容量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D1D2F5-96D3-4A85-9DE5-78028172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FB0292-2C8C-4203-B8DA-CBAA6D65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7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3364C6-531A-4D81-BD78-76DAFB45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Thread /&#10;HcclGetAicpuThread">
            <a:extLst xmlns:a="http://schemas.openxmlformats.org/drawingml/2006/main">
              <a:ext uri="{FF2B5EF4-FFF2-40B4-BE49-F238E27FC236}">
                <a16:creationId xmlns:a16="http://schemas.microsoft.com/office/drawing/2014/main" id="{36937E40-EBA7-48B8-9A25-824E0D74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71675"/>
            <a:ext cx="2233613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HcclGetThread 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HcclGetAicpuThread</a:t>
            </a:r>
          </a:p>
        </p:txBody>
      </p:sp>
      <p:sp>
        <p:nvSpPr>
          <p:cNvPr id="59" name="组织设备主从队列获取">
            <a:extLst xmlns:a="http://schemas.openxmlformats.org/drawingml/2006/main">
              <a:ext uri="{FF2B5EF4-FFF2-40B4-BE49-F238E27FC236}">
                <a16:creationId xmlns:a16="http://schemas.microsoft.com/office/drawing/2014/main" id="{23FCBDAE-5FD6-4D81-BA09-2C8901D2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99335"/>
            <a:ext cx="2233613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组织设备主从队列获取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EABF54-F5ED-4A11-86A3-66C4569A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7DD1AD-C4B8-4BF9-94C7-0BC973AF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3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9C3681-29D4-45DB-83E8-40B637B6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C10525-A0DD-4758-AAED-D8A5477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6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8BC39E3-CF4F-4343-9434-9D8E96D3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948FB9-CC0B-4111-8E2A-79F50F84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F36163-A862-4E4A-ADD9-0EB77827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095625"/>
            <a:ext cx="2386013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ThreadAcquireWithConfig">
            <a:extLst xmlns:a="http://schemas.openxmlformats.org/drawingml/2006/main">
              <a:ext uri="{FF2B5EF4-FFF2-40B4-BE49-F238E27FC236}">
                <a16:creationId xmlns:a16="http://schemas.microsoft.com/office/drawing/2014/main" id="{6145B018-4E49-40C0-AC3F-8D7AEDCF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3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</p:txBody>
      </p:sp>
      <p:sp>
        <p:nvSpPr>
          <p:cNvPr id="71" name="支持时：按各 Thread 的配置获取">
            <a:extLst xmlns:a="http://schemas.openxmlformats.org/drawingml/2006/main">
              <a:ext uri="{FF2B5EF4-FFF2-40B4-BE49-F238E27FC236}">
                <a16:creationId xmlns:a16="http://schemas.microsoft.com/office/drawing/2014/main" id="{71CBCEFC-67CB-4C03-B871-9B73994D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330893"/>
            <a:ext cx="2233613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支持时：按各 Thread 的配置获取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D3BABDC-0208-489E-9D6B-EA0E20CB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576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clThreadAcquire">
            <a:extLst xmlns:a="http://schemas.openxmlformats.org/drawingml/2006/main">
              <a:ext uri="{FF2B5EF4-FFF2-40B4-BE49-F238E27FC236}">
                <a16:creationId xmlns:a16="http://schemas.microsoft.com/office/drawing/2014/main" id="{446F49DE-D069-4142-A8C8-7208EC38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053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</a:t>
            </a:r>
          </a:p>
        </p:txBody>
      </p:sp>
      <p:sp>
        <p:nvSpPr>
          <p:cNvPr id="74" name="兼容能力：按统一通知数量获取">
            <a:extLst xmlns:a="http://schemas.openxmlformats.org/drawingml/2006/main">
              <a:ext uri="{FF2B5EF4-FFF2-40B4-BE49-F238E27FC236}">
                <a16:creationId xmlns:a16="http://schemas.microsoft.com/office/drawing/2014/main" id="{E8E02D52-3EB7-482E-BDE8-3B2128BA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929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兼容能力：按统一通知数量获取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27D804-62EA-4B8C-A932-A2C77CC2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83C882-EF06-4726-BFC0-591E5EC7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8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5408296" y="26870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A0C1B8B-26EA-448F-A1BD-993D7821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E2D6AF-EC4A-4DD5-BCA7-859E318E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1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2687003"/>
            <a:ext cx="0" cy="256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F25671-C951-43B7-B771-3FE3C58C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6A8C1A5-F009-42FC-9FB5-17F4D773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4" name=""/>
          <p:cNvCxnSpPr>
            <a:stCxn xmlns:a="http://schemas.openxmlformats.org/drawingml/2006/main" id="81" idx="1"/>
            <a:endCxn xmlns:a="http://schemas.openxmlformats.org/drawingml/2006/main" id="82" idx="3"/>
          </p:cNvCxnSpPr>
          <p:nvPr/>
        </p:nvCxnSpPr>
        <p:spPr>
          <a:xfrm xmlns:a="http://schemas.openxmlformats.org/drawingml/2006/main" flipH="1">
            <a:off x="4163378" y="2943702"/>
            <a:ext cx="1244441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4DE925-06BB-47CF-B3B1-57DA40DA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D09F5F1-C2E9-4AFF-894E-FB65B41E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7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162902" y="2944178"/>
            <a:ext cx="0" cy="1665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AD15B72-0D22-4B59-A7C1-3894E99C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F23C2C-AC4E-4607-973F-E76596C0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0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163378" y="4610577"/>
            <a:ext cx="5143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二选一，非重复申请">
            <a:extLst xmlns:a="http://schemas.openxmlformats.org/drawingml/2006/main">
              <a:ext uri="{FF2B5EF4-FFF2-40B4-BE49-F238E27FC236}">
                <a16:creationId xmlns:a16="http://schemas.microsoft.com/office/drawing/2014/main" id="{F4BEABF7-6EE1-4405-9A8E-165B3950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962400"/>
            <a:ext cx="238601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二选一，非重复申请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631B65-3F2E-443F-A7EB-923B4B60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2" name="HcclGetChannel">
            <a:extLst xmlns:a="http://schemas.openxmlformats.org/drawingml/2006/main">
              <a:ext uri="{FF2B5EF4-FFF2-40B4-BE49-F238E27FC236}">
                <a16:creationId xmlns:a16="http://schemas.microsoft.com/office/drawing/2014/main" id="{ED6D10BD-E37D-46AE-9C88-F51828FB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HcclGetChannel</a:t>
            </a:r>
          </a:p>
        </p:txBody>
      </p:sp>
      <p:sp>
        <p:nvSpPr>
          <p:cNvPr id="93" name="组织 Peer 通道请求">
            <a:extLst xmlns:a="http://schemas.openxmlformats.org/drawingml/2006/main">
              <a:ext uri="{FF2B5EF4-FFF2-40B4-BE49-F238E27FC236}">
                <a16:creationId xmlns:a16="http://schemas.microsoft.com/office/drawing/2014/main" id="{B6194604-73FF-470C-B3BC-04192238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 Peer 通道请求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0A20F0F-565E-4C64-9246-CAB86224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5EF17C4-1EEE-4917-89AD-AFBB1CAC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7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6601778" y="34913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42325BF-8B11-4976-A544-B39E62FD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B0DFCE5-BAA4-41D8-B288-4531CCE5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0" name=""/>
          <p:cNvCxnSpPr>
            <a:stCxn xmlns:a="http://schemas.openxmlformats.org/drawingml/2006/main" id="97" idx="0"/>
            <a:endCxn xmlns:a="http://schemas.openxmlformats.org/drawingml/2006/main" id="98" idx="2"/>
          </p:cNvCxnSpPr>
          <p:nvPr/>
        </p:nvCxnSpPr>
        <p:spPr>
          <a:xfrm xmlns:a="http://schemas.openxmlformats.org/drawingml/2006/main" flipV="1">
            <a:off x="6706077" y="2306003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BBFF4B9-79C1-44DE-B8D4-B7417733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78F44F9-196D-4A69-9D2E-DB8CA856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3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7F70D90-8051-40B9-BD43-9568700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84A27CE-1A2F-4F6E-AF26-1610AA27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6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6601778" y="46105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2C0BE83-FD63-4103-8D26-FD6631DC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A1DAD8C-A5FB-4DB8-8953-0024D59F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9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6706077" y="2306003"/>
            <a:ext cx="0" cy="2304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9735F92-1FEA-4142-8F89-08AA2A36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196497-F0B0-4EDE-90AB-4DBE59E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2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001850B-B63F-429A-8BCE-093C6560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07E06BFE-1DE7-40C8-A83A-4A37E0F2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114" name="域资源管理：未命中则建链（P6）">
            <a:extLst xmlns:a="http://schemas.openxmlformats.org/drawingml/2006/main">
              <a:ext uri="{FF2B5EF4-FFF2-40B4-BE49-F238E27FC236}">
                <a16:creationId xmlns:a16="http://schemas.microsoft.com/office/drawing/2014/main" id="{F3A5D1D0-4372-47E7-B559-1663CFB0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域资源管理：未命中则建链（P6）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944D6B1-804D-42E8-A323-0FCC0A8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D0DD7C4-7F27-4B43-80EA-A0492B1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8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8003858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F5D7E9E-A9E9-4868-9ACF-1ED155C5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9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E83906F1-D067-4130-A58F-E22C3016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0" name="补齐通道、端点、远端内存说明">
            <a:extLst xmlns:a="http://schemas.openxmlformats.org/drawingml/2006/main">
              <a:ext uri="{FF2B5EF4-FFF2-40B4-BE49-F238E27FC236}">
                <a16:creationId xmlns:a16="http://schemas.microsoft.com/office/drawing/2014/main" id="{2214418A-0C0F-4131-8A19-D828513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补齐通道、端点、远端内存说明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A631A25-725E-4656-8C41-EED67D12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3F0EC99-1E32-4BF9-9CE2-403CD141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4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197341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7D18D9C-D601-4C2C-8457-1C5F8013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0C3AE72-2A71-4E4D-9D97-1ECA0245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7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301640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293A319-BD81-44B7-A643-A8A99E9C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37B5D3A-A106-45EE-A2A3-E373852A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0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302116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790D9C0-E89F-4B3B-8C21-47DB6773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本地 CCL">
            <a:extLst xmlns:a="http://schemas.openxmlformats.org/drawingml/2006/main">
              <a:ext uri="{FF2B5EF4-FFF2-40B4-BE49-F238E27FC236}">
                <a16:creationId xmlns:a16="http://schemas.microsoft.com/office/drawing/2014/main" id="{8B235F60-9CFC-4696-A491-3BF63184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本地 CCL</a:t>
            </a:r>
          </a:p>
        </p:txBody>
      </p:sp>
      <p:sp>
        <p:nvSpPr>
          <p:cNvPr id="132" name="通信中转空间">
            <a:extLst xmlns:a="http://schemas.openxmlformats.org/drawingml/2006/main">
              <a:ext uri="{FF2B5EF4-FFF2-40B4-BE49-F238E27FC236}">
                <a16:creationId xmlns:a16="http://schemas.microsoft.com/office/drawing/2014/main" id="{42B7DFA7-B788-4610-950B-3A60805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通信中转空间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FD77DE1-7724-4A4A-8A3E-D5D9BB4C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4" name="设备主从 Thread">
            <a:extLst xmlns:a="http://schemas.openxmlformats.org/drawingml/2006/main">
              <a:ext uri="{FF2B5EF4-FFF2-40B4-BE49-F238E27FC236}">
                <a16:creationId xmlns:a16="http://schemas.microsoft.com/office/drawing/2014/main" id="{DEB4B923-9BCA-455E-BC16-F393237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设备主从 Thread</a:t>
            </a:r>
          </a:p>
        </p:txBody>
      </p:sp>
      <p:sp>
        <p:nvSpPr>
          <p:cNvPr id="135" name="承载本次通信任务">
            <a:extLst xmlns:a="http://schemas.openxmlformats.org/drawingml/2006/main">
              <a:ext uri="{FF2B5EF4-FFF2-40B4-BE49-F238E27FC236}">
                <a16:creationId xmlns:a16="http://schemas.microsoft.com/office/drawing/2014/main" id="{27BB243A-7E62-44D1-A646-BC185C47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承载本次通信任务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AE66292-A066-480C-855E-66FE8C4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7" name="Channel 句柄">
            <a:extLst xmlns:a="http://schemas.openxmlformats.org/drawingml/2006/main">
              <a:ext uri="{FF2B5EF4-FFF2-40B4-BE49-F238E27FC236}">
                <a16:creationId xmlns:a16="http://schemas.microsoft.com/office/drawing/2014/main" id="{E1509AB8-85F7-4F1B-8428-761079E9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Channel 句柄</a:t>
            </a:r>
          </a:p>
        </p:txBody>
      </p:sp>
      <p:sp>
        <p:nvSpPr>
          <p:cNvPr id="138" name="指向每个 Peer 的通信通道">
            <a:extLst xmlns:a="http://schemas.openxmlformats.org/drawingml/2006/main">
              <a:ext uri="{FF2B5EF4-FFF2-40B4-BE49-F238E27FC236}">
                <a16:creationId xmlns:a16="http://schemas.microsoft.com/office/drawing/2014/main" id="{240EF27B-C684-4F9B-B3DB-8477353F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指向每个 Peer 的通信通道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F72B98B-8AB0-44E5-8E41-332B1D1B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0" name="序列化输入（P7）">
            <a:extLst xmlns:a="http://schemas.openxmlformats.org/drawingml/2006/main">
              <a:ext uri="{FF2B5EF4-FFF2-40B4-BE49-F238E27FC236}">
                <a16:creationId xmlns:a16="http://schemas.microsoft.com/office/drawing/2014/main" id="{ED5D9ACD-1E23-4E2F-8BE3-9FC4519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序列化输入（P7）</a:t>
            </a:r>
          </a:p>
        </p:txBody>
      </p:sp>
      <p:sp>
        <p:nvSpPr>
          <p:cNvPr id="141" name="整理设备执行需要的资源描述">
            <a:extLst xmlns:a="http://schemas.openxmlformats.org/drawingml/2006/main">
              <a:ext uri="{FF2B5EF4-FFF2-40B4-BE49-F238E27FC236}">
                <a16:creationId xmlns:a16="http://schemas.microsoft.com/office/drawing/2014/main" id="{C80BE486-8C8E-4A99-B448-AD84096B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整理设备执行需要的资源描述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ABF298A-651B-4BE3-AEE1-726D862D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3" name="此阶段只准备资源。本次用户张量的跨 Rank 搬运发生在设备算法编排之后。">
            <a:extLst xmlns:a="http://schemas.openxmlformats.org/drawingml/2006/main">
              <a:ext uri="{FF2B5EF4-FFF2-40B4-BE49-F238E27FC236}">
                <a16:creationId xmlns:a16="http://schemas.microsoft.com/office/drawing/2014/main" id="{E3ABCFB3-BABF-4A8E-A109-FDD9A66C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此阶段只准备资源。本次用户张量的跨 Rank 搬运发生在设备算法编排之后。</a:t>
            </a:r>
          </a:p>
        </p:txBody>
      </p:sp>
    </p:spTree>
    <p:extLst>
      <p:ext uri="{BB962C8B-B14F-4D97-AF65-F5344CB8AC3E}">
        <p14:creationId xmlns:p14="http://schemas.microsoft.com/office/powerpoint/2010/main" val="246685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HcclChannelAcquire 建链内部展开">
            <a:extLst xmlns:a="http://schemas.openxmlformats.org/drawingml/2006/main">
              <a:ext uri="{FF2B5EF4-FFF2-40B4-BE49-F238E27FC236}">
                <a16:creationId xmlns:a16="http://schemas.microsoft.com/office/drawing/2014/main" id="{B8FFF3B1-DBE8-4448-97AE-59CFA03C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建链内部展开</a:t>
            </a:r>
          </a:p>
        </p:txBody>
      </p:sp>
      <p:sp>
        <p:nvSpPr>
          <p:cNvPr id="2" name="上方是域级资源统筹，下方是底层通信资源接口。端点和内存已有时可以复用。">
            <a:extLst xmlns:a="http://schemas.openxmlformats.org/drawingml/2006/main">
              <a:ext uri="{FF2B5EF4-FFF2-40B4-BE49-F238E27FC236}">
                <a16:creationId xmlns:a16="http://schemas.microsoft.com/office/drawing/2014/main" id="{BF2EC8F8-3D02-4D84-B548-D8709D80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上方是域级资源统筹，下方是底层通信资源接口。端点和内存已有时可以复用。</a:t>
            </a:r>
          </a:p>
        </p:txBody>
      </p:sp>
      <p:sp>
        <p:nvSpPr>
          <p:cNvPr id="3" name="6 / 13">
            <a:extLst xmlns:a="http://schemas.openxmlformats.org/drawingml/2006/main">
              <a:ext uri="{FF2B5EF4-FFF2-40B4-BE49-F238E27FC236}">
                <a16:creationId xmlns:a16="http://schemas.microsoft.com/office/drawing/2014/main" id="{7FC793AA-4D1F-4304-8F00-5D3125A6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AFE90-C5D6-4C8A-B41C-71EC8354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统筹建链请求">
            <a:extLst xmlns:a="http://schemas.openxmlformats.org/drawingml/2006/main">
              <a:ext uri="{FF2B5EF4-FFF2-40B4-BE49-F238E27FC236}">
                <a16:creationId xmlns:a16="http://schemas.microsoft.com/office/drawing/2014/main" id="{83920FA0-2061-43DC-B199-F0D2FF6C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统筹建链请求</a:t>
            </a:r>
          </a:p>
        </p:txBody>
      </p:sp>
      <p:sp>
        <p:nvSpPr>
          <p:cNvPr id="6" name="组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905297EF-05EE-46DF-94EA-E2B441CD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组织控制信息交换连接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C1394-8810-4B32-851D-BE6BB8D9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端点与内存">
            <a:extLst xmlns:a="http://schemas.openxmlformats.org/drawingml/2006/main">
              <a:ext uri="{FF2B5EF4-FFF2-40B4-BE49-F238E27FC236}">
                <a16:creationId xmlns:a16="http://schemas.microsoft.com/office/drawing/2014/main" id="{72C8D966-6D1D-4117-96FC-1F804978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准备端点与内存</a:t>
            </a:r>
          </a:p>
        </p:txBody>
      </p:sp>
      <p:sp>
        <p:nvSpPr>
          <p:cNvPr id="9" name="BatchCreateChannels 内部展开">
            <a:extLst xmlns:a="http://schemas.openxmlformats.org/drawingml/2006/main">
              <a:ext uri="{FF2B5EF4-FFF2-40B4-BE49-F238E27FC236}">
                <a16:creationId xmlns:a16="http://schemas.microsoft.com/office/drawing/2014/main" id="{3D9283F2-9855-4272-B2DD-E03D58AC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BatchCreateChannels 内部展开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270BA-FF94-4F8A-AFFD-301DCC92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A9934-3E70-4FDA-88B8-608AB580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B0974-EF8C-46B3-9833-2A91E006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创建基础通道">
            <a:extLst xmlns:a="http://schemas.openxmlformats.org/drawingml/2006/main">
              <a:ext uri="{FF2B5EF4-FFF2-40B4-BE49-F238E27FC236}">
                <a16:creationId xmlns:a16="http://schemas.microsoft.com/office/drawing/2014/main" id="{B0B9A626-08E5-48F9-B980-7B39B78C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创建基础通道</a:t>
            </a:r>
          </a:p>
        </p:txBody>
      </p:sp>
      <p:sp>
        <p:nvSpPr>
          <p:cNvPr id="15" name="供集合通信访问 Peer">
            <a:extLst xmlns:a="http://schemas.openxmlformats.org/drawingml/2006/main">
              <a:ext uri="{FF2B5EF4-FFF2-40B4-BE49-F238E27FC236}">
                <a16:creationId xmlns:a16="http://schemas.microsoft.com/office/drawing/2014/main" id="{F674DB1D-10C6-4360-B0E8-D246794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供集合通信访问 Peer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F18B0-EF39-41FF-AA0D-BFE76280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EC34D-F631-4EC0-A282-8D8E976C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F89AF-16C2-4C60-8146-E1330A04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连接、校验与返回">
            <a:extLst xmlns:a="http://schemas.openxmlformats.org/drawingml/2006/main">
              <a:ext uri="{FF2B5EF4-FFF2-40B4-BE49-F238E27FC236}">
                <a16:creationId xmlns:a16="http://schemas.microsoft.com/office/drawing/2014/main" id="{A160B5BB-8D8D-46F8-A8CA-9FA0B86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连接、校验与返回</a:t>
            </a:r>
          </a:p>
        </p:txBody>
      </p:sp>
      <p:sp>
        <p:nvSpPr>
          <p:cNvPr id="21" name="返回引擎可以使用的通道句柄">
            <a:extLst xmlns:a="http://schemas.openxmlformats.org/drawingml/2006/main">
              <a:ext uri="{FF2B5EF4-FFF2-40B4-BE49-F238E27FC236}">
                <a16:creationId xmlns:a16="http://schemas.microsoft.com/office/drawing/2014/main" id="{1D0002DE-58EA-4FE9-8277-9DF72744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返回引擎可以使用的通道句柄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7357B-C4DC-49CF-BB61-E465200B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0655A-C948-4FC7-850F-A9801FB4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372564-E7F0-4684-8E2A-D51302C3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07C16-4215-4DC3-8AFE-D9035E50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36A962-38D2-4528-B90D-D60B622B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908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 内部&#10;域级资源管理">
            <a:extLst xmlns:a="http://schemas.openxmlformats.org/drawingml/2006/main">
              <a:ext uri="{FF2B5EF4-FFF2-40B4-BE49-F238E27FC236}">
                <a16:creationId xmlns:a16="http://schemas.microsoft.com/office/drawing/2014/main" id="{EBD38A64-822A-4A74-BA2F-B780B034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289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域级资源管理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EB8C88-8B39-4768-A5CE-EFC82FF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29DAE7-917B-4465-8356-AABC3344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924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B1853-5C1A-439E-A2AA-31B8EE08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19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底层资源 / 内存">
            <a:extLst xmlns:a="http://schemas.openxmlformats.org/drawingml/2006/main">
              <a:ext uri="{FF2B5EF4-FFF2-40B4-BE49-F238E27FC236}">
                <a16:creationId xmlns:a16="http://schemas.microsoft.com/office/drawing/2014/main" id="{D85FD992-91B8-4D15-8FD1-99F764E1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57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底层资源 / 内存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2DE0E6-6CEF-4580-A15A-E5EC3C4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11EB1E-8AD3-44C5-99D7-D6DE877F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8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5FDA8B-A6DB-4EC7-9369-5364BD29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6BF9E8-7A6C-46BD-A2AE-0A8E0316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1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9ABE433D-77CE-46F6-99D0-1EC49A24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3CCD20A3-CB76-4DC7-995D-632E1B94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D531DD-E30B-4469-8BC6-1C0BF799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1DD9ED13-0DCF-41AD-9A8B-633E82A7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45" name="接收 Peer 通道请求">
            <a:extLst xmlns:a="http://schemas.openxmlformats.org/drawingml/2006/main">
              <a:ext uri="{FF2B5EF4-FFF2-40B4-BE49-F238E27FC236}">
                <a16:creationId xmlns:a16="http://schemas.microsoft.com/office/drawing/2014/main" id="{1A2DB952-F5C3-492F-9F29-A26E4AAF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Peer 通道请求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4C2B9E-91E6-4C57-BD09-BA7DDE0D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MyRank::CreateChannels">
            <a:extLst xmlns:a="http://schemas.openxmlformats.org/drawingml/2006/main">
              <a:ext uri="{FF2B5EF4-FFF2-40B4-BE49-F238E27FC236}">
                <a16:creationId xmlns:a16="http://schemas.microsoft.com/office/drawing/2014/main" id="{6421FB49-FC74-429B-A050-22354B88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76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MyRank::CreateChannels</a:t>
            </a:r>
          </a:p>
        </p:txBody>
      </p:sp>
      <p:sp>
        <p:nvSpPr>
          <p:cNvPr id="48" name="统筹一批通道建立">
            <a:extLst xmlns:a="http://schemas.openxmlformats.org/drawingml/2006/main">
              <a:ext uri="{FF2B5EF4-FFF2-40B4-BE49-F238E27FC236}">
                <a16:creationId xmlns:a16="http://schemas.microsoft.com/office/drawing/2014/main" id="{9B8FD9D9-922E-42FE-AFF5-1E6C3F0B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641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统筹一批通道建立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EA1377-78F6-4C39-A27F-00D1AF4B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238601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DAC18B15-CFDC-4EC9-973B-F9AE524E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51" name="准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3AC3E581-9530-4C66-89E4-0D683DEE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594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准备控制信息交换连接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63913F-35A3-4BD5-8A90-DD716F2A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9391D1-46B3-4821-A945-2EE3338B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28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5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2812733" y="24488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7DFE70-B028-4BEC-81CF-6CEA3748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B446C3-970F-4747-83C0-FD7D314A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2812733" y="31727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C2ECF1-02A8-466D-AC44-D227064A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19325"/>
            <a:ext cx="23860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BatchCreateChannels">
            <a:extLst xmlns:a="http://schemas.openxmlformats.org/drawingml/2006/main">
              <a:ext uri="{FF2B5EF4-FFF2-40B4-BE49-F238E27FC236}">
                <a16:creationId xmlns:a16="http://schemas.microsoft.com/office/drawing/2014/main" id="{CE8BCEE7-E321-42BD-B4F5-9FCA4107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6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60" name="逐项准备端点、内存、基础通道">
            <a:extLst xmlns:a="http://schemas.openxmlformats.org/drawingml/2006/main">
              <a:ext uri="{FF2B5EF4-FFF2-40B4-BE49-F238E27FC236}">
                <a16:creationId xmlns:a16="http://schemas.microsoft.com/office/drawing/2014/main" id="{AB4E5FF9-5A50-4666-A50B-DEF8024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454593"/>
            <a:ext cx="2233613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逐项准备端点、内存、基础通道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4E3CAD-0ABF-43A7-BC41-6A87AACF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2D7E37-B08E-4175-A833-ADB97746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36009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C385EC-E7B2-43C3-A197-92FCADC4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825E13-99C1-4862-97FE-4E4CF383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7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563178"/>
            <a:ext cx="0" cy="1037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57EA6E-E206-41A0-832F-C0A81E6E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5F71FCC-AE8F-4FBA-9F5A-3A132CFD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0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5627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9F698B-89C7-4D04-BC5F-D2BFBB3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0195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ommEndpointCreate">
            <a:extLst xmlns:a="http://schemas.openxmlformats.org/drawingml/2006/main">
              <a:ext uri="{FF2B5EF4-FFF2-40B4-BE49-F238E27FC236}">
                <a16:creationId xmlns:a16="http://schemas.microsoft.com/office/drawing/2014/main" id="{EC439C0E-1DFF-491D-8417-92BC13AE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671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</p:txBody>
      </p:sp>
      <p:sp>
        <p:nvSpPr>
          <p:cNvPr id="72" name="缺少端点时创建">
            <a:extLst xmlns:a="http://schemas.openxmlformats.org/drawingml/2006/main">
              <a:ext uri="{FF2B5EF4-FFF2-40B4-BE49-F238E27FC236}">
                <a16:creationId xmlns:a16="http://schemas.microsoft.com/office/drawing/2014/main" id="{873EDAAA-8FD1-4FB1-87A6-7875BEAF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2452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缺少端点时创建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7CE01B-4C85-43A9-BC5C-8F8B49B7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672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HcommEndpointStartListen">
            <a:extLst xmlns:a="http://schemas.openxmlformats.org/drawingml/2006/main">
              <a:ext uri="{FF2B5EF4-FFF2-40B4-BE49-F238E27FC236}">
                <a16:creationId xmlns:a16="http://schemas.microsoft.com/office/drawing/2014/main" id="{DF6219EC-1C61-492B-9F92-25ED0650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148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</p:txBody>
      </p:sp>
      <p:sp>
        <p:nvSpPr>
          <p:cNvPr id="75" name="使端点可接受对端连接">
            <a:extLst xmlns:a="http://schemas.openxmlformats.org/drawingml/2006/main">
              <a:ext uri="{FF2B5EF4-FFF2-40B4-BE49-F238E27FC236}">
                <a16:creationId xmlns:a16="http://schemas.microsoft.com/office/drawing/2014/main" id="{3CEBD369-90F3-410A-93A3-80926A94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8929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使端点可接受对端连接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7690C7-7E52-4A04-9D88-63C5DFF6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3149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MemReg">
            <a:extLst xmlns:a="http://schemas.openxmlformats.org/drawingml/2006/main">
              <a:ext uri="{FF2B5EF4-FFF2-40B4-BE49-F238E27FC236}">
                <a16:creationId xmlns:a16="http://schemas.microsoft.com/office/drawing/2014/main" id="{D9E139D6-048C-463D-A77D-B7A1DF76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25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78" name="按需注册可访问的通信内存">
            <a:extLst xmlns:a="http://schemas.openxmlformats.org/drawingml/2006/main">
              <a:ext uri="{FF2B5EF4-FFF2-40B4-BE49-F238E27FC236}">
                <a16:creationId xmlns:a16="http://schemas.microsoft.com/office/drawing/2014/main" id="{55A0717C-A6FF-488F-A4A2-C2983C19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406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按需注册可访问的通信内存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3187DD-6B49-4CCD-B04C-D68A1461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68A95A-584E-4842-A3FF-73CBE9EC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2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5408296" y="2906078"/>
            <a:ext cx="0" cy="1113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81C4992-EF83-4EB6-9347-3E1746F6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BBE9E4-2FF4-4CDA-B9F6-4C56438B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5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5408296" y="46015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EC0B258-9D6A-458D-9BE9-D77D7B88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48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38B1C48-03EA-4444-8E9A-B252F3BB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314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8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5408296" y="52492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A98E369-6F46-47D6-B2A5-DFC49C8C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14850"/>
            <a:ext cx="2386013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76B58457-E4D4-414B-95FF-9200201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13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90" name="创建集合通信所用基础 Channel">
            <a:extLst xmlns:a="http://schemas.openxmlformats.org/drawingml/2006/main">
              <a:ext uri="{FF2B5EF4-FFF2-40B4-BE49-F238E27FC236}">
                <a16:creationId xmlns:a16="http://schemas.microsoft.com/office/drawing/2014/main" id="{787BFF91-E57B-4D08-93BD-8A442AFE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41545"/>
            <a:ext cx="2233613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创建集合通信所用基础 Channel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AE8DAEA-7E6C-4D0C-8576-DB6D9093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FDF367-AF84-4344-91B2-7ED82C92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4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601778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A2F156-2700-4A22-8EE2-F75A3D9B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5887756-E727-4FBA-BE86-B420EBEF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7" name=""/>
          <p:cNvCxnSpPr>
            <a:stCxn xmlns:a="http://schemas.openxmlformats.org/drawingml/2006/main" id="94" idx="0"/>
            <a:endCxn xmlns:a="http://schemas.openxmlformats.org/drawingml/2006/main" id="95" idx="2"/>
          </p:cNvCxnSpPr>
          <p:nvPr/>
        </p:nvCxnSpPr>
        <p:spPr>
          <a:xfrm xmlns:a="http://schemas.openxmlformats.org/drawingml/2006/main" flipV="1">
            <a:off x="6706077" y="4953953"/>
            <a:ext cx="0" cy="6515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C2CEFB-3DE6-41B2-A379-18182818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195BC87-6434-44B9-9C11-AED53798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6706553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E6CE4E7-6CAE-4426-914C-31DF6321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145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BatchConnectChannels">
            <a:extLst xmlns:a="http://schemas.openxmlformats.org/drawingml/2006/main">
              <a:ext uri="{FF2B5EF4-FFF2-40B4-BE49-F238E27FC236}">
                <a16:creationId xmlns:a16="http://schemas.microsoft.com/office/drawing/2014/main" id="{87EECA7B-8BC6-4BFA-9303-B97AD664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6215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</p:txBody>
      </p:sp>
      <p:sp>
        <p:nvSpPr>
          <p:cNvPr id="102" name="等待这一批连接到位">
            <a:extLst xmlns:a="http://schemas.openxmlformats.org/drawingml/2006/main">
              <a:ext uri="{FF2B5EF4-FFF2-40B4-BE49-F238E27FC236}">
                <a16:creationId xmlns:a16="http://schemas.microsoft.com/office/drawing/2014/main" id="{35D4E19A-52DE-4D24-822F-CA6E1387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3931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等待这一批连接到位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6432515-F4AA-42E5-84C1-6292BAFF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5908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4" name="BatchExchangeAndCheckConsistency">
            <a:extLst xmlns:a="http://schemas.openxmlformats.org/drawingml/2006/main">
              <a:ext uri="{FF2B5EF4-FFF2-40B4-BE49-F238E27FC236}">
                <a16:creationId xmlns:a16="http://schemas.microsoft.com/office/drawing/2014/main" id="{C181F451-7ECF-4951-A36E-B9E79DE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638425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105" name="交换并校验建链参数">
            <a:extLst xmlns:a="http://schemas.openxmlformats.org/drawingml/2006/main">
              <a:ext uri="{FF2B5EF4-FFF2-40B4-BE49-F238E27FC236}">
                <a16:creationId xmlns:a16="http://schemas.microsoft.com/office/drawing/2014/main" id="{5D0CBB8F-4759-48E3-B1CF-1586457F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815590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交换并校验建链参数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CA87187-BB7C-40CC-A9A9-97ECA2AB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26707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FB1E00B3-01BA-469B-8D28-0A6C5E9D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3147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108" name="整理引擎可用句柄，返回 HCCL">
            <a:extLst xmlns:a="http://schemas.openxmlformats.org/drawingml/2006/main">
              <a:ext uri="{FF2B5EF4-FFF2-40B4-BE49-F238E27FC236}">
                <a16:creationId xmlns:a16="http://schemas.microsoft.com/office/drawing/2014/main" id="{970D45ED-02E8-4A4A-ADEA-1284C473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9186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整理引擎可用句柄，返回 HCCL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5B2025C-3C7F-4922-A052-764F760D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9253E14-282D-4CA0-938F-93C5BF1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2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197341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54ACA4-063B-4F69-AF4C-BA5484D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D247292-5C92-4E42-B3A2-C296B4F7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5" name=""/>
          <p:cNvCxnSpPr>
            <a:stCxn xmlns:a="http://schemas.openxmlformats.org/drawingml/2006/main" id="112" idx="0"/>
            <a:endCxn xmlns:a="http://schemas.openxmlformats.org/drawingml/2006/main" id="113" idx="2"/>
          </p:cNvCxnSpPr>
          <p:nvPr/>
        </p:nvCxnSpPr>
        <p:spPr>
          <a:xfrm xmlns:a="http://schemas.openxmlformats.org/drawingml/2006/main" flipV="1">
            <a:off x="9301640" y="2205991"/>
            <a:ext cx="0" cy="27470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6557AF3-9295-4A5D-8A07-50C36AA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28AF34D-86AB-4C45-904F-D73B4BC2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8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9302116" y="22055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BAF10FE-4A86-4A34-B01E-1808382A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C6324F8-3D15-453E-8B26-C05B0D9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1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10599421" y="2496503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6BA40F7-29F4-4728-8589-6C76B7C8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134F6E7-FF1E-4378-B86E-4BA485EB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67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4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10599421" y="3172778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72430C2-4C93-40BA-80AE-98495331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5" name="连接状态检查使用内部 ChannelProcess::ChannelGetStatus。底层对象也各自有复用条件，不保证每个对象都新建。">
            <a:extLst xmlns:a="http://schemas.openxmlformats.org/drawingml/2006/main">
              <a:ext uri="{FF2B5EF4-FFF2-40B4-BE49-F238E27FC236}">
                <a16:creationId xmlns:a16="http://schemas.microsoft.com/office/drawing/2014/main" id="{8C3C39AD-4B30-438D-BB7A-72F77067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连接状态检查使用内部 ChannelProcess::ChannelGetStatus。底层对象也各自有复用条件，不保证每个对象都新建。</a:t>
            </a:r>
          </a:p>
        </p:txBody>
      </p:sp>
    </p:spTree>
    <p:extLst>
      <p:ext uri="{BB962C8B-B14F-4D97-AF65-F5344CB8AC3E}">
        <p14:creationId xmlns:p14="http://schemas.microsoft.com/office/powerpoint/2010/main" val="1885290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通道信息、上下文复制与主 Thread 导出">
            <a:extLst xmlns:a="http://schemas.openxmlformats.org/drawingml/2006/main">
              <a:ext uri="{FF2B5EF4-FFF2-40B4-BE49-F238E27FC236}">
                <a16:creationId xmlns:a16="http://schemas.microsoft.com/office/drawing/2014/main" id="{C3D33876-2B51-46FB-9747-9C7246CD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通道信息、上下文复制与主 Thread 导出</a:t>
            </a:r>
          </a:p>
        </p:txBody>
      </p:sp>
      <p:sp>
        <p:nvSpPr>
          <p:cNvPr id="2" name="Host 将资源描述交给设备，同时取得可从 Host 通知设备主 Thread 的句柄。">
            <a:extLst xmlns:a="http://schemas.openxmlformats.org/drawingml/2006/main">
              <a:ext uri="{FF2B5EF4-FFF2-40B4-BE49-F238E27FC236}">
                <a16:creationId xmlns:a16="http://schemas.microsoft.com/office/drawing/2014/main" id="{422CC974-0E4E-4C12-850E-E88A2FA1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Host 将资源描述交给设备，同时取得可从 Host 通知设备主 Thread 的句柄。</a:t>
            </a:r>
          </a:p>
        </p:txBody>
      </p:sp>
      <p:sp>
        <p:nvSpPr>
          <p:cNvPr id="3" name="7 / 13">
            <a:extLst xmlns:a="http://schemas.openxmlformats.org/drawingml/2006/main">
              <a:ext uri="{FF2B5EF4-FFF2-40B4-BE49-F238E27FC236}">
                <a16:creationId xmlns:a16="http://schemas.microsoft.com/office/drawing/2014/main" id="{5C903EC3-6C00-4691-8EE7-99F4C272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DA0D7-B630-4C37-92AD-7C04A547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补齐 Channel 描述">
            <a:extLst xmlns:a="http://schemas.openxmlformats.org/drawingml/2006/main">
              <a:ext uri="{FF2B5EF4-FFF2-40B4-BE49-F238E27FC236}">
                <a16:creationId xmlns:a16="http://schemas.microsoft.com/office/drawing/2014/main" id="{AA43D1CD-F9F5-4477-A5EB-78906D37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补齐 Channel 描述</a:t>
            </a:r>
          </a:p>
        </p:txBody>
      </p:sp>
      <p:sp>
        <p:nvSpPr>
          <p:cNvPr id="6" name="查询端点属性和远端 CCL">
            <a:extLst xmlns:a="http://schemas.openxmlformats.org/drawingml/2006/main">
              <a:ext uri="{FF2B5EF4-FFF2-40B4-BE49-F238E27FC236}">
                <a16:creationId xmlns:a16="http://schemas.microsoft.com/office/drawing/2014/main" id="{AFAF5B00-2E5F-4CAD-B934-C9EE0361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查询端点属性和远端 CCL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B3851-9351-4BA1-BBDA-4B89B242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序列化资源">
            <a:extLst xmlns:a="http://schemas.openxmlformats.org/drawingml/2006/main">
              <a:ext uri="{FF2B5EF4-FFF2-40B4-BE49-F238E27FC236}">
                <a16:creationId xmlns:a16="http://schemas.microsoft.com/office/drawing/2014/main" id="{B9E904A5-C3A5-43A0-88BD-B3444857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序列化资源</a:t>
            </a:r>
          </a:p>
        </p:txBody>
      </p:sp>
      <p:sp>
        <p:nvSpPr>
          <p:cNvPr id="9" name="把句柄和地址打包成字节">
            <a:extLst xmlns:a="http://schemas.openxmlformats.org/drawingml/2006/main">
              <a:ext uri="{FF2B5EF4-FFF2-40B4-BE49-F238E27FC236}">
                <a16:creationId xmlns:a16="http://schemas.microsoft.com/office/drawing/2014/main" id="{B70DA97A-CBF7-47DE-906F-ECF91D25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把句柄和地址打包成字节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D5415-5D36-4A2A-90AD-81A3A55B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BCE36-669A-4BD5-8A62-E8AAEC67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1DDAC-A868-424F-9B13-E219F274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交付设备上下文">
            <a:extLst xmlns:a="http://schemas.openxmlformats.org/drawingml/2006/main">
              <a:ext uri="{FF2B5EF4-FFF2-40B4-BE49-F238E27FC236}">
                <a16:creationId xmlns:a16="http://schemas.microsoft.com/office/drawing/2014/main" id="{29474872-D150-4F1E-BA71-923653AD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交付设备上下文</a:t>
            </a:r>
          </a:p>
        </p:txBody>
      </p:sp>
      <p:sp>
        <p:nvSpPr>
          <p:cNvPr id="15" name="创建保存空间并复制元数据">
            <a:extLst xmlns:a="http://schemas.openxmlformats.org/drawingml/2006/main">
              <a:ext uri="{FF2B5EF4-FFF2-40B4-BE49-F238E27FC236}">
                <a16:creationId xmlns:a16="http://schemas.microsoft.com/office/drawing/2014/main" id="{C80126AF-49F4-4F79-8036-E0DBAD1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创建保存空间并复制元数据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0864C-FC94-4FDD-B1D7-AB81F0A3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1C505-73AF-4C72-9C6C-31CA1933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89053-33AB-496A-8C27-8593021E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导出主 Thread">
            <a:extLst xmlns:a="http://schemas.openxmlformats.org/drawingml/2006/main">
              <a:ext uri="{FF2B5EF4-FFF2-40B4-BE49-F238E27FC236}">
                <a16:creationId xmlns:a16="http://schemas.microsoft.com/office/drawing/2014/main" id="{B440D559-D1CE-4911-9EFA-2338ABAB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导出主 Thread</a:t>
            </a:r>
          </a:p>
        </p:txBody>
      </p:sp>
      <p:sp>
        <p:nvSpPr>
          <p:cNvPr id="21" name="使 Host 能发送输入就绪通知">
            <a:extLst xmlns:a="http://schemas.openxmlformats.org/drawingml/2006/main">
              <a:ext uri="{FF2B5EF4-FFF2-40B4-BE49-F238E27FC236}">
                <a16:creationId xmlns:a16="http://schemas.microsoft.com/office/drawing/2014/main" id="{523616E8-7CF7-49C8-A4BD-59A20DE3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 Host 能发送输入就绪通知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C10B1-6C90-4839-B975-F3D0522C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1BD17-A806-44C9-9568-7F9A3575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1B2C6-4DDC-4F88-95EA-A823D9B8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8A436-5711-4E0E-B94B-24C4101D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060F8-5C11-4C00-A24E-9A125F6B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57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1B37065F-9C9F-4D24-BFE0-4132A3D9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955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72E9C2-A528-415C-A06F-AC666F65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E514F-6809-428E-A9E6-ACC1C91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2580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292038-DED4-4067-91FF-81B7D8DD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862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A51E7407-48CA-4208-BDF0-FF119298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4243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D2B7EB-A5D9-4D6C-9490-6A301F19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46649B-9401-4263-8CE8-D797C44C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6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4D41DD-ED0A-4358-AE8D-54ABABCB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9EB49-0644-459A-8E80-E3F386DF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9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62D365D-CA1A-47AF-BCDD-B22B8718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97D8BFD-4459-4E1B-B3B0-D39B2352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4ADD2D-1508-481D-884C-F495D38C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EABDB73C-CBA4-4C86-A52F-8153BBD3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45" name="整理算法使用的通道信息">
            <a:extLst xmlns:a="http://schemas.openxmlformats.org/drawingml/2006/main">
              <a:ext uri="{FF2B5EF4-FFF2-40B4-BE49-F238E27FC236}">
                <a16:creationId xmlns:a16="http://schemas.microsoft.com/office/drawing/2014/main" id="{022D6B09-82E6-4F05-9857-CDFC3F0E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整理算法使用的通道信息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3B3296-4806-4DF7-B123-B938C016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clRankGraphGetEndpointInfo">
            <a:extLst xmlns:a="http://schemas.openxmlformats.org/drawingml/2006/main">
              <a:ext uri="{FF2B5EF4-FFF2-40B4-BE49-F238E27FC236}">
                <a16:creationId xmlns:a16="http://schemas.microsoft.com/office/drawing/2014/main" id="{515FF5D6-C099-4667-9CDB-CBE060C4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48" name="拓扑：查询所选端点属性">
            <a:extLst xmlns:a="http://schemas.openxmlformats.org/drawingml/2006/main">
              <a:ext uri="{FF2B5EF4-FFF2-40B4-BE49-F238E27FC236}">
                <a16:creationId xmlns:a16="http://schemas.microsoft.com/office/drawing/2014/main" id="{37C3A23A-0F61-43EC-B541-184B4585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75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拓扑：查询所选端点属性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E3DD25-A641-44E0-9EFB-956AC57C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2910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2DB5F042-0432-44E2-8752-FEC49F40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767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51" name="内存：查询远端 CCL 地址与大小">
            <a:extLst xmlns:a="http://schemas.openxmlformats.org/drawingml/2006/main">
              <a:ext uri="{FF2B5EF4-FFF2-40B4-BE49-F238E27FC236}">
                <a16:creationId xmlns:a16="http://schemas.microsoft.com/office/drawing/2014/main" id="{2C4B2FFE-67DF-449D-BB5C-9CDFDAA1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548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内存：查询远端 CCL 地址与大小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29D271-1328-4925-A1DF-7849FAC2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ommChannelGetRemoteMems">
            <a:extLst xmlns:a="http://schemas.openxmlformats.org/drawingml/2006/main">
              <a:ext uri="{FF2B5EF4-FFF2-40B4-BE49-F238E27FC236}">
                <a16:creationId xmlns:a16="http://schemas.microsoft.com/office/drawing/2014/main" id="{5660A425-2B54-4B3C-8784-8B39504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339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</a:p>
        </p:txBody>
      </p:sp>
      <p:sp>
        <p:nvSpPr>
          <p:cNvPr id="54" name="内存：取得底层远端内存映射">
            <a:extLst xmlns:a="http://schemas.openxmlformats.org/drawingml/2006/main">
              <a:ext uri="{FF2B5EF4-FFF2-40B4-BE49-F238E27FC236}">
                <a16:creationId xmlns:a16="http://schemas.microsoft.com/office/drawing/2014/main" id="{F67B5E67-5415-40DF-8F23-BC50D3AC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20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内存：取得底层远端内存映射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2BD872-A16F-407C-987E-5359113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24225"/>
            <a:ext cx="2481263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3EA59A-9AF1-40E9-B36F-310E0DD8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95128D-F1FF-47BB-976E-EE20107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7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2812733" y="2782253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AE62F2-1AA7-469C-916B-8EA066B3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943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751606-EED8-46D3-90D3-26C9B687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508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0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812733" y="4944428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CB846B-F108-450B-BDFA-8B94A199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3" name="Serialize">
            <a:extLst xmlns:a="http://schemas.openxmlformats.org/drawingml/2006/main">
              <a:ext uri="{FF2B5EF4-FFF2-40B4-BE49-F238E27FC236}">
                <a16:creationId xmlns:a16="http://schemas.microsoft.com/office/drawing/2014/main" id="{857D3170-F8A8-4635-8443-6F94B83B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Serialize</a:t>
            </a:r>
          </a:p>
        </p:txBody>
      </p:sp>
      <p:sp>
        <p:nvSpPr>
          <p:cNvPr id="64" name="把 Thread、Channel、地址编码为字节">
            <a:extLst xmlns:a="http://schemas.openxmlformats.org/drawingml/2006/main">
              <a:ext uri="{FF2B5EF4-FFF2-40B4-BE49-F238E27FC236}">
                <a16:creationId xmlns:a16="http://schemas.microsoft.com/office/drawing/2014/main" id="{F07CB48E-404E-4E72-A018-2E3D84B1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Thread、Channel、地址编码为字节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4FA38D-CAA3-4584-A7AA-CAFC8AAC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888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D6E41D-AD2C-47BC-BB89-1A1904D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6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053841" y="4586765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1B7523-3A9C-4B8D-8A29-E9E395E3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6452C8-709E-40F6-9EBB-18750137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9" name=""/>
          <p:cNvCxnSpPr>
            <a:stCxn xmlns:a="http://schemas.openxmlformats.org/drawingml/2006/main" id="68" idx="0"/>
            <a:endCxn xmlns:a="http://schemas.openxmlformats.org/drawingml/2006/main" id="69" idx="2"/>
          </p:cNvCxnSpPr>
          <p:nvPr/>
        </p:nvCxnSpPr>
        <p:spPr>
          <a:xfrm xmlns:a="http://schemas.openxmlformats.org/drawingml/2006/main" flipV="1">
            <a:off x="4134327" y="2406016"/>
            <a:ext cx="0" cy="2180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DB53D1-3A58-4A91-962B-BDBF8827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B09D7F6-68B9-4D5C-A8AD-84C0E29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2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4134803" y="240554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28550A-110E-4262-A93A-9CB9F375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clMemcpyCtxHostToDevice">
            <a:extLst xmlns:a="http://schemas.openxmlformats.org/drawingml/2006/main">
              <a:ext uri="{FF2B5EF4-FFF2-40B4-BE49-F238E27FC236}">
                <a16:creationId xmlns:a16="http://schemas.microsoft.com/office/drawing/2014/main" id="{386B966A-410E-43EB-B2BD-C614D204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76" name="组织资源上下文的设备交付">
            <a:extLst xmlns:a="http://schemas.openxmlformats.org/drawingml/2006/main">
              <a:ext uri="{FF2B5EF4-FFF2-40B4-BE49-F238E27FC236}">
                <a16:creationId xmlns:a16="http://schemas.microsoft.com/office/drawing/2014/main" id="{7EBC90B5-3C1F-43AF-94DC-B77F0826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组织资源上下文的设备交付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68ADA5A-F98C-4504-9C5F-7B0CDFBA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E8C3401-ED26-4A6F-B633-7545AF87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8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6601778" y="24055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564B49-66AF-476D-B3DF-2A30ED3D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04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clEngineCtxCreate">
            <a:extLst xmlns:a="http://schemas.openxmlformats.org/drawingml/2006/main">
              <a:ext uri="{FF2B5EF4-FFF2-40B4-BE49-F238E27FC236}">
                <a16:creationId xmlns:a16="http://schemas.microsoft.com/office/drawing/2014/main" id="{237F7D1D-280E-4699-9401-838C556A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480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HcclEngineCtxCreate</a:t>
            </a:r>
          </a:p>
        </p:txBody>
      </p:sp>
      <p:sp>
        <p:nvSpPr>
          <p:cNvPr id="82" name="域资源：取得设备上下文保存空间">
            <a:extLst xmlns:a="http://schemas.openxmlformats.org/drawingml/2006/main">
              <a:ext uri="{FF2B5EF4-FFF2-40B4-BE49-F238E27FC236}">
                <a16:creationId xmlns:a16="http://schemas.microsoft.com/office/drawing/2014/main" id="{30D1EAB1-8F6C-4396-9588-155FE207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357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域资源：取得设备上下文保存空间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5530D13-88B1-47B0-B588-D22E6286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95850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4" name="HcclEngineCtxCopy">
            <a:extLst xmlns:a="http://schemas.openxmlformats.org/drawingml/2006/main">
              <a:ext uri="{FF2B5EF4-FFF2-40B4-BE49-F238E27FC236}">
                <a16:creationId xmlns:a16="http://schemas.microsoft.com/office/drawing/2014/main" id="{49F5D422-689B-4253-A512-C0979E0D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43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HcclEngineCtxCopy</a:t>
            </a:r>
          </a:p>
        </p:txBody>
      </p:sp>
      <p:sp>
        <p:nvSpPr>
          <p:cNvPr id="85" name="域资源：复制打包的资源描述">
            <a:extLst xmlns:a="http://schemas.openxmlformats.org/drawingml/2006/main">
              <a:ext uri="{FF2B5EF4-FFF2-40B4-BE49-F238E27FC236}">
                <a16:creationId xmlns:a16="http://schemas.microsoft.com/office/drawing/2014/main" id="{70DA8809-C78A-4137-9683-D3D9E500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31118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域资源：复制打包的资源描述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7147208-AEAF-4052-9D6C-F3A02E5C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24107E-0596-4721-9B8C-38C28A20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7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8003858" y="2782253"/>
            <a:ext cx="0" cy="818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67464CC-811A-48EC-8480-5B16B439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ABF7ED9-7460-478F-8F02-D88AF3E7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95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0" name=""/>
          <p:cNvCxnSpPr>
            <a:stCxn xmlns:a="http://schemas.openxmlformats.org/drawingml/2006/main" id="89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8003858" y="4325303"/>
            <a:ext cx="0" cy="570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3E2800D-F302-4FF2-A029-04EF50FB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3" name="GetMainThreadInfo">
            <a:extLst xmlns:a="http://schemas.openxmlformats.org/drawingml/2006/main">
              <a:ext uri="{FF2B5EF4-FFF2-40B4-BE49-F238E27FC236}">
                <a16:creationId xmlns:a16="http://schemas.microsoft.com/office/drawing/2014/main" id="{E21BA2EC-E4F9-456F-B8CC-BC48C6A0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GetMainThreadInfo</a:t>
            </a:r>
          </a:p>
        </p:txBody>
      </p:sp>
      <p:sp>
        <p:nvSpPr>
          <p:cNvPr id="94" name="读取设备主 Thread 信息">
            <a:extLst xmlns:a="http://schemas.openxmlformats.org/drawingml/2006/main">
              <a:ext uri="{FF2B5EF4-FFF2-40B4-BE49-F238E27FC236}">
                <a16:creationId xmlns:a16="http://schemas.microsoft.com/office/drawing/2014/main" id="{918A8A5D-7E16-47D5-8F45-22D27AC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读取设备主 Thread 信息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535A339-1E8C-4ED8-AB36-9C01DB4B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2263FE8-C3BA-45A1-80FA-F1E5104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6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9197341" y="52630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46B5F8D-6C34-4B65-93A6-57225007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33DEF0-9E88-4D12-9697-533ABB9B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9" name=""/>
          <p:cNvCxnSpPr>
            <a:stCxn xmlns:a="http://schemas.openxmlformats.org/drawingml/2006/main" id="98" idx="0"/>
            <a:endCxn xmlns:a="http://schemas.openxmlformats.org/drawingml/2006/main" id="99" idx="2"/>
          </p:cNvCxnSpPr>
          <p:nvPr/>
        </p:nvCxnSpPr>
        <p:spPr>
          <a:xfrm xmlns:a="http://schemas.openxmlformats.org/drawingml/2006/main" flipV="1">
            <a:off x="9301640" y="2406016"/>
            <a:ext cx="0" cy="2856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4A3D02C-BD39-415B-902C-FC17A852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B6B3D59-423B-435C-8C1A-A470704D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2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9302116" y="24055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5AB7298-73D4-4D66-A543-EC6393E7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133850"/>
            <a:ext cx="2386013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5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C78FBB69-0A0E-4CB4-B5D9-41AC7607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181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106" name="主 Thread：AICPU_TS 导出给 CPU_TS">
            <a:extLst xmlns:a="http://schemas.openxmlformats.org/drawingml/2006/main">
              <a:ext uri="{FF2B5EF4-FFF2-40B4-BE49-F238E27FC236}">
                <a16:creationId xmlns:a16="http://schemas.microsoft.com/office/drawing/2014/main" id="{001512B6-A3ED-467E-945E-BD3661DB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369118"/>
            <a:ext cx="2233613" cy="555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Thread：AICPU_TS 导出给 CPU_TS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2A1BC71-FC88-415F-924A-3B107D5B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E60367F-8730-42F3-A37D-CB75E78D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8" name=""/>
          <p:cNvCxnSpPr>
            <a:stCxn xmlns:a="http://schemas.openxmlformats.org/drawingml/2006/main" id="107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10599421" y="2782253"/>
            <a:ext cx="0" cy="13515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6C80902-B806-4FBF-A0EE-0A131E8F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1" name="这里复制的是资源元数据，用户张量仍在原 Buffer。P4 导出用户 Thread 供设备通知完成，本页导出方向相反。">
            <a:extLst xmlns:a="http://schemas.openxmlformats.org/drawingml/2006/main">
              <a:ext uri="{FF2B5EF4-FFF2-40B4-BE49-F238E27FC236}">
                <a16:creationId xmlns:a16="http://schemas.microsoft.com/office/drawing/2014/main" id="{64505E49-0CA6-40E2-9849-47EFCC22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这里复制的是资源元数据，用户张量仍在原 Buffer。P4 导出用户 Thread 供设备通知完成，本页导出方向相反。</a:t>
            </a:r>
          </a:p>
        </p:txBody>
      </p:sp>
    </p:spTree>
    <p:extLst>
      <p:ext uri="{BB962C8B-B14F-4D97-AF65-F5344CB8AC3E}">
        <p14:creationId xmlns:p14="http://schemas.microsoft.com/office/powerpoint/2010/main" val="1139655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Host 输入通知、Kernel 发射与完成等待">
            <a:extLst xmlns:a="http://schemas.openxmlformats.org/drawingml/2006/main">
              <a:ext uri="{FF2B5EF4-FFF2-40B4-BE49-F238E27FC236}">
                <a16:creationId xmlns:a16="http://schemas.microsoft.com/office/drawing/2014/main" id="{7DF07F0F-CD67-4534-895B-30BAD27A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输入通知、Kernel 发射与完成等待</a:t>
            </a:r>
          </a:p>
        </p:txBody>
      </p:sp>
      <p:sp>
        <p:nvSpPr>
          <p:cNvPr id="2" name="黑线表示 Host 下发流程。Kernel 启动后可与 Host 后续提交并发，用户流仍受完成依赖约束。">
            <a:extLst xmlns:a="http://schemas.openxmlformats.org/drawingml/2006/main">
              <a:ext uri="{FF2B5EF4-FFF2-40B4-BE49-F238E27FC236}">
                <a16:creationId xmlns:a16="http://schemas.microsoft.com/office/drawing/2014/main" id="{CAC3B271-40C7-4289-BC9B-2241CB92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黑线表示 Host 下发流程。Kernel 启动后可与 Host 后续提交并发，用户流仍受完成依赖约束。</a:t>
            </a:r>
          </a:p>
        </p:txBody>
      </p:sp>
      <p:sp>
        <p:nvSpPr>
          <p:cNvPr id="3" name="8 / 13">
            <a:extLst xmlns:a="http://schemas.openxmlformats.org/drawingml/2006/main">
              <a:ext uri="{FF2B5EF4-FFF2-40B4-BE49-F238E27FC236}">
                <a16:creationId xmlns:a16="http://schemas.microsoft.com/office/drawing/2014/main" id="{6F686259-9445-4E06-881A-D9DEAF82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8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5610D-B78E-4A0F-A636-7C2CFF03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输入就绪">
            <a:extLst xmlns:a="http://schemas.openxmlformats.org/drawingml/2006/main">
              <a:ext uri="{FF2B5EF4-FFF2-40B4-BE49-F238E27FC236}">
                <a16:creationId xmlns:a16="http://schemas.microsoft.com/office/drawing/2014/main" id="{8A0398F6-4371-49AD-A8D2-B6E79C20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输入就绪</a:t>
            </a:r>
          </a:p>
        </p:txBody>
      </p:sp>
      <p:sp>
        <p:nvSpPr>
          <p:cNvPr id="6" name="用户流先发通知，放行设备主 Thread">
            <a:extLst xmlns:a="http://schemas.openxmlformats.org/drawingml/2006/main">
              <a:ext uri="{FF2B5EF4-FFF2-40B4-BE49-F238E27FC236}">
                <a16:creationId xmlns:a16="http://schemas.microsoft.com/office/drawing/2014/main" id="{0B23546F-2B08-490A-8CEA-A8325E7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用户流先发通知，放行设备主 Thread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A8739-A407-453D-9368-0C18F33F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入口和参数">
            <a:extLst xmlns:a="http://schemas.openxmlformats.org/drawingml/2006/main">
              <a:ext uri="{FF2B5EF4-FFF2-40B4-BE49-F238E27FC236}">
                <a16:creationId xmlns:a16="http://schemas.microsoft.com/office/drawing/2014/main" id="{647158A9-7433-4F91-91D0-6B224388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准备入口和参数</a:t>
            </a:r>
          </a:p>
        </p:txBody>
      </p:sp>
      <p:sp>
        <p:nvSpPr>
          <p:cNvPr id="9" name="配置按序关系，构造 ACL Kernel 参数">
            <a:extLst xmlns:a="http://schemas.openxmlformats.org/drawingml/2006/main">
              <a:ext uri="{FF2B5EF4-FFF2-40B4-BE49-F238E27FC236}">
                <a16:creationId xmlns:a16="http://schemas.microsoft.com/office/drawing/2014/main" id="{BE66DA24-BEFD-4558-87BC-E78F4ABD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配置按序关系，构造 ACL Kernel 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025BD-2F4F-4C2F-B965-1AF8F44A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BFDDD-A1BD-4762-8C23-AA5DB16A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9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A9EFB-05F2-4814-9FFF-55731458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设备任务">
            <a:extLst xmlns:a="http://schemas.openxmlformats.org/drawingml/2006/main">
              <a:ext uri="{FF2B5EF4-FFF2-40B4-BE49-F238E27FC236}">
                <a16:creationId xmlns:a16="http://schemas.microsoft.com/office/drawing/2014/main" id="{BA00E5FE-4352-4205-9ADC-E5478F08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提交设备任务</a:t>
            </a:r>
          </a:p>
        </p:txBody>
      </p:sp>
      <p:sp>
        <p:nvSpPr>
          <p:cNvPr id="15" name="封装参数并发射 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336A23CB-89E1-40EC-B731-15C2845B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封装参数并发射 HcclLaunchAicpuKernel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5D5F2-9F93-4272-A727-CE12D474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4C7B8-1C1E-44B3-BF45-E6619DB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5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8D9AA-EF4E-439D-BA03-D84FE8EF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排入完成等待">
            <a:extLst xmlns:a="http://schemas.openxmlformats.org/drawingml/2006/main">
              <a:ext uri="{FF2B5EF4-FFF2-40B4-BE49-F238E27FC236}">
                <a16:creationId xmlns:a16="http://schemas.microsoft.com/office/drawing/2014/main" id="{CB5D224A-F8B0-40CE-9AFD-0AE714C2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排入完成等待</a:t>
            </a:r>
          </a:p>
        </p:txBody>
      </p:sp>
      <p:sp>
        <p:nvSpPr>
          <p:cNvPr id="21" name="用户流后续工作等待设备最终通知">
            <a:extLst xmlns:a="http://schemas.openxmlformats.org/drawingml/2006/main">
              <a:ext uri="{FF2B5EF4-FFF2-40B4-BE49-F238E27FC236}">
                <a16:creationId xmlns:a16="http://schemas.microsoft.com/office/drawing/2014/main" id="{D1A2F01B-83AF-4F1B-BBD8-4E7E75F4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用户流后续工作等待设备最终通知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95C0B-0F48-439C-AB02-D830366C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F076F-4DDC-4362-A38C-95624FB9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1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75DCC-12A4-43D0-AFEE-05DEBC8B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89352-0861-410C-9359-3BF2B3A8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4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C6DFB-BFFD-49AC-A7B6-64993311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A19EF3FF-98EE-4AEE-937A-6FCAAC1F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24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2D58AE-8B7F-4350-B820-A1D9D0F7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249B83-37B7-403E-B171-27B4F95E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9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315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C9F4E5-1863-461A-A641-06DDE7AC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385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 数据面&#10;Host 调用">
            <a:extLst xmlns:a="http://schemas.openxmlformats.org/drawingml/2006/main">
              <a:ext uri="{FF2B5EF4-FFF2-40B4-BE49-F238E27FC236}">
                <a16:creationId xmlns:a16="http://schemas.microsoft.com/office/drawing/2014/main" id="{5548C98E-8927-431C-B2EC-627DC000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766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 调用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60712B-E869-4EC6-B02D-574907B2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70F195-98DC-4887-AB58-94C7ED6D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4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2962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418FC4-1351-46DA-9CC0-8B2E9A7D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AFB7A9D0-B8DE-4D5F-8F63-3F0C8CC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434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29246E-EED9-4DBC-B64C-A86E83DC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E5E960-B8BC-4964-9928-2C60838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1CA29F-E769-4E38-8AAB-06E61686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EF2AF6-9C78-4E05-912D-931CB4C9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2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9570F2CD-2675-442C-B961-698830C3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145F006E-2F53-4894-9F5E-D4840857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44ABDB-33EF-4BEA-8437-6E146EF2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13AD168B-66F9-4AC3-B2C2-DF957C9C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0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50" name="组织本次设备发射">
            <a:extLst xmlns:a="http://schemas.openxmlformats.org/drawingml/2006/main">
              <a:ext uri="{FF2B5EF4-FFF2-40B4-BE49-F238E27FC236}">
                <a16:creationId xmlns:a16="http://schemas.microsoft.com/office/drawing/2014/main" id="{14DAD3DF-80BE-40F3-9BCE-7679F2A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878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组织本次设备发射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68FD7F-49C6-40C6-9845-59A1E4F4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3E2E4C98-46DC-40F2-BAA6-F8E91BB5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3" name="用户流通知主 Thread：输入就绪">
            <a:extLst xmlns:a="http://schemas.openxmlformats.org/drawingml/2006/main">
              <a:ext uri="{FF2B5EF4-FFF2-40B4-BE49-F238E27FC236}">
                <a16:creationId xmlns:a16="http://schemas.microsoft.com/office/drawing/2014/main" id="{DC28B1BD-9763-422A-B59E-06C4004E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用户流通知主 Thread：输入就绪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8E100F-B556-4B5B-A9AE-50AEC49E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0EAFBE-58AD-4CB9-B269-4BD1C5E0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3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B40AFD-67B3-4F55-854B-A4F3F03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895475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OrderLaunchToOrderStream">
            <a:extLst xmlns:a="http://schemas.openxmlformats.org/drawingml/2006/main">
              <a:ext uri="{FF2B5EF4-FFF2-40B4-BE49-F238E27FC236}">
                <a16:creationId xmlns:a16="http://schemas.microsoft.com/office/drawing/2014/main" id="{5A475333-6BAF-4908-A6A3-96CD068C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431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HcclOrderLaunchToOrderStream</a:t>
            </a:r>
          </a:p>
        </p:txBody>
      </p:sp>
      <p:sp>
        <p:nvSpPr>
          <p:cNvPr id="59" name="按配置准备按序启动关系">
            <a:extLst xmlns:a="http://schemas.openxmlformats.org/drawingml/2006/main">
              <a:ext uri="{FF2B5EF4-FFF2-40B4-BE49-F238E27FC236}">
                <a16:creationId xmlns:a16="http://schemas.microsoft.com/office/drawing/2014/main" id="{C75F35FD-159A-4FD4-8EB5-D1F953F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20265"/>
            <a:ext cx="2233613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按配置准备按序启动关系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0FC8FF-9132-43F6-8ECF-C380DFC2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714DAF-2E80-4991-B6BE-CA27D675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9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961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2AF9A73-8B20-4E55-925F-2A1D47B0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AF513B-804B-4C6D-B4A2-D2624EB3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2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196466"/>
            <a:ext cx="0" cy="1599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ACAEA0-2634-42E7-9121-26149693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70FA43-2E4B-43D4-BF0F-0ABBCEDE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5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195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4C9FB5C-2834-46AE-89AB-36CC0232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67000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AicpuKernelLaunch">
            <a:extLst xmlns:a="http://schemas.openxmlformats.org/drawingml/2006/main">
              <a:ext uri="{FF2B5EF4-FFF2-40B4-BE49-F238E27FC236}">
                <a16:creationId xmlns:a16="http://schemas.microsoft.com/office/drawing/2014/main" id="{E1DCA798-0F85-4CFB-9984-FE2F034F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14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71" name="构造设备入口与参数">
            <a:extLst xmlns:a="http://schemas.openxmlformats.org/drawingml/2006/main">
              <a:ext uri="{FF2B5EF4-FFF2-40B4-BE49-F238E27FC236}">
                <a16:creationId xmlns:a16="http://schemas.microsoft.com/office/drawing/2014/main" id="{054DF8C0-831E-493E-81FC-1097D2F0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2268"/>
            <a:ext cx="2233613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构造设备入口与参数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92D17A3-9383-4684-B8BB-27E64728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2581D4E-B974-433F-9A5C-F5E244E0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1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49650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805964-D9BA-499E-BA3F-530CBB1E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41960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aclrtBinaryGetFunction">
            <a:extLst xmlns:a="http://schemas.openxmlformats.org/drawingml/2006/main">
              <a:ext uri="{FF2B5EF4-FFF2-40B4-BE49-F238E27FC236}">
                <a16:creationId xmlns:a16="http://schemas.microsoft.com/office/drawing/2014/main" id="{1B4181D4-BA4C-4CB7-B061-888A0E0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672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</p:txBody>
      </p:sp>
      <p:sp>
        <p:nvSpPr>
          <p:cNvPr id="77" name="找到 HcclLaunchAicpuKernel 入口">
            <a:extLst xmlns:a="http://schemas.openxmlformats.org/drawingml/2006/main">
              <a:ext uri="{FF2B5EF4-FFF2-40B4-BE49-F238E27FC236}">
                <a16:creationId xmlns:a16="http://schemas.microsoft.com/office/drawing/2014/main" id="{9C76CB2C-D7D6-4D76-9254-46698D7C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65486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找到 HcclLaunchAicpuKernel 入口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434B2F-3B89-4889-8F4C-B9CFBD00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76850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aclrtKernelArgsInit">
            <a:extLst xmlns:a="http://schemas.openxmlformats.org/drawingml/2006/main">
              <a:ext uri="{FF2B5EF4-FFF2-40B4-BE49-F238E27FC236}">
                <a16:creationId xmlns:a16="http://schemas.microsoft.com/office/drawing/2014/main" id="{B9124272-0702-45CA-99B9-05D2B21D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24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aclrtKernelArgsInit</a:t>
            </a:r>
          </a:p>
        </p:txBody>
      </p:sp>
      <p:sp>
        <p:nvSpPr>
          <p:cNvPr id="80" name="创建 Kernel 参数包">
            <a:extLst xmlns:a="http://schemas.openxmlformats.org/drawingml/2006/main">
              <a:ext uri="{FF2B5EF4-FFF2-40B4-BE49-F238E27FC236}">
                <a16:creationId xmlns:a16="http://schemas.microsoft.com/office/drawing/2014/main" id="{10169188-FA6B-4C3E-A11E-B1745684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12118"/>
            <a:ext cx="223361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 Kernel 参数包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A3A0215-B1C7-47F8-8A38-7EF92A67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228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00EF089-D997-46D4-85E9-6CD0DE43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5408296" y="3229928"/>
            <a:ext cx="0" cy="1189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CACA6B-F40D-44D0-904D-FF6E3533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4768BD1-2C1E-400F-BA21-4AE7F9BE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3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5408296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FA6E6D-A7D0-41CC-A15F-2B244351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6245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aclrtKernelArgsAppend">
            <a:extLst xmlns:a="http://schemas.openxmlformats.org/drawingml/2006/main">
              <a:ext uri="{FF2B5EF4-FFF2-40B4-BE49-F238E27FC236}">
                <a16:creationId xmlns:a16="http://schemas.microsoft.com/office/drawing/2014/main" id="{741744BB-73D6-45AB-99D4-E0F4B019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1007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aclrtKernelArgsAppend</a:t>
            </a:r>
          </a:p>
        </p:txBody>
      </p:sp>
      <p:sp>
        <p:nvSpPr>
          <p:cNvPr id="89" name="加入算子参数与变长数据">
            <a:extLst xmlns:a="http://schemas.openxmlformats.org/drawingml/2006/main">
              <a:ext uri="{FF2B5EF4-FFF2-40B4-BE49-F238E27FC236}">
                <a16:creationId xmlns:a16="http://schemas.microsoft.com/office/drawing/2014/main" id="{38BDC7E9-52A0-4F88-8C9F-5D019860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加入算子参数与变长数据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5ADFBC8-8469-4CC6-9308-FC2112EA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24425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1" name="aclrtKernelArgsFinalize">
            <a:extLst xmlns:a="http://schemas.openxmlformats.org/drawingml/2006/main">
              <a:ext uri="{FF2B5EF4-FFF2-40B4-BE49-F238E27FC236}">
                <a16:creationId xmlns:a16="http://schemas.microsoft.com/office/drawing/2014/main" id="{7C86681D-D1B7-48E2-935F-F55292EF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720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92" name="完成参数封装">
            <a:extLst xmlns:a="http://schemas.openxmlformats.org/drawingml/2006/main">
              <a:ext uri="{FF2B5EF4-FFF2-40B4-BE49-F238E27FC236}">
                <a16:creationId xmlns:a16="http://schemas.microsoft.com/office/drawing/2014/main" id="{FB8AA960-160C-4FCC-8917-31A3059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24450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完成参数封装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6C4A3ED-9BF2-4AD8-B39D-1CD98225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8640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6A719825-2B18-42C6-AF25-95060B2E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340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95" name="提交 AICPU Kernel，入口见 P9">
            <a:extLst xmlns:a="http://schemas.openxmlformats.org/drawingml/2006/main">
              <a:ext uri="{FF2B5EF4-FFF2-40B4-BE49-F238E27FC236}">
                <a16:creationId xmlns:a16="http://schemas.microsoft.com/office/drawing/2014/main" id="{280B1BBD-2483-4804-9619-56CFA40C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68642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 AICPU Kernel，入口见 P9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AD4B624-AC82-45A6-AE38-CBD0F8C7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F5BA513-8209-4956-8A87-93AECA8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5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6601778" y="55773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3B1FD2-761D-41F4-BD51-76907684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C893636-2D64-4A49-B1E9-D7B43681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8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6706077" y="4615816"/>
            <a:ext cx="0" cy="961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7C87ABD-28B1-4583-94B0-CD967FBC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20D4143-E272-4578-9C21-D5B646FB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1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6706553" y="4615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24B3002-7596-4F1C-A5AA-E25511BE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6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DE8BF14-E0D9-43C2-87AC-75744F2B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4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8003858" y="4868228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17F9F50-79B0-4510-96CD-8F5DA186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29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7AD77F9-5AE8-46E7-B2DF-B8518C7B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8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7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8003858" y="5430203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E66AC05-B382-4C92-84A4-595E7D48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HcclOrderLaunchToKernelStream">
            <a:extLst xmlns:a="http://schemas.openxmlformats.org/drawingml/2006/main">
              <a:ext uri="{FF2B5EF4-FFF2-40B4-BE49-F238E27FC236}">
                <a16:creationId xmlns:a16="http://schemas.microsoft.com/office/drawing/2014/main" id="{A89E2C63-2F43-464E-A9B8-4B49141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002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HcclOrderLaunchToKernelStream</a:t>
            </a:r>
          </a:p>
        </p:txBody>
      </p:sp>
      <p:sp>
        <p:nvSpPr>
          <p:cNvPr id="113" name="按配置安排发射后的执行关系">
            <a:extLst xmlns:a="http://schemas.openxmlformats.org/drawingml/2006/main">
              <a:ext uri="{FF2B5EF4-FFF2-40B4-BE49-F238E27FC236}">
                <a16:creationId xmlns:a16="http://schemas.microsoft.com/office/drawing/2014/main" id="{2A309961-2D3C-4DB2-9E3F-92D00A1F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7836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按配置安排发射后的执行关系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2C44A33-AC1F-4218-B600-CA9B8B36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3B1B7C-75AD-42A7-BFFC-EE13A4F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3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197341" y="5739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E2848C3-BB8A-4BF6-9A97-0392B637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2A50171-C665-4AFD-B54D-C8A9554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6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9301640" y="23298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54342B-7771-4FE4-AA49-3CD37B11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67291C3-60CC-42AB-8506-C645D4C5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9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302116" y="2329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7518965-B22A-4330-BFCF-DCECDE7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3DA37C9-633F-41F6-ACA4-34C2976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25" name="用户流等待设备最终完成通知">
            <a:extLst xmlns:a="http://schemas.openxmlformats.org/drawingml/2006/main">
              <a:ext uri="{FF2B5EF4-FFF2-40B4-BE49-F238E27FC236}">
                <a16:creationId xmlns:a16="http://schemas.microsoft.com/office/drawing/2014/main" id="{CEA69833-287C-4BEF-8B6B-2EEC6FE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用户流等待设备最终完成通知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46F127A-E4E4-434F-9532-B6193E9C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A9B6521-D9B3-4DC3-AFA3-33707A5E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5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10599421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设备入口：P9&#10;最终完成通知：P13">
            <a:extLst xmlns:a="http://schemas.openxmlformats.org/drawingml/2006/main">
              <a:ext uri="{FF2B5EF4-FFF2-40B4-BE49-F238E27FC236}">
                <a16:creationId xmlns:a16="http://schemas.microsoft.com/office/drawing/2014/main" id="{DA435057-F551-421E-9EB9-87ED957F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714875"/>
            <a:ext cx="22336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设备入口：P9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最终完成通知：P13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B00D076-E136-480D-A720-EE2F84A6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1" name="AllToAll 此路径使用内部 AicpuKernelLaunch 调 ACL。不能与另一条导出接口 HcclAicpuKernelLaunch 混为一谈。">
            <a:extLst xmlns:a="http://schemas.openxmlformats.org/drawingml/2006/main">
              <a:ext uri="{FF2B5EF4-FFF2-40B4-BE49-F238E27FC236}">
                <a16:creationId xmlns:a16="http://schemas.microsoft.com/office/drawing/2014/main" id="{A4084175-E567-43C1-A2F0-90B7A6C2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此路径使用内部 AicpuKernelLaunch 调 ACL。不能与另一条导出接口 HcclAicpuKernelLaunch 混为一谈。</a:t>
            </a:r>
          </a:p>
        </p:txBody>
      </p:sp>
    </p:spTree>
    <p:extLst>
      <p:ext uri="{BB962C8B-B14F-4D97-AF65-F5344CB8AC3E}">
        <p14:creationId xmlns:p14="http://schemas.microsoft.com/office/powerpoint/2010/main" val="1864985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AICPU 入口、资源恢复与算法启动">
            <a:extLst xmlns:a="http://schemas.openxmlformats.org/drawingml/2006/main">
              <a:ext uri="{FF2B5EF4-FFF2-40B4-BE49-F238E27FC236}">
                <a16:creationId xmlns:a16="http://schemas.microsoft.com/office/drawing/2014/main" id="{79B94FC6-D6DA-4039-B837-483C669B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入口、资源恢复与算法启动</a:t>
            </a:r>
          </a:p>
        </p:txBody>
      </p:sp>
      <p:sp>
        <p:nvSpPr>
          <p:cNvPr id="2" name="HCCL 恢复执行参数，HCOMM 提供域使用保护、批模式与输入依赖。">
            <a:extLst xmlns:a="http://schemas.openxmlformats.org/drawingml/2006/main">
              <a:ext uri="{FF2B5EF4-FFF2-40B4-BE49-F238E27FC236}">
                <a16:creationId xmlns:a16="http://schemas.microsoft.com/office/drawing/2014/main" id="{5BD5FF8A-7F11-45A4-87F0-C6F7551E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恢复执行参数，HCOMM 提供域使用保护、批模式与输入依赖。</a:t>
            </a:r>
          </a:p>
        </p:txBody>
      </p:sp>
      <p:sp>
        <p:nvSpPr>
          <p:cNvPr id="3" name="9 / 13">
            <a:extLst xmlns:a="http://schemas.openxmlformats.org/drawingml/2006/main">
              <a:ext uri="{FF2B5EF4-FFF2-40B4-BE49-F238E27FC236}">
                <a16:creationId xmlns:a16="http://schemas.microsoft.com/office/drawing/2014/main" id="{D82643BA-C278-4215-A91C-68C5D5B7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9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45002-16F1-4920-AB6B-1098E0E7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进入设备 Kernel">
            <a:extLst xmlns:a="http://schemas.openxmlformats.org/drawingml/2006/main">
              <a:ext uri="{FF2B5EF4-FFF2-40B4-BE49-F238E27FC236}">
                <a16:creationId xmlns:a16="http://schemas.microsoft.com/office/drawing/2014/main" id="{70771CF9-6EBE-44C4-9FB5-C2602DA6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进入设备 Kernel</a:t>
            </a:r>
          </a:p>
        </p:txBody>
      </p:sp>
      <p:sp>
        <p:nvSpPr>
          <p:cNvPr id="6" name="接收 ACL 参数，保护本次通信域使用">
            <a:extLst xmlns:a="http://schemas.openxmlformats.org/drawingml/2006/main">
              <a:ext uri="{FF2B5EF4-FFF2-40B4-BE49-F238E27FC236}">
                <a16:creationId xmlns:a16="http://schemas.microsoft.com/office/drawing/2014/main" id="{D169BBD4-1ED5-4F7A-84E9-7E7B4655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参数，保护本次通信域使用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4291B-062A-4382-A137-9D429AAB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恢复执行上下文">
            <a:extLst xmlns:a="http://schemas.openxmlformats.org/drawingml/2006/main">
              <a:ext uri="{FF2B5EF4-FFF2-40B4-BE49-F238E27FC236}">
                <a16:creationId xmlns:a16="http://schemas.microsoft.com/office/drawing/2014/main" id="{2F6BBFD1-F157-43AA-A2AB-425170E1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恢复执行上下文</a:t>
            </a:r>
          </a:p>
        </p:txBody>
      </p:sp>
      <p:sp>
        <p:nvSpPr>
          <p:cNvPr id="9" name="恢复资源句柄与数量、位移数组">
            <a:extLst xmlns:a="http://schemas.openxmlformats.org/drawingml/2006/main">
              <a:ext uri="{FF2B5EF4-FFF2-40B4-BE49-F238E27FC236}">
                <a16:creationId xmlns:a16="http://schemas.microsoft.com/office/drawing/2014/main" id="{09AB842A-0329-4462-8960-2D9C7B51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恢复资源句柄与数量、位移数组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7A7EC-A78A-48DD-A73B-95D32818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1280D-B8B6-40C2-8693-5221F3F2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8E76D-F710-4873-B5B1-557B55D8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算法编排">
            <a:extLst xmlns:a="http://schemas.openxmlformats.org/drawingml/2006/main">
              <a:ext uri="{FF2B5EF4-FFF2-40B4-BE49-F238E27FC236}">
                <a16:creationId xmlns:a16="http://schemas.microsoft.com/office/drawing/2014/main" id="{93245238-BC88-4B2F-A0AB-2389FE42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开始算法编排</a:t>
            </a:r>
          </a:p>
        </p:txBody>
      </p:sp>
      <p:sp>
        <p:nvSpPr>
          <p:cNvPr id="15" name="进入批模式，再交给执行器">
            <a:extLst xmlns:a="http://schemas.openxmlformats.org/drawingml/2006/main">
              <a:ext uri="{FF2B5EF4-FFF2-40B4-BE49-F238E27FC236}">
                <a16:creationId xmlns:a16="http://schemas.microsoft.com/office/drawing/2014/main" id="{B5644CF7-33C2-4147-99DA-08F9349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进入批模式，再交给执行器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729AE-F6A8-4BB3-B76D-B2E68D37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3E3C1-3F67-40B4-9B5C-0336EBD5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3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FBD2D-3800-47F9-B8E5-5DE76E1D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等待输入并展开">
            <a:extLst xmlns:a="http://schemas.openxmlformats.org/drawingml/2006/main">
              <a:ext uri="{FF2B5EF4-FFF2-40B4-BE49-F238E27FC236}">
                <a16:creationId xmlns:a16="http://schemas.microsoft.com/office/drawing/2014/main" id="{DC3E8C4E-1AAE-4A54-BA96-A3DD1A17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等待输入并展开</a:t>
            </a:r>
          </a:p>
        </p:txBody>
      </p:sp>
      <p:sp>
        <p:nvSpPr>
          <p:cNvPr id="21" name="输入依赖满足后执行本次算法">
            <a:extLst xmlns:a="http://schemas.openxmlformats.org/drawingml/2006/main">
              <a:ext uri="{FF2B5EF4-FFF2-40B4-BE49-F238E27FC236}">
                <a16:creationId xmlns:a16="http://schemas.microsoft.com/office/drawing/2014/main" id="{638C6E4B-7807-4D53-842F-63A7F8E5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输入依赖满足后执行本次算法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2FF3C-78AD-48DE-A406-60C5DB68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A06E5-E74F-4D77-BE23-DB983E4E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9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3CDE4-2B8B-403F-B653-7A33BA28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7A5B1D-C400-4484-8A58-BEC603E8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2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FFFE12-81CF-46A0-83E5-BF466C20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AICPU">
            <a:extLst xmlns:a="http://schemas.openxmlformats.org/drawingml/2006/main">
              <a:ext uri="{FF2B5EF4-FFF2-40B4-BE49-F238E27FC236}">
                <a16:creationId xmlns:a16="http://schemas.microsoft.com/office/drawing/2014/main" id="{6A15DA35-4106-4198-AF18-A62D917F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7527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726BD1-3593-44D4-A809-F34F2EEE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A9F78F-0764-426D-9A19-7AF0DA95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41724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58C2BA-9B5B-4483-A309-05B20AE3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43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AFB52AB2-06BB-410F-829D-C0555B72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81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7BFE4E-C185-49D1-90CC-5D5F4836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FB45FE-5A34-4F31-9695-0F9DCFC7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2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1FF47E-A03F-442A-941F-8B1CA1C8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693AB5-3354-471F-B70F-B89BEAC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5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8B7028F-91A1-4BC2-9834-CB2D35B2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9C82B5AB-219B-4673-B4E4-F9B6F1B9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27AF84-20DA-4B34-AF6A-2C5DA006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DE4C6981-4C9A-4B04-BFCE-398CC4A8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45" name="接收 ACL 交付的算子参数">
            <a:extLst xmlns:a="http://schemas.openxmlformats.org/drawingml/2006/main">
              <a:ext uri="{FF2B5EF4-FFF2-40B4-BE49-F238E27FC236}">
                <a16:creationId xmlns:a16="http://schemas.microsoft.com/office/drawing/2014/main" id="{45A72CDB-C57D-49F3-B3AF-D4A9862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交付的算子参数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66BEA7-842A-4F9A-987E-E0F4E00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ommAcquireComm">
            <a:extLst xmlns:a="http://schemas.openxmlformats.org/drawingml/2006/main">
              <a:ext uri="{FF2B5EF4-FFF2-40B4-BE49-F238E27FC236}">
                <a16:creationId xmlns:a16="http://schemas.microsoft.com/office/drawing/2014/main" id="{084E71C4-CAF1-443E-B5C3-4254F207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HcommAcquireComm</a:t>
            </a:r>
          </a:p>
        </p:txBody>
      </p:sp>
      <p:sp>
        <p:nvSpPr>
          <p:cNvPr id="48" name="执行控制：取得通信域使用保护">
            <a:extLst xmlns:a="http://schemas.openxmlformats.org/drawingml/2006/main">
              <a:ext uri="{FF2B5EF4-FFF2-40B4-BE49-F238E27FC236}">
                <a16:creationId xmlns:a16="http://schemas.microsoft.com/office/drawing/2014/main" id="{50939E75-B259-41D0-8DC7-FF51DF98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执行控制：取得通信域使用保护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B82989-7A3D-415C-A85F-23069258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356879-A73D-4716-A9C7-A83BB591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6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2812733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B671B7-0BE6-42A9-A253-51F5574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clOrderLaunchNotifyRecord">
            <a:extLst xmlns:a="http://schemas.openxmlformats.org/drawingml/2006/main">
              <a:ext uri="{FF2B5EF4-FFF2-40B4-BE49-F238E27FC236}">
                <a16:creationId xmlns:a16="http://schemas.microsoft.com/office/drawing/2014/main" id="{756222FE-E9E2-45FE-915C-B014008A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HcclOrderLaunchNotifyRecord</a:t>
            </a:r>
          </a:p>
        </p:txBody>
      </p:sp>
      <p:sp>
        <p:nvSpPr>
          <p:cNvPr id="54" name="按序能力开启时发送入口通知">
            <a:extLst xmlns:a="http://schemas.openxmlformats.org/drawingml/2006/main">
              <a:ext uri="{FF2B5EF4-FFF2-40B4-BE49-F238E27FC236}">
                <a16:creationId xmlns:a16="http://schemas.microsoft.com/office/drawing/2014/main" id="{6FD0FFF3-4689-4B22-B7EA-9A5997A7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3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按序能力开启时发送入口通知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CE2FBA-45C8-4982-8EAD-F0B0925D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76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6" name="DeserializeResCtx">
            <a:extLst xmlns:a="http://schemas.openxmlformats.org/drawingml/2006/main">
              <a:ext uri="{FF2B5EF4-FFF2-40B4-BE49-F238E27FC236}">
                <a16:creationId xmlns:a16="http://schemas.microsoft.com/office/drawing/2014/main" id="{63139AD0-B942-40A4-9573-9C381AE6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24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DeserializeResCtx</a:t>
            </a:r>
          </a:p>
        </p:txBody>
      </p:sp>
      <p:sp>
        <p:nvSpPr>
          <p:cNvPr id="57" name="恢复 Thread、Channel、缓冲区描述">
            <a:extLst xmlns:a="http://schemas.openxmlformats.org/drawingml/2006/main">
              <a:ext uri="{FF2B5EF4-FFF2-40B4-BE49-F238E27FC236}">
                <a16:creationId xmlns:a16="http://schemas.microsoft.com/office/drawing/2014/main" id="{B8A79EAB-2928-4B58-926E-620184F6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5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Thread、Channel、缓冲区描述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AFBD3E-5CD2-4F20-8926-A5EEBBC8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438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RestoreVarDataAlltoAllV">
            <a:extLst xmlns:a="http://schemas.openxmlformats.org/drawingml/2006/main">
              <a:ext uri="{FF2B5EF4-FFF2-40B4-BE49-F238E27FC236}">
                <a16:creationId xmlns:a16="http://schemas.microsoft.com/office/drawing/2014/main" id="{622BFEB3-1317-4C45-888E-3BC91781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486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</p:txBody>
      </p:sp>
      <p:sp>
        <p:nvSpPr>
          <p:cNvPr id="60" name="恢复 counts 和位移数组指针">
            <a:extLst xmlns:a="http://schemas.openxmlformats.org/drawingml/2006/main">
              <a:ext uri="{FF2B5EF4-FFF2-40B4-BE49-F238E27FC236}">
                <a16:creationId xmlns:a16="http://schemas.microsoft.com/office/drawing/2014/main" id="{B3AA16D3-3585-4623-AFBA-F9E38A8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667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counts 和位移数组指针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6DCF43-1A02-4743-8C4F-04208521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440125-DC03-4153-8D84-76B7406B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841D09-2919-463F-9763-5F6A71EF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525DE4-6C02-4BE2-A60D-05417AD5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1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229803"/>
            <a:ext cx="0" cy="2742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82C907-F919-4F60-934F-E73F88E5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8942B4-809A-4D44-9193-228839B4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4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229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984722-D9CA-4390-B546-35576CCC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86BFD46-867C-431F-99CD-F4A8728C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76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7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5408296" y="2544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9C2021-22F0-4AB7-B06B-286D908A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305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A089C5-215F-4DBE-AB4A-000D9026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0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5408296" y="3306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25CE22-88DE-46AF-B7FF-64480BFF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BatchModeStart">
            <a:extLst xmlns:a="http://schemas.openxmlformats.org/drawingml/2006/main">
              <a:ext uri="{FF2B5EF4-FFF2-40B4-BE49-F238E27FC236}">
                <a16:creationId xmlns:a16="http://schemas.microsoft.com/office/drawing/2014/main" id="{482D9DC2-A23F-4F18-B0EB-A1070401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HcommBatchModeStart</a:t>
            </a:r>
          </a:p>
        </p:txBody>
      </p:sp>
      <p:sp>
        <p:nvSpPr>
          <p:cNvPr id="78" name="执行控制：开始批量组织 / 提交任务">
            <a:extLst xmlns:a="http://schemas.openxmlformats.org/drawingml/2006/main">
              <a:ext uri="{FF2B5EF4-FFF2-40B4-BE49-F238E27FC236}">
                <a16:creationId xmlns:a16="http://schemas.microsoft.com/office/drawing/2014/main" id="{A736AEDE-342E-4716-8405-67611E1B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执行控制：开始批量组织 / 提交任务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B797F62-6CAD-455F-AB5E-B9D2E6C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717CEA-BABE-44FA-B740-134E0C7B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6601778" y="3753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02A0EBC-E03D-46ED-9972-187EDCEE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74F8F5A-84F0-407E-A536-B8CD9065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9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6706077" y="3753803"/>
            <a:ext cx="0" cy="1218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FE429E-7714-4A78-8C35-1670B22A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3E5986-DC51-4711-BB54-7F509BA7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2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706553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D58D698-77E8-4FFB-B512-3793118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OpOrchestrate">
            <a:extLst xmlns:a="http://schemas.openxmlformats.org/drawingml/2006/main">
              <a:ext uri="{FF2B5EF4-FFF2-40B4-BE49-F238E27FC236}">
                <a16:creationId xmlns:a16="http://schemas.microsoft.com/office/drawing/2014/main" id="{9395E379-EE44-451C-A076-288C488E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90" name="进入本次通信任务编排">
            <a:extLst xmlns:a="http://schemas.openxmlformats.org/drawingml/2006/main">
              <a:ext uri="{FF2B5EF4-FFF2-40B4-BE49-F238E27FC236}">
                <a16:creationId xmlns:a16="http://schemas.microsoft.com/office/drawing/2014/main" id="{524E3911-F9DC-4EFA-9769-82D01476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进入本次通信任务编排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AC3EA16-2C58-4B93-99EE-5A9765CD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E021DA-2184-4631-B352-6CE2C3E0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91" idx="0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V="1">
            <a:off x="8003858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E0364CA-7BBE-487C-8597-166F9167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543425"/>
            <a:ext cx="23860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HcommThreadNotifyWaitOnThread&#10;WithDefaultTimeout">
            <a:extLst xmlns:a="http://schemas.openxmlformats.org/drawingml/2006/main">
              <a:ext uri="{FF2B5EF4-FFF2-40B4-BE49-F238E27FC236}">
                <a16:creationId xmlns:a16="http://schemas.microsoft.com/office/drawing/2014/main" id="{EB25D7A9-03DC-4A0B-BE82-F8E5AED5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591050"/>
            <a:ext cx="2233613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WithDefaultTimeout</a:t>
            </a:r>
          </a:p>
        </p:txBody>
      </p:sp>
      <p:sp>
        <p:nvSpPr>
          <p:cNvPr id="96" name="同步：主 Thread 等 Host 输入通知">
            <a:extLst xmlns:a="http://schemas.openxmlformats.org/drawingml/2006/main">
              <a:ext uri="{FF2B5EF4-FFF2-40B4-BE49-F238E27FC236}">
                <a16:creationId xmlns:a16="http://schemas.microsoft.com/office/drawing/2014/main" id="{B94D04E5-9CCB-4364-88E1-36D90C73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897755"/>
            <a:ext cx="2233613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同步：主 Thread 等 Host 输入通知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E6900D-4C81-49E5-928C-E42C6A93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09D07CA-DD34-4992-93FB-4349DBFB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9197341" y="23864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FF49EB6-7466-46BA-AE9E-33F8A170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4458C24-2F5E-40A5-81C4-A7A075C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7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9301640" y="2386966"/>
            <a:ext cx="0" cy="2585084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C9961E8-17F5-453F-8268-AB62788A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F953AEA-FD16-402F-9C9A-E5B1FC9C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0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3021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1EDC606-7961-4945-9DC2-0B03DA91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GetAlgExec">
            <a:extLst xmlns:a="http://schemas.openxmlformats.org/drawingml/2006/main">
              <a:ext uri="{FF2B5EF4-FFF2-40B4-BE49-F238E27FC236}">
                <a16:creationId xmlns:a16="http://schemas.microsoft.com/office/drawing/2014/main" id="{A0E8C48D-326E-46B7-A4D2-2D876D19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108" name="取得设备执行器，展开见 P10">
            <a:extLst xmlns:a="http://schemas.openxmlformats.org/drawingml/2006/main">
              <a:ext uri="{FF2B5EF4-FFF2-40B4-BE49-F238E27FC236}">
                <a16:creationId xmlns:a16="http://schemas.microsoft.com/office/drawing/2014/main" id="{154CA2AD-3A4C-4ABE-8378-8368FBA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取得设备执行器，展开见 P10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2EF555-7FE0-4727-B193-8D900786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543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0001CC-B76E-4549-B226-76A77C82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6" name=""/>
          <p:cNvCxnSpPr>
            <a:stCxn xmlns:a="http://schemas.openxmlformats.org/drawingml/2006/main" id="109" idx="0"/>
            <a:endCxn xmlns:a="http://schemas.openxmlformats.org/drawingml/2006/main" id="110" idx="2"/>
          </p:cNvCxnSpPr>
          <p:nvPr/>
        </p:nvCxnSpPr>
        <p:spPr>
          <a:xfrm xmlns:a="http://schemas.openxmlformats.org/drawingml/2006/main" flipV="1">
            <a:off x="10599421" y="2734628"/>
            <a:ext cx="0" cy="18087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61381E3-8B7A-4B06-A053-02A1FED4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旧能力可使用显式超时 Wait，两接口互为替代。AcquireComm / ReleaseComm 是使用保护，不是创建或销毁通信域。">
            <a:extLst xmlns:a="http://schemas.openxmlformats.org/drawingml/2006/main">
              <a:ext uri="{FF2B5EF4-FFF2-40B4-BE49-F238E27FC236}">
                <a16:creationId xmlns:a16="http://schemas.microsoft.com/office/drawing/2014/main" id="{06CC27D2-6433-4872-B43A-F6A6CEB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旧能力可使用显式超时 Wait，两接口互为替代。AcquireComm / ReleaseComm 是使用保护，不是创建或销毁通信域。</a:t>
            </a:r>
          </a:p>
        </p:txBody>
      </p:sp>
    </p:spTree>
    <p:extLst>
      <p:ext uri="{BB962C8B-B14F-4D97-AF65-F5344CB8AC3E}">
        <p14:creationId xmlns:p14="http://schemas.microsoft.com/office/powerpoint/2010/main" val="3365392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设备算法按数据块、轮次、Peer 和 Channel 展开">
            <a:extLst xmlns:a="http://schemas.openxmlformats.org/drawingml/2006/main">
              <a:ext uri="{FF2B5EF4-FFF2-40B4-BE49-F238E27FC236}">
                <a16:creationId xmlns:a16="http://schemas.microsoft.com/office/drawing/2014/main" id="{B3FB1ACD-BCE6-42A0-A44B-84121737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设备算法按数据块、轮次、Peer 和 Channel 展开</a:t>
            </a:r>
          </a:p>
        </p:txBody>
      </p:sp>
      <p:sp>
        <p:nvSpPr>
          <p:cNvPr id="2" name="每列继续向右细化编排对象。当前块结束后才进入下一块，循环次数取决于容量和 Peer 数。">
            <a:extLst xmlns:a="http://schemas.openxmlformats.org/drawingml/2006/main">
              <a:ext uri="{FF2B5EF4-FFF2-40B4-BE49-F238E27FC236}">
                <a16:creationId xmlns:a16="http://schemas.microsoft.com/office/drawing/2014/main" id="{442A4FC6-4A80-4AF7-91CD-53B74610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每列继续向右细化编排对象。当前块结束后才进入下一块，循环次数取决于容量和 Peer 数。</a:t>
            </a:r>
          </a:p>
        </p:txBody>
      </p:sp>
      <p:sp>
        <p:nvSpPr>
          <p:cNvPr id="3" name="10 / 13">
            <a:extLst xmlns:a="http://schemas.openxmlformats.org/drawingml/2006/main">
              <a:ext uri="{FF2B5EF4-FFF2-40B4-BE49-F238E27FC236}">
                <a16:creationId xmlns:a16="http://schemas.microsoft.com/office/drawing/2014/main" id="{D1ED6679-E8E2-4BC7-92F9-A54C1660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10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6063E-7928-4F4C-AF22-01C9DDE6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数据块">
            <a:extLst xmlns:a="http://schemas.openxmlformats.org/drawingml/2006/main">
              <a:ext uri="{FF2B5EF4-FFF2-40B4-BE49-F238E27FC236}">
                <a16:creationId xmlns:a16="http://schemas.microsoft.com/office/drawing/2014/main" id="{EFB7D5AB-0717-4E99-8ECB-4D880668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数据块</a:t>
            </a:r>
          </a:p>
        </p:txBody>
      </p:sp>
      <p:sp>
        <p:nvSpPr>
          <p:cNvPr id="6" name="按容量推进输入输出偏移">
            <a:extLst xmlns:a="http://schemas.openxmlformats.org/drawingml/2006/main">
              <a:ext uri="{FF2B5EF4-FFF2-40B4-BE49-F238E27FC236}">
                <a16:creationId xmlns:a16="http://schemas.microsoft.com/office/drawing/2014/main" id="{C4323DE4-AC3B-41DB-A008-1278BF89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按容量推进输入输出偏移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B4DC9-B92E-43E2-A4E7-ACF9C080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当前块模板">
            <a:extLst xmlns:a="http://schemas.openxmlformats.org/drawingml/2006/main">
              <a:ext uri="{FF2B5EF4-FFF2-40B4-BE49-F238E27FC236}">
                <a16:creationId xmlns:a16="http://schemas.microsoft.com/office/drawing/2014/main" id="{0D9FD69D-FC78-48BC-8788-05ED42B8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当前块模板</a:t>
            </a:r>
          </a:p>
        </p:txBody>
      </p:sp>
      <p:sp>
        <p:nvSpPr>
          <p:cNvPr id="9" name="计算空间，调用 Mesh 模板">
            <a:extLst xmlns:a="http://schemas.openxmlformats.org/drawingml/2006/main">
              <a:ext uri="{FF2B5EF4-FFF2-40B4-BE49-F238E27FC236}">
                <a16:creationId xmlns:a16="http://schemas.microsoft.com/office/drawing/2014/main" id="{55EE11A4-A7C6-40B8-A651-7243EAF5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计算空间，调用 Mesh 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BFC20-2AE6-4D3E-B801-00D853D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55AC5-5BA2-44C0-9829-CCEAFA12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05506-1112-4452-9CB5-47B71D12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同步">
            <a:extLst xmlns:a="http://schemas.openxmlformats.org/drawingml/2006/main">
              <a:ext uri="{FF2B5EF4-FFF2-40B4-BE49-F238E27FC236}">
                <a16:creationId xmlns:a16="http://schemas.microsoft.com/office/drawing/2014/main" id="{33963DF7-A35E-4ADA-A810-4BBC9DD9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开始同步</a:t>
            </a:r>
          </a:p>
        </p:txBody>
      </p:sp>
      <p:sp>
        <p:nvSpPr>
          <p:cNvPr id="15" name="有从 Thread 时安排开始依赖">
            <a:extLst xmlns:a="http://schemas.openxmlformats.org/drawingml/2006/main">
              <a:ext uri="{FF2B5EF4-FFF2-40B4-BE49-F238E27FC236}">
                <a16:creationId xmlns:a16="http://schemas.microsoft.com/office/drawing/2014/main" id="{B56477DC-DE72-4F93-8196-E4C92114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时安排开始依赖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12EAF-6135-42CC-AA81-BECE4CB4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1FC6B-A879-4C7D-93B4-E4D5DFDA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834F7-E6F7-44A5-B840-5F708D3D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通信轮与 Peer">
            <a:extLst xmlns:a="http://schemas.openxmlformats.org/drawingml/2006/main">
              <a:ext uri="{FF2B5EF4-FFF2-40B4-BE49-F238E27FC236}">
                <a16:creationId xmlns:a16="http://schemas.microsoft.com/office/drawing/2014/main" id="{ECC7C5C4-86B9-4F97-87FA-C63E46BE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通信轮与 Peer</a:t>
            </a:r>
          </a:p>
        </p:txBody>
      </p:sp>
      <p:sp>
        <p:nvSpPr>
          <p:cNvPr id="21" name="选择本轮对象，按端口组分片">
            <a:extLst xmlns:a="http://schemas.openxmlformats.org/drawingml/2006/main">
              <a:ext uri="{FF2B5EF4-FFF2-40B4-BE49-F238E27FC236}">
                <a16:creationId xmlns:a16="http://schemas.microsoft.com/office/drawing/2014/main" id="{3D3F6370-70D6-46AF-813D-1A307E43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选择本轮对象，按端口组分片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0C50AB-6DA0-4E5C-B203-BD8E8BDF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C4A59-0419-4B61-ABF6-9D765526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1001E1-1FEF-46CA-9F5C-621ED89E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Channel 与 slice">
            <a:extLst xmlns:a="http://schemas.openxmlformats.org/drawingml/2006/main">
              <a:ext uri="{FF2B5EF4-FFF2-40B4-BE49-F238E27FC236}">
                <a16:creationId xmlns:a16="http://schemas.microsoft.com/office/drawing/2014/main" id="{3C10B0CA-4433-4F07-9736-75BAF39F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Channel 与 slice</a:t>
            </a:r>
          </a:p>
        </p:txBody>
      </p:sp>
      <p:sp>
        <p:nvSpPr>
          <p:cNvPr id="27" name="计算地址和长度，握手与写入">
            <a:extLst xmlns:a="http://schemas.openxmlformats.org/drawingml/2006/main">
              <a:ext uri="{FF2B5EF4-FFF2-40B4-BE49-F238E27FC236}">
                <a16:creationId xmlns:a16="http://schemas.microsoft.com/office/drawing/2014/main" id="{9DEC466E-DBEB-4928-A059-D04F51A0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计算地址和长度，握手与写入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7F931E-9A43-4527-BC75-7ECFE9A1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C7A7B-66B9-46E1-A32A-DC454B34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6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68052C-C0E4-4F08-84E5-A8B5DCA3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616F3-D814-4982-A10B-040D7282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9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D2EDD6-4038-42B1-A450-560F35BB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669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&#10;AICPU 执行器">
            <a:extLst xmlns:a="http://schemas.openxmlformats.org/drawingml/2006/main">
              <a:ext uri="{FF2B5EF4-FFF2-40B4-BE49-F238E27FC236}">
                <a16:creationId xmlns:a16="http://schemas.microsoft.com/office/drawing/2014/main" id="{6B2DA7D1-E6DB-4A1B-B434-1D5D227C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050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执行器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B00558-F0DD-4933-934C-2E00E6AB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8A0346-96F9-47FD-A2E3-CF213F88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4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30770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636117-C9D5-4123-BEF7-92A817E8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433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3572884A-1C3C-4A73-8502-E067A74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8814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C44686-787D-47E6-B1BF-66A75A48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DCA77C-1CD4-4CF7-9B43-E931B917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9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24F9B2-F152-4DF9-B8DA-5EBF702A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93095225-D0EE-4DCE-B2D2-1289612D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FA7F04-4715-4705-A29A-0C5C8F59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196241-7A99-49DD-9F12-94CC8786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4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ACC22E-FC04-4BEA-B3AF-97F95A29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60B1A6-321D-4D13-8B3B-2FD3ECE8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7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1C12F52E-C888-435E-8654-C957C1AB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9B089584-1F8F-43B1-A86A-5D711C4E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A3E2EB-6F33-429B-8639-F094E99D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8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InsV2AlltoAllVSole&#10;Executor::&#10;Orchestrate">
            <a:extLst xmlns:a="http://schemas.openxmlformats.org/drawingml/2006/main">
              <a:ext uri="{FF2B5EF4-FFF2-40B4-BE49-F238E27FC236}">
                <a16:creationId xmlns:a16="http://schemas.microsoft.com/office/drawing/2014/main" id="{3B7309B2-A3E0-4280-AFF8-D8D9D67F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76425"/>
            <a:ext cx="17145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InsV2AlltoAllVSole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Executor::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</a:t>
            </a:r>
          </a:p>
        </p:txBody>
      </p:sp>
      <p:sp>
        <p:nvSpPr>
          <p:cNvPr id="56" name="恢复各 Peer 收发信息">
            <a:extLst xmlns:a="http://schemas.openxmlformats.org/drawingml/2006/main">
              <a:ext uri="{FF2B5EF4-FFF2-40B4-BE49-F238E27FC236}">
                <a16:creationId xmlns:a16="http://schemas.microsoft.com/office/drawing/2014/main" id="{4DFA3D27-4D6A-4545-9CBD-6A0A1221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9810"/>
            <a:ext cx="1714500" cy="158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恢复各 Peer 收发信息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107B24-0CE8-4E14-8774-F648744E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OrchestrateLoop">
            <a:extLst xmlns:a="http://schemas.openxmlformats.org/drawingml/2006/main">
              <a:ext uri="{FF2B5EF4-FFF2-40B4-BE49-F238E27FC236}">
                <a16:creationId xmlns:a16="http://schemas.microsoft.com/office/drawing/2014/main" id="{71721FE0-4E66-4E25-B8EA-3EC93F44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OrchestrateLoop</a:t>
            </a:r>
          </a:p>
        </p:txBody>
      </p:sp>
      <p:sp>
        <p:nvSpPr>
          <p:cNvPr id="59" name="分块并推进 Buffer 偏移">
            <a:extLst xmlns:a="http://schemas.openxmlformats.org/drawingml/2006/main">
              <a:ext uri="{FF2B5EF4-FFF2-40B4-BE49-F238E27FC236}">
                <a16:creationId xmlns:a16="http://schemas.microsoft.com/office/drawing/2014/main" id="{9B6C481E-2491-4F72-BE79-629951C3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分块并推进 Buffer 偏移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35313A-4283-43F7-991E-A46789ED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993AAF-28E2-431D-8BAA-6F1F1A4E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8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553177" y="249650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EA56D9-5416-46CE-8A2B-93EE03AA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8595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CalcScratchMultiple">
            <a:extLst xmlns:a="http://schemas.openxmlformats.org/drawingml/2006/main">
              <a:ext uri="{FF2B5EF4-FFF2-40B4-BE49-F238E27FC236}">
                <a16:creationId xmlns:a16="http://schemas.microsoft.com/office/drawing/2014/main" id="{5D8C6FFC-F980-4872-9A5E-FDB99551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335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CalcScratchMultiple</a:t>
            </a:r>
          </a:p>
        </p:txBody>
      </p:sp>
      <p:sp>
        <p:nvSpPr>
          <p:cNvPr id="65" name="计算当前块中转空间">
            <a:extLst xmlns:a="http://schemas.openxmlformats.org/drawingml/2006/main">
              <a:ext uri="{FF2B5EF4-FFF2-40B4-BE49-F238E27FC236}">
                <a16:creationId xmlns:a16="http://schemas.microsoft.com/office/drawing/2014/main" id="{535CD2A9-8460-43D6-9524-3CE41D0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21218"/>
            <a:ext cx="17145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计算当前块中转空间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46BB40-5FDE-445F-B468-2FFF856F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BF04EC-8E87-4AA8-9B55-97DF5BA9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4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3487103" y="28008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AF093E1-E937-44B8-BBFC-E52D7F0A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CB7BCF-39B9-4C29-A058-206BC800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7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3591402" y="2153603"/>
            <a:ext cx="0" cy="646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E14ECD-A61E-4511-816C-5EE9673A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0D0061-AC2E-4E3B-AEEB-016FDE61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0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3591878" y="2153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6B72A7-6B34-4D6C-9706-E32EF943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KernelRun">
            <a:extLst xmlns:a="http://schemas.openxmlformats.org/drawingml/2006/main">
              <a:ext uri="{FF2B5EF4-FFF2-40B4-BE49-F238E27FC236}">
                <a16:creationId xmlns:a16="http://schemas.microsoft.com/office/drawing/2014/main" id="{D6FD0423-F92D-463D-81F7-E9FFB88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KernelRun</a:t>
            </a:r>
          </a:p>
        </p:txBody>
      </p:sp>
      <p:sp>
        <p:nvSpPr>
          <p:cNvPr id="77" name="调用当前块模板">
            <a:extLst xmlns:a="http://schemas.openxmlformats.org/drawingml/2006/main">
              <a:ext uri="{FF2B5EF4-FFF2-40B4-BE49-F238E27FC236}">
                <a16:creationId xmlns:a16="http://schemas.microsoft.com/office/drawing/2014/main" id="{17227543-1E1A-497C-A6B0-5FE1BEC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调用当前块模板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E82B05-BE98-4395-B29E-A167B21A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1E886AE-F6FC-44CC-9FBF-2BEA2BFF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6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4629627" y="24203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2D8BEC8-CB93-481F-88AA-CDB22532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RunALLtoALL">
            <a:extLst xmlns:a="http://schemas.openxmlformats.org/drawingml/2006/main">
              <a:ext uri="{FF2B5EF4-FFF2-40B4-BE49-F238E27FC236}">
                <a16:creationId xmlns:a16="http://schemas.microsoft.com/office/drawing/2014/main" id="{7896E0FF-D2E6-4BD8-9F74-D53B2661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670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RunALLtoALL</a:t>
            </a:r>
          </a:p>
        </p:txBody>
      </p:sp>
      <p:sp>
        <p:nvSpPr>
          <p:cNvPr id="83" name="处理当前数据块">
            <a:extLst xmlns:a="http://schemas.openxmlformats.org/drawingml/2006/main">
              <a:ext uri="{FF2B5EF4-FFF2-40B4-BE49-F238E27FC236}">
                <a16:creationId xmlns:a16="http://schemas.microsoft.com/office/drawing/2014/main" id="{58807EFB-6B4D-4466-BF7E-FDB0A9C1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54718"/>
            <a:ext cx="1714500" cy="36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处理当前数据块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3809FF4-4FD0-4475-A688-8D8B6648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19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BA7861B-2C89-4135-965F-6F4C8A50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2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629627" y="30203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0CAC329-FE6A-4854-B814-5F19CA3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866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CalcCommLoops">
            <a:extLst xmlns:a="http://schemas.openxmlformats.org/drawingml/2006/main">
              <a:ext uri="{FF2B5EF4-FFF2-40B4-BE49-F238E27FC236}">
                <a16:creationId xmlns:a16="http://schemas.microsoft.com/office/drawing/2014/main" id="{5870DDF6-564B-4EA5-A637-CA94BA06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243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CalcCommLoops</a:t>
            </a:r>
          </a:p>
        </p:txBody>
      </p:sp>
      <p:sp>
        <p:nvSpPr>
          <p:cNvPr id="89" name="计算覆盖 Peer 的通信轮次">
            <a:extLst xmlns:a="http://schemas.openxmlformats.org/drawingml/2006/main">
              <a:ext uri="{FF2B5EF4-FFF2-40B4-BE49-F238E27FC236}">
                <a16:creationId xmlns:a16="http://schemas.microsoft.com/office/drawing/2014/main" id="{A29E9188-FC2A-40DD-8ACD-F2A5566B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11993"/>
            <a:ext cx="1714500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计算覆盖 Peer 的通信轮次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3EA8B2F-0126-49B7-A90D-93FD819A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9DE89BC-6D0B-4508-9317-9F0AAA65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8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4629627" y="38681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18BCC1B-5C27-4E14-AE7B-DBEAED27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PreSyncInterThreads">
            <a:extLst xmlns:a="http://schemas.openxmlformats.org/drawingml/2006/main">
              <a:ext uri="{FF2B5EF4-FFF2-40B4-BE49-F238E27FC236}">
                <a16:creationId xmlns:a16="http://schemas.microsoft.com/office/drawing/2014/main" id="{4AD9715D-7BF0-4068-8C77-41E3DEBC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908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PreSyncInterThreads</a:t>
            </a:r>
          </a:p>
        </p:txBody>
      </p:sp>
      <p:sp>
        <p:nvSpPr>
          <p:cNvPr id="95" name="有从 Thread 时组织开始同步">
            <a:extLst xmlns:a="http://schemas.openxmlformats.org/drawingml/2006/main">
              <a:ext uri="{FF2B5EF4-FFF2-40B4-BE49-F238E27FC236}">
                <a16:creationId xmlns:a16="http://schemas.microsoft.com/office/drawing/2014/main" id="{4256B251-2FBF-44FC-ACC9-F6A1482D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78518"/>
            <a:ext cx="1714500" cy="269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时组织开始同步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C3E7F50-AC29-40CE-B4C5-3C35FE00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B74C07F-444E-4D01-9FB5-9B966A9F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4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5563553" y="46058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402128C-45E6-4C1B-97E8-E35158F5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A4E8CFA-86F0-45E0-B019-84A68730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7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5667852" y="3420428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8A37D9-7114-43F0-9058-8C4785EB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F6F27FC-1D05-4163-8759-195ECE5F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0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5668328" y="3419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9E4CEA-A5B7-475C-8123-55AB8A9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91125"/>
            <a:ext cx="18669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HcommThreadNotify&#10;RecordOnThread&#10;HcommThread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F51D6F1A-10CB-4FEE-BBCA-E0C3D2BB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38750"/>
            <a:ext cx="1714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107" name="主发通知，从等待放行">
            <a:extLst xmlns:a="http://schemas.openxmlformats.org/drawingml/2006/main">
              <a:ext uri="{FF2B5EF4-FFF2-40B4-BE49-F238E27FC236}">
                <a16:creationId xmlns:a16="http://schemas.microsoft.com/office/drawing/2014/main" id="{409ADEF0-C2D5-417D-BF3B-CA7D96C8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777865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主发通知，从等待放行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994B862-6BE3-4B19-A108-7E78D3B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43A6088-AEFF-4A7E-86FE-D48EA5BB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9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6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6706077" y="3696653"/>
            <a:ext cx="0" cy="1494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5F96EFD-401A-4DB0-8E04-4E68B169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CalcCommRankSetForOneLoop">
            <a:extLst xmlns:a="http://schemas.openxmlformats.org/drawingml/2006/main">
              <a:ext uri="{FF2B5EF4-FFF2-40B4-BE49-F238E27FC236}">
                <a16:creationId xmlns:a16="http://schemas.microsoft.com/office/drawing/2014/main" id="{CF37825C-E50F-407F-8E5F-A9E671A5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</p:txBody>
      </p:sp>
      <p:sp>
        <p:nvSpPr>
          <p:cNvPr id="113" name="选本轮 Peer&#10;首轮另处理自分片">
            <a:extLst xmlns:a="http://schemas.openxmlformats.org/drawingml/2006/main">
              <a:ext uri="{FF2B5EF4-FFF2-40B4-BE49-F238E27FC236}">
                <a16:creationId xmlns:a16="http://schemas.microsoft.com/office/drawing/2014/main" id="{A6575251-B6C8-48C3-B237-18A1F44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65183"/>
            <a:ext cx="1714500" cy="463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选本轮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首轮另处理自分片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9F37C24-9A43-4D67-B778-8D6C7E1F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F36A9E5-6C58-4B7D-9418-4F871F8F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2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7640003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0A35329-4464-4266-A372-21FCE855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718F2FC-F7A2-4702-ABD8-D8D8FF86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5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7744302" y="3510916"/>
            <a:ext cx="0" cy="2094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5320BE2-DE0E-4961-9354-7389BB46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2962A8D-DF60-41AC-A829-444B4048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8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7744778" y="35104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CF8CD4D-B65A-421A-AC34-7F31E12B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7672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unSendRecvByLoop">
            <a:extLst xmlns:a="http://schemas.openxmlformats.org/drawingml/2006/main">
              <a:ext uri="{FF2B5EF4-FFF2-40B4-BE49-F238E27FC236}">
                <a16:creationId xmlns:a16="http://schemas.microsoft.com/office/drawing/2014/main" id="{03EC7AA3-814F-493E-90DF-F39DF182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24350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RunSendRecvByLoop</a:t>
            </a:r>
          </a:p>
        </p:txBody>
      </p:sp>
      <p:sp>
        <p:nvSpPr>
          <p:cNvPr id="125" name="遍历 Peer&#10;按端口组分配数据">
            <a:extLst xmlns:a="http://schemas.openxmlformats.org/drawingml/2006/main">
              <a:ext uri="{FF2B5EF4-FFF2-40B4-BE49-F238E27FC236}">
                <a16:creationId xmlns:a16="http://schemas.microsoft.com/office/drawing/2014/main" id="{F4CEE667-5A33-4805-81BA-5F2786A9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1515"/>
            <a:ext cx="17145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遍历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按端口组分配数据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517972D-8CD7-4801-A5DD-DB6A914B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76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8FDF3A5-1842-48D6-8B4B-6A1D757E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4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8782527" y="3877628"/>
            <a:ext cx="0" cy="399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72AEDB6-4A55-4344-9DC0-6C58DE0C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unSendRecvByChannel">
            <a:extLst xmlns:a="http://schemas.openxmlformats.org/drawingml/2006/main">
              <a:ext uri="{FF2B5EF4-FFF2-40B4-BE49-F238E27FC236}">
                <a16:creationId xmlns:a16="http://schemas.microsoft.com/office/drawing/2014/main" id="{368C28F8-AF00-4E39-ABDD-8F9B7671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RunSendRecvByChannel</a:t>
            </a:r>
          </a:p>
        </p:txBody>
      </p:sp>
      <p:sp>
        <p:nvSpPr>
          <p:cNvPr id="131" name="按 Channel 组织数据">
            <a:extLst xmlns:a="http://schemas.openxmlformats.org/drawingml/2006/main">
              <a:ext uri="{FF2B5EF4-FFF2-40B4-BE49-F238E27FC236}">
                <a16:creationId xmlns:a16="http://schemas.microsoft.com/office/drawing/2014/main" id="{6F597DCF-9638-4099-B18E-94313382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65183"/>
            <a:ext cx="1714500" cy="320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Channel 组织数据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917D1A1-28BD-42E4-8450-829D2249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9F0CC0E-9E06-451E-9D59-4AD3D39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0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9716453" y="46439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796DEB8-2230-4B91-AED4-98C78C79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F47D0BB-05A8-48C0-AE34-72DEB8DB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3" name=""/>
          <p:cNvCxnSpPr>
            <a:stCxn xmlns:a="http://schemas.openxmlformats.org/drawingml/2006/main" id="135" idx="0"/>
            <a:endCxn xmlns:a="http://schemas.openxmlformats.org/drawingml/2006/main" id="136" idx="2"/>
          </p:cNvCxnSpPr>
          <p:nvPr/>
        </p:nvCxnSpPr>
        <p:spPr>
          <a:xfrm xmlns:a="http://schemas.openxmlformats.org/drawingml/2006/main" flipV="1">
            <a:off x="9820752" y="3439478"/>
            <a:ext cx="0" cy="120396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3010B6E-9A53-4AE2-8FB2-C9540375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B3AA0A8-825F-4FDA-B8EF-F10978CB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6" name=""/>
          <p:cNvCxnSpPr>
            <a:stCxn xmlns:a="http://schemas.openxmlformats.org/drawingml/2006/main" id="138" idx="3"/>
            <a:endCxn xmlns:a="http://schemas.openxmlformats.org/drawingml/2006/main" id="139" idx="1"/>
          </p:cNvCxnSpPr>
          <p:nvPr/>
        </p:nvCxnSpPr>
        <p:spPr>
          <a:xfrm xmlns:a="http://schemas.openxmlformats.org/drawingml/2006/main">
            <a:off x="9821228" y="34390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C0EB204-4545-4348-816D-3A7AC85B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2" name="CalcCclBuffIdx / Build&#10;DataSlices">
            <a:extLst xmlns:a="http://schemas.openxmlformats.org/drawingml/2006/main">
              <a:ext uri="{FF2B5EF4-FFF2-40B4-BE49-F238E27FC236}">
                <a16:creationId xmlns:a16="http://schemas.microsoft.com/office/drawing/2014/main" id="{02002EE6-C12C-4CE1-87A9-04F492B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5762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CalcCclBuffIdx / Build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DataSlices</a:t>
            </a:r>
          </a:p>
        </p:txBody>
      </p:sp>
      <p:sp>
        <p:nvSpPr>
          <p:cNvPr id="143" name="计算 CCL 槽位和地址长度">
            <a:extLst xmlns:a="http://schemas.openxmlformats.org/drawingml/2006/main">
              <a:ext uri="{FF2B5EF4-FFF2-40B4-BE49-F238E27FC236}">
                <a16:creationId xmlns:a16="http://schemas.microsoft.com/office/drawing/2014/main" id="{A057F741-34AA-4E14-B2AE-6996404E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5671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 CCL 槽位和地址长度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B1C7CBE-67C8-4BB0-A42C-22BE2006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33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18837F2-573B-47D1-940C-249C9306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2" name=""/>
          <p:cNvCxnSpPr>
            <a:stCxn xmlns:a="http://schemas.openxmlformats.org/drawingml/2006/main" id="144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0858977" y="373475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8E702A4-22A6-4FCD-B9B7-916B03A5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767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8" name="RunSendRecv / SendRecv&#10;Write">
            <a:extLst xmlns:a="http://schemas.openxmlformats.org/drawingml/2006/main">
              <a:ext uri="{FF2B5EF4-FFF2-40B4-BE49-F238E27FC236}">
                <a16:creationId xmlns:a16="http://schemas.microsoft.com/office/drawing/2014/main" id="{D2C5CAC0-67D2-4A52-9421-9E00AD99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2437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 / SendRecv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Write</a:t>
            </a:r>
          </a:p>
        </p:txBody>
      </p:sp>
      <p:sp>
        <p:nvSpPr>
          <p:cNvPr id="149" name="非零 slice 握手与写入（P11）">
            <a:extLst xmlns:a="http://schemas.openxmlformats.org/drawingml/2006/main">
              <a:ext uri="{FF2B5EF4-FFF2-40B4-BE49-F238E27FC236}">
                <a16:creationId xmlns:a16="http://schemas.microsoft.com/office/drawing/2014/main" id="{A53AEFC9-DA5D-40C7-8E03-2E5E6AE2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2346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非零 slice 握手与写入（P11）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EF5C37A-2A78-4DB8-9AC2-AC952B85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FD06B24-7D11-470C-80BE-026EF57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8" name=""/>
          <p:cNvCxnSpPr>
            <a:stCxn xmlns:a="http://schemas.openxmlformats.org/drawingml/2006/main" id="150" idx="2"/>
            <a:endCxn xmlns:a="http://schemas.openxmlformats.org/drawingml/2006/main" id="151" idx="0"/>
          </p:cNvCxnSpPr>
          <p:nvPr/>
        </p:nvCxnSpPr>
        <p:spPr>
          <a:xfrm xmlns:a="http://schemas.openxmlformats.org/drawingml/2006/main">
            <a:off x="10858977" y="440150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C229B27-2E82-421E-86E5-2DD9F467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387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54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A0525DAF-98BD-434F-BF37-B65185F7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86375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55" name="把用户分片写入远端 CCL">
            <a:extLst xmlns:a="http://schemas.openxmlformats.org/drawingml/2006/main">
              <a:ext uri="{FF2B5EF4-FFF2-40B4-BE49-F238E27FC236}">
                <a16:creationId xmlns:a16="http://schemas.microsoft.com/office/drawing/2014/main" id="{2B19B1CB-E023-4011-A7BC-162682C5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63540"/>
            <a:ext cx="1714500" cy="45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把用户分片写入远端 CCL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D96B3DE-B5E4-4A83-BAC6-493724C5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6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0EB3915-7571-46A7-B488-38DD8B73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4" name=""/>
          <p:cNvCxnSpPr>
            <a:stCxn xmlns:a="http://schemas.openxmlformats.org/drawingml/2006/main" id="156" idx="2"/>
            <a:endCxn xmlns:a="http://schemas.openxmlformats.org/drawingml/2006/main" id="157" idx="0"/>
          </p:cNvCxnSpPr>
          <p:nvPr/>
        </p:nvCxnSpPr>
        <p:spPr>
          <a:xfrm xmlns:a="http://schemas.openxmlformats.org/drawingml/2006/main">
            <a:off x="10858977" y="50682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C052864-C53C-432B-8978-8083DCCB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0" name="首轮自分片：LocalCopyForMyRank 调 HcommLocalCopyOnThread。块末 PostSyncInterThreads 汇合，完整收尾见 P13。">
            <a:extLst xmlns:a="http://schemas.openxmlformats.org/drawingml/2006/main">
              <a:ext uri="{FF2B5EF4-FFF2-40B4-BE49-F238E27FC236}">
                <a16:creationId xmlns:a16="http://schemas.microsoft.com/office/drawing/2014/main" id="{0441E506-3BD7-45D6-B7DF-830BD3A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首轮自分片：LocalCopyForMyRank 调 HcommLocalCopyOnThread。块末 PostSyncInterThreads 汇合，完整收尾见 P13。</a:t>
            </a:r>
          </a:p>
        </p:txBody>
      </p:sp>
    </p:spTree>
    <p:extLst>
      <p:ext uri="{BB962C8B-B14F-4D97-AF65-F5344CB8AC3E}">
        <p14:creationId xmlns:p14="http://schemas.microsoft.com/office/powerpoint/2010/main" val="4723693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一个 Peer 的握手、远端写与接收后拷贝">
            <a:extLst xmlns:a="http://schemas.openxmlformats.org/drawingml/2006/main">
              <a:ext uri="{FF2B5EF4-FFF2-40B4-BE49-F238E27FC236}">
                <a16:creationId xmlns:a16="http://schemas.microsoft.com/office/drawing/2014/main" id="{BB7C1002-71DC-4881-9331-E17EA497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一个 Peer 的握手、远端写与接收后拷贝</a:t>
            </a:r>
          </a:p>
        </p:txBody>
      </p:sp>
      <p:sp>
        <p:nvSpPr>
          <p:cNvPr id="2" name="以 Rank 0 为视角。黑线是本端编排，红虚线是对端通知依赖，粗线是用户字节搬运。">
            <a:extLst xmlns:a="http://schemas.openxmlformats.org/drawingml/2006/main">
              <a:ext uri="{FF2B5EF4-FFF2-40B4-BE49-F238E27FC236}">
                <a16:creationId xmlns:a16="http://schemas.microsoft.com/office/drawing/2014/main" id="{D7D4B63B-A25D-4B7D-BF1F-443971D6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以 Rank 0 为视角。黑线是本端编排，红虚线是对端通知依赖，粗线是用户字节搬运。</a:t>
            </a:r>
          </a:p>
        </p:txBody>
      </p:sp>
      <p:sp>
        <p:nvSpPr>
          <p:cNvPr id="3" name="11 / 13">
            <a:extLst xmlns:a="http://schemas.openxmlformats.org/drawingml/2006/main">
              <a:ext uri="{FF2B5EF4-FFF2-40B4-BE49-F238E27FC236}">
                <a16:creationId xmlns:a16="http://schemas.microsoft.com/office/drawing/2014/main" id="{CA06BFE1-6EC5-45A4-855A-1373E681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11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BD657-2F91-46F8-B5A5-0B6DB688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区就绪">
            <a:extLst xmlns:a="http://schemas.openxmlformats.org/drawingml/2006/main">
              <a:ext uri="{FF2B5EF4-FFF2-40B4-BE49-F238E27FC236}">
                <a16:creationId xmlns:a16="http://schemas.microsoft.com/office/drawing/2014/main" id="{3FDEA44D-3BA8-461B-B262-03C776B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" name="recvChannel / ACK">
            <a:extLst xmlns:a="http://schemas.openxmlformats.org/drawingml/2006/main">
              <a:ext uri="{FF2B5EF4-FFF2-40B4-BE49-F238E27FC236}">
                <a16:creationId xmlns:a16="http://schemas.microsoft.com/office/drawing/2014/main" id="{911C4C66-D4AA-47F5-BB90-E172DDE1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99EA0-C56D-4338-9D1E-C95E0667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3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等待对端 ACK">
            <a:extLst xmlns:a="http://schemas.openxmlformats.org/drawingml/2006/main">
              <a:ext uri="{FF2B5EF4-FFF2-40B4-BE49-F238E27FC236}">
                <a16:creationId xmlns:a16="http://schemas.microsoft.com/office/drawing/2014/main" id="{DC792E56-1376-4EFD-A807-6DDD1DD1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等待对端 ACK</a:t>
            </a:r>
          </a:p>
        </p:txBody>
      </p:sp>
      <p:sp>
        <p:nvSpPr>
          <p:cNvPr id="9" name="sendChannel / ACK">
            <a:extLst xmlns:a="http://schemas.openxmlformats.org/drawingml/2006/main">
              <a:ext uri="{FF2B5EF4-FFF2-40B4-BE49-F238E27FC236}">
                <a16:creationId xmlns:a16="http://schemas.microsoft.com/office/drawing/2014/main" id="{ACF9DC28-52F1-42EA-9CED-D7E9D69B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2FE8E-7F82-4F69-B7DA-F537D6AB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CEDC3-6332-45DA-8C41-DAE1C163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262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526E5-43AF-4900-AD1B-425AE18A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写入远端">
            <a:extLst xmlns:a="http://schemas.openxmlformats.org/drawingml/2006/main">
              <a:ext uri="{FF2B5EF4-FFF2-40B4-BE49-F238E27FC236}">
                <a16:creationId xmlns:a16="http://schemas.microsoft.com/office/drawing/2014/main" id="{DEC77EFD-FA7E-46DE-8641-0219B9A5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写入远端</a:t>
            </a:r>
          </a:p>
        </p:txBody>
      </p:sp>
      <p:sp>
        <p:nvSpPr>
          <p:cNvPr id="15" name="sendChannel / 8 字节">
            <a:extLst xmlns:a="http://schemas.openxmlformats.org/drawingml/2006/main">
              <a:ext uri="{FF2B5EF4-FFF2-40B4-BE49-F238E27FC236}">
                <a16:creationId xmlns:a16="http://schemas.microsoft.com/office/drawing/2014/main" id="{DF2A7AA1-817A-4F3C-A91B-D7B15F8B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8 字节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383CB-729F-419D-B52B-6FDC1ED2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65C04-5993-4800-A701-86015FCD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2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4DB09-E698-44FE-BF51-A097DBEB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发写完成通知">
            <a:extLst xmlns:a="http://schemas.openxmlformats.org/drawingml/2006/main">
              <a:ext uri="{FF2B5EF4-FFF2-40B4-BE49-F238E27FC236}">
                <a16:creationId xmlns:a16="http://schemas.microsoft.com/office/drawing/2014/main" id="{ED185086-B9B4-4432-8BB3-7A94BDC9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发写完成通知</a:t>
            </a:r>
          </a:p>
        </p:txBody>
      </p:sp>
      <p:sp>
        <p:nvSpPr>
          <p:cNvPr id="21" name="send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41549090-E216-4085-8DC2-FDD3909F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DATA_SIGNAL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B165D-E61B-4A4D-833E-A5B10170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4040E-0C54-4A45-A9B8-8F40F54E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F9C7A-1EE5-49DD-AC1A-C4AC7E78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等待反向数据">
            <a:extLst xmlns:a="http://schemas.openxmlformats.org/drawingml/2006/main">
              <a:ext uri="{FF2B5EF4-FFF2-40B4-BE49-F238E27FC236}">
                <a16:creationId xmlns:a16="http://schemas.microsoft.com/office/drawing/2014/main" id="{D2247E3D-9443-4AE6-B2CA-8AE60606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等待反向数据</a:t>
            </a:r>
          </a:p>
        </p:txBody>
      </p:sp>
      <p:sp>
        <p:nvSpPr>
          <p:cNvPr id="27" name="recv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10C64008-3976-4C58-9019-17C0B3CB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DATA_SIGNAL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1A9B9-AE40-4B5E-A889-A760C36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ED46FE-E47D-4BF4-BB28-5539AA13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69455-9312-498E-AB97-F5F5D350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2" name="本地后拷贝">
            <a:extLst xmlns:a="http://schemas.openxmlformats.org/drawingml/2006/main">
              <a:ext uri="{FF2B5EF4-FFF2-40B4-BE49-F238E27FC236}">
                <a16:creationId xmlns:a16="http://schemas.microsoft.com/office/drawing/2014/main" id="{E09F5125-6036-40FD-B31C-4AE5EE34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本地后拷贝</a:t>
            </a:r>
          </a:p>
        </p:txBody>
      </p:sp>
      <p:sp>
        <p:nvSpPr>
          <p:cNvPr id="33" name="本地 CCL 到 recvBuf">
            <a:extLst xmlns:a="http://schemas.openxmlformats.org/drawingml/2006/main">
              <a:ext uri="{FF2B5EF4-FFF2-40B4-BE49-F238E27FC236}">
                <a16:creationId xmlns:a16="http://schemas.microsoft.com/office/drawing/2014/main" id="{E7D40438-C06D-4F06-8339-A76252C6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本地 CCL 到 recvBuf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BD652-009D-42B8-8067-933F4E9A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6D9215-78BB-4F0D-8244-E73C577B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0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01477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FD1186-5B0E-49FE-911C-A27586CB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187582-CFD0-4704-90F0-CDB0385A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3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19AAA8-A530-4348-84CC-98FA6050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859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1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5194540E-E982-4EDF-905C-14270C6A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240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419336-9B1B-4AB4-BBDC-54E97E0B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E5F8A0-D6BC-4D4B-85EF-9D1E6765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8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448753" y="27151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7E756B-1919-4249-B048-23916DC9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527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HCOMM 数据面&#10;Rank 0 调用">
            <a:extLst xmlns:a="http://schemas.openxmlformats.org/drawingml/2006/main">
              <a:ext uri="{FF2B5EF4-FFF2-40B4-BE49-F238E27FC236}">
                <a16:creationId xmlns:a16="http://schemas.microsoft.com/office/drawing/2014/main" id="{19BB61C6-EE15-43BC-A29F-5A9E8F42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2908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调用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3711EA-F420-4ABE-ADBB-F63F99A8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549CF4-1DEB-402C-9DDA-5F38AFA4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3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448753" y="43248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85F318-4B2C-404E-8E4B-882F2A9D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196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对端通知&#10;或字节落点">
            <a:extLst xmlns:a="http://schemas.openxmlformats.org/drawingml/2006/main">
              <a:ext uri="{FF2B5EF4-FFF2-40B4-BE49-F238E27FC236}">
                <a16:creationId xmlns:a16="http://schemas.microsoft.com/office/drawing/2014/main" id="{108A1190-2384-4373-85F9-329ED2F9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577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对端通知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或字节落点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3C0A89-11DA-46F6-8C1D-C3358EA1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764B42-706F-464D-9E8A-439A37AC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8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E677E9-8BE1-4CC6-B912-7C1DDD71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18B9F6-9D0D-4B59-AA22-D4838901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1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8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D994D336-44B6-4455-B11C-FD3C5D9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9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21E1775-2A28-42BD-9C70-53D28C98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0E559F-61CF-4F31-98EC-D70ECE8B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1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D63E4190-5A7C-4CA7-BE07-64F6E281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62" name="编排当前 Peer 的通信">
            <a:extLst xmlns:a="http://schemas.openxmlformats.org/drawingml/2006/main">
              <a:ext uri="{FF2B5EF4-FFF2-40B4-BE49-F238E27FC236}">
                <a16:creationId xmlns:a16="http://schemas.microsoft.com/office/drawing/2014/main" id="{93F1125B-78FE-49BB-B45B-B3EBA396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编排当前 Peer 的通信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89542F-2AAF-49AA-B360-1C71D89F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2F1CDD73-DBFE-4D85-9DF6-600494F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65" name="告诉对端：我的&#10;接收区准备好了">
            <a:extLst xmlns:a="http://schemas.openxmlformats.org/drawingml/2006/main">
              <a:ext uri="{FF2B5EF4-FFF2-40B4-BE49-F238E27FC236}">
                <a16:creationId xmlns:a16="http://schemas.microsoft.com/office/drawing/2014/main" id="{3A9FFDAA-B14A-4BCA-A518-0970E1C1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告诉对端：我的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接收区准备好了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257CDD3-E5B6-4722-850A-3078AA7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87D8A6B0-578D-481F-BB25-95337D0B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68" name="等 Rank 1 的&#10;接收区就绪">
            <a:extLst xmlns:a="http://schemas.openxmlformats.org/drawingml/2006/main">
              <a:ext uri="{FF2B5EF4-FFF2-40B4-BE49-F238E27FC236}">
                <a16:creationId xmlns:a16="http://schemas.microsoft.com/office/drawing/2014/main" id="{A0C74682-F8CA-4212-921D-D53FD4D2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225E1F-E4BC-4C2B-890C-7738E782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E0D57703-F319-43B1-A93E-0DA58EB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0765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71" name="把 [2,3] 写向&#10;Rank 1 CCL">
            <a:extLst xmlns:a="http://schemas.openxmlformats.org/drawingml/2006/main">
              <a:ext uri="{FF2B5EF4-FFF2-40B4-BE49-F238E27FC236}">
                <a16:creationId xmlns:a16="http://schemas.microsoft.com/office/drawing/2014/main" id="{D457DD18-0663-43F7-AC73-0FB7B5C5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253740"/>
            <a:ext cx="1368425" cy="803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[2,3] 写向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DC0115-459E-49CA-9526-389889C0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E865FA33-AD48-4071-8CB9-A479DE61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74" name="通知本端写入&#10;阶段完成">
            <a:extLst xmlns:a="http://schemas.openxmlformats.org/drawingml/2006/main">
              <a:ext uri="{FF2B5EF4-FFF2-40B4-BE49-F238E27FC236}">
                <a16:creationId xmlns:a16="http://schemas.microsoft.com/office/drawing/2014/main" id="{848D3B53-E49D-4CD7-8B75-FE336E75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通知本端写入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阶段完成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30DA665-F837-4EF5-9DF1-579AB7A7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698320FA-745E-488B-9EA7-4594CB18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77" name="等 Rank 1 发来的&#10;数据阶段完成">
            <a:extLst xmlns:a="http://schemas.openxmlformats.org/drawingml/2006/main">
              <a:ext uri="{FF2B5EF4-FFF2-40B4-BE49-F238E27FC236}">
                <a16:creationId xmlns:a16="http://schemas.microsoft.com/office/drawing/2014/main" id="{020CBCF7-BA95-4E8B-B959-F94BA7B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发来的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数据阶段完成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3C0F2C6-0248-4B8B-BC78-10C9C501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HcommLocalCopyOn&#10;Thread">
            <a:extLst xmlns:a="http://schemas.openxmlformats.org/drawingml/2006/main">
              <a:ext uri="{FF2B5EF4-FFF2-40B4-BE49-F238E27FC236}">
                <a16:creationId xmlns:a16="http://schemas.microsoft.com/office/drawing/2014/main" id="{10FB2D7D-3B85-4848-9D46-A64C039E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</a:t>
            </a:r>
          </a:p>
        </p:txBody>
      </p:sp>
      <p:sp>
        <p:nvSpPr>
          <p:cNvPr id="80" name="将 [10,11] 拷到&#10;Rank 0 recvBuf[2]">
            <a:extLst xmlns:a="http://schemas.openxmlformats.org/drawingml/2006/main">
              <a:ext uri="{FF2B5EF4-FFF2-40B4-BE49-F238E27FC236}">
                <a16:creationId xmlns:a16="http://schemas.microsoft.com/office/drawing/2014/main" id="{B1DB92D5-E59F-4F49-A522-6E5C4B7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将 [10,11] 拷到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665090C-322F-4549-A989-4A1C486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13403A-4181-49F1-9AE5-2F462D41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7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2380140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8E76136-DB5D-47A6-83A4-C4685EF5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0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15B91C4-072D-483E-8C19-16338B00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0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314102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C1A573E-D6C1-4585-B3E7-9ED9D3BF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FA880FA-6FD0-45A2-8EEC-BD745323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3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87140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CD8E35-002A-44E9-926B-B14B8DCF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40460EF-0C42-45D6-ACF4-6A0A602C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6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60177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9434EC2-4A1D-414D-8F72-BA237ABA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466DE7D-34AC-4271-BF59-A20FEBA3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9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833215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3129A85-724B-4653-A735-191CFFA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PostCopy">
            <a:extLst xmlns:a="http://schemas.openxmlformats.org/drawingml/2006/main">
              <a:ext uri="{FF2B5EF4-FFF2-40B4-BE49-F238E27FC236}">
                <a16:creationId xmlns:a16="http://schemas.microsoft.com/office/drawing/2014/main" id="{B169F030-A0D3-49CE-BA22-7BD74708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98" name="外层模板调用&#10;接收完成后拷贝">
            <a:extLst xmlns:a="http://schemas.openxmlformats.org/drawingml/2006/main">
              <a:ext uri="{FF2B5EF4-FFF2-40B4-BE49-F238E27FC236}">
                <a16:creationId xmlns:a16="http://schemas.microsoft.com/office/drawing/2014/main" id="{CB33AC2A-6BDF-403F-901A-F0E64F1E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外层模板调用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接收完成后拷贝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8C7581E-61BB-4466-A1B4-17B46D30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BC1AC69-16A9-4B58-8E78-32E720D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5" name="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10062528" y="35675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653B5EB-D320-48F5-8A06-3177694F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8775A08-1999-42EC-B296-F252A3C4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8" name=""/>
          <p:cNvCxnSpPr>
            <a:stCxn xmlns:a="http://schemas.openxmlformats.org/drawingml/2006/main" id="102" idx="0"/>
            <a:endCxn xmlns:a="http://schemas.openxmlformats.org/drawingml/2006/main" id="103" idx="2"/>
          </p:cNvCxnSpPr>
          <p:nvPr/>
        </p:nvCxnSpPr>
        <p:spPr>
          <a:xfrm xmlns:a="http://schemas.openxmlformats.org/drawingml/2006/main" flipV="1">
            <a:off x="10166827" y="2258378"/>
            <a:ext cx="0" cy="130873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DAA739C-CADB-4681-9768-7DDF0F3E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F9BB74-04BF-40F5-8291-9224E534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1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10167303" y="22579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6BC8FCF-1668-4C4B-A4C0-1A3AB952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454ECEE-8100-4C7C-8B78-0E51B826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4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11032014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D9F0A2D-853D-4100-A738-FF594874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ACK">
            <a:extLst xmlns:a="http://schemas.openxmlformats.org/drawingml/2006/main">
              <a:ext uri="{FF2B5EF4-FFF2-40B4-BE49-F238E27FC236}">
                <a16:creationId xmlns:a16="http://schemas.microsoft.com/office/drawing/2014/main" id="{27D4D04B-BF52-4D30-8245-65D4CADC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ACK</a:t>
            </a:r>
          </a:p>
        </p:txBody>
      </p:sp>
      <p:sp>
        <p:nvSpPr>
          <p:cNvPr id="113" name="对端接收区就绪&#10;允许 Rank 0 写入">
            <a:extLst xmlns:a="http://schemas.openxmlformats.org/drawingml/2006/main">
              <a:ext uri="{FF2B5EF4-FFF2-40B4-BE49-F238E27FC236}">
                <a16:creationId xmlns:a16="http://schemas.microsoft.com/office/drawing/2014/main" id="{56DD5B0C-A363-4B16-A2D3-42ED0C95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对端接收区就绪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允许 Rank 0 写入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92757FB-AC73-4E5D-9F6A-CA8DD7DF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3DA1148-4498-4AAD-B20D-E37B0630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0" name=""/>
          <p:cNvCxnSpPr>
            <a:stCxn xmlns:a="http://schemas.openxmlformats.org/drawingml/2006/main" id="114" idx="0"/>
            <a:endCxn xmlns:a="http://schemas.openxmlformats.org/drawingml/2006/main" id="115" idx="2"/>
          </p:cNvCxnSpPr>
          <p:nvPr/>
        </p:nvCxnSpPr>
        <p:spPr>
          <a:xfrm xmlns:a="http://schemas.openxmlformats.org/drawingml/2006/main" flipV="1">
            <a:off x="41105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5220B9C-31BB-4697-9DD7-01FDA14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Rank 1 CCL">
            <a:extLst xmlns:a="http://schemas.openxmlformats.org/drawingml/2006/main">
              <a:ext uri="{FF2B5EF4-FFF2-40B4-BE49-F238E27FC236}">
                <a16:creationId xmlns:a16="http://schemas.microsoft.com/office/drawing/2014/main" id="{6E920AA0-1572-44EA-91E2-6AC45278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9" name="接收本端发出的&#10;[2,3]，共 8 字节">
            <a:extLst xmlns:a="http://schemas.openxmlformats.org/drawingml/2006/main">
              <a:ext uri="{FF2B5EF4-FFF2-40B4-BE49-F238E27FC236}">
                <a16:creationId xmlns:a16="http://schemas.microsoft.com/office/drawing/2014/main" id="{446FC053-966F-4B07-9AF8-6DDEAB36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接收本端发出的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[2,3]，共 8 字节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850C6A0-2C53-4846-8692-3550D411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D550229-A165-46CE-B7EA-8EFEAFFF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6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584089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D8CB0DE-E5E9-445B-B87E-CC277DC7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ank 1 DATA_SIGNAL">
            <a:extLst xmlns:a="http://schemas.openxmlformats.org/drawingml/2006/main">
              <a:ext uri="{FF2B5EF4-FFF2-40B4-BE49-F238E27FC236}">
                <a16:creationId xmlns:a16="http://schemas.microsoft.com/office/drawing/2014/main" id="{C7897365-046F-414C-81DD-B2FBA4D5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676775"/>
            <a:ext cx="1368425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DATA_SIGNAL</a:t>
            </a:r>
          </a:p>
        </p:txBody>
      </p:sp>
      <p:sp>
        <p:nvSpPr>
          <p:cNvPr id="125" name="[10,11] 已写向本端&#10;通知反向数据完成">
            <a:extLst xmlns:a="http://schemas.openxmlformats.org/drawingml/2006/main">
              <a:ext uri="{FF2B5EF4-FFF2-40B4-BE49-F238E27FC236}">
                <a16:creationId xmlns:a16="http://schemas.microsoft.com/office/drawing/2014/main" id="{86FF2BDB-8481-4CD1-8D21-C5E083CE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854893"/>
            <a:ext cx="1368425" cy="688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 已写向本端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通知反向数据完成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63DB26C-1E3B-407C-BF41-CDB1D871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0E6176D-0D76-4EB8-A177-F3A26EF7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2" name=""/>
          <p:cNvCxnSpPr>
            <a:stCxn xmlns:a="http://schemas.openxmlformats.org/drawingml/2006/main" id="126" idx="0"/>
            <a:endCxn xmlns:a="http://schemas.openxmlformats.org/drawingml/2006/main" id="127" idx="2"/>
          </p:cNvCxnSpPr>
          <p:nvPr/>
        </p:nvCxnSpPr>
        <p:spPr>
          <a:xfrm xmlns:a="http://schemas.openxmlformats.org/drawingml/2006/main" flipV="1">
            <a:off x="930164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6B923E1-6472-4293-AB91-4EFD775E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ank 0 recvBuf[2]">
            <a:extLst xmlns:a="http://schemas.openxmlformats.org/drawingml/2006/main">
              <a:ext uri="{FF2B5EF4-FFF2-40B4-BE49-F238E27FC236}">
                <a16:creationId xmlns:a16="http://schemas.microsoft.com/office/drawing/2014/main" id="{B5675ED0-3C50-4A35-8A75-9FA5C7EB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676775"/>
            <a:ext cx="1368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131" name="接收来自 Rank 1 的&#10;[10,11]">
            <a:extLst xmlns:a="http://schemas.openxmlformats.org/drawingml/2006/main">
              <a:ext uri="{FF2B5EF4-FFF2-40B4-BE49-F238E27FC236}">
                <a16:creationId xmlns:a16="http://schemas.microsoft.com/office/drawing/2014/main" id="{A2789487-6F56-4DD3-BF57-33047BA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857750"/>
            <a:ext cx="1368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接收来自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F89B515-FDCD-4870-AA4D-5EA252C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E0B7C4B-B44E-473B-9DA7-E1CFC1CF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8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110320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245DA3D-20E0-46AE-8F41-DF059471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6" name="Wait 消费远端通知，不向远端发请求。PostCopy 在 SendRecvWrite 外部，数据依赖满足后才能复制至用户输出。">
            <a:extLst xmlns:a="http://schemas.openxmlformats.org/drawingml/2006/main">
              <a:ext uri="{FF2B5EF4-FFF2-40B4-BE49-F238E27FC236}">
                <a16:creationId xmlns:a16="http://schemas.microsoft.com/office/drawing/2014/main" id="{2EB54D1C-21C8-497E-B30B-C5AF68BB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 消费远端通知，不向远端发请求。PostCopy 在 SendRecvWrite 外部，数据依赖满足后才能复制至用户输出。</a:t>
            </a:r>
          </a:p>
        </p:txBody>
      </p:sp>
    </p:spTree>
    <p:extLst>
      <p:ext uri="{BB962C8B-B14F-4D97-AF65-F5344CB8AC3E}">
        <p14:creationId xmlns:p14="http://schemas.microsoft.com/office/powerpoint/2010/main" val="16599167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用户字节路径与远端写内部实现">
            <a:extLst xmlns:a="http://schemas.openxmlformats.org/drawingml/2006/main">
              <a:ext uri="{FF2B5EF4-FFF2-40B4-BE49-F238E27FC236}">
                <a16:creationId xmlns:a16="http://schemas.microsoft.com/office/drawing/2014/main" id="{0DC311A6-5B28-4063-94A6-C119AE4B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用户字节路径与远端写内部实现</a:t>
            </a:r>
          </a:p>
        </p:txBody>
      </p:sp>
      <p:sp>
        <p:nvSpPr>
          <p:cNvPr id="2" name="R0 发给 R1 的 [2,3] 先落到 R1 CCL，再由 R1 复制到自己的用户输出。">
            <a:extLst xmlns:a="http://schemas.openxmlformats.org/drawingml/2006/main">
              <a:ext uri="{FF2B5EF4-FFF2-40B4-BE49-F238E27FC236}">
                <a16:creationId xmlns:a16="http://schemas.microsoft.com/office/drawing/2014/main" id="{C13DA823-0518-416A-90E8-0D3E694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R0 发给 R1 的 [2,3] 先落到 R1 CCL，再由 R1 复制到自己的用户输出。</a:t>
            </a:r>
          </a:p>
        </p:txBody>
      </p:sp>
      <p:sp>
        <p:nvSpPr>
          <p:cNvPr id="3" name="12 / 13">
            <a:extLst xmlns:a="http://schemas.openxmlformats.org/drawingml/2006/main">
              <a:ext uri="{FF2B5EF4-FFF2-40B4-BE49-F238E27FC236}">
                <a16:creationId xmlns:a16="http://schemas.microsoft.com/office/drawing/2014/main" id="{ABF6B068-859B-403D-8E34-84C2F9A4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12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53BF9-710E-4477-98E3-6C40467F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解包与登记">
            <a:extLst xmlns:a="http://schemas.openxmlformats.org/drawingml/2006/main">
              <a:ext uri="{FF2B5EF4-FFF2-40B4-BE49-F238E27FC236}">
                <a16:creationId xmlns:a16="http://schemas.microsoft.com/office/drawing/2014/main" id="{2A3494F3-6299-42C9-8052-5BE10612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解包与登记</a:t>
            </a:r>
          </a:p>
        </p:txBody>
      </p:sp>
      <p:sp>
        <p:nvSpPr>
          <p:cNvPr id="6" name="HcommWriteOnThread 的 C 接口适配">
            <a:extLst xmlns:a="http://schemas.openxmlformats.org/drawingml/2006/main">
              <a:ext uri="{FF2B5EF4-FFF2-40B4-BE49-F238E27FC236}">
                <a16:creationId xmlns:a16="http://schemas.microsoft.com/office/drawing/2014/main" id="{BC11D1CF-F241-4384-92FE-F6530B98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HcommWriteOnThread 的 C 接口适配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F4288-D761-4B4C-8927-CA4B4C1C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轻量任务流">
            <a:extLst xmlns:a="http://schemas.openxmlformats.org/drawingml/2006/main">
              <a:ext uri="{FF2B5EF4-FFF2-40B4-BE49-F238E27FC236}">
                <a16:creationId xmlns:a16="http://schemas.microsoft.com/office/drawing/2014/main" id="{0E93BEB9-011C-4BA6-9924-3F790872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取得轻量任务流</a:t>
            </a:r>
          </a:p>
        </p:txBody>
      </p:sp>
      <p:sp>
        <p:nvSpPr>
          <p:cNvPr id="9" name="构造源数据的远端访问描述">
            <a:extLst xmlns:a="http://schemas.openxmlformats.org/drawingml/2006/main">
              <a:ext uri="{FF2B5EF4-FFF2-40B4-BE49-F238E27FC236}">
                <a16:creationId xmlns:a16="http://schemas.microsoft.com/office/drawing/2014/main" id="{5BFD7734-D28B-4FC4-ACC5-CE17EE19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构造源数据的远端访问描述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EE3E9-67D0-4BB1-AE25-ABCAF272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3FEF1-A997-4B27-8BD1-70BA17D9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457C0-D94B-46A6-AB16-ECDB84F4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远端写">
            <a:extLst xmlns:a="http://schemas.openxmlformats.org/drawingml/2006/main">
              <a:ext uri="{FF2B5EF4-FFF2-40B4-BE49-F238E27FC236}">
                <a16:creationId xmlns:a16="http://schemas.microsoft.com/office/drawing/2014/main" id="{AA5B3F66-19F4-4BD2-94D5-65A6BE6D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提交远端写</a:t>
            </a:r>
          </a:p>
        </p:txBody>
      </p:sp>
      <p:sp>
        <p:nvSpPr>
          <p:cNvPr id="15" name="进入所选协议的传输实现">
            <a:extLst xmlns:a="http://schemas.openxmlformats.org/drawingml/2006/main">
              <a:ext uri="{FF2B5EF4-FFF2-40B4-BE49-F238E27FC236}">
                <a16:creationId xmlns:a16="http://schemas.microsoft.com/office/drawing/2014/main" id="{A77DB288-BD23-4ACE-AF3E-3C7B1D20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进入所选协议的传输实现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90660-778B-4505-A2CB-47FA0C89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6161A-0D87-4C1B-8C66-53155EA8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E58B7-9B8D-4C40-9FC2-3CD077B7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接收端本地拷贝">
            <a:extLst xmlns:a="http://schemas.openxmlformats.org/drawingml/2006/main">
              <a:ext uri="{FF2B5EF4-FFF2-40B4-BE49-F238E27FC236}">
                <a16:creationId xmlns:a16="http://schemas.microsoft.com/office/drawing/2014/main" id="{FE985638-3258-492A-81CF-5636D5B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接收端本地拷贝</a:t>
            </a:r>
          </a:p>
        </p:txBody>
      </p:sp>
      <p:sp>
        <p:nvSpPr>
          <p:cNvPr id="21" name="DATA_SIGNAL 依赖满足后执行">
            <a:extLst xmlns:a="http://schemas.openxmlformats.org/drawingml/2006/main">
              <a:ext uri="{FF2B5EF4-FFF2-40B4-BE49-F238E27FC236}">
                <a16:creationId xmlns:a16="http://schemas.microsoft.com/office/drawing/2014/main" id="{B2B015AA-305C-4599-A2E7-AB82EF77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DATA_SIGNAL 依赖满足后执行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D803D-4D8D-4E5E-A5B9-1CB3903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77A46-8ED1-4720-A26A-E83A75DD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49DF1-2C8D-4DEB-ABA8-2D3B14CB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C507A1-EBEF-4241-B616-FFFF76C5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7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422FB-A4FB-4860-AE55-184466A7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50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&#10;数据面 API">
            <a:extLst xmlns:a="http://schemas.openxmlformats.org/drawingml/2006/main">
              <a:ext uri="{FF2B5EF4-FFF2-40B4-BE49-F238E27FC236}">
                <a16:creationId xmlns:a16="http://schemas.microsoft.com/office/drawing/2014/main" id="{A003A979-FCC5-47DC-B766-F58A8A0C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31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8D53DD-C628-495B-88D4-9A8DCC38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3607E5-85CF-4E49-9413-74D5C4FC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2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532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8E0EFF-335A-4311-87B6-599C4C40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814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内部实现">
            <a:extLst xmlns:a="http://schemas.openxmlformats.org/drawingml/2006/main">
              <a:ext uri="{FF2B5EF4-FFF2-40B4-BE49-F238E27FC236}">
                <a16:creationId xmlns:a16="http://schemas.microsoft.com/office/drawing/2014/main" id="{241862AA-8913-4B01-B2AD-C6EB3250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195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内部实现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52FDD-A261-44FC-B154-3C21C07D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3058E3-B6DD-45C9-B939-F4765F2D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7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5E262B-A802-4FCB-9E69-7B09A3F6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用户字节&#10;Buffer 路径">
            <a:extLst xmlns:a="http://schemas.openxmlformats.org/drawingml/2006/main">
              <a:ext uri="{FF2B5EF4-FFF2-40B4-BE49-F238E27FC236}">
                <a16:creationId xmlns:a16="http://schemas.microsoft.com/office/drawing/2014/main" id="{20F4C4B2-4D2E-49AE-B615-497EDF0D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用户字节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Buffer 路径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AC79E-5084-47EB-AFE4-0EC80963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4E743D-1EC9-48E3-9CE6-B6A6D8C2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2C912-BCCC-47A1-AC24-59B5EDF8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FEAFD4-FCDA-439F-AA74-3D3159EF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5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F5FB5A3B-7B0C-407C-A0AB-C7178A5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E368AA4D-3322-4EA4-A314-940B45F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5DDD87-E8C5-4237-A779-B5037FC7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9BBFE229-4911-4786-80EA-E3C5B33E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50" name="本端通过 Channel 发起远端写">
            <a:extLst xmlns:a="http://schemas.openxmlformats.org/drawingml/2006/main">
              <a:ext uri="{FF2B5EF4-FFF2-40B4-BE49-F238E27FC236}">
                <a16:creationId xmlns:a16="http://schemas.microsoft.com/office/drawing/2014/main" id="{68DA2032-42F6-4A9F-A1A5-F60BF710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本端通过 Channel 发起远端写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1A5ED5-3A38-42E1-9539-77C67B48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UnwrapChannelHandle">
            <a:extLst xmlns:a="http://schemas.openxmlformats.org/drawingml/2006/main">
              <a:ext uri="{FF2B5EF4-FFF2-40B4-BE49-F238E27FC236}">
                <a16:creationId xmlns:a16="http://schemas.microsoft.com/office/drawing/2014/main" id="{D8081331-B239-4830-9A09-00F169BD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UnwrapChannelHandle</a:t>
            </a:r>
          </a:p>
        </p:txBody>
      </p:sp>
      <p:sp>
        <p:nvSpPr>
          <p:cNvPr id="53" name="解包实际 Channel 对象">
            <a:extLst xmlns:a="http://schemas.openxmlformats.org/drawingml/2006/main">
              <a:ext uri="{FF2B5EF4-FFF2-40B4-BE49-F238E27FC236}">
                <a16:creationId xmlns:a16="http://schemas.microsoft.com/office/drawing/2014/main" id="{92D1760E-01B0-4CAE-A808-3364CAA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解包实际 Channel 对象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27EE06-8031-4DF2-80FF-0F038A2A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AddThread">
            <a:extLst xmlns:a="http://schemas.openxmlformats.org/drawingml/2006/main">
              <a:ext uri="{FF2B5EF4-FFF2-40B4-BE49-F238E27FC236}">
                <a16:creationId xmlns:a16="http://schemas.microsoft.com/office/drawing/2014/main" id="{5E2B515B-0E8B-48A7-BC81-F49F9FC1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AddThread</a:t>
            </a:r>
          </a:p>
        </p:txBody>
      </p:sp>
      <p:sp>
        <p:nvSpPr>
          <p:cNvPr id="56" name="登记本批使用的 Thread">
            <a:extLst xmlns:a="http://schemas.openxmlformats.org/drawingml/2006/main">
              <a:ext uri="{FF2B5EF4-FFF2-40B4-BE49-F238E27FC236}">
                <a16:creationId xmlns:a16="http://schemas.microsoft.com/office/drawing/2014/main" id="{D425334C-61FD-4C7E-862F-8E1E982D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登记本批使用的 Thread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33609D-5677-42EE-A797-1A8A9140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358C16-A8E6-4FCB-AEC0-0A50F547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9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2812733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8D3B0D-06A7-4E68-8EEB-E8CDB062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4B3AB3-F5A1-4C49-ADD1-482DA48E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2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29DB5C-04ED-4E2E-B440-3FBF49C1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Thread::GetStreamLitePtr">
            <a:extLst xmlns:a="http://schemas.openxmlformats.org/drawingml/2006/main">
              <a:ext uri="{FF2B5EF4-FFF2-40B4-BE49-F238E27FC236}">
                <a16:creationId xmlns:a16="http://schemas.microsoft.com/office/drawing/2014/main" id="{63BBB67D-A079-4806-ADCA-4D4B0D3F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</a:p>
        </p:txBody>
      </p:sp>
      <p:sp>
        <p:nvSpPr>
          <p:cNvPr id="65" name="取得 Ascend 950 的轻量任务流">
            <a:extLst xmlns:a="http://schemas.openxmlformats.org/drawingml/2006/main">
              <a:ext uri="{FF2B5EF4-FFF2-40B4-BE49-F238E27FC236}">
                <a16:creationId xmlns:a16="http://schemas.microsoft.com/office/drawing/2014/main" id="{82A8360B-EA36-41A5-86F6-2E0EB65B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 Ascend 950 的轻量任务流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D401F9-A035-44B7-A41B-6F6BC6EF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304991-A5EC-42AA-9BD0-E014BB8A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8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006216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3CC077-0255-4261-B27A-5B34A4CC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245A50-4CEE-40AA-BF03-B0B5408A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1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4110515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80C1F5-B023-4E99-98DF-A9C5586A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B21811-5D6A-4035-905C-339DFDE7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4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4110991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B9A27BA-A552-4BA2-A2B0-75174927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BuildLocRmaBufferLite">
            <a:extLst xmlns:a="http://schemas.openxmlformats.org/drawingml/2006/main">
              <a:ext uri="{FF2B5EF4-FFF2-40B4-BE49-F238E27FC236}">
                <a16:creationId xmlns:a16="http://schemas.microsoft.com/office/drawing/2014/main" id="{E878614C-5563-4CB8-9655-3389C6BF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BuildLocRmaBufferLite</a:t>
            </a:r>
          </a:p>
        </p:txBody>
      </p:sp>
      <p:sp>
        <p:nvSpPr>
          <p:cNvPr id="77" name="构造本地源数据访问描述">
            <a:extLst xmlns:a="http://schemas.openxmlformats.org/drawingml/2006/main">
              <a:ext uri="{FF2B5EF4-FFF2-40B4-BE49-F238E27FC236}">
                <a16:creationId xmlns:a16="http://schemas.microsoft.com/office/drawing/2014/main" id="{364B484D-9E9F-48DA-8CA0-F8AFC08D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构造本地源数据访问描述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08353D-AFED-4D76-86FA-0B080364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016C87-13F8-4815-AD80-E645EF97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0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1DEC0DF-5D33-44B5-8E67-C15ACBB6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BaseTransportLiteImpl::Write">
            <a:extLst xmlns:a="http://schemas.openxmlformats.org/drawingml/2006/main">
              <a:ext uri="{FF2B5EF4-FFF2-40B4-BE49-F238E27FC236}">
                <a16:creationId xmlns:a16="http://schemas.microsoft.com/office/drawing/2014/main" id="{6DE800DA-D58F-4DAA-B0BE-11B03553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83" name="向选定传输实现提交远端写">
            <a:extLst xmlns:a="http://schemas.openxmlformats.org/drawingml/2006/main">
              <a:ext uri="{FF2B5EF4-FFF2-40B4-BE49-F238E27FC236}">
                <a16:creationId xmlns:a16="http://schemas.microsoft.com/office/drawing/2014/main" id="{777DD65F-09D6-4C6C-A662-146A68CF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向选定传输实现提交远端写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8073E0-CBBB-4214-8BDF-A38B919A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F711B4-6196-48E8-89CE-85989A17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6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601778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3A06D2A-0017-49B1-A23A-397F83C4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046147B-C718-453B-A486-9656E64D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9" name=""/>
          <p:cNvCxnSpPr>
            <a:stCxn xmlns:a="http://schemas.openxmlformats.org/drawingml/2006/main" id="87" idx="0"/>
            <a:endCxn xmlns:a="http://schemas.openxmlformats.org/drawingml/2006/main" id="88" idx="2"/>
          </p:cNvCxnSpPr>
          <p:nvPr/>
        </p:nvCxnSpPr>
        <p:spPr>
          <a:xfrm xmlns:a="http://schemas.openxmlformats.org/drawingml/2006/main" flipV="1">
            <a:off x="6706077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D482BB4-7F68-4466-AE20-40F768D9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12C123D-1549-4393-8195-7B66390F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2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706553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D8D091C-3DD5-42A1-BAA6-117CEF7F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所选传输实现">
            <a:extLst xmlns:a="http://schemas.openxmlformats.org/drawingml/2006/main">
              <a:ext uri="{FF2B5EF4-FFF2-40B4-BE49-F238E27FC236}">
                <a16:creationId xmlns:a16="http://schemas.microsoft.com/office/drawing/2014/main" id="{6490F70F-3F95-49EF-AF7F-64AF3E00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所选传输实现</a:t>
            </a:r>
          </a:p>
        </p:txBody>
      </p:sp>
      <p:sp>
        <p:nvSpPr>
          <p:cNvPr id="95" name="按 UB 等实际协议生成传输任务">
            <a:extLst xmlns:a="http://schemas.openxmlformats.org/drawingml/2006/main">
              <a:ext uri="{FF2B5EF4-FFF2-40B4-BE49-F238E27FC236}">
                <a16:creationId xmlns:a16="http://schemas.microsoft.com/office/drawing/2014/main" id="{DE21F9ED-0641-4742-BD6E-1B410056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UB 等实际协议生成传输任务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DD453C8-7683-4835-8AE6-9528F0C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FE8592E-5901-4FEF-A022-CD0A9CFE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8" name="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8003858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2E48F14-D309-4ADE-82C4-0CA70A41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0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6034779-9FB1-467A-8BFA-1DEA8BDB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01" name="接收端把 CCL 中数据拷至用户输出">
            <a:extLst xmlns:a="http://schemas.openxmlformats.org/drawingml/2006/main">
              <a:ext uri="{FF2B5EF4-FFF2-40B4-BE49-F238E27FC236}">
                <a16:creationId xmlns:a16="http://schemas.microsoft.com/office/drawing/2014/main" id="{1ECD84F4-3F03-4216-8BC9-362D0E92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接收端把 CCL 中数据拷至用户输出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6CA68B6-46CF-4C2D-A09B-867E08C9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3" name="Thread::LocalCopy">
            <a:extLst xmlns:a="http://schemas.openxmlformats.org/drawingml/2006/main">
              <a:ext uri="{FF2B5EF4-FFF2-40B4-BE49-F238E27FC236}">
                <a16:creationId xmlns:a16="http://schemas.microsoft.com/office/drawing/2014/main" id="{748DDB55-CC45-4D19-A54A-2204D0BE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Thread::LocalCopy</a:t>
            </a:r>
          </a:p>
        </p:txBody>
      </p:sp>
      <p:sp>
        <p:nvSpPr>
          <p:cNvPr id="104" name="执行接收后的本地拷贝">
            <a:extLst xmlns:a="http://schemas.openxmlformats.org/drawingml/2006/main">
              <a:ext uri="{FF2B5EF4-FFF2-40B4-BE49-F238E27FC236}">
                <a16:creationId xmlns:a16="http://schemas.microsoft.com/office/drawing/2014/main" id="{97A4D916-76C0-4A67-BED8-ABF0F890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执行接收后的本地拷贝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B26E1FA-F1F8-4785-A94D-3C3A7F99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B383DEF-CAB0-4A75-91FC-BF03403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7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10599421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B82765B-00CC-4C8A-AD6A-26D6A1B6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9" name="Rank 0 sendBuf[2]">
            <a:extLst xmlns:a="http://schemas.openxmlformats.org/drawingml/2006/main">
              <a:ext uri="{FF2B5EF4-FFF2-40B4-BE49-F238E27FC236}">
                <a16:creationId xmlns:a16="http://schemas.microsoft.com/office/drawing/2014/main" id="{AFD20C41-0182-4F21-A47A-241A8EEF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sendBuf[2]</a:t>
            </a:r>
          </a:p>
        </p:txBody>
      </p:sp>
      <p:sp>
        <p:nvSpPr>
          <p:cNvPr id="110" name="[2,3]，本次 8 字节">
            <a:extLst xmlns:a="http://schemas.openxmlformats.org/drawingml/2006/main">
              <a:ext uri="{FF2B5EF4-FFF2-40B4-BE49-F238E27FC236}">
                <a16:creationId xmlns:a16="http://schemas.microsoft.com/office/drawing/2014/main" id="{9FE5FB4E-69BF-4670-A981-A674B8E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[2,3]，本次 8 字节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1BE9695-DF23-4218-B137-34A687CC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CCL">
            <a:extLst xmlns:a="http://schemas.openxmlformats.org/drawingml/2006/main">
              <a:ext uri="{FF2B5EF4-FFF2-40B4-BE49-F238E27FC236}">
                <a16:creationId xmlns:a16="http://schemas.microsoft.com/office/drawing/2014/main" id="{69F6D1F9-0C84-4ABC-82AA-E907A626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3" name="槽位由 CalcCclBuffIdx 计算">
            <a:extLst xmlns:a="http://schemas.openxmlformats.org/drawingml/2006/main">
              <a:ext uri="{FF2B5EF4-FFF2-40B4-BE49-F238E27FC236}">
                <a16:creationId xmlns:a16="http://schemas.microsoft.com/office/drawing/2014/main" id="{D7E81880-B096-4A13-BEEC-20DA67F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槽位由 CalcCclBuffIdx 计算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3A35CD6-42B4-484F-9EBA-5AD6C94C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5" name="Rank 1 recvBuf[0]">
            <a:extLst xmlns:a="http://schemas.openxmlformats.org/drawingml/2006/main">
              <a:ext uri="{FF2B5EF4-FFF2-40B4-BE49-F238E27FC236}">
                <a16:creationId xmlns:a16="http://schemas.microsoft.com/office/drawing/2014/main" id="{532EA587-4EAE-40F3-ABC5-2541A731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recvBuf[0]</a:t>
            </a:r>
          </a:p>
        </p:txBody>
      </p:sp>
      <p:sp>
        <p:nvSpPr>
          <p:cNvPr id="116" name="放到来源 Rank 0 的输出位置">
            <a:extLst xmlns:a="http://schemas.openxmlformats.org/drawingml/2006/main">
              <a:ext uri="{FF2B5EF4-FFF2-40B4-BE49-F238E27FC236}">
                <a16:creationId xmlns:a16="http://schemas.microsoft.com/office/drawing/2014/main" id="{F7BB8122-1269-4BDD-9747-1545AB67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放到来源 Rank 0 的输出位置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C4978E5-A153-4C80-AB42-DCAB90A4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C274365-B5AD-43DA-ADF0-2A984193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9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4006216" y="5605940"/>
            <a:ext cx="2804159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7BE389D-49F2-4CD4-B6D4-2BA018E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A50EE38-A9B5-4A44-9E52-7BF3801A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2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197341" y="56059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15991AF-98AF-4925-A1E4-CF0B0D58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62575"/>
            <a:ext cx="11334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4" name="远端 Write">
            <a:extLst xmlns:a="http://schemas.openxmlformats.org/drawingml/2006/main">
              <a:ext uri="{FF2B5EF4-FFF2-40B4-BE49-F238E27FC236}">
                <a16:creationId xmlns:a16="http://schemas.microsoft.com/office/drawing/2014/main" id="{2A1A6260-2D96-479C-AAD8-087BB6B7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62575"/>
            <a:ext cx="1095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远端 Write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884AE88-976F-4D40-8FE9-D64556A6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6" name="BuildDataSlices 生成 src / dst / len。图中下标单位为元素。接收 CCL 槽位并不是直接用 Rank 当物理下标。">
            <a:extLst xmlns:a="http://schemas.openxmlformats.org/drawingml/2006/main">
              <a:ext uri="{FF2B5EF4-FFF2-40B4-BE49-F238E27FC236}">
                <a16:creationId xmlns:a16="http://schemas.microsoft.com/office/drawing/2014/main" id="{5F9264BE-8D1F-475B-8936-CB9CB759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BuildDataSlices 生成 src / dst / len。图中下标单位为元素。接收 CCL 槽位并不是直接用 Rank 当物理下标。</a:t>
            </a:r>
          </a:p>
        </p:txBody>
      </p:sp>
    </p:spTree>
    <p:extLst>
      <p:ext uri="{BB962C8B-B14F-4D97-AF65-F5344CB8AC3E}">
        <p14:creationId xmlns:p14="http://schemas.microsoft.com/office/powerpoint/2010/main" val="9504172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主从汇合、最终通知与用户流继续">
            <a:extLst xmlns:a="http://schemas.openxmlformats.org/drawingml/2006/main">
              <a:ext uri="{FF2B5EF4-FFF2-40B4-BE49-F238E27FC236}">
                <a16:creationId xmlns:a16="http://schemas.microsoft.com/office/drawing/2014/main" id="{864FB3A3-2921-430D-ABD2-1BE0BD59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主从汇合、最终通知与用户流继续</a:t>
            </a:r>
          </a:p>
        </p:txBody>
      </p:sp>
      <p:sp>
        <p:nvSpPr>
          <p:cNvPr id="2" name="本页按执行依赖展开，函数提交先后不等于全局硬件完成先后。最终通知位于全部块编排之后。">
            <a:extLst xmlns:a="http://schemas.openxmlformats.org/drawingml/2006/main">
              <a:ext uri="{FF2B5EF4-FFF2-40B4-BE49-F238E27FC236}">
                <a16:creationId xmlns:a16="http://schemas.microsoft.com/office/drawing/2014/main" id="{AD588FFF-9337-4447-8AFE-D87F62E6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本页按执行依赖展开，函数提交先后不等于全局硬件完成先后。最终通知位于全部块编排之后。</a:t>
            </a:r>
          </a:p>
        </p:txBody>
      </p:sp>
      <p:sp>
        <p:nvSpPr>
          <p:cNvPr id="3" name="13 / 13">
            <a:extLst xmlns:a="http://schemas.openxmlformats.org/drawingml/2006/main">
              <a:ext uri="{FF2B5EF4-FFF2-40B4-BE49-F238E27FC236}">
                <a16:creationId xmlns:a16="http://schemas.microsoft.com/office/drawing/2014/main" id="{A1D30349-036D-47D1-8392-8489C3B1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13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814D5-BBEC-4576-AF4D-AC3476B0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从 Thread 收尾">
            <a:extLst xmlns:a="http://schemas.openxmlformats.org/drawingml/2006/main">
              <a:ext uri="{FF2B5EF4-FFF2-40B4-BE49-F238E27FC236}">
                <a16:creationId xmlns:a16="http://schemas.microsoft.com/office/drawing/2014/main" id="{367F3A87-595B-4B18-A718-0868F439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从 Thread 收尾</a:t>
            </a:r>
          </a:p>
        </p:txBody>
      </p:sp>
      <p:sp>
        <p:nvSpPr>
          <p:cNvPr id="6" name="从线程完成通信与接收后拷贝">
            <a:extLst xmlns:a="http://schemas.openxmlformats.org/drawingml/2006/main">
              <a:ext uri="{FF2B5EF4-FFF2-40B4-BE49-F238E27FC236}">
                <a16:creationId xmlns:a16="http://schemas.microsoft.com/office/drawing/2014/main" id="{7329900D-FF32-4D00-A9FD-8E63CD9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从线程完成通信与接收后拷贝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3E71D-53D3-4B54-B1F7-EDC7295C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主 Thread 汇合">
            <a:extLst xmlns:a="http://schemas.openxmlformats.org/drawingml/2006/main">
              <a:ext uri="{FF2B5EF4-FFF2-40B4-BE49-F238E27FC236}">
                <a16:creationId xmlns:a16="http://schemas.microsoft.com/office/drawing/2014/main" id="{90341C50-74C9-40F9-A1AF-E7889FE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 Thread 汇合</a:t>
            </a:r>
          </a:p>
        </p:txBody>
      </p:sp>
      <p:sp>
        <p:nvSpPr>
          <p:cNvPr id="9" name="等待参与的从线程完成">
            <a:extLst xmlns:a="http://schemas.openxmlformats.org/drawingml/2006/main">
              <a:ext uri="{FF2B5EF4-FFF2-40B4-BE49-F238E27FC236}">
                <a16:creationId xmlns:a16="http://schemas.microsoft.com/office/drawing/2014/main" id="{E6E5D7B8-1104-4226-A3DD-9C86AE00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等待参与的从线程完成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F2926-A1E2-44B1-983E-04AB8340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BFAD2-4717-451F-963A-FCCD5712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54628-FAF7-45DE-829E-083DA322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排入最终完成通知">
            <a:extLst xmlns:a="http://schemas.openxmlformats.org/drawingml/2006/main">
              <a:ext uri="{FF2B5EF4-FFF2-40B4-BE49-F238E27FC236}">
                <a16:creationId xmlns:a16="http://schemas.microsoft.com/office/drawing/2014/main" id="{CA14449E-EA4A-4F23-9121-947A6D72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排入最终完成通知</a:t>
            </a:r>
          </a:p>
        </p:txBody>
      </p:sp>
      <p:sp>
        <p:nvSpPr>
          <p:cNvPr id="15" name="全部数据块已编排">
            <a:extLst xmlns:a="http://schemas.openxmlformats.org/drawingml/2006/main">
              <a:ext uri="{FF2B5EF4-FFF2-40B4-BE49-F238E27FC236}">
                <a16:creationId xmlns:a16="http://schemas.microsoft.com/office/drawing/2014/main" id="{94B0E2EC-79C5-43FA-96C1-B8641E4D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全部数据块已编排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FF0F7-A158-45DC-8230-DCDDD584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CA568-618E-4F18-BAC8-020260C2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C0BB2-9395-4758-B091-475B434A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退出保护与用户流继续">
            <a:extLst xmlns:a="http://schemas.openxmlformats.org/drawingml/2006/main">
              <a:ext uri="{FF2B5EF4-FFF2-40B4-BE49-F238E27FC236}">
                <a16:creationId xmlns:a16="http://schemas.microsoft.com/office/drawing/2014/main" id="{00E83128-693B-48BD-B3C0-F175D171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退出保护与用户流继续</a:t>
            </a:r>
          </a:p>
        </p:txBody>
      </p:sp>
      <p:sp>
        <p:nvSpPr>
          <p:cNvPr id="21" name="用户流等到最终通知后使用输出">
            <a:extLst xmlns:a="http://schemas.openxmlformats.org/drawingml/2006/main">
              <a:ext uri="{FF2B5EF4-FFF2-40B4-BE49-F238E27FC236}">
                <a16:creationId xmlns:a16="http://schemas.microsoft.com/office/drawing/2014/main" id="{B1C5A148-1A3B-413D-B41C-5C1EC348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用户流等到最终通知后使用输出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11795-47EA-4F18-A890-CD8CDF45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0ECF5-FB65-44C7-9227-116F58B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71D8D-7BED-4E10-A031-7F71EB19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E0A683-BB12-4126-B41E-DCF4CC05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D29670-9CEA-4CC1-8360-9ECF4225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97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设备从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2A505BFD-D345-4CCE-841E-D30858D2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78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设备从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9218B-DC8C-4231-9C4A-A5A45DFA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90EE11-7B60-44B0-ACEA-770C76E1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62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A12ADC-30A7-4C3C-A252-3429A3A1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241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设备主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A4BB126D-602D-43B4-9065-B829A58C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622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42E523-6D6B-4BAD-A37B-2E534F30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0ADAED-DC5A-4378-9673-BAFCBB0E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8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38200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B2FA0C-5834-4225-9144-1FF580D3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81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ICPU 编排侧&#10;HCOMM 执行控制">
            <a:extLst xmlns:a="http://schemas.openxmlformats.org/drawingml/2006/main">
              <a:ext uri="{FF2B5EF4-FFF2-40B4-BE49-F238E27FC236}">
                <a16:creationId xmlns:a16="http://schemas.microsoft.com/office/drawing/2014/main" id="{0240E941-66E6-4C7E-B123-BA6072AD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119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编排侧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执行控制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3E0FC6-4976-477C-8AAC-8D6367FA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3DDA4B-A43E-422D-95C2-942FB623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48772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EFA22-2E38-4B9C-9F17-DDA67EC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958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4" name="用户 stream&#10;完成依赖">
            <a:extLst xmlns:a="http://schemas.openxmlformats.org/drawingml/2006/main">
              <a:ext uri="{FF2B5EF4-FFF2-40B4-BE49-F238E27FC236}">
                <a16:creationId xmlns:a16="http://schemas.microsoft.com/office/drawing/2014/main" id="{04162D9D-CA14-4DE5-AACB-2F1FFD91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2339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 stream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完成依赖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359050-818C-42A0-B71C-C7909F41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6DE343-D352-4277-AD40-64B795B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8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B0E7C7-E0BB-40A0-9BDF-7E74E581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FEFE15-E730-4432-92DD-CCE025C4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854E70BF-2B64-4850-9BD9-76B837D3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7B0BE5AF-409C-4BF4-9442-D998D251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01D905-623A-452F-9A2A-1C0FBC63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4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8F58809C-DCBB-4B01-B572-CDEDF3B8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5" name="从 Thread 向主 Thread 发完成通知">
            <a:extLst xmlns:a="http://schemas.openxmlformats.org/drawingml/2006/main">
              <a:ext uri="{FF2B5EF4-FFF2-40B4-BE49-F238E27FC236}">
                <a16:creationId xmlns:a16="http://schemas.microsoft.com/office/drawing/2014/main" id="{A16264E4-6FA7-4A3B-8A36-B0E754F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1698"/>
            <a:ext cx="2233613" cy="448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 Thread 向主 Thread 发完成通知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93AE81-55B2-47CE-BB92-B108F80B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FAE93FD3-791F-49E4-A512-3BEF98E1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58" name="主 Thread 等参与的从 Thread 完成">
            <a:extLst xmlns:a="http://schemas.openxmlformats.org/drawingml/2006/main">
              <a:ext uri="{FF2B5EF4-FFF2-40B4-BE49-F238E27FC236}">
                <a16:creationId xmlns:a16="http://schemas.microsoft.com/office/drawing/2014/main" id="{5F040224-C527-4ACD-81FD-86C79659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等参与的从 Thread 完成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71751D-A6F4-479C-8EF7-1920D098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41CEEF-A46F-4F01-87BF-8D091AF5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2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4006216" y="2286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83EF36-B0FE-46E3-A9E9-2D694BAA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07A32F-FCA2-4B03-A478-6A01FE1E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5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4110515" y="2286953"/>
            <a:ext cx="0" cy="10086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11B7CF-E857-463F-B0F7-0797EEB4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9CFED9-CA8E-4CCD-ACAE-57EAC8D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8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110991" y="3296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672F70-C2F2-46C0-AA7C-0967F13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9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7B40B00D-397E-4667-B399-00C4EE6D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70" name="主 Thread 通知导出后的用户 Thread">
            <a:extLst xmlns:a="http://schemas.openxmlformats.org/drawingml/2006/main">
              <a:ext uri="{FF2B5EF4-FFF2-40B4-BE49-F238E27FC236}">
                <a16:creationId xmlns:a16="http://schemas.microsoft.com/office/drawing/2014/main" id="{A9AFA351-6FE4-4318-B27C-140C1489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通知导出后的用户 Thread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A2ABE0-864C-406F-80F4-03CECD9F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D00DCCB-920C-4E52-9B5D-45B36CA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4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6601778" y="3296127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454C21-BAF9-49C9-8093-1DE1FEC9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ommBatchModeEnd">
            <a:extLst xmlns:a="http://schemas.openxmlformats.org/drawingml/2006/main">
              <a:ext uri="{FF2B5EF4-FFF2-40B4-BE49-F238E27FC236}">
                <a16:creationId xmlns:a16="http://schemas.microsoft.com/office/drawing/2014/main" id="{D5FDD817-B7DC-4F55-9A4E-990901F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HcommBatchModeEnd</a:t>
            </a:r>
          </a:p>
        </p:txBody>
      </p:sp>
      <p:sp>
        <p:nvSpPr>
          <p:cNvPr id="76" name="结束批模式，提交剩余任务">
            <a:extLst xmlns:a="http://schemas.openxmlformats.org/drawingml/2006/main">
              <a:ext uri="{FF2B5EF4-FFF2-40B4-BE49-F238E27FC236}">
                <a16:creationId xmlns:a16="http://schemas.microsoft.com/office/drawing/2014/main" id="{3F532B1A-2214-4F04-AA6C-BBD13BCE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结束批模式，提交剩余任务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0E0088-64C5-407F-A738-30D84C84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DA469F3-7EC7-41A1-9EA6-631EEAEC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990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0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8003858" y="3677603"/>
            <a:ext cx="0" cy="3133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EE2C0E2-7E1E-4A55-9269-F91990E9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ommReleaseComm">
            <a:extLst xmlns:a="http://schemas.openxmlformats.org/drawingml/2006/main">
              <a:ext uri="{FF2B5EF4-FFF2-40B4-BE49-F238E27FC236}">
                <a16:creationId xmlns:a16="http://schemas.microsoft.com/office/drawing/2014/main" id="{80D40745-620A-4712-BCDF-6B0BE446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HcommReleaseComm</a:t>
            </a:r>
          </a:p>
        </p:txBody>
      </p:sp>
      <p:sp>
        <p:nvSpPr>
          <p:cNvPr id="82" name="退出域使用保护，资源仍可复用">
            <a:extLst xmlns:a="http://schemas.openxmlformats.org/drawingml/2006/main">
              <a:ext uri="{FF2B5EF4-FFF2-40B4-BE49-F238E27FC236}">
                <a16:creationId xmlns:a16="http://schemas.microsoft.com/office/drawing/2014/main" id="{2AF63DFA-EC2B-423E-BF75-D55EFF4A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退出域使用保护，资源仍可复用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533A93-6295-4E99-A6DB-7430BB27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0270B96-BAE8-46FF-AA67-FFCA3BE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6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9197341" y="4358165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46D0862-C617-4167-9AA5-4C80F17A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748DA34-224F-406D-AF76-B59AFBFA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0196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88" name="P8 已排入，等待最终完成通知">
            <a:extLst xmlns:a="http://schemas.openxmlformats.org/drawingml/2006/main">
              <a:ext uri="{FF2B5EF4-FFF2-40B4-BE49-F238E27FC236}">
                <a16:creationId xmlns:a16="http://schemas.microsoft.com/office/drawing/2014/main" id="{5FC605DF-9701-475C-A38A-DD9F5761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1977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P8 已排入，等待最终完成通知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45D328C-8181-4577-8106-CD484DA8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570686C-2C34-49AC-9A12-1582F442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2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9197341" y="3296127"/>
            <a:ext cx="21335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CE6F5F3-315A-420C-884A-4CB7209B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DDA97EE-32CC-4EB4-830D-CFA7EC74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5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9411177" y="3296603"/>
            <a:ext cx="0" cy="19850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BFEA2B8-5A46-4748-97C0-BFBCD7BE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B623B9E-04A9-47EE-952F-BFC32C88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8" name=""/>
          <p:cNvCxnSpPr>
            <a:stCxn xmlns:a="http://schemas.openxmlformats.org/drawingml/2006/main" id="95" idx="1"/>
            <a:endCxn xmlns:a="http://schemas.openxmlformats.org/drawingml/2006/main" id="96" idx="3"/>
          </p:cNvCxnSpPr>
          <p:nvPr/>
        </p:nvCxnSpPr>
        <p:spPr>
          <a:xfrm xmlns:a="http://schemas.openxmlformats.org/drawingml/2006/main" flipH="1">
            <a:off x="9406891" y="5282090"/>
            <a:ext cx="38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0DFA583-F8C5-4297-8476-22FFDCB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715000"/>
            <a:ext cx="238601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9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AA386D5B-FAB1-4C77-8BAC-794B3434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7626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B8642B1-9029-4B42-9FCC-C9DE2E5B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50DADCC-3ADB-4553-80E2-4B526E2A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715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3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0599421" y="5592128"/>
            <a:ext cx="0" cy="1228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PostSyncInterThreads 内部展开">
            <a:extLst xmlns:a="http://schemas.openxmlformats.org/drawingml/2006/main">
              <a:ext uri="{FF2B5EF4-FFF2-40B4-BE49-F238E27FC236}">
                <a16:creationId xmlns:a16="http://schemas.microsoft.com/office/drawing/2014/main" id="{E957668C-2B28-4B34-9828-ECE5012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498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PostSyncInterThreads 内部展开</a:t>
            </a:r>
          </a:p>
        </p:txBody>
      </p:sp>
      <p:sp>
        <p:nvSpPr>
          <p:cNvPr id="104" name="有从 Thread 才安排这组汇合。代码可先下发主 Wait，再下发从 Record，任务依赖保证正确执行。">
            <a:extLst xmlns:a="http://schemas.openxmlformats.org/drawingml/2006/main">
              <a:ext uri="{FF2B5EF4-FFF2-40B4-BE49-F238E27FC236}">
                <a16:creationId xmlns:a16="http://schemas.microsoft.com/office/drawing/2014/main" id="{B387215E-5FF8-47EC-A7C1-8BBD7C4D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98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才安排这组汇合。代码可先下发主 Wait，再下发从 Record，任务依赖保证正确执行。</a:t>
            </a:r>
          </a:p>
        </p:txBody>
      </p:sp>
      <p:sp>
        <p:nvSpPr>
          <p:cNvPr id="105" name="还有数据块时：OrchestrateLoop 继续 P10–12。&#10;全部块完成编排后，才排入右侧算子最终通知。">
            <a:extLst xmlns:a="http://schemas.openxmlformats.org/drawingml/2006/main">
              <a:ext uri="{FF2B5EF4-FFF2-40B4-BE49-F238E27FC236}">
                <a16:creationId xmlns:a16="http://schemas.microsoft.com/office/drawing/2014/main" id="{C7A61597-E122-4B6A-928F-DB0D3420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05425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还有数据块时：OrchestrateLoop 继续 P10–12。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全部块完成编排后，才排入右侧算子最终通知。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18C18D-75D0-48FD-9E93-7A207676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7" name="Kernel 函数返回不等于所有 Rank 已完成。用户流由完成通知约束，上层 Host 读取结果还需实际的流同步保证。">
            <a:extLst xmlns:a="http://schemas.openxmlformats.org/drawingml/2006/main">
              <a:ext uri="{FF2B5EF4-FFF2-40B4-BE49-F238E27FC236}">
                <a16:creationId xmlns:a16="http://schemas.microsoft.com/office/drawing/2014/main" id="{06326BB7-AD6E-43B7-8036-B5F5F097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 函数返回不等于所有 Rank 已完成。用户流由完成通知约束，上层 Host 读取结果还需实际的流同步保证。</a:t>
            </a:r>
          </a:p>
        </p:txBody>
      </p:sp>
    </p:spTree>
    <p:extLst>
      <p:ext uri="{BB962C8B-B14F-4D97-AF65-F5344CB8AC3E}">
        <p14:creationId xmlns:p14="http://schemas.microsoft.com/office/powerpoint/2010/main" val="15062999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建链交换：远端资源描述与算子参数是两条不同路径">
            <a:extLst xmlns:a="http://schemas.openxmlformats.org/drawingml/2006/main">
              <a:ext uri="{FF2B5EF4-FFF2-40B4-BE49-F238E27FC236}">
                <a16:creationId xmlns:a16="http://schemas.microsoft.com/office/drawing/2014/main" id="{DD3A0086-EED3-4855-88D0-734C92D9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建链交换：远端资源描述与算子参数是两条不同路径</a:t>
            </a:r>
          </a:p>
        </p:txBody>
      </p:sp>
      <p:sp>
        <p:nvSpPr>
          <p:cNvPr id="2" name="以 UB_RTP 新建 Channel 为例。每列自上而下阅读；列间箭头表示阶段依赖，不表示函数直接调用。">
            <a:extLst xmlns:a="http://schemas.openxmlformats.org/drawingml/2006/main">
              <a:ext uri="{FF2B5EF4-FFF2-40B4-BE49-F238E27FC236}">
                <a16:creationId xmlns:a16="http://schemas.microsoft.com/office/drawing/2014/main" id="{27D8D6AD-C43C-4D4D-A821-6FE493E5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以 UB_RTP 新建 Channel 为例。每列自上而下阅读；列间箭头表示阶段依赖，不表示函数直接调用。</a:t>
            </a:r>
          </a:p>
        </p:txBody>
      </p:sp>
      <p:sp>
        <p:nvSpPr>
          <p:cNvPr id="3" name="14 / 20">
            <a:extLst xmlns:a="http://schemas.openxmlformats.org/drawingml/2006/main">
              <a:ext uri="{FF2B5EF4-FFF2-40B4-BE49-F238E27FC236}">
                <a16:creationId xmlns:a16="http://schemas.microsoft.com/office/drawing/2014/main" id="{89BFD85A-2F4C-4910-922E-1DB12965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14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8CD57-5DDA-49EF-8750-7B1DF710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36E1D-C46D-422F-8570-49B2C635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8C6B8A10-4F95-4991-A492-9E5FD8F9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E10CB5E0-8398-437A-B06D-2B95D5AF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8A1E7-EC00-4880-B02B-38A19481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" name="域级获取">
            <a:extLst xmlns:a="http://schemas.openxmlformats.org/drawingml/2006/main">
              <a:ext uri="{FF2B5EF4-FFF2-40B4-BE49-F238E27FC236}">
                <a16:creationId xmlns:a16="http://schemas.microsoft.com/office/drawing/2014/main" id="{A5FB77EA-ECEB-4FCD-BF85-F006D620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域级获取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4EE41-E2D5-4D5B-A838-8838A040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创建基础资源">
            <a:extLst xmlns:a="http://schemas.openxmlformats.org/drawingml/2006/main">
              <a:ext uri="{FF2B5EF4-FFF2-40B4-BE49-F238E27FC236}">
                <a16:creationId xmlns:a16="http://schemas.microsoft.com/office/drawing/2014/main" id="{D6BB8CA7-FE45-47CF-8748-41A77B91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创建基础资源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74435-08FC-40B7-8FD5-020EA0F6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推进协议状态机">
            <a:extLst xmlns:a="http://schemas.openxmlformats.org/drawingml/2006/main">
              <a:ext uri="{FF2B5EF4-FFF2-40B4-BE49-F238E27FC236}">
                <a16:creationId xmlns:a16="http://schemas.microsoft.com/office/drawing/2014/main" id="{5C175A3A-6C06-4CA1-854A-D56DF558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推进协议状态机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7D4A8-1555-49CE-BBAE-7FA270FB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6" name="交付可用描述">
            <a:extLst xmlns:a="http://schemas.openxmlformats.org/drawingml/2006/main">
              <a:ext uri="{FF2B5EF4-FFF2-40B4-BE49-F238E27FC236}">
                <a16:creationId xmlns:a16="http://schemas.microsoft.com/office/drawing/2014/main" id="{B5A13BDB-0A3E-4FC4-8AEF-803F8AC6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交付可用描述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5DA22-B74E-422E-96DE-C6B88701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AAD3B-7BFA-4685-B2D9-4A1AAC42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638A8-7348-4473-8829-A3EA52E6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42EAE-80CD-4976-8C68-946A02E5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23975"/>
            <a:ext cx="27051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CDFD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034B8-2B22-4E15-983E-3423DE96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2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CFCC980A-F4F9-4EF9-8779-915B0093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23" name="申请所需 Peer 通道，先判断可复用资源">
            <a:extLst xmlns:a="http://schemas.openxmlformats.org/drawingml/2006/main">
              <a:ext uri="{FF2B5EF4-FFF2-40B4-BE49-F238E27FC236}">
                <a16:creationId xmlns:a16="http://schemas.microsoft.com/office/drawing/2014/main" id="{F741D95B-BAE9-48E4-B1A6-EC94350B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申请所需 Peer 通道，先判断可复用资源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0870E-32E3-42EE-9DFF-2AE04F89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5" name="HcommEndpointCreate / HcommMemReg">
            <a:extLst xmlns:a="http://schemas.openxmlformats.org/drawingml/2006/main">
              <a:ext uri="{FF2B5EF4-FFF2-40B4-BE49-F238E27FC236}">
                <a16:creationId xmlns:a16="http://schemas.microsoft.com/office/drawing/2014/main" id="{26CD6BDD-E1A3-4D59-AF9D-26FDA026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 / HcommMemReg</a:t>
            </a:r>
          </a:p>
        </p:txBody>
      </p:sp>
      <p:sp>
        <p:nvSpPr>
          <p:cNvPr id="26" name="按需创建端点、注册 CCL 等通信内存">
            <a:extLst xmlns:a="http://schemas.openxmlformats.org/drawingml/2006/main">
              <a:ext uri="{FF2B5EF4-FFF2-40B4-BE49-F238E27FC236}">
                <a16:creationId xmlns:a16="http://schemas.microsoft.com/office/drawing/2014/main" id="{88813BCA-689E-4383-B512-3DC0034B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按需创建端点、注册 CCL 等通信内存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A0093-6C33-486F-9595-2AC1284B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8" name="ChannelProcess::ChannelGetStatus">
            <a:extLst xmlns:a="http://schemas.openxmlformats.org/drawingml/2006/main">
              <a:ext uri="{FF2B5EF4-FFF2-40B4-BE49-F238E27FC236}">
                <a16:creationId xmlns:a16="http://schemas.microsoft.com/office/drawing/2014/main" id="{60EE12BE-7884-4020-9DCC-E1E3168B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ChannelProcess::ChannelGetStatus</a:t>
            </a:r>
          </a:p>
        </p:txBody>
      </p:sp>
      <p:sp>
        <p:nvSpPr>
          <p:cNvPr id="29" name="内部轮询，推进连接与资源交换">
            <a:extLst xmlns:a="http://schemas.openxmlformats.org/drawingml/2006/main">
              <a:ext uri="{FF2B5EF4-FFF2-40B4-BE49-F238E27FC236}">
                <a16:creationId xmlns:a16="http://schemas.microsoft.com/office/drawing/2014/main" id="{C435C090-D01F-4865-A6CB-8D373818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内部轮询，推进连接与资源交换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F1FC2A-665E-494E-9066-36130DB1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31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4F16FE57-803C-4C5B-8E6B-491EBCF2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32" name="内部交付引擎可用句柄；之后补齐通道描述">
            <a:extLst xmlns:a="http://schemas.openxmlformats.org/drawingml/2006/main">
              <a:ext uri="{FF2B5EF4-FFF2-40B4-BE49-F238E27FC236}">
                <a16:creationId xmlns:a16="http://schemas.microsoft.com/office/drawing/2014/main" id="{B9900A6F-FF21-4A57-A0B9-946546E7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内部交付引擎可用句柄；之后补齐通道描述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043646-3947-4F70-A9CA-DA043442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C65E1C-1916-46DA-9C28-1FFB718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982278" y="23245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8D30BA-2466-45C6-8D33-443E55A0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6C8B29-D649-43FA-BED5-8A286678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954078" y="23245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B5E220-F0FD-4136-B156-383CD1D8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FE3A20-6688-488F-A6D8-D9C33D86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925878" y="23245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04CF60-7121-454F-BF11-F69F4C65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3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17760CEB-3BCB-4966-929F-9013A620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5622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44" name="准备控制连接；双方通过 socket 交换控制信息">
            <a:extLst xmlns:a="http://schemas.openxmlformats.org/drawingml/2006/main">
              <a:ext uri="{FF2B5EF4-FFF2-40B4-BE49-F238E27FC236}">
                <a16:creationId xmlns:a16="http://schemas.microsoft.com/office/drawing/2014/main" id="{C007BFC2-8320-4231-8067-1F41485D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527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准备控制连接；双方通过 socket 交换控制信息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5113ED-F134-4607-9988-4C446143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6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A21215B5-5D74-4DC6-8077-D0718588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622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47" name="EndpointPair 缺槽位时，创建具体协议的 Channel">
            <a:extLst xmlns:a="http://schemas.openxmlformats.org/drawingml/2006/main">
              <a:ext uri="{FF2B5EF4-FFF2-40B4-BE49-F238E27FC236}">
                <a16:creationId xmlns:a16="http://schemas.microsoft.com/office/drawing/2014/main" id="{B903C7FB-E650-43DE-9C13-4E7F353F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527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EndpointPair 缺槽位时，创建具体协议的 Channel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A54F79-3A1B-402E-8083-0DD59DFF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SendExchangeData / RecvExchangeData&#10;RecvDataProcess">
            <a:extLst xmlns:a="http://schemas.openxmlformats.org/drawingml/2006/main">
              <a:ext uri="{FF2B5EF4-FFF2-40B4-BE49-F238E27FC236}">
                <a16:creationId xmlns:a16="http://schemas.microsoft.com/office/drawing/2014/main" id="{107E771C-A9A5-4C01-B24F-CDE7D202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622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SendExchangeData / RecvExchangeData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RecvDataProcess</a:t>
            </a:r>
          </a:p>
        </p:txBody>
      </p:sp>
      <p:sp>
        <p:nvSpPr>
          <p:cNvPr id="50" name="收发并解析资源描述；先后由角色决定">
            <a:extLst xmlns:a="http://schemas.openxmlformats.org/drawingml/2006/main">
              <a:ext uri="{FF2B5EF4-FFF2-40B4-BE49-F238E27FC236}">
                <a16:creationId xmlns:a16="http://schemas.microsoft.com/office/drawing/2014/main" id="{D87A0F93-865B-4C11-AAA6-D194EE0D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25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收发并解析资源描述；先后由角色决定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E0ACAE-8CD0-4963-B2FA-D19C6BE5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22749AB3-0E40-49FA-8275-A413B02C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622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53" name="BuildChannelInfo 内查询远端 CCL，填写地址与大小">
            <a:extLst xmlns:a="http://schemas.openxmlformats.org/drawingml/2006/main">
              <a:ext uri="{FF2B5EF4-FFF2-40B4-BE49-F238E27FC236}">
                <a16:creationId xmlns:a16="http://schemas.microsoft.com/office/drawing/2014/main" id="{C14C2A6A-35F9-48EB-B0ED-72C3779A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527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BuildChannelInfo 内查询远端 CCL，填写地址与大小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D429F6-B899-4B8C-8D08-2F52DE07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439E94-EBB9-4F6D-9AD7-B32D5E64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16292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4A0005-17A1-4AAB-B5F9-1476F739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C0DD87-495C-4227-9041-6A637004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46010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FA30F1-E76D-4488-9D67-456AB6E1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D08C1D-9FE0-4E7C-AD48-BD545569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75728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BDFB24-E0C9-4551-BB03-67407A77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D59D23-6457-4A51-A483-5A39C591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6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105446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66" name="交换内容与测试观测点">
            <a:extLst xmlns:a="http://schemas.openxmlformats.org/drawingml/2006/main">
              <a:ext uri="{FF2B5EF4-FFF2-40B4-BE49-F238E27FC236}">
                <a16:creationId xmlns:a16="http://schemas.microsoft.com/office/drawing/2014/main" id="{94F76B4C-9F9A-4650-A675-905C4BA1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58140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交换内容与测试观测点</a:t>
            </a:r>
          </a:p>
        </p:txBody>
      </p:sp>
      <p:graphicFrame>
        <p:nvGraphicFramePr>
          <p:cNvPr id="202" name=""/>
          <p:cNvGraphicFramePr/>
          <p:nvPr/>
        </p:nvGraphicFramePr>
        <p:xfrm>
          <a:off xmlns:a="http://schemas.openxmlformats.org/drawingml/2006/main" x="276225" y="3924300"/>
          <a:ext xmlns:a="http://schemas.openxmlformats.org/drawingml/2006/main" cx="11620500" cy="2066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3143250"/>
                <a:gridCol w="3286125"/>
                <a:gridCol w="38100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交换对象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内部处理或接口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传递内容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建议检查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基础通信资源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NotifyVecPack / BufferVecPack / ConnVecPack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Notify 描述、内存描述、连接描述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Peer/地址/容量对应正确，连接能进入 READY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远端可访问内存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HcommChannelGetRemoteMems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返回已解析的远端内存映射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CCL tag 与远端 Buffer 匹配；不是重新传张量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算子参数一致性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opType、count、dataType、reduceType 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检查开启时，跨 Rank 不一致应按实现报错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EndpointPair::CreateChannel（内部）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已有槽位返回原 ChannelHandle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热执行不要求重新出现物理创建或资源交换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F471DDC-3B4E-43C1-AC0A-1A680080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9" name="状态查询在此直接调用内部方法，不经过导出 HcommChannelGetStatus。UB_RTP 是协议示例，其他协议需按实际状态机检查。">
            <a:extLst xmlns:a="http://schemas.openxmlformats.org/drawingml/2006/main">
              <a:ext uri="{FF2B5EF4-FFF2-40B4-BE49-F238E27FC236}">
                <a16:creationId xmlns:a16="http://schemas.microsoft.com/office/drawing/2014/main" id="{DD109BBB-B514-4BD7-B64D-F0093129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状态查询在此直接调用内部方法，不经过导出 HcommChannelGetStatus。UB_RTP 是协议示例，其他协议需按实际状态机检查。</a:t>
            </a:r>
          </a:p>
        </p:txBody>
      </p:sp>
    </p:spTree>
    <p:extLst>
      <p:ext uri="{BB962C8B-B14F-4D97-AF65-F5344CB8AC3E}">
        <p14:creationId xmlns:p14="http://schemas.microsoft.com/office/powerpoint/2010/main" val="5745203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共用接口：通信域、通道申请与资源交换">
            <a:extLst xmlns:a="http://schemas.openxmlformats.org/drawingml/2006/main">
              <a:ext uri="{FF2B5EF4-FFF2-40B4-BE49-F238E27FC236}">
                <a16:creationId xmlns:a16="http://schemas.microsoft.com/office/drawing/2014/main" id="{391FE68A-3491-4B8F-BC52-30DF95CA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共用接口：通信域、通道申请与资源交换</a:t>
            </a:r>
          </a:p>
        </p:txBody>
      </p:sp>
      <p:sp>
        <p:nvSpPr>
          <p:cNvPr id="2" name="AICPU_TS、CCU、AIV 共用域级资源框架。获取句柄不等于每次都新建物理资源。">
            <a:extLst xmlns:a="http://schemas.openxmlformats.org/drawingml/2006/main">
              <a:ext uri="{FF2B5EF4-FFF2-40B4-BE49-F238E27FC236}">
                <a16:creationId xmlns:a16="http://schemas.microsoft.com/office/drawing/2014/main" id="{73575731-2996-41A9-8262-D3A0DD9D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AICPU_TS、CCU、AIV 共用域级资源框架。获取句柄不等于每次都新建物理资源。</a:t>
            </a:r>
          </a:p>
        </p:txBody>
      </p:sp>
      <p:sp>
        <p:nvSpPr>
          <p:cNvPr id="3" name="15 / 23">
            <a:extLst xmlns:a="http://schemas.openxmlformats.org/drawingml/2006/main">
              <a:ext uri="{FF2B5EF4-FFF2-40B4-BE49-F238E27FC236}">
                <a16:creationId xmlns:a16="http://schemas.microsoft.com/office/drawing/2014/main" id="{22C58418-D9E6-4757-A102-BCC03AE8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15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B3411-1228-4788-8207-3CD8675E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2CBDBEBE-00EF-446B-8D28-9BB9F9D3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3C80C31B-161F-44AD-BE5B-897D1D3F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36EA547E-56DC-46C4-9815-4CFAFCA5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648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HcclGetCommName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取得通信域名称，用于 tag、设备入口与执行保护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通信域已创建；入口使用域名称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comm 与域名称、tag 的对应关系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HcclConfigGetInfo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读取展开模式等域配置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接口版本支持时读取配置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记录配置与最终选中的 Engine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HcclCommGetStatus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检查通信域是否允许继续执行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状态查询能力支持时检查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READY 放行；暂停等状态按约定处理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HcclEngineCtxGet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查拓扑、算法资源、主/展开 Thread 上下文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查询拓扑或算法资源上下文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 engine、tag 与命中/未命中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创建缺失的上下文保存空间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对应上下文不存在时创建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核对容量、位置与复用；各 Engine 存储位置不同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HcclGetHcclBuffer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取得本地 CCL 中转区地址与容量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准备资源或填写参数交换信息时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核对本地 CCL 地址、容量与分块范围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登记本次算子的参数一致性信息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参数一致性检查使能且接口支持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登记 opType、count、type 等，不是张量传输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Peer、协议、端点获取 ChannelHandle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算法资源缺失且有 Peer 通道请求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Peer、协议、端点与新建/复用结果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创建本地通信端点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底层所需 Endpoint 不存在时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核对设备/协议归属；同端点能够复用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HcommEndpointStartListen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为端点准备接受连接的监听能力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进入底层 BatchCreateChannels 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核对监听配置与对端连接；后端按协议处理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HcommMemReg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 CCL 等内存注册到端点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端点缺所需内存注册或描述变化时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核对地址、长度、tag；已有注册按规则复用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HcommCollectiveChannelCreate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创建集合通信使用的基础 Channel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EndpointPair 无可复用槽位时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Engine 对应 Channel 类型与有效句柄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读取远端参数交换结果进行一致性比较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参数检查使能，完成交换后读取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核对远端参数；不一致应按约定报错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234A50DC-A757-411A-8AB5-04F43EF2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C8837-8D30-4563-BAFF-599DAAF2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先测获取与复用，再测资源不存在时的创建和交换。重复运行时，创建次数减少是正常现象，不能据此判为漏调用。">
            <a:extLst xmlns:a="http://schemas.openxmlformats.org/drawingml/2006/main">
              <a:ext uri="{FF2B5EF4-FFF2-40B4-BE49-F238E27FC236}">
                <a16:creationId xmlns:a16="http://schemas.microsoft.com/office/drawing/2014/main" id="{657DB66A-B671-4B9E-AEA4-4B758D06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先测获取与复用，再测资源不存在时的创建和交换。重复运行时，创建次数减少是正常现象，不能据此判为漏调用。</a:t>
            </a:r>
          </a:p>
        </p:txBody>
      </p:sp>
    </p:spTree>
    <p:extLst>
      <p:ext uri="{BB962C8B-B14F-4D97-AF65-F5344CB8AC3E}">
        <p14:creationId xmlns:p14="http://schemas.microsoft.com/office/powerpoint/2010/main" val="17326333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共用接口：成员、拓扑与链路查询">
            <a:extLst xmlns:a="http://schemas.openxmlformats.org/drawingml/2006/main">
              <a:ext uri="{FF2B5EF4-FFF2-40B4-BE49-F238E27FC236}">
                <a16:creationId xmlns:a16="http://schemas.microsoft.com/office/drawing/2014/main" id="{64A957D9-4E23-40A3-BA76-15C1EF53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共用接口：成员、拓扑与链路查询</a:t>
            </a:r>
          </a:p>
        </p:txBody>
      </p:sp>
      <p:sp>
        <p:nvSpPr>
          <p:cNvPr id="2" name="三类 Engine 共用拓扑查询能力。实际查询子集由网络形态和算法需要决定，不能要求每次全部出现。">
            <a:extLst xmlns:a="http://schemas.openxmlformats.org/drawingml/2006/main">
              <a:ext uri="{FF2B5EF4-FFF2-40B4-BE49-F238E27FC236}">
                <a16:creationId xmlns:a16="http://schemas.microsoft.com/office/drawing/2014/main" id="{38740A46-0240-42A9-A878-5069EB89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三类 Engine 共用拓扑查询能力。实际查询子集由网络形态和算法需要决定，不能要求每次全部出现。</a:t>
            </a:r>
          </a:p>
        </p:txBody>
      </p:sp>
      <p:sp>
        <p:nvSpPr>
          <p:cNvPr id="3" name="16 / 23">
            <a:extLst xmlns:a="http://schemas.openxmlformats.org/drawingml/2006/main">
              <a:ext uri="{FF2B5EF4-FFF2-40B4-BE49-F238E27FC236}">
                <a16:creationId xmlns:a16="http://schemas.microsoft.com/office/drawing/2014/main" id="{7AB941CD-2DA7-4760-9E14-F3C9BEAF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16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DAFC5-8741-4179-8C8F-89D81154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F76FAA4A-D118-4F24-98B0-9B092802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A0143071-A5EB-4C18-A73D-AFA7E531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B409844E-BCF8-4832-A022-562C9F09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6577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HcclGetRankSize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取得通信域的 Rank 总数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入口校验或拓扑构建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核对通信域规模与输出尺寸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HcclGetRankId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取得本 Rank 在通信域中的编号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入口、拓扑或资源准备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核对本 Rank 与算法 Rank 映射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HcclRankGraphGetLayers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枚举通信域网络层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拓扑上下文未缓存时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核对网络层数量、编号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取得某一网络层的成员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所选拓扑构建分支需要时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成员不遗漏、不重复，范围正确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HcclRankGraphGetInstSizeListByLayer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取得某层各拓扑实例的规模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需要各层实例规模时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实例规模与 Rank 分组相符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HcclRankGraphGetTopoInstsByLayer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枚举网络层内的拓扑实例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按拓扑实例构建时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核对实例 ID 与实例数量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HcclRankGraphGetTopoType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查询实例的拓扑类型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需要识别 Mesh / Clos 等类型时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拓扑类型与算法选择一致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HcclRankGraphGetRanksByTopoInst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取得某个拓扑实例中的 Rank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按实例生成 Rank 分组时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核对实例归属与 Peer 集合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HcclRankGraphGetEndpointNum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查询实例的端点数量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枚举端点的拓扑分支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先获取数量，再准备描述列表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HcclRankGraphGetEndpointDesc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取得端点位置与协议描述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枚举端点的拓扑分支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核对设备位置、协议和描述内容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查询端点带宽系数、Die 等属性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需要带宽、Die 等端点属性时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AICPU/AIV 描述与 CCU Die 选择分别核对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HcclRankGraphGetLinks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查询本 Rank 到 Peer 的可用链路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计算本 Rank 到 Peer 的通道需求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无效链路不入请求；数量与资源需求一致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A60002DF-EC92-450E-93A7-6E724ED6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092B4-92F4-43D9-91F5-5CD1144F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拓扑接口共用，通道请求不一定相同。测试需比对 Rank / Peer / Endpoint / 协议 / 通道数，而不是只统计 API 次数。">
            <a:extLst xmlns:a="http://schemas.openxmlformats.org/drawingml/2006/main">
              <a:ext uri="{FF2B5EF4-FFF2-40B4-BE49-F238E27FC236}">
                <a16:creationId xmlns:a16="http://schemas.microsoft.com/office/drawing/2014/main" id="{2D2E896A-E7CC-4357-BE0A-DC0BE5E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拓扑接口共用，通道请求不一定相同。测试需比对 Rank / Peer / Endpoint / 协议 / 通道数，而不是只统计 API 次数。</a:t>
            </a:r>
          </a:p>
        </p:txBody>
      </p:sp>
    </p:spTree>
    <p:extLst>
      <p:ext uri="{BB962C8B-B14F-4D97-AF65-F5344CB8AC3E}">
        <p14:creationId xmlns:p14="http://schemas.microsoft.com/office/powerpoint/2010/main" val="2067845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部分共用接口：Thread 同步与远端缓冲区">
            <a:extLst xmlns:a="http://schemas.openxmlformats.org/drawingml/2006/main">
              <a:ext uri="{FF2B5EF4-FFF2-40B4-BE49-F238E27FC236}">
                <a16:creationId xmlns:a16="http://schemas.microsoft.com/office/drawing/2014/main" id="{6009BC4F-F880-4B26-813B-B71B20E2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部分共用接口：Thread 同步与远端缓冲区</a:t>
            </a:r>
          </a:p>
        </p:txBody>
      </p:sp>
      <p:sp>
        <p:nvSpPr>
          <p:cNvPr id="2" name="AICPU_TS 与 CCU 共用部分 Host 队列能力；AICPU_TS 与 AIV 都查询远端内存地址。">
            <a:extLst xmlns:a="http://schemas.openxmlformats.org/drawingml/2006/main">
              <a:ext uri="{FF2B5EF4-FFF2-40B4-BE49-F238E27FC236}">
                <a16:creationId xmlns:a16="http://schemas.microsoft.com/office/drawing/2014/main" id="{0309848F-2E1A-42E9-BE01-BEC0952A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AICPU_TS 与 CCU 共用部分 Host 队列能力；AICPU_TS 与 AIV 都查询远端内存地址。</a:t>
            </a:r>
          </a:p>
        </p:txBody>
      </p:sp>
      <p:sp>
        <p:nvSpPr>
          <p:cNvPr id="3" name="17 / 23">
            <a:extLst xmlns:a="http://schemas.openxmlformats.org/drawingml/2006/main">
              <a:ext uri="{FF2B5EF4-FFF2-40B4-BE49-F238E27FC236}">
                <a16:creationId xmlns:a16="http://schemas.microsoft.com/office/drawing/2014/main" id="{F5CF7011-B4D8-4271-91B3-D7CCCE81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17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FE464-D4E5-4BBB-951F-84568EB9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C7293CDE-41E7-4FFE-BDE3-AA366ABC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449C1773-2332-45A5-B317-A07E7B3A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247E850B-D4D3-4107-8290-3B05B059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5053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将调用方 stream 关联为执行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绑定 CPU_TS；CCU 绑定执行流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stream 与 Thread 的关联、重复获取复用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HcclThreadAcquireWithConfig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按配置获取 Thread；AICPU 主/从/展开，CCU 从流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缺资源且支持配置版；CCU 用于从流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核对线程数、类型与 Notify 槽数量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按统一 Notify 数申请 Thread 的兼容入口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配置版不支持时的兼容分支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与配置版按能力选择，不能重复申请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HcclChannelGetHcclBuffer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取得该通道对应的远端 CCL 地址与容量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构造 ChannelInfo；AIV 准备 Peer 地址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核对远端 CCL 地址、大小与 Peer 对应关系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HcommChannelGetRemoteMems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读取底层 Channel 的远端内存描述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上述查询或 AIV tag 查询向下调用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返回已交换描述，不重新传输用户数据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HcommThreadNotifyRecordOnThread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 Thread 发输入就绪、主从或完成通知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Host/设备同步；CCU 多流算法同步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核对目标 Thread、槽号与 Record/Wait 配对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通知，显式传入超时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显式超时兼容分支；CCU 多流算法可用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Wait 与 Record 匹配；等待未完成不得提前继续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HcommThreadNotifyWaitOnThreadWithDefault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通知，使用已配置超时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默认超时能力支持；CCU 多流算法可用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与显式超时版按能力选择，不要求同时命中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66257A2A-C44B-47C9-A54C-83B4F349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55CE1-A865-4F51-B836-5FB02C98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CCU 这里的 Thread Notify 用于 Host 多流编排；它不是 CCU Kernel 内部的 Notify / Event。AIV 不因存在未调用的辅助函数而打勾。">
            <a:extLst xmlns:a="http://schemas.openxmlformats.org/drawingml/2006/main">
              <a:ext uri="{FF2B5EF4-FFF2-40B4-BE49-F238E27FC236}">
                <a16:creationId xmlns:a16="http://schemas.microsoft.com/office/drawing/2014/main" id="{A959F2B8-1976-47E2-BBD0-DDC1460E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CCU 这里的 Thread Notify 用于 Host 多流编排；它不是 CCU Kernel 内部的 Notify / Event。AIV 不因存在未调用的辅助函数而打勾。</a:t>
            </a:r>
          </a:p>
        </p:txBody>
      </p:sp>
    </p:spTree>
    <p:extLst>
      <p:ext uri="{BB962C8B-B14F-4D97-AF65-F5344CB8AC3E}">
        <p14:creationId xmlns:p14="http://schemas.microsoft.com/office/powerpoint/2010/main" val="19177810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ICPU_TS 专用接口：设备上下文、保序与执行">
            <a:extLst xmlns:a="http://schemas.openxmlformats.org/drawingml/2006/main">
              <a:ext uri="{FF2B5EF4-FFF2-40B4-BE49-F238E27FC236}">
                <a16:creationId xmlns:a16="http://schemas.microsoft.com/office/drawing/2014/main" id="{D8BADE0D-01AD-4D20-A429-BD980AD0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AICPU_TS 专用接口：设备上下文、保序与执行</a:t>
            </a:r>
          </a:p>
        </p:txBody>
      </p:sp>
      <p:sp>
        <p:nvSpPr>
          <p:cNvPr id="2" name="Host 准备资源并交付设备，AICPU 入口恢复上下文后组织任务。CCU / AIV 不走这套设备入口。">
            <a:extLst xmlns:a="http://schemas.openxmlformats.org/drawingml/2006/main">
              <a:ext uri="{FF2B5EF4-FFF2-40B4-BE49-F238E27FC236}">
                <a16:creationId xmlns:a16="http://schemas.microsoft.com/office/drawing/2014/main" id="{B51FF16A-952E-4722-8B6F-6FDEB1D2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Host 准备资源并交付设备，AICPU 入口恢复上下文后组织任务。CCU / AIV 不走这套设备入口。</a:t>
            </a:r>
          </a:p>
        </p:txBody>
      </p:sp>
      <p:sp>
        <p:nvSpPr>
          <p:cNvPr id="3" name="18 / 23">
            <a:extLst xmlns:a="http://schemas.openxmlformats.org/drawingml/2006/main">
              <a:ext uri="{FF2B5EF4-FFF2-40B4-BE49-F238E27FC236}">
                <a16:creationId xmlns:a16="http://schemas.microsoft.com/office/drawing/2014/main" id="{C26325C4-C986-43F5-911C-B7A1C02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18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2F8FE-4AE8-46BD-BE00-73BFEE4E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5120E827-4E1E-4DA6-BB60-E8E4A3B9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B52E8CE8-9A77-4322-A5F3-3E4990B7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A5D89650-6ABE-470B-85C6-9AEFC0CD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5053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HcclEngineCtxCopy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把序列化资源描述复制到设备上下文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算法资源重新序列化交付时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核对描述完整、设备位置正确；CCU 使用 Host 内存复制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HcclThreadExportToCommEngine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导出跨引擎 Thread 句柄，建立通知关系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用户流与设备主 Thread 跨 Engine 关联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核对输入就绪与最终完成通知的两个方向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HcclDedicatedThreadAcquire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获取 Host/Device 按序下发专用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OrderLaunch 保序能力和分支需要时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并发下发有序，专用 Thread 可复用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HcommThreadAlloc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创建底层专用 Thread 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保序专用 Thread 尚不存在时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只检查该保序分支，非普通 Thread 统一必经接口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HcclThreadResGetInfo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从域级 Thread 查询展开 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能力支持，获取展开流用于入口发射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核对发射 stream 与相应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从底层专用 Thread 查询 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Host 获取保序专用 Thread 的 stream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核对保序流与执行流的依赖关系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HcommAcquireComm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进入设备侧通信域使用保护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 AICPU 算子设备入口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 Release 配对；未创建新通信域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HcommBatchModeStart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开始批模式，组织本轮任务下发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关闭的正常编排路径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记录批模式状态与 algTag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HcommBatchModeEnd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结束批模式，提交剩余通信任务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正常任务编排收尾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剩余任务按规则提交；返回不等于用户数据已可读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HcommReleaseComm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退出通信域使用保护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设备入口退出，释放执行保护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检查配对与错误分支；保留可复用资源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13A4515E-E965-4A7C-B995-B19C8D74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E4FA3-E5B7-4884-89CF-B0F9826F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HcommAcquireComm / ReleaseComm 是执行期保护，不是创建/销毁通信域；BatchMode 是任务提交方式，不是批量搬运接口。">
            <a:extLst xmlns:a="http://schemas.openxmlformats.org/drawingml/2006/main">
              <a:ext uri="{FF2B5EF4-FFF2-40B4-BE49-F238E27FC236}">
                <a16:creationId xmlns:a16="http://schemas.microsoft.com/office/drawing/2014/main" id="{A28721CA-19C8-484B-AC9B-E9ADBAED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HcommAcquireComm / ReleaseComm 是执行期保护，不是创建/销毁通信域；BatchMode 是任务提交方式，不是批量搬运接口。</a:t>
            </a:r>
          </a:p>
        </p:txBody>
      </p:sp>
    </p:spTree>
    <p:extLst>
      <p:ext uri="{BB962C8B-B14F-4D97-AF65-F5344CB8AC3E}">
        <p14:creationId xmlns:p14="http://schemas.microsoft.com/office/powerpoint/2010/main" val="14594696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ICPU_TS 专用接口：搬运、归约与通道通知">
            <a:extLst xmlns:a="http://schemas.openxmlformats.org/drawingml/2006/main">
              <a:ext uri="{FF2B5EF4-FFF2-40B4-BE49-F238E27FC236}">
                <a16:creationId xmlns:a16="http://schemas.microsoft.com/office/drawing/2014/main" id="{B99C1B4F-80CD-415A-8A7F-818EEEF6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AICPU_TS 专用接口：搬运、归约与通道通知</a:t>
            </a:r>
          </a:p>
        </p:txBody>
      </p:sp>
      <p:sp>
        <p:nvSpPr>
          <p:cNvPr id="2" name="数据原语由实际算法模板决定。Engine 相同，不代表每次都同时执行 Read、Write、Reduce。">
            <a:extLst xmlns:a="http://schemas.openxmlformats.org/drawingml/2006/main">
              <a:ext uri="{FF2B5EF4-FFF2-40B4-BE49-F238E27FC236}">
                <a16:creationId xmlns:a16="http://schemas.microsoft.com/office/drawing/2014/main" id="{54DEDC08-A68D-4D04-9466-BCC1F7B3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数据原语由实际算法模板决定。Engine 相同，不代表每次都同时执行 Read、Write、Reduce。</a:t>
            </a:r>
          </a:p>
        </p:txBody>
      </p:sp>
      <p:sp>
        <p:nvSpPr>
          <p:cNvPr id="3" name="19 / 23">
            <a:extLst xmlns:a="http://schemas.openxmlformats.org/drawingml/2006/main">
              <a:ext uri="{FF2B5EF4-FFF2-40B4-BE49-F238E27FC236}">
                <a16:creationId xmlns:a16="http://schemas.microsoft.com/office/drawing/2014/main" id="{1DD5A4FD-8517-4E22-B2D1-8BB470DA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19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499BA-6E6E-4773-83E4-0319DF16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8D541F50-F47A-437A-B463-B9FACBD2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AEC16B07-12FC-4719-AEB4-30D9F1EB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A2C969AD-CEA6-4504-B9CE-E437F5CA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5053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本机 Buffer 之间拷贝原始字节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模板需要本机 Buffer 拷贝且字节数非零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核对源/目的偏移、长度、自 Rank 数据布局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把本端片段写到远端可访问缓冲区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模板采用单次远端写路径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核对目的 Peer、远端地址与分片长度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主动读取远端数据到本端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模板采用单次远端读路径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核对远端源地址、接收偏移与片段长度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HcommBatchTransferOnThread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按描述数组提交 READ/WRITE 等操作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模板使用批量包装且接口能力支持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核对数组内 READ / WRITE、非零片段与完成依赖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HcommLocalReduceOnThread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把本地 CCL 数据归约到本地结果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模板需要本地归约，类型/运算受支持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count / dataType / reduceOp 和结果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HcommChannelNotifyRecordOnThread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向对端发布握手或数据阶段通知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算法协议需要 Peer 间握手或阶段通知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区分 ACK / DATA_SIGNAL；核对 Channel 和槽号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等待通道通知，显式传入超时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显式超时兼容分支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配对 Peer / Channel / 槽号，不得越过依赖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HcommChannelNotifyWaitOnThreadWithDefault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等待通道通知，使用已配置超时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默认超时能力支持时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与显式版按能力选择，验证等待和超时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HcommSetNotifyWaitTimeOut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配置默认 Notify 等待超时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入口支持默认超时配置能力时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核对默认 Wait 使用的超时值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HcommThreadResAcquireTimeOut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 Thread 任务资源获取超时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入口支持资源获取超时配置时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资源等待超时与 Notify 等待超时分开测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7A900180-6F65-4094-922F-914AB076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8AADC-575D-42FF-9DF2-2FC9D387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建议覆盖复制 / 读 / 写 / 归约以及通知配对。批量传输与单次传输、默认超时与显式超时应分别设计能力用例。">
            <a:extLst xmlns:a="http://schemas.openxmlformats.org/drawingml/2006/main">
              <a:ext uri="{FF2B5EF4-FFF2-40B4-BE49-F238E27FC236}">
                <a16:creationId xmlns:a16="http://schemas.microsoft.com/office/drawing/2014/main" id="{B3C6E7E6-4DA5-4A78-B5B9-4DAFEB4E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建议覆盖复制 / 读 / 写 / 归约以及通知配对。批量传输与单次传输、默认超时与显式超时应分别设计能力用例。</a:t>
            </a:r>
          </a:p>
        </p:txBody>
      </p:sp>
    </p:spTree>
    <p:extLst>
      <p:ext uri="{BB962C8B-B14F-4D97-AF65-F5344CB8AC3E}">
        <p14:creationId xmlns:p14="http://schemas.microsoft.com/office/powerpoint/2010/main" val="1931843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CU 专用接口：指令资源申请与 Kernel 注册">
            <a:extLst xmlns:a="http://schemas.openxmlformats.org/drawingml/2006/main">
              <a:ext uri="{FF2B5EF4-FFF2-40B4-BE49-F238E27FC236}">
                <a16:creationId xmlns:a16="http://schemas.microsoft.com/office/drawing/2014/main" id="{C74F1E1A-B151-4B66-AA3E-345079B7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CCU 专用接口：指令资源申请与 Kernel 注册</a:t>
            </a:r>
          </a:p>
        </p:txBody>
      </p:sp>
      <p:sp>
        <p:nvSpPr>
          <p:cNvPr id="2" name="动态资源分支：计算所需资源 → 复用或创建 CCU 实例 → 绑定通信域 → 注册 Kernel；兼容分支另列。">
            <a:extLst xmlns:a="http://schemas.openxmlformats.org/drawingml/2006/main">
              <a:ext uri="{FF2B5EF4-FFF2-40B4-BE49-F238E27FC236}">
                <a16:creationId xmlns:a16="http://schemas.microsoft.com/office/drawing/2014/main" id="{343F4B46-37F8-478A-B7AD-E5FBDF40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动态资源分支：计算所需资源 → 复用或创建 CCU 实例 → 绑定通信域 → 注册 Kernel；兼容分支另列。</a:t>
            </a:r>
          </a:p>
        </p:txBody>
      </p:sp>
      <p:sp>
        <p:nvSpPr>
          <p:cNvPr id="3" name="20 / 23">
            <a:extLst xmlns:a="http://schemas.openxmlformats.org/drawingml/2006/main">
              <a:ext uri="{FF2B5EF4-FFF2-40B4-BE49-F238E27FC236}">
                <a16:creationId xmlns:a16="http://schemas.microsoft.com/office/drawing/2014/main" id="{DA51AE64-CCAE-4D37-B935-791F5FA2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20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42BEE-9081-4017-9AC1-98DA1450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8201D0B5-7DA4-4E0E-AF0E-1552E237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86A4CC43-F74A-4DA3-A33E-0BFB3993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7F23DA67-F7E7-42F9-83A4-0DFB8287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6577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HcommCcuInsResDescCreate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 CCU 指令资源需求描述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动态资源接口支持时，开始需求统计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核对描述有效且能在结束后释放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HcommCcuKernelQueryResReq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分析 Kernel 所需 CCU 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 Kernel 查询需求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核对各类资源数与 Kernel / 通道参数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HcommCcuInsResDescQueryNum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读取某类 CCU 资源的数量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汇总需求或比较已有容量时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核对资源类别与查询值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HcommCcuInsResDescSetNum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写入汇总后的资源需求数量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合并多个 Kernel 需求时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核对汇总结果及资源数量边界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HcclCommQueryAssignedCcuIns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查询通信域已绑定的 CCU 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动态资源分支先尝试复用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未绑定应转入创建；绑定则校验容量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HcommCcuInsQueryResDesc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查询已有实例的资源容量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存在可复用实例时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容量足够才复用，不足按实现处理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HcommCcuQueryRemainResDesc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查询指定 Die 剩余可用资源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选择创建位置或资源不足诊断时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Die 与剩余资源，不得超额请求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HcommCcuInsCreate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按需求创建 CCU 指令实例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未绑定可复用实例时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核对实例、Die 与实际申请容量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HcclCommAssignCcuIns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将新 CCU 实例绑定到通信域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实例创建成功后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核对域/实例归属；绑定失败清理实例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算子编排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HcommCcuKernelRegisterStart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开始本轮 CCU Kernel 注册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准备注册本组 Kernel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核对实例与注册会话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算子编排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HcommCcuKernelRegister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注册 Kernel 并取得 Kernel ID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Kernel 分组逐项注册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核对注册参数、通道与返回 ID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算子编排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HcommCcuKernelRegisterEnd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结束本轮 Kernel 注册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本组注册完成时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确认注册闭合，后续发射使用正确 ID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D51B5E41-299D-4C7D-87A9-9DE6D760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363C1-A156-462B-8E53-368916AF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已有实例且容量满足时可复用。资源描述是注册期的指令/同步资源需求，不是用户张量 Buffer，也不是运行期搬运次数。">
            <a:extLst xmlns:a="http://schemas.openxmlformats.org/drawingml/2006/main">
              <a:ext uri="{FF2B5EF4-FFF2-40B4-BE49-F238E27FC236}">
                <a16:creationId xmlns:a16="http://schemas.microsoft.com/office/drawing/2014/main" id="{909CD356-D4DF-4730-8908-C8692D6A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已有实例且容量满足时可复用。资源描述是注册期的指令/同步资源需求，不是用户张量 Buffer，也不是运行期搬运次数。</a:t>
            </a:r>
          </a:p>
        </p:txBody>
      </p:sp>
    </p:spTree>
    <p:extLst>
      <p:ext uri="{BB962C8B-B14F-4D97-AF65-F5344CB8AC3E}">
        <p14:creationId xmlns:p14="http://schemas.microsoft.com/office/powerpoint/2010/main" val="21048366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CU 专用接口：Kernel 发射与 C++ 数据面">
            <a:extLst xmlns:a="http://schemas.openxmlformats.org/drawingml/2006/main">
              <a:ext uri="{FF2B5EF4-FFF2-40B4-BE49-F238E27FC236}">
                <a16:creationId xmlns:a16="http://schemas.microsoft.com/office/drawing/2014/main" id="{788890DF-173F-46C0-A5C4-E7B47AEC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CCU 专用接口：Kernel 发射与 C++ 数据面</a:t>
            </a:r>
          </a:p>
        </p:txBody>
      </p:sp>
      <p:sp>
        <p:nvSpPr>
          <p:cNvPr id="2" name="Host 发射已注册 Kernel；C++ 操作描述 CCU 指令。下列 C++ 符号前缀均为 AscendC::ccu::。">
            <a:extLst xmlns:a="http://schemas.openxmlformats.org/drawingml/2006/main">
              <a:ext uri="{FF2B5EF4-FFF2-40B4-BE49-F238E27FC236}">
                <a16:creationId xmlns:a16="http://schemas.microsoft.com/office/drawing/2014/main" id="{6A5AD892-C915-4BF3-8E43-05103AEA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Host 发射已注册 Kernel；C++ 操作描述 CCU 指令。下列 C++ 符号前缀均为 AscendC::ccu::。</a:t>
            </a:r>
          </a:p>
        </p:txBody>
      </p:sp>
      <p:sp>
        <p:nvSpPr>
          <p:cNvPr id="3" name="21 / 23">
            <a:extLst xmlns:a="http://schemas.openxmlformats.org/drawingml/2006/main">
              <a:ext uri="{FF2B5EF4-FFF2-40B4-BE49-F238E27FC236}">
                <a16:creationId xmlns:a16="http://schemas.microsoft.com/office/drawing/2014/main" id="{FCD7DFBA-A2A1-4A19-AA41-F8CEBBA9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21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840EA-72CE-4F5A-BC4B-681C4958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96AD197D-5E4F-4917-BEB8-BCC9DEDF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84910A2B-9DE5-4651-994D-A5769F9B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F09EA020-78C6-4CF1-BE26-1D54616C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6577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算子编排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HcommCcuKernelLaunch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向指定 Thread 发射 CCU Kernel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Kernel 已注册，模板组织本轮任务时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核对实例、Kernel ID、参数及完成依赖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HcommCcuGetMemToken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取得本地缓冲区的 CCU 访问 Token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构造输入/输出/CCL 运行参数时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Token 与地址和访问范围对应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AscendC::ccu::LoadArg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把运行参数装入 CCU 变量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Kernel 定义读取参数时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核对参数位置、地址与计数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AscendC::ccu::WriteVariableWithNotify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向对端发布变量并附带通知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地址/Token 等变量交换协议需要时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核对对端变量槽、Notify 索引和掩码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AscendC::ccu::NotifyRecord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向对端记录通道通知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算法跨 Rank 同步点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Channel 与通知编号/掩码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AscendC::ccu::NotifyWait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等待对端通道通知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算法跨 Rank 依赖点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与对端 Record 对应，不提前执行后继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AscendC::ccu::EventRecord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记录本地事件状态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本地搬运/归约依赖需要时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核对事件掩码与生产者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AscendC::ccu::EventWait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等待本地事件满足条件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后续指令依赖前序完成时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核对消费者依赖与事件复用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 Channel 读取远端数据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所选 CCU Kernel 使用远端读时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核对远端地址/Token、长度及目的区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AscendC::ccu::Write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 Channel 写入远端数据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所选 CCU Kernel 使用远端写时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核对远端地址/Token、长度及完成事件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AscendC::ccu::LocalCopy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本地缓冲区数据复制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所选 CCU Kernel 需要本地拷贝时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核对源/目的地址、长度及事件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C++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AscendC::ccu::LocalReduce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本地数据归约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所选 Kernel 含归约操作时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核对类型/运算、输入数量与输出结果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536DB00E-A2F2-4B81-8CAB-A21A14A9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33B2C-F6F6-40C0-88E6-0B104A9B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C++ 操作在资源查询/注册期生成 CCU 指令，不是每搬一块数据都从 Host 调一次 C API。测试要区分注册、发射与硬件执行。">
            <a:extLst xmlns:a="http://schemas.openxmlformats.org/drawingml/2006/main">
              <a:ext uri="{FF2B5EF4-FFF2-40B4-BE49-F238E27FC236}">
                <a16:creationId xmlns:a16="http://schemas.microsoft.com/office/drawing/2014/main" id="{9AD8EDB7-826F-4A34-991C-9FD4EBDE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C++ 操作在资源查询/注册期生成 CCU 指令，不是每搬一块数据都从 Host 调一次 C API。测试要区分注册、发射与硬件执行。</a:t>
            </a:r>
          </a:p>
        </p:txBody>
      </p:sp>
    </p:spTree>
    <p:extLst>
      <p:ext uri="{BB962C8B-B14F-4D97-AF65-F5344CB8AC3E}">
        <p14:creationId xmlns:p14="http://schemas.microsoft.com/office/powerpoint/2010/main" val="16198674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IV 专用接口：远端地址准备与向量核执行">
            <a:extLst xmlns:a="http://schemas.openxmlformats.org/drawingml/2006/main">
              <a:ext uri="{FF2B5EF4-FFF2-40B4-BE49-F238E27FC236}">
                <a16:creationId xmlns:a16="http://schemas.microsoft.com/office/drawing/2014/main" id="{E2632FA7-97A9-4D38-B848-7C5A17B8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AIV 专用接口：远端地址准备与向量核执行</a:t>
            </a:r>
          </a:p>
        </p:txBody>
      </p:sp>
      <p:sp>
        <p:nvSpPr>
          <p:cNvPr id="2" name="HCOMM 负责通信资源与地址准备；运行期的数据搬运和同步由 AIV Kernel 完成。两层要分开观察。">
            <a:extLst xmlns:a="http://schemas.openxmlformats.org/drawingml/2006/main">
              <a:ext uri="{FF2B5EF4-FFF2-40B4-BE49-F238E27FC236}">
                <a16:creationId xmlns:a16="http://schemas.microsoft.com/office/drawing/2014/main" id="{B5B30244-C24A-45B7-815C-6E038193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HCOMM 负责通信资源与地址准备；运行期的数据搬运和同步由 AIV Kernel 完成。两层要分开观察。</a:t>
            </a:r>
          </a:p>
        </p:txBody>
      </p:sp>
      <p:sp>
        <p:nvSpPr>
          <p:cNvPr id="3" name="22 / 23">
            <a:extLst xmlns:a="http://schemas.openxmlformats.org/drawingml/2006/main">
              <a:ext uri="{FF2B5EF4-FFF2-40B4-BE49-F238E27FC236}">
                <a16:creationId xmlns:a16="http://schemas.microsoft.com/office/drawing/2014/main" id="{9D77BCF9-F0E7-4331-9769-6B90ED29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22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D41F5-02E0-4AFA-AB8F-9C5FA1DC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BF93CCD4-5F1D-4598-9805-4EAAED31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8B6E3230-AACF-436A-81D9-3AD55A16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CEB10186-FE55-41D3-A05F-1DF9EAC7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1885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HcclCommMemReg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向通信域注册 AIV tag/标志内存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tag 缓冲区首次准备时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核对地址、大小、返回句柄与通道附加内存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内存管理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HcclChannelGetRemoteMems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查询各 Peer 的远端 tag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通道获取后准备远端地址数组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tag 找到正确 Peer 标志区；与 CCL 区分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HcclCommRegCommStateCallback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登记通信域状态变化回调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接口支持时注册 ClearAivTagCb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恢复场景清理标志，避免读取陈旧状态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AIV 运行期：以下是 HCCL / ACL / Ascend C 调用，不属于上表 HCOMM 接口">
            <a:extLst xmlns:a="http://schemas.openxmlformats.org/drawingml/2006/main">
              <a:ext uri="{FF2B5EF4-FFF2-40B4-BE49-F238E27FC236}">
                <a16:creationId xmlns:a16="http://schemas.microsoft.com/office/drawing/2014/main" id="{F7D08E87-D8FA-475B-A06F-3351F28B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276600"/>
            <a:ext cx="1162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AIV 运行期：以下是 HCCL / ACL / Ascend C 调用，不属于上表 HCOMM 接口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3609975"/>
          <a:ext xmlns:a="http://schemas.openxmlformats.org/drawingml/2006/main" cx="11620500" cy="2057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285875"/>
                <a:gridCol w="4257675"/>
                <a:gridCol w="6076950"/>
              </a:tblGrid>
              <a:tr h="30480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环节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实际调用边界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作用与归属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资源准备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HcclAivKernelEntranceLaunch（HCCL 内部）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设置向量核数量等条件；此函数本身不是实际 Kernel 发射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实际发射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ExecuteAivCacheLogic → Orchestrate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→ aclrtLaunchKernelWithHostArgs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前两者为 HCCL 内部逻辑；最后是 ACL API，Engine 设为 AIV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数据搬运 / 归约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AivCommBase::CpGM2GM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→ AscendC::DataCopy / DataCopyPad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 封装调用 Ascend C；按类型/运算设置 Atomic，非 Hcomm*OnThread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标志同步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SetSignalValue / WaitSignalValue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4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 设备侧辅助函数：写标志 / 轮询标志；非 HcommChannelNotify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C15B1EE1-EF7C-4405-87FB-21E549E6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83E76-A460-4519-A351-C98BEA75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AIV 的测试不能只盯 HCOMM 函数次数：还需验证远端数据/标志地址、ACL 发射参数、向量核数据结果及标志同步。">
            <a:extLst xmlns:a="http://schemas.openxmlformats.org/drawingml/2006/main">
              <a:ext uri="{FF2B5EF4-FFF2-40B4-BE49-F238E27FC236}">
                <a16:creationId xmlns:a16="http://schemas.microsoft.com/office/drawing/2014/main" id="{E8C83F8E-C852-46DF-9A59-03C3F184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AIV 的测试不能只盯 HCOMM 函数次数：还需验证远端数据/标志地址、ACL 发射参数、向量核数据结果及标志同步。</a:t>
            </a:r>
          </a:p>
        </p:txBody>
      </p:sp>
    </p:spTree>
    <p:extLst>
      <p:ext uri="{BB962C8B-B14F-4D97-AF65-F5344CB8AC3E}">
        <p14:creationId xmlns:p14="http://schemas.microsoft.com/office/powerpoint/2010/main" val="17238673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特殊与兼容接口：按条件补充，不列为公共必测">
            <a:extLst xmlns:a="http://schemas.openxmlformats.org/drawingml/2006/main">
              <a:ext uri="{FF2B5EF4-FFF2-40B4-BE49-F238E27FC236}">
                <a16:creationId xmlns:a16="http://schemas.microsoft.com/office/drawing/2014/main" id="{510A6A7C-63FC-42B8-BD22-63724078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特殊与兼容接口：按条件补充，不列为公共必测</a:t>
            </a:r>
          </a:p>
        </p:txBody>
      </p:sp>
      <p:sp>
        <p:nvSpPr>
          <p:cNvPr id="2" name="同一 Engine 内仍有内存、数据类型、版本与回退差异。下列接口必须用明确条件触发。">
            <a:extLst xmlns:a="http://schemas.openxmlformats.org/drawingml/2006/main">
              <a:ext uri="{FF2B5EF4-FFF2-40B4-BE49-F238E27FC236}">
                <a16:creationId xmlns:a16="http://schemas.microsoft.com/office/drawing/2014/main" id="{1BD887BF-8794-4122-A9BE-AB57B00C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同一 Engine 内仍有内存、数据类型、版本与回退差异。下列接口必须用明确条件触发。</a:t>
            </a:r>
          </a:p>
        </p:txBody>
      </p:sp>
      <p:sp>
        <p:nvSpPr>
          <p:cNvPr id="3" name="23 / 23">
            <a:extLst xmlns:a="http://schemas.openxmlformats.org/drawingml/2006/main">
              <a:ext uri="{FF2B5EF4-FFF2-40B4-BE49-F238E27FC236}">
                <a16:creationId xmlns:a16="http://schemas.microsoft.com/office/drawing/2014/main" id="{C57EA21D-44EF-4D1D-8149-6926E1A2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23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CBF60-C955-4BB7-804C-F7EDD73A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11620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FD8"/>
          </a:solidFill>
          <a:ln xmlns:a="http://schemas.openxmlformats.org/drawingml/2006/main" w="0">
            <a:noFill/>
          </a:ln>
        </p:spPr>
      </p:sp>
      <p:sp>
        <p:nvSpPr>
          <p:cNvPr id="5" name="Ascend 950 / OPBASE　AICPU_TS · CCU · AIV　静态源码判定，非实测调用记录">
            <a:extLst xmlns:a="http://schemas.openxmlformats.org/drawingml/2006/main">
              <a:ext uri="{FF2B5EF4-FFF2-40B4-BE49-F238E27FC236}">
                <a16:creationId xmlns:a16="http://schemas.microsoft.com/office/drawing/2014/main" id="{513F3ADD-75BB-4E34-9BCF-A81B6BC4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OPBASE　AICPU_TS · CCU · AIV　静态源码判定，非实测调用记录</a:t>
            </a:r>
          </a:p>
        </p:txBody>
      </p:sp>
      <p:sp>
        <p:nvSpPr>
          <p:cNvPr id="6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E624397-1F36-4D1D-86CB-C857250A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7" name="✓ 该 Engine 的测试范围包含此接口，调用条件见右列　— 本表所选路径不使用；不表示该 Engine 永远不支持">
            <a:extLst xmlns:a="http://schemas.openxmlformats.org/drawingml/2006/main">
              <a:ext uri="{FF2B5EF4-FFF2-40B4-BE49-F238E27FC236}">
                <a16:creationId xmlns:a16="http://schemas.microsoft.com/office/drawing/2014/main" id="{5C9D6391-B8A6-4C59-868C-733E5872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该 Engine 的测试范围包含此接口，调用条件见右列　— 本表所选路径不使用；不表示该 Engine 永远不支持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39147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23900"/>
                <a:gridCol w="2857500"/>
                <a:gridCol w="2257425"/>
                <a:gridCol w="723900"/>
                <a:gridCol w="619125"/>
                <a:gridCol w="619125"/>
                <a:gridCol w="3819525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 / 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5143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HcommReadReduceOnThread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读取远端数据并在本端归约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对称内存算法选择单次读归约路径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核对窗口、远端地址、归约类型与结果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执行控制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HcommThreadJoin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任务完成后再做 CPU 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特殊类型/运算走 HCCL 内部 AicpuReduce 前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先等待 Thread 完成，再进行 CPU 侧归约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HcclChannelQuery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 CCU 通道是否已经存在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能力支持时，申请前识别已有资源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回退时区分已有通道与本轮新增通道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HcclChannelDestroy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释放本轮新增的 CCU 通道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资源失败/回退的清理路径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只清理本轮新增，不破坏已有可复用通道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HcclCommQueryCcuIns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查询域内预分配 CCU 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缺少动态资源 API 的兼容分支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与动态创建分支区分；继续执行 Kernel 注册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HcommCcuInsDestroy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销毁 CCU 指令实例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新实例绑定通信域失败等清理路径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检查实例资源归还，不清理仍在使用的实例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HcommCcuInsResDescDestroy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释放临时 CCU 资源描述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资源查询/分配流程结束或失败清理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描述配对释放；不等于销毁已注册 Kernel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另行观察：HcclCommSymWinGet 是入口的可选窗口探测，不代表各 Engine 都使用对称搬运。&#10;本主链路不要求导出 HcclAicpuKernelLaunch / H">
            <a:extLst xmlns:a="http://schemas.openxmlformats.org/drawingml/2006/main">
              <a:ext uri="{FF2B5EF4-FFF2-40B4-BE49-F238E27FC236}">
                <a16:creationId xmlns:a16="http://schemas.microsoft.com/office/drawing/2014/main" id="{71789C4D-73F2-4B6F-B2A1-59D7F655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324475"/>
            <a:ext cx="1162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另行观察：HcclCommSymWinGet 是入口的可选窗口探测，不代表各 Engine 都使用对称搬运。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本主链路不要求导出 HcclAicpuKernelLaunch / HcommChannelGetStatus 出现：实际使用 HCCL / HCOMM 内部方法。</a:t>
            </a:r>
          </a:p>
        </p:txBody>
      </p:sp>
      <p:sp>
        <p:nvSpPr>
          <p:cNvPr id="10" name="✓ 代表需要设计对应条件的用例，不是每次调用必经。AICPU_TS 不含其他 AICPU 模式；CCU 需匹配编译与接口版本。">
            <a:extLst xmlns:a="http://schemas.openxmlformats.org/drawingml/2006/main">
              <a:ext uri="{FF2B5EF4-FFF2-40B4-BE49-F238E27FC236}">
                <a16:creationId xmlns:a16="http://schemas.microsoft.com/office/drawing/2014/main" id="{5EA25B80-1F1C-4860-BAE7-662F240D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924550"/>
            <a:ext cx="1162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代表需要设计对应条件的用例，不是每次调用必经。AICPU_TS 不含其他 AICPU 模式；CCU 需匹配编译与接口版本。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DB68C-930C-4592-B5CC-655293D8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" name="接口共用不代表算子测试可合并：仍要用不同算子/数据量覆盖不同搬运、归约、分片和同步组合，并验证最终结果。">
            <a:extLst xmlns:a="http://schemas.openxmlformats.org/drawingml/2006/main">
              <a:ext uri="{FF2B5EF4-FFF2-40B4-BE49-F238E27FC236}">
                <a16:creationId xmlns:a16="http://schemas.microsoft.com/office/drawing/2014/main" id="{10617770-8044-4FF7-A02D-2FD74AA4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接口共用不代表算子测试可合并：仍要用不同算子/数据量覆盖不同搬运、归约、分片和同步组合，并验证最终结果。</a:t>
            </a:r>
          </a:p>
        </p:txBody>
      </p:sp>
    </p:spTree>
    <p:extLst>
      <p:ext uri="{BB962C8B-B14F-4D97-AF65-F5344CB8AC3E}">
        <p14:creationId xmlns:p14="http://schemas.microsoft.com/office/powerpoint/2010/main" val="1481146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2026-09-27T15:21:52.3620000Z</dcterms:created>
  <dcterms:modified xsi:type="dcterms:W3CDTF">2026-09-27T15:21:52.3620000Z</dcterms:modified>
</coreProperties>
</file>