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443c9ec4148ef" /><Relationship Type="http://schemas.openxmlformats.org/officeDocument/2006/relationships/extended-properties" Target="/docProps/app.xml" Id="Rc1e7c17a06744585" /><Relationship Type="http://schemas.openxmlformats.org/officeDocument/2006/relationships/officeDocument" Target="/ppt/presentation.xml" Id="R288ef3183fd7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98b6b325a84b49"/>
  </p:sldMasterIdLst>
  <p:notesMasterIdLst>
    <p:notesMasterId xmlns:r="http://schemas.openxmlformats.org/officeDocument/2006/relationships" r:id="R76d3277d7f6643f7"/>
  </p:notesMasterIdLst>
  <p:sldIdLst>
    <p:sldId xmlns:r="http://schemas.openxmlformats.org/officeDocument/2006/relationships" id="256" r:id="R473d5a3995794f93"/>
    <p:sldId xmlns:r="http://schemas.openxmlformats.org/officeDocument/2006/relationships" id="257" r:id="Rda22774e4aa348d1"/>
    <p:sldId xmlns:r="http://schemas.openxmlformats.org/officeDocument/2006/relationships" id="258" r:id="Rcd78f722d2fc4ab2"/>
    <p:sldId xmlns:r="http://schemas.openxmlformats.org/officeDocument/2006/relationships" id="259" r:id="R47c612c95f204b0c"/>
    <p:sldId xmlns:r="http://schemas.openxmlformats.org/officeDocument/2006/relationships" id="260" r:id="Rf3e8316654cb4c79"/>
    <p:sldId xmlns:r="http://schemas.openxmlformats.org/officeDocument/2006/relationships" id="261" r:id="R7c2f252671fe4da1"/>
    <p:sldId xmlns:r="http://schemas.openxmlformats.org/officeDocument/2006/relationships" id="262" r:id="R062111ad17a04b75"/>
    <p:sldId xmlns:r="http://schemas.openxmlformats.org/officeDocument/2006/relationships" id="263" r:id="Rade2cc6a16524269"/>
    <p:sldId xmlns:r="http://schemas.openxmlformats.org/officeDocument/2006/relationships" id="264" r:id="Ra7418f4be1d04f23"/>
    <p:sldId xmlns:r="http://schemas.openxmlformats.org/officeDocument/2006/relationships" id="265" r:id="Rd35d1e4b96c54047"/>
    <p:sldId xmlns:r="http://schemas.openxmlformats.org/officeDocument/2006/relationships" id="266" r:id="Rdfefa5255e6b43ab"/>
    <p:sldId xmlns:r="http://schemas.openxmlformats.org/officeDocument/2006/relationships" id="267" r:id="R3a03e8ab409f4f43"/>
    <p:sldId xmlns:r="http://schemas.openxmlformats.org/officeDocument/2006/relationships" id="268" r:id="R97530e507d30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9dedb44a4426a" /><Relationship Type="http://schemas.openxmlformats.org/officeDocument/2006/relationships/slideMaster" Target="/ppt/slideMasters/slideMaster1.xml" Id="Rd398b6b325a84b49" /><Relationship Type="http://schemas.openxmlformats.org/officeDocument/2006/relationships/notesMaster" Target="/ppt/notesMasters/notesMaster1.xml" Id="R76d3277d7f6643f7" /><Relationship Type="http://schemas.openxmlformats.org/officeDocument/2006/relationships/presProps" Target="/ppt/presProps.xml" Id="Rc4956f9b79c34fbd" /><Relationship Type="http://schemas.openxmlformats.org/officeDocument/2006/relationships/tableStyles" Target="/ppt/tableStyles.xml" Id="R329605ee16154107" /><Relationship Type="http://schemas.openxmlformats.org/officeDocument/2006/relationships/slide" Target="/ppt/slides/slide1.xml" Id="R473d5a3995794f93" /><Relationship Type="http://schemas.openxmlformats.org/officeDocument/2006/relationships/slide" Target="/ppt/slides/slide2.xml" Id="Rda22774e4aa348d1" /><Relationship Type="http://schemas.openxmlformats.org/officeDocument/2006/relationships/slide" Target="/ppt/slides/slide3.xml" Id="Rcd78f722d2fc4ab2" /><Relationship Type="http://schemas.openxmlformats.org/officeDocument/2006/relationships/slide" Target="/ppt/slides/slide4.xml" Id="R47c612c95f204b0c" /><Relationship Type="http://schemas.openxmlformats.org/officeDocument/2006/relationships/slide" Target="/ppt/slides/slide5.xml" Id="Rf3e8316654cb4c79" /><Relationship Type="http://schemas.openxmlformats.org/officeDocument/2006/relationships/slide" Target="/ppt/slides/slide6.xml" Id="R7c2f252671fe4da1" /><Relationship Type="http://schemas.openxmlformats.org/officeDocument/2006/relationships/slide" Target="/ppt/slides/slide7.xml" Id="R062111ad17a04b75" /><Relationship Type="http://schemas.openxmlformats.org/officeDocument/2006/relationships/slide" Target="/ppt/slides/slide8.xml" Id="Rade2cc6a16524269" /><Relationship Type="http://schemas.openxmlformats.org/officeDocument/2006/relationships/slide" Target="/ppt/slides/slide9.xml" Id="Ra7418f4be1d04f23" /><Relationship Type="http://schemas.openxmlformats.org/officeDocument/2006/relationships/slide" Target="/ppt/slides/slide10.xml" Id="Rd35d1e4b96c54047" /><Relationship Type="http://schemas.openxmlformats.org/officeDocument/2006/relationships/slide" Target="/ppt/slides/slide11.xml" Id="Rdfefa5255e6b43ab" /><Relationship Type="http://schemas.openxmlformats.org/officeDocument/2006/relationships/slide" Target="/ppt/slides/slide12.xml" Id="R3a03e8ab409f4f43" /><Relationship Type="http://schemas.openxmlformats.org/officeDocument/2006/relationships/slide" Target="/ppt/slides/slide13.xml" Id="R97530e507d30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19a0ad4adf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8b444d75df446d" /><Relationship Type="http://schemas.openxmlformats.org/officeDocument/2006/relationships/notesMaster" Target="/ppt/notesMasters/notesMaster1.xml" Id="R217beaa3c0f14b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d2ac8f02f54ca7" /><Relationship Type="http://schemas.openxmlformats.org/officeDocument/2006/relationships/notesMaster" Target="/ppt/notesMasters/notesMaster1.xml" Id="Rde31a27e06f6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206681b044c64" /><Relationship Type="http://schemas.openxmlformats.org/officeDocument/2006/relationships/notesMaster" Target="/ppt/notesMasters/notesMaster1.xml" Id="R3035bf9456ba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f2736e223417e" /><Relationship Type="http://schemas.openxmlformats.org/officeDocument/2006/relationships/notesMaster" Target="/ppt/notesMasters/notesMaster1.xml" Id="R671af52ad4f9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4d3d84a774c87" /><Relationship Type="http://schemas.openxmlformats.org/officeDocument/2006/relationships/notesMaster" Target="/ppt/notesMasters/notesMaster1.xml" Id="R699539fd048441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277c833d504f60" /><Relationship Type="http://schemas.openxmlformats.org/officeDocument/2006/relationships/notesMaster" Target="/ppt/notesMasters/notesMaster1.xml" Id="R9587632bec7747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110e65a2094743" /><Relationship Type="http://schemas.openxmlformats.org/officeDocument/2006/relationships/notesMaster" Target="/ppt/notesMasters/notesMaster1.xml" Id="Raabb265e8d6b4e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e4311dbea4426c" /><Relationship Type="http://schemas.openxmlformats.org/officeDocument/2006/relationships/notesMaster" Target="/ppt/notesMasters/notesMaster1.xml" Id="R8178516d213248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bd078085864a85" /><Relationship Type="http://schemas.openxmlformats.org/officeDocument/2006/relationships/notesMaster" Target="/ppt/notesMasters/notesMaster1.xml" Id="Re40bf92519b142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25c82390ab49f2" /><Relationship Type="http://schemas.openxmlformats.org/officeDocument/2006/relationships/notesMaster" Target="/ppt/notesMasters/notesMaster1.xml" Id="R90ee9e1ca5cb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032ef4e2984356" /><Relationship Type="http://schemas.openxmlformats.org/officeDocument/2006/relationships/notesMaster" Target="/ppt/notesMasters/notesMaster1.xml" Id="R608cd28bfe07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8ba46353c43d3" /><Relationship Type="http://schemas.openxmlformats.org/officeDocument/2006/relationships/notesMaster" Target="/ppt/notesMasters/notesMaster1.xml" Id="R2d7a4684173746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b59e261f364480" /><Relationship Type="http://schemas.openxmlformats.org/officeDocument/2006/relationships/notesMaster" Target="/ppt/notesMasters/notesMaster1.xml" Id="R9f792dc43270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只保留关键跨层调用；中间包装与条件在详情展开。第1步为上层进入HCCL。第2步控制面资源项选HcclGetHcclBuffer代表，详解分开展示Thread与Channel。第5步发射由HCCL内部AicpuKernelLaunch调用ACL，ACL随后执行设备入口。第6/7行为关键事件压缩，不表示OpOrchestrate在入口框内全部完成。Host完成Wait在发射后入队，详见P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最后一行是阶段交接提示，不是额外导出函数。成员与通信域信息返回到入口整理流程。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本页展示主控制流及关键拓扑查询。RankGraph未命中区域内部没有严格时序承诺，其余6项查询在备注保留。箭头只表示HCCL向HCOMM查询的归属。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HcclEngineCtxGet：先查已有的拓扑上下文。命中则直接恢复已有说明。未命中才查询拓扑并保存，具体查询逐项解释在对应细节页。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第5/6行两种Thread获取接口为互斥兼容能力分支，不应当解释为每次两次调用。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HcommMemReg归内存管理，Endpoint/Create与CollectiveChannelCreate归底层通信资源管理。它们位于资源管理内部按需调用路径。资源未命中不保证所有端点也未命中。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第三列HcommChannelGetRemoteMems属于内存管理接口，依托底层通道查询。不是数据面搬运函数。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默认/显式超时Wait能力替代详见备注。两项OrderLaunch按条件启用，不是所有运行必调。Host调用的数据面通知原语仍归HCOMM数据面，不因调用位置而归控制面。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本页保留关键函数，两个箭头符号是HCCL内部直接层次下钻，不跨组件。KernelRun与RunALLtoALL、RunSendRecv与SendRecvWrite的逐项语义均保留备注。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通知可能依能力采用WithDefaultTimeout或显式超时版本；本页用基础名解释语义。A中recvChannel对应本端接收方向；B/C/D使用sendChannel；E使用recvChannel。非零slice写循环不表示零数据也发同样搬运任务。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本页前8行展开R0到R1的发送；第9/10行是R0接收R1的后拷贝，中间通知依赖详见P11，不能把这两段解读为Write同步返回即收到了反向数据。BaseTransportLiteImpl方法归HCOMM传输内部。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第13页。页码索引：P1总览；P2参数；P3选算法；P4资源规划；P5资源取得；P6建链；P7上下文交付；P8发射；P9设备入口；P10算法展开；P11Peer协议；P12数据落位和Write内部；P13完成。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规则：固定列代表函数归属或具体参与者，从上到下为本端调用/编排顺序；黑色横箭头是调用，灰虚线为必要返回，红虚线为队列或对端依赖。函数框下面是作用，不把C++调用顺序当成全局设备实时完成顺序。条件块按触发条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第8行是设备队列依赖达到后的事件，不是ReleaseComm之后才发送一次新的通知。完成通知在第5行被排队；用户流Wait在P8发射后早已入队。不同Rank间不建立全局C++顺序。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范围：Ascend950、AICPU_TS、OPBASE、普通Mesh Write、普通内存、多Rank非零数据。通信域与stream已存在，资源缓存未命中，TaskCache关闭。4Rank每对2FP32为教学示例，不是上板测量。上层STL/SCL的具体名称未确认，统称上层调用方。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源码基线：hccl 170ddeec539b4d693028ce6e0cf5c58933e4d46d；hcomm 87ce550f8f7c584e0ed89b0ec56699553d9c332d。静态源码分析，未上板验证。Hccl前缀不能单独决定代码归属。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6ffb030d64c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33d641b0b4bf2" /><Relationship Type="http://schemas.openxmlformats.org/officeDocument/2006/relationships/slideLayout" Target="/ppt/slideLayouts/slideLayout1.xml" Id="R3756d4154d604d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56d4154d604d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ea5825e2d482b" /><Relationship Type="http://schemas.openxmlformats.org/officeDocument/2006/relationships/notesSlide" Target="/ppt/notesSlides/notesSlide1.xml" Id="R55c9c5d246d24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5cfd0450f4fa4" /><Relationship Type="http://schemas.openxmlformats.org/officeDocument/2006/relationships/notesSlide" Target="/ppt/notesSlides/notesSlide2.xml" Id="Rf904324bde53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8d59fff44cf4" /><Relationship Type="http://schemas.openxmlformats.org/officeDocument/2006/relationships/notesSlide" Target="/ppt/notesSlides/notesSlide3.xml" Id="Re6776d217234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1b65190a42d5" /><Relationship Type="http://schemas.openxmlformats.org/officeDocument/2006/relationships/notesSlide" Target="/ppt/notesSlides/notesSlide4.xml" Id="Rc6682906f58f44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b15bf53d6425f" /><Relationship Type="http://schemas.openxmlformats.org/officeDocument/2006/relationships/notesSlide" Target="/ppt/notesSlides/notesSlide5.xml" Id="R69803a1cb9e6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1924bbc0b4cea" /><Relationship Type="http://schemas.openxmlformats.org/officeDocument/2006/relationships/notesSlide" Target="/ppt/notesSlides/notesSlide6.xml" Id="R590d22931e9f40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08a111f634cf6" /><Relationship Type="http://schemas.openxmlformats.org/officeDocument/2006/relationships/notesSlide" Target="/ppt/notesSlides/notesSlide7.xml" Id="Ra7d9ff0a529048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78f8880b7475b" /><Relationship Type="http://schemas.openxmlformats.org/officeDocument/2006/relationships/notesSlide" Target="/ppt/notesSlides/notesSlide8.xml" Id="R8b006adf012b4e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ff16273d7451c" /><Relationship Type="http://schemas.openxmlformats.org/officeDocument/2006/relationships/notesSlide" Target="/ppt/notesSlides/notesSlide9.xml" Id="Rf65d2b197c2b4f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2b6f6b6ad43da" /><Relationship Type="http://schemas.openxmlformats.org/officeDocument/2006/relationships/notesSlide" Target="/ppt/notesSlides/notesSlide10.xml" Id="Re4d0bdf345a844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0a98f5e5a48a8" /><Relationship Type="http://schemas.openxmlformats.org/officeDocument/2006/relationships/notesSlide" Target="/ppt/notesSlides/notesSlide11.xml" Id="R63dfcbfa8d9e42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bc5e0dce64edb" /><Relationship Type="http://schemas.openxmlformats.org/officeDocument/2006/relationships/notesSlide" Target="/ppt/notesSlides/notesSlide12.xml" Id="R2fd6941a167e41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8175a98c54731" /><Relationship Type="http://schemas.openxmlformats.org/officeDocument/2006/relationships/notesSlide" Target="/ppt/notesSlides/notesSlide13.xml" Id="R9a00af351740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AllToAll 跨层调用总览：谁接收、谁准备、谁搬运">
            <a:extLst xmlns:a="http://schemas.openxmlformats.org/drawingml/2006/main">
              <a:ext uri="{FF2B5EF4-FFF2-40B4-BE49-F238E27FC236}">
                <a16:creationId xmlns:a16="http://schemas.microsoft.com/office/drawing/2014/main" id="{9B7C261F-1B80-44E6-B10B-49FC20B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跨层调用总览：谁接收、谁准备、谁搬运</a:t>
            </a:r>
          </a:p>
        </p:txBody>
      </p:sp>
      <p:sp>
        <p:nvSpPr>
          <p:cNvPr id="2" name="读法：从上到下；API 放在所属列，横箭头指向被调用者。左侧 P 页码是对应详解。">
            <a:extLst xmlns:a="http://schemas.openxmlformats.org/drawingml/2006/main">
              <a:ext uri="{FF2B5EF4-FFF2-40B4-BE49-F238E27FC236}">
                <a16:creationId xmlns:a16="http://schemas.microsoft.com/office/drawing/2014/main" id="{325940B5-C707-4154-9D76-0A26AD9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读法：从上到下；API 放在所属列，横箭头指向被调用者。左侧 P 页码是对应详解。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86CF8A83-C8BB-4527-89C9-78620A2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FF380-FB16-4F5C-9FBF-4ECD5E7B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D7EE9-5565-432D-94A8-CB64F61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B71EEAF1-DA0D-4DFF-A21B-BF57834E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上层请求 / 选择算法 / 发射">
            <a:extLst xmlns:a="http://schemas.openxmlformats.org/drawingml/2006/main">
              <a:ext uri="{FF2B5EF4-FFF2-40B4-BE49-F238E27FC236}">
                <a16:creationId xmlns:a16="http://schemas.microsoft.com/office/drawing/2014/main" id="{D49B8280-003C-4CBE-9E7A-EB43269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上层请求 / 选择算法 / 发射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6815-96CB-4249-BFE9-3FBDFA42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B20E8-5F89-4933-8C9B-A6F961F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2917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CB8C8-308D-4A59-A403-4482899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C910F-CBB8-446C-8E58-B4AD85D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11693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F6E04-7645-4497-9386-A2E14277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F0311-EA69-4001-BC6C-A77B311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E171C8EC-F64B-4D00-95DB-A902B4D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域资源 / 内存 / 拓扑 / 底层资源">
            <a:extLst xmlns:a="http://schemas.openxmlformats.org/drawingml/2006/main">
              <a:ext uri="{FF2B5EF4-FFF2-40B4-BE49-F238E27FC236}">
                <a16:creationId xmlns:a16="http://schemas.microsoft.com/office/drawing/2014/main" id="{49CC23D7-8FAD-4029-BBE9-90FFED6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域资源 / 内存 / 拓扑 / 底层资源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3B30D-FEFE-48ED-B054-6D02E12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53D2A-2DEB-4FFA-A537-71986F6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20468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E6F93-8532-4D0F-8879-9EAE209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377DC-D1D5-45DD-B019-F242301D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29244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EAE16-67E4-4A1C-AF61-016EC64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3A65B-5E99-4052-A3D3-2610C463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06B6B0A8-04C3-4757-BD26-FA1F5C5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34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27" name="提交 AICPU Kernel">
            <a:extLst xmlns:a="http://schemas.openxmlformats.org/drawingml/2006/main">
              <a:ext uri="{FF2B5EF4-FFF2-40B4-BE49-F238E27FC236}">
                <a16:creationId xmlns:a16="http://schemas.microsoft.com/office/drawing/2014/main" id="{FE502E39-03B9-46AF-933D-95A7BCA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提交 AICPU Kernel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D3BB0-CF40-4CD6-8F70-C17EBF91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88BB9-C461-4EA2-A5BD-3A6D4A8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38019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EB085-249D-4BE0-9662-50961F2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C85745-F8EE-4FF3-9C05-A9F2CBE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46795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4488F-A4C7-4D5C-AEF6-D8FA212A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A4FDF5-FFED-4D9C-A421-A99E38B8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36" name="HCCL AICPU">
            <a:extLst xmlns:a="http://schemas.openxmlformats.org/drawingml/2006/main">
              <a:ext uri="{FF2B5EF4-FFF2-40B4-BE49-F238E27FC236}">
                <a16:creationId xmlns:a16="http://schemas.microsoft.com/office/drawing/2014/main" id="{EA4B81C9-DDE2-4860-9051-434C9D8D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85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37" name="恢复参数 / 展开通信算法">
            <a:extLst xmlns:a="http://schemas.openxmlformats.org/drawingml/2006/main">
              <a:ext uri="{FF2B5EF4-FFF2-40B4-BE49-F238E27FC236}">
                <a16:creationId xmlns:a16="http://schemas.microsoft.com/office/drawing/2014/main" id="{14D0FABE-F779-4DB1-AA2F-1F48931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33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恢复参数 / 展开通信算法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2EFD53-95E0-41F1-8AF7-EFA281AA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8BFF3-4E3D-4FD4-9E04-5092B661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5570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98F38F-ADE5-4011-A0A0-DCAA8A45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1EDF9F-CCC0-450C-AF52-C900ECA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4346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9DDA4C-968F-4690-8252-78AB2B7A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009650"/>
            <a:ext cx="21755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2CCA14-309B-4F39-9E1B-DDA56A9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009650"/>
            <a:ext cx="21755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4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A77391E9-35BD-4671-AC83-B1EDB75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1028700"/>
            <a:ext cx="20802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47" name="搬运 / 同步 / 执行控制">
            <a:extLst xmlns:a="http://schemas.openxmlformats.org/drawingml/2006/main">
              <a:ext uri="{FF2B5EF4-FFF2-40B4-BE49-F238E27FC236}">
                <a16:creationId xmlns:a16="http://schemas.microsoft.com/office/drawing/2014/main" id="{F5F33A22-A23D-4DE4-AACE-53EE5D05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1219200"/>
            <a:ext cx="20993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搬运 / 同步 / 执行控制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360985-7251-4381-BE2A-886BF60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1F1632-735A-4754-88CE-6F1053E7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73121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95DECD-7BB9-4763-B5F1-BB1321C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49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D8214B-7AB7-4C50-BF57-FA4CF1F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49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81897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B4D4CA-6143-44B3-AE29-64440645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DB99D9-298B-4995-8F4A-25D376B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175E62-D485-41C6-BB8C-C2F2CA7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F6B18E-0C87-4A35-A8F9-EFC6B70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29653" y="603932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206D6C-83B7-4E4C-8AB7-823BAF00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4F3A55-2B7C-4D73-8FAA-1A464C53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29653" y="187309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C4876B-2E5E-488B-A4A5-0CC6928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207489-1332-4B75-A322-C750D1E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1029653" y="233600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B75F51-8C2E-4B4F-81F3-6815E2E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0FE3C4-5C01-44EF-8063-1956AC13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1029653" y="279892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097A34-F109-4AD1-AC4E-365F46E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3145CF-CEF2-4903-897B-46AF0E7F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29653" y="326183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B490CA-9D3D-4120-931A-1E0F38F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6A25F7-17E2-443E-B6EB-D70AD4B7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029653" y="372475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ED0A0C-7097-442C-8195-DAD7D984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21F9E2-86A0-460D-B31E-95975152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029653" y="418766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50F847-62BC-4395-B532-5E20C8E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84E000-56D7-4708-B1C6-0583D0BC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1029653" y="465058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AB35BF-F564-4D22-B617-01C6A3A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BB2270-95FD-4796-9513-F4365F5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1029653" y="5113497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1D4098-0CFF-4CCC-AB9B-1E9C33A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26D477-A742-47BD-A601-B1AEC0DF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29653" y="5576412"/>
            <a:ext cx="108765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87" name="顺序">
            <a:extLst xmlns:a="http://schemas.openxmlformats.org/drawingml/2006/main">
              <a:ext uri="{FF2B5EF4-FFF2-40B4-BE49-F238E27FC236}">
                <a16:creationId xmlns:a16="http://schemas.microsoft.com/office/drawing/2014/main" id="{51FF6092-19DC-4289-9F81-74B8B95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2F86FC-5A6E-473F-B1C1-625204F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0BCC07-F241-4876-B116-57129B56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35CE699-3365-4A2C-A3A1-86529D1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CF956E-7869-4D5D-9948-A167F925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9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8CC9BD73-0C73-4FA0-A8F4-0B8306A8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9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73A6D5A7-ED73-4FBA-972E-32953BC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67695C8-5C5E-4A50-8069-6D85993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7" name="1">
            <a:extLst xmlns:a="http://schemas.openxmlformats.org/drawingml/2006/main">
              <a:ext uri="{FF2B5EF4-FFF2-40B4-BE49-F238E27FC236}">
                <a16:creationId xmlns:a16="http://schemas.microsoft.com/office/drawing/2014/main" id="{1A888262-59C3-4F5B-A549-0DAA8735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183858-91F9-4E0B-B2C7-71F614E1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38275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9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037D736D-F2B2-43C3-88D9-42EC7DD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45732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100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68A2F3B0-D334-4212-AC06-AF72E00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19250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101" name="P2–3">
            <a:extLst xmlns:a="http://schemas.openxmlformats.org/drawingml/2006/main">
              <a:ext uri="{FF2B5EF4-FFF2-40B4-BE49-F238E27FC236}">
                <a16:creationId xmlns:a16="http://schemas.microsoft.com/office/drawing/2014/main" id="{877313F1-CF2C-48BD-BB43-3DD8F5E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P2–3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C842C2-DE07-4C7A-AFF4-611F18D9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2">
            <a:extLst xmlns:a="http://schemas.openxmlformats.org/drawingml/2006/main">
              <a:ext uri="{FF2B5EF4-FFF2-40B4-BE49-F238E27FC236}">
                <a16:creationId xmlns:a16="http://schemas.microsoft.com/office/drawing/2014/main" id="{73AF2424-7C75-4FBF-8E65-B492051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E0B065-8D3E-4387-A046-ADCFBC5D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901190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3970EC0D-0CD0-4344-8144-D7256D4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192024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106" name="取得 CCL；Thread / Channel 见详解">
            <a:extLst xmlns:a="http://schemas.openxmlformats.org/drawingml/2006/main">
              <a:ext uri="{FF2B5EF4-FFF2-40B4-BE49-F238E27FC236}">
                <a16:creationId xmlns:a16="http://schemas.microsoft.com/office/drawing/2014/main" id="{E27486AB-7084-4E8F-8193-BA17A7D8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082165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CCL；Thread / Channel 见详解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F923DC7-6794-4AD0-8BDA-806AE78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D410CD-C078-4758-9935-2B9663E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117408" y="2099787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P4–6">
            <a:extLst xmlns:a="http://schemas.openxmlformats.org/drawingml/2006/main">
              <a:ext uri="{FF2B5EF4-FFF2-40B4-BE49-F238E27FC236}">
                <a16:creationId xmlns:a16="http://schemas.microsoft.com/office/drawing/2014/main" id="{7F8489CA-1B77-4F61-9D00-64F78356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979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P4–6</a:t>
            </a:r>
          </a:p>
        </p:txBody>
      </p:sp>
      <p:sp>
        <p:nvSpPr>
          <p:cNvPr id="111" name="申请资源">
            <a:extLst xmlns:a="http://schemas.openxmlformats.org/drawingml/2006/main">
              <a:ext uri="{FF2B5EF4-FFF2-40B4-BE49-F238E27FC236}">
                <a16:creationId xmlns:a16="http://schemas.microsoft.com/office/drawing/2014/main" id="{04432B20-E7A5-449D-9EE4-979762F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37385"/>
            <a:ext cx="200406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申请资源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3AA3A0-7FBD-4734-AA92-FFE2E57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3">
            <a:extLst xmlns:a="http://schemas.openxmlformats.org/drawingml/2006/main">
              <a:ext uri="{FF2B5EF4-FFF2-40B4-BE49-F238E27FC236}">
                <a16:creationId xmlns:a16="http://schemas.microsoft.com/office/drawing/2014/main" id="{6447BEA7-C978-4DB9-A220-21534E39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538D05F-6C45-40D0-84A3-DE049ECA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364105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5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6DDF646D-5089-424B-880C-7B48CCA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38315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116" name="交付 Thread、Channel、地址等描述">
            <a:extLst xmlns:a="http://schemas.openxmlformats.org/drawingml/2006/main">
              <a:ext uri="{FF2B5EF4-FFF2-40B4-BE49-F238E27FC236}">
                <a16:creationId xmlns:a16="http://schemas.microsoft.com/office/drawing/2014/main" id="{E17F094E-5068-48DC-9779-66CB6A1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2545080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交付 Thread、Channel、地址等描述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1A267D-8139-4722-85E4-662DD03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33345A-480C-498E-9EC9-18A8891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2117408" y="2562702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0" name="P7">
            <a:extLst xmlns:a="http://schemas.openxmlformats.org/drawingml/2006/main">
              <a:ext uri="{FF2B5EF4-FFF2-40B4-BE49-F238E27FC236}">
                <a16:creationId xmlns:a16="http://schemas.microsoft.com/office/drawing/2014/main" id="{858E4C53-F32E-4DE7-B9E6-97DFAF19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270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P7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2DB4B67-03F6-4964-ADA4-BFEC4EB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2" name="4">
            <a:extLst xmlns:a="http://schemas.openxmlformats.org/drawingml/2006/main">
              <a:ext uri="{FF2B5EF4-FFF2-40B4-BE49-F238E27FC236}">
                <a16:creationId xmlns:a16="http://schemas.microsoft.com/office/drawing/2014/main" id="{36A54D1D-9B78-4D6C-82B5-F520628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63F82F0-B1F2-4C11-88BB-EE661AD3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2827020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5E3C56A5-3E08-4DD1-96E1-310CF32B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284607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25" name="在用户流排入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30D72179-F99C-4324-A106-F8B73D1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3007995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在用户流排入“输入就绪”通知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C9B3C8-AB4A-4DCD-9E00-D0E49974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3AB62C6-F9F0-4AC4-A57C-ABEA793E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2117408" y="3025617"/>
            <a:ext cx="77276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9" name="P8">
            <a:extLst xmlns:a="http://schemas.openxmlformats.org/drawingml/2006/main">
              <a:ext uri="{FF2B5EF4-FFF2-40B4-BE49-F238E27FC236}">
                <a16:creationId xmlns:a16="http://schemas.microsoft.com/office/drawing/2014/main" id="{B516F3C6-E3B9-4FCD-84CD-1BD1B7B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562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P8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D4C0674-AA1D-47E1-AC69-09006CC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1" name="5">
            <a:extLst xmlns:a="http://schemas.openxmlformats.org/drawingml/2006/main">
              <a:ext uri="{FF2B5EF4-FFF2-40B4-BE49-F238E27FC236}">
                <a16:creationId xmlns:a16="http://schemas.microsoft.com/office/drawing/2014/main" id="{8D3168C0-1719-41CF-BAAC-ABE0AE0A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213638D-2519-44BC-8026-3F0BF385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020" y="3289935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3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2C87CAA9-7AB7-479E-AA4E-60E8FF6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695" y="330898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34" name="由 AicpuKernelLaunch 组织并发射">
            <a:extLst xmlns:a="http://schemas.openxmlformats.org/drawingml/2006/main">
              <a:ext uri="{FF2B5EF4-FFF2-40B4-BE49-F238E27FC236}">
                <a16:creationId xmlns:a16="http://schemas.microsoft.com/office/drawing/2014/main" id="{33E7926B-0BE5-42A1-8065-72E226F5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695" y="3470910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由 AicpuKernelLaunch 组织并发射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5B635CC-4800-42E6-9A5B-BB6AC54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55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B65A98-E094-4645-A494-14E6CBD1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020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2117408" y="3488531"/>
            <a:ext cx="337661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8" name="P8">
            <a:extLst xmlns:a="http://schemas.openxmlformats.org/drawingml/2006/main">
              <a:ext uri="{FF2B5EF4-FFF2-40B4-BE49-F238E27FC236}">
                <a16:creationId xmlns:a16="http://schemas.microsoft.com/office/drawing/2014/main" id="{4E2D38E1-FD1C-4C6D-B483-0BA307D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853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P8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2D9190-8296-4960-A74B-DEC716B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0" name="6">
            <a:extLst xmlns:a="http://schemas.openxmlformats.org/drawingml/2006/main">
              <a:ext uri="{FF2B5EF4-FFF2-40B4-BE49-F238E27FC236}">
                <a16:creationId xmlns:a16="http://schemas.microsoft.com/office/drawing/2014/main" id="{F53F83D4-93B0-4631-9B98-F0036C3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C798F48-EA4C-436C-88E7-F77B941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752850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2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820AD37-F750-472F-8DC9-92255831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205" y="377190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143" name="恢复资源后进入 OpOrchestrate">
            <a:extLst xmlns:a="http://schemas.openxmlformats.org/drawingml/2006/main">
              <a:ext uri="{FF2B5EF4-FFF2-40B4-BE49-F238E27FC236}">
                <a16:creationId xmlns:a16="http://schemas.microsoft.com/office/drawing/2014/main" id="{E0B558A1-9516-4AB7-B55A-AEA88C9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205" y="3933825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恢复资源后进入 OpOrchestrate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0990FE2-1DC1-4639-A596-57FB17BD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3E23D96-0CB8-463C-8C5A-04C5307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6468428" y="3951447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7" name="P9">
            <a:extLst xmlns:a="http://schemas.openxmlformats.org/drawingml/2006/main">
              <a:ext uri="{FF2B5EF4-FFF2-40B4-BE49-F238E27FC236}">
                <a16:creationId xmlns:a16="http://schemas.microsoft.com/office/drawing/2014/main" id="{F9C6ECEE-64EB-424C-A985-F3DBAA0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EEDD43D-3A9B-49F9-B4D9-A34441F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9" name="7">
            <a:extLst xmlns:a="http://schemas.openxmlformats.org/drawingml/2006/main">
              <a:ext uri="{FF2B5EF4-FFF2-40B4-BE49-F238E27FC236}">
                <a16:creationId xmlns:a16="http://schemas.microsoft.com/office/drawing/2014/main" id="{78DAB52E-E42E-40A8-A514-A2B4663E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167696E-1935-43E6-B2C1-8513EEF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215765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1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BDAA9A30-5576-4ABA-9F78-EC3AC47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23481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52" name="主 Thread 等输入；算法按块展开">
            <a:extLst xmlns:a="http://schemas.openxmlformats.org/drawingml/2006/main">
              <a:ext uri="{FF2B5EF4-FFF2-40B4-BE49-F238E27FC236}">
                <a16:creationId xmlns:a16="http://schemas.microsoft.com/office/drawing/2014/main" id="{28B25762-FC0D-4566-9DF0-09A6BEE8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396740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Thread 等输入；算法按块展开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E842BCE-0EDF-4B23-821C-E4C2A1C0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6E0131F-C4AC-49AB-8365-B264DB66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8643938" y="4414362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6" name="P9–10">
            <a:extLst xmlns:a="http://schemas.openxmlformats.org/drawingml/2006/main">
              <a:ext uri="{FF2B5EF4-FFF2-40B4-BE49-F238E27FC236}">
                <a16:creationId xmlns:a16="http://schemas.microsoft.com/office/drawing/2014/main" id="{61B8A590-C194-4EE6-B04A-603E83A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436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P9–10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E01FDF0-BFFA-49D1-9D31-6D9A481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8" name="8">
            <a:extLst xmlns:a="http://schemas.openxmlformats.org/drawingml/2006/main">
              <a:ext uri="{FF2B5EF4-FFF2-40B4-BE49-F238E27FC236}">
                <a16:creationId xmlns:a16="http://schemas.microsoft.com/office/drawing/2014/main" id="{ADFC4485-478A-4C46-B93D-64AAA92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67881C5-BC66-406A-9D89-3399F94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678680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6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4CD11961-4810-4675-B258-52BCB022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69773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61" name="先握手；把本端输入写入远端 CCL">
            <a:extLst xmlns:a="http://schemas.openxmlformats.org/drawingml/2006/main">
              <a:ext uri="{FF2B5EF4-FFF2-40B4-BE49-F238E27FC236}">
                <a16:creationId xmlns:a16="http://schemas.microsoft.com/office/drawing/2014/main" id="{31E2757C-C0AE-42F0-BDFB-A452BFC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859655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先握手；把本端输入写入远端 CCL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4106ABE-E47B-4154-AE31-E604C78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0A98537-A7A4-4C9B-A492-573C1DB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8643938" y="4877277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65" name="P11–12">
            <a:extLst xmlns:a="http://schemas.openxmlformats.org/drawingml/2006/main">
              <a:ext uri="{FF2B5EF4-FFF2-40B4-BE49-F238E27FC236}">
                <a16:creationId xmlns:a16="http://schemas.microsoft.com/office/drawing/2014/main" id="{FECD9051-167C-415C-944E-67BD561B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728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P11–12</a:t>
            </a:r>
          </a:p>
        </p:txBody>
      </p:sp>
      <p:sp>
        <p:nvSpPr>
          <p:cNvPr id="166" name="SendRecvWrite&#10;排握手与写任务">
            <a:extLst xmlns:a="http://schemas.openxmlformats.org/drawingml/2006/main">
              <a:ext uri="{FF2B5EF4-FFF2-40B4-BE49-F238E27FC236}">
                <a16:creationId xmlns:a16="http://schemas.microsoft.com/office/drawing/2014/main" id="{3C6990B1-86CB-4B2E-A80A-7A85F9F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4716780"/>
            <a:ext cx="202311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排握手与写任务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99F3057-48EA-4D54-B3B4-AB999AB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68" name="9">
            <a:extLst xmlns:a="http://schemas.openxmlformats.org/drawingml/2006/main">
              <a:ext uri="{FF2B5EF4-FFF2-40B4-BE49-F238E27FC236}">
                <a16:creationId xmlns:a16="http://schemas.microsoft.com/office/drawing/2014/main" id="{9EC8947F-7712-4C02-9649-4D84E79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8FFA61E-265F-4BFA-9DED-07113E74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141595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7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F708314A-7A64-4B7A-9FE5-03DEC42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160645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71" name="PostCopy：本地 CCL → 用户输出">
            <a:extLst xmlns:a="http://schemas.openxmlformats.org/drawingml/2006/main">
              <a:ext uri="{FF2B5EF4-FFF2-40B4-BE49-F238E27FC236}">
                <a16:creationId xmlns:a16="http://schemas.microsoft.com/office/drawing/2014/main" id="{BEB90FC3-CD2D-4957-A2FB-CFDA98F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322570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PostCopy：本地 CCL → 用户输出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9D49E0-2B4D-4A4C-AE3F-B8BD46E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3657E99-8B80-49D7-A98A-9948CAA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8643938" y="5340192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5" name="P12">
            <a:extLst xmlns:a="http://schemas.openxmlformats.org/drawingml/2006/main">
              <a:ext uri="{FF2B5EF4-FFF2-40B4-BE49-F238E27FC236}">
                <a16:creationId xmlns:a16="http://schemas.microsoft.com/office/drawing/2014/main" id="{56154254-274B-434C-832F-DB434DE0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019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P12</a:t>
            </a:r>
          </a:p>
        </p:txBody>
      </p:sp>
      <p:sp>
        <p:nvSpPr>
          <p:cNvPr id="176" name="PostCopy&#10;安排收到数据的落位">
            <a:extLst xmlns:a="http://schemas.openxmlformats.org/drawingml/2006/main">
              <a:ext uri="{FF2B5EF4-FFF2-40B4-BE49-F238E27FC236}">
                <a16:creationId xmlns:a16="http://schemas.microsoft.com/office/drawing/2014/main" id="{BFD2DF9D-D11F-4972-AF7A-9B493D44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5179695"/>
            <a:ext cx="202311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安排收到数据的落位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922F024-B9ED-4FDD-BBE7-A6D2448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2A46B469-BD17-424F-A62C-1465A1A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DBCB7BF-E4A1-4490-8D88-F93E0E2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604510"/>
            <a:ext cx="19469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80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49A5C28-F2A0-4E2A-8329-DB85634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623560"/>
            <a:ext cx="18135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81" name="汇合后通知完成，用户流的 Wait 放行">
            <a:extLst xmlns:a="http://schemas.openxmlformats.org/drawingml/2006/main">
              <a:ext uri="{FF2B5EF4-FFF2-40B4-BE49-F238E27FC236}">
                <a16:creationId xmlns:a16="http://schemas.microsoft.com/office/drawing/2014/main" id="{069E280A-A70F-440F-A228-A41DA583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5785485"/>
            <a:ext cx="18135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汇合后通知完成，用户流的 Wait 放行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7E0C166-DA1B-42C1-9F73-83773A59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985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5518FD4-F2D7-4313-B16E-347481C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182" idx="3"/>
            <a:endCxn xmlns:a="http://schemas.openxmlformats.org/drawingml/2006/main" id="183" idx="1"/>
          </p:cNvCxnSpPr>
          <p:nvPr/>
        </p:nvCxnSpPr>
        <p:spPr>
          <a:xfrm xmlns:a="http://schemas.openxmlformats.org/drawingml/2006/main">
            <a:off x="8643938" y="5803107"/>
            <a:ext cx="12011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5" name="P13">
            <a:extLst xmlns:a="http://schemas.openxmlformats.org/drawingml/2006/main">
              <a:ext uri="{FF2B5EF4-FFF2-40B4-BE49-F238E27FC236}">
                <a16:creationId xmlns:a16="http://schemas.microsoft.com/office/drawing/2014/main" id="{59F935A3-5181-4835-953E-A7B0AC0A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311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P13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0D2850D-B133-40D3-9743-70FA273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7" name="实际字节路径：本端 sendBuf →〔Write〕→ 对端 CCL →〔对端 LocalCopy〕→ 对端 recvBuf。">
            <a:extLst xmlns:a="http://schemas.openxmlformats.org/drawingml/2006/main">
              <a:ext uri="{FF2B5EF4-FFF2-40B4-BE49-F238E27FC236}">
                <a16:creationId xmlns:a16="http://schemas.microsoft.com/office/drawing/2014/main" id="{32FAD88C-FE3B-41FA-A3C1-28E908F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实际字节路径：本端 sendBuf →〔Write〕→ 对端 CCL →〔对端 LocalCopy〕→ 对端 recvBuf。</a:t>
            </a:r>
          </a:p>
        </p:txBody>
      </p:sp>
      <p:sp>
        <p:nvSpPr>
          <p:cNvPr id="188" name="注意：HCOMM 数据面也会被 Host 调用；灰色空列表示该阶段未参与。控制面交付的是资源描述，不是用户张量。">
            <a:extLst xmlns:a="http://schemas.openxmlformats.org/drawingml/2006/main">
              <a:ext uri="{FF2B5EF4-FFF2-40B4-BE49-F238E27FC236}">
                <a16:creationId xmlns:a16="http://schemas.microsoft.com/office/drawing/2014/main" id="{75971545-0CB1-4981-82A1-829555E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注意：HCOMM 数据面也会被 Host 调用；灰色空列表示该阶段未参与。控制面交付的是资源描述，不是用户张量。</a:t>
            </a:r>
          </a:p>
        </p:txBody>
      </p:sp>
    </p:spTree>
    <p:extLst>
      <p:ext uri="{BB962C8B-B14F-4D97-AF65-F5344CB8AC3E}">
        <p14:creationId xmlns:p14="http://schemas.microsoft.com/office/powerpoint/2010/main" val="1186700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01  请求进入：HCCL 把等长 AllToAll 整理成共用参数">
            <a:extLst xmlns:a="http://schemas.openxmlformats.org/drawingml/2006/main">
              <a:ext uri="{FF2B5EF4-FFF2-40B4-BE49-F238E27FC236}">
                <a16:creationId xmlns:a16="http://schemas.microsoft.com/office/drawing/2014/main" id="{F0D5C131-DCC4-4B97-AC44-A8D7B5F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  请求进入：HCCL 把等长 AllToAll 整理成共用参数</a:t>
            </a:r>
          </a:p>
        </p:txBody>
      </p:sp>
      <p:sp>
        <p:nvSpPr>
          <p:cNvPr id="2" name="入口来自上层调用方；这里不预设它一定叫 STL 或 SCL。通信域、用户 stream 已由上层创建。">
            <a:extLst xmlns:a="http://schemas.openxmlformats.org/drawingml/2006/main">
              <a:ext uri="{FF2B5EF4-FFF2-40B4-BE49-F238E27FC236}">
                <a16:creationId xmlns:a16="http://schemas.microsoft.com/office/drawing/2014/main" id="{99D9C822-FC0C-4FF0-88A3-E1214ED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入口来自上层调用方；这里不预设它一定叫 STL 或 SCL。通信域、用户 stream 已由上层创建。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66050536-A3BD-4EE4-8C9B-B0C129A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03CA-5FF0-4A02-9C89-08342C5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BA3E2-85BD-476F-9C1E-E3339C17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C2D806A1-7DCB-48B7-8D80-2820FD14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算子入口及内部参数处理">
            <a:extLst xmlns:a="http://schemas.openxmlformats.org/drawingml/2006/main">
              <a:ext uri="{FF2B5EF4-FFF2-40B4-BE49-F238E27FC236}">
                <a16:creationId xmlns:a16="http://schemas.microsoft.com/office/drawing/2014/main" id="{31C8E8F5-BE8B-492E-98E7-2531010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算子入口及内部参数处理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F0422-2FBA-49F1-BBA3-17788C0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144E5-B07B-4D09-BD87-E4027248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B970-9B01-4406-B176-772D619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C6F50-1CE8-4AB1-8A47-69139A9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1A91D-A1C0-4173-80E9-77A93ECA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A8DEE-5D1D-4C92-85B8-2C660DCF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204AA0F2-61E2-431C-B51D-BC1CA49F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拓扑查询 / 通信域资源查询">
            <a:extLst xmlns:a="http://schemas.openxmlformats.org/drawingml/2006/main">
              <a:ext uri="{FF2B5EF4-FFF2-40B4-BE49-F238E27FC236}">
                <a16:creationId xmlns:a16="http://schemas.microsoft.com/office/drawing/2014/main" id="{7B3A5A28-41DA-40FC-9FAF-83E58D34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拓扑查询 / 通信域资源查询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1C4A1-E2BF-4E06-B049-98214AA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0FAD5-8C6F-4AC2-B787-1857C13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C3F19-57E2-4DA3-9CC2-895F619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2BBAD-FE54-48FC-9BCF-0DDF7CA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75C4E-BD14-4C47-B5B5-8815C034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D7175-4480-4C02-864E-CA12E8D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CEA6E-307A-4BE0-8D61-9E91BD6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7227E-E800-481C-B6F8-0171FE61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DDA38-D5BC-47FA-823B-87B13994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7C9B6-C8BD-4B67-AE17-AC52E69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17DB4-612E-4337-A8F5-72BAEAE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F13523-3451-4757-A8F2-E5B0ABC0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467B2-5819-47F5-AA0B-DC349D2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7F70FD-D7B9-4D1F-86DB-DE259FC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4C4577-3A6E-45D3-A18B-796E93DD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477109-AB22-48D3-B108-16918C3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9DE06-2853-465D-955E-7D461D5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8AC35D-7A18-4402-874E-D9DE89F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1CEF17-6E2C-4003-A57B-E1AA9A22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6F0CF6-3E43-4DEC-A199-22A55A8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E083F6-65D0-4119-8B8C-A87F42B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3FDC65-19C3-47DA-96C8-597727BE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73CFE4-E7EC-4FAB-92E9-09AC42EF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4C0F1E-C22C-4B1C-A5A4-422D989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7CB8CA-25EE-4B1B-BDC9-22FC4354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0BDECB-D1B4-4EB9-B0DC-77E8C0E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77D51477-08D5-489A-A858-82FBD351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116B53-7199-44E1-A6ED-72605B8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EF33CD-F639-459F-A233-76DA904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35ABA5-4C29-4700-A39F-0350216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D66904-6C6F-4E1F-832D-4DA6A68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F7C2978F-D926-4F72-B59D-2021A974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ACEBF635-8B4A-4FA3-9C4B-FF6D9B96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69D089-7A44-4D90-8FBC-DCA4E47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66EA0A56-78B8-4653-8556-4C6D66C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B3569-C7EE-474A-A12B-AC801978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F4876E13-3414-4A6A-A0BD-61E292F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70" name="接收 sendBuf、recvBuf、count、type、comm 和 stream">
            <a:extLst xmlns:a="http://schemas.openxmlformats.org/drawingml/2006/main">
              <a:ext uri="{FF2B5EF4-FFF2-40B4-BE49-F238E27FC236}">
                <a16:creationId xmlns:a16="http://schemas.microsoft.com/office/drawing/2014/main" id="{50A70895-B0AE-4474-A94B-B30B8F1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 sendBuf、recvBuf、count、type、comm 和 stream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FB1C51-0B92-4C72-81DA-CC68D81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E6BD756D-F9B4-468C-9FE6-D8358EC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414E70-43B4-4BE6-B165-6470251E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7C79513A-F9ED-465C-9B1E-9BBC5ADF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75" name="校验输入输出、数据类型、数量和通信域等是否合法">
            <a:extLst xmlns:a="http://schemas.openxmlformats.org/drawingml/2006/main">
              <a:ext uri="{FF2B5EF4-FFF2-40B4-BE49-F238E27FC236}">
                <a16:creationId xmlns:a16="http://schemas.microsoft.com/office/drawing/2014/main" id="{462EF38E-F23C-48DA-8E23-FF92029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校验输入输出、数据类型、数量和通信域等是否合法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62A322-3E14-43B9-89AD-9B9AE50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3">
            <a:extLst xmlns:a="http://schemas.openxmlformats.org/drawingml/2006/main">
              <a:ext uri="{FF2B5EF4-FFF2-40B4-BE49-F238E27FC236}">
                <a16:creationId xmlns:a16="http://schemas.microsoft.com/office/drawing/2014/main" id="{455E81AA-809F-40AD-8E70-CED8FEA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FB9E4C-EEE6-47DA-B4BD-8E7F12B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D1C2425F-F3E3-4FE2-861A-4C684C7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80" name="拓扑：返回通信域成员数，本例为 4">
            <a:extLst xmlns:a="http://schemas.openxmlformats.org/drawingml/2006/main">
              <a:ext uri="{FF2B5EF4-FFF2-40B4-BE49-F238E27FC236}">
                <a16:creationId xmlns:a16="http://schemas.microsoft.com/office/drawing/2014/main" id="{CDC9DDA1-2565-4195-83C0-C4A22DE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拓扑：返回通信域成员数，本例为 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2D2489-869A-4D79-977C-DA633B9A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95ADA1-F2BF-46E4-A116-98BA3AC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3599022" y="256270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E105CD-4C7E-44C4-9BF4-FD29D28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670BCEE8-16AA-4527-A7DB-4AFB0DD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528A56-ED78-4DB6-A149-AE1C54E3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509F50BA-39ED-4167-882B-D56A4D1F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88" name="通信域资源：返回通信域名称，供标签与资源查找">
            <a:extLst xmlns:a="http://schemas.openxmlformats.org/drawingml/2006/main">
              <a:ext uri="{FF2B5EF4-FFF2-40B4-BE49-F238E27FC236}">
                <a16:creationId xmlns:a16="http://schemas.microsoft.com/office/drawing/2014/main" id="{CC370812-3DEA-4720-8D11-323719CA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通信域资源：返回通信域名称，供标签与资源查找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1EF2FC-AB96-40AE-ACF4-FE3A33C7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17AF89-BC78-497B-941A-63A770E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025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3599022" y="302561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FC20C7-89A6-4571-B671-EF846834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5">
            <a:extLst xmlns:a="http://schemas.openxmlformats.org/drawingml/2006/main">
              <a:ext uri="{FF2B5EF4-FFF2-40B4-BE49-F238E27FC236}">
                <a16:creationId xmlns:a16="http://schemas.microsoft.com/office/drawing/2014/main" id="{4BA28E19-3807-4C5C-BA1D-1472E56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EFDF21-A2D5-4A29-8B6A-04B6ABF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72B28DA4-45BB-4865-AEF7-3085849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96" name="拓扑：返回本端 Rank 编号，本例为 Rank 0">
            <a:extLst xmlns:a="http://schemas.openxmlformats.org/drawingml/2006/main">
              <a:ext uri="{FF2B5EF4-FFF2-40B4-BE49-F238E27FC236}">
                <a16:creationId xmlns:a16="http://schemas.microsoft.com/office/drawing/2014/main" id="{90C256E9-FA5E-4EE2-A1E7-3B59D85E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拓扑：返回本端 Rank 编号，本例为 Rank 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005398D-D6F9-4038-935E-16A2C8C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32933D-7551-46CC-8C3D-165EC609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599022" y="348853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D1157D-A27D-4A4A-B000-9086664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6">
            <a:extLst xmlns:a="http://schemas.openxmlformats.org/drawingml/2006/main">
              <a:ext uri="{FF2B5EF4-FFF2-40B4-BE49-F238E27FC236}">
                <a16:creationId xmlns:a16="http://schemas.microsoft.com/office/drawing/2014/main" id="{9A704B34-664C-4D81-B204-AEE4956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F77E93-40AC-475C-A831-E7D2677C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DBA95D60-ABC3-4A76-AC35-FF3F5C7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104" name="生成 counts=[2,2,2,2]，位移=[0,2,4,6]（元素）">
            <a:extLst xmlns:a="http://schemas.openxmlformats.org/drawingml/2006/main">
              <a:ext uri="{FF2B5EF4-FFF2-40B4-BE49-F238E27FC236}">
                <a16:creationId xmlns:a16="http://schemas.microsoft.com/office/drawing/2014/main" id="{AFD4E9CE-4890-44D4-9BA9-701C0C22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生成 counts=[2,2,2,2]，位移=[0,2,4,6]（元素）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AA470A-C9A1-472F-ACB8-EAE4C043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7">
            <a:extLst xmlns:a="http://schemas.openxmlformats.org/drawingml/2006/main">
              <a:ext uri="{FF2B5EF4-FFF2-40B4-BE49-F238E27FC236}">
                <a16:creationId xmlns:a16="http://schemas.microsoft.com/office/drawing/2014/main" id="{23D89D96-78FE-4CC3-932D-29AE437E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4A2341-1C89-4DF8-A162-A7900B1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2FADF248-1FB1-4B30-8145-3B3E1573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109" name="转入共用的非原地实现；算子类型仍为 ALLTOALL">
            <a:extLst xmlns:a="http://schemas.openxmlformats.org/drawingml/2006/main">
              <a:ext uri="{FF2B5EF4-FFF2-40B4-BE49-F238E27FC236}">
                <a16:creationId xmlns:a16="http://schemas.microsoft.com/office/drawing/2014/main" id="{7A140FF1-37B1-4683-B7DE-F920011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转入共用的非原地实现；算子类型仍为 ALLTOALL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E28B16-FE7D-4F72-936C-BD7BBD8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087B54CD-A316-4419-A9B3-A35C7F8A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BC7543-3260-4129-8040-2925D760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945AE87F-6FD3-4A13-A7EC-BDD9B52F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114" name="进入共用的参数整理、配置查询与执行流程">
            <a:extLst xmlns:a="http://schemas.openxmlformats.org/drawingml/2006/main">
              <a:ext uri="{FF2B5EF4-FFF2-40B4-BE49-F238E27FC236}">
                <a16:creationId xmlns:a16="http://schemas.microsoft.com/office/drawing/2014/main" id="{475F8DBA-5D75-4014-8A0D-F238ECE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进入共用的参数整理、配置查询与执行流程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308387A-DA69-448C-8199-2DD4268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44313962-7DBA-4C31-826F-E93D3B4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22DA51-5FC7-4493-96F7-7375E44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2ED9A635-2361-41EF-81FC-94D4A0B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19" name="封装输入 / 输出地址、stream、计数、位移等执行参数">
            <a:extLst xmlns:a="http://schemas.openxmlformats.org/drawingml/2006/main">
              <a:ext uri="{FF2B5EF4-FFF2-40B4-BE49-F238E27FC236}">
                <a16:creationId xmlns:a16="http://schemas.microsoft.com/office/drawing/2014/main" id="{8D25C888-EAFF-4BC9-966C-F126B9A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封装输入 / 输出地址、stream、计数、位移等执行参数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10434EE-A30A-4904-AF0C-D652828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ECD57D00-EB2D-4DB7-929E-CAD1949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3EA495-AA57-4E64-AD12-906F079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580739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390A2B5-AF45-4BAD-8091-50DDCC4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80739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122" idx="1"/>
            <a:endCxn xmlns:a="http://schemas.openxmlformats.org/drawingml/2006/main" id="123" idx="3"/>
          </p:cNvCxnSpPr>
          <p:nvPr/>
        </p:nvCxnSpPr>
        <p:spPr>
          <a:xfrm xmlns:a="http://schemas.openxmlformats.org/drawingml/2006/main" flipH="1">
            <a:off x="3599022" y="5807870"/>
            <a:ext cx="55378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1AE8D6-B187-4B30-A128-A5A8CA1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04510"/>
            <a:ext cx="52720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6" name="进入 P3：带完整通信域信息的执行请求">
            <a:extLst xmlns:a="http://schemas.openxmlformats.org/drawingml/2006/main">
              <a:ext uri="{FF2B5EF4-FFF2-40B4-BE49-F238E27FC236}">
                <a16:creationId xmlns:a16="http://schemas.microsoft.com/office/drawing/2014/main" id="{93297631-AAAF-4884-B200-BF1DCF3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3085"/>
            <a:ext cx="5138738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 P3：带完整通信域信息的执行请求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4BB29CA-C73A-43AF-8FD3-87AFA71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8" name="本例每个 Rank 向 4 个目标各发送 2 个 FP32：每个目标 8 字节；总输入 8 个 FP32。">
            <a:extLst xmlns:a="http://schemas.openxmlformats.org/drawingml/2006/main">
              <a:ext uri="{FF2B5EF4-FFF2-40B4-BE49-F238E27FC236}">
                <a16:creationId xmlns:a16="http://schemas.microsoft.com/office/drawing/2014/main" id="{7612DF4D-80B0-492A-AEA3-9DAE4BE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本例每个 Rank 向 4 个目标各发送 2 个 FP32：每个目标 8 字节；总输入 8 个 FP32。</a:t>
            </a:r>
          </a:p>
        </p:txBody>
      </p:sp>
      <p:sp>
        <p:nvSpPr>
          <p:cNvPr id="129" name="本页向下表示主线；校验和资源查询的嵌套调用关系与完整签名见备注。">
            <a:extLst xmlns:a="http://schemas.openxmlformats.org/drawingml/2006/main">
              <a:ext uri="{FF2B5EF4-FFF2-40B4-BE49-F238E27FC236}">
                <a16:creationId xmlns:a16="http://schemas.microsoft.com/office/drawing/2014/main" id="{548F3F1D-A9DF-45AB-8958-DD391AC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本页向下表示主线；校验和资源查询的嵌套调用关系与完整签名见备注。</a:t>
            </a:r>
          </a:p>
        </p:txBody>
      </p:sp>
    </p:spTree>
    <p:extLst>
      <p:ext uri="{BB962C8B-B14F-4D97-AF65-F5344CB8AC3E}">
        <p14:creationId xmlns:p14="http://schemas.microsoft.com/office/powerpoint/2010/main" val="1663721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02  选算法：HCCL 做决策，HCOMM 提供配置和拓扑">
            <a:extLst xmlns:a="http://schemas.openxmlformats.org/drawingml/2006/main">
              <a:ext uri="{FF2B5EF4-FFF2-40B4-BE49-F238E27FC236}">
                <a16:creationId xmlns:a16="http://schemas.microsoft.com/office/drawing/2014/main" id="{C0FA8B26-85F5-4CAB-942C-D56E646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  选算法：HCCL 做决策，HCOMM 提供配置和拓扑</a:t>
            </a:r>
          </a:p>
        </p:txBody>
      </p:sp>
      <p:sp>
        <p:nvSpPr>
          <p:cNvPr id="2" name="已限定 AICPU_TS。拓扑上下文命中则复用；未命中时，下方 RankGraph 接口按构造需要查询。">
            <a:extLst xmlns:a="http://schemas.openxmlformats.org/drawingml/2006/main">
              <a:ext uri="{FF2B5EF4-FFF2-40B4-BE49-F238E27FC236}">
                <a16:creationId xmlns:a16="http://schemas.microsoft.com/office/drawing/2014/main" id="{5CF33A51-75EA-4C4B-A749-2AB36F3B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已限定 AICPU_TS。拓扑上下文命中则复用；未命中时，下方 RankGraph 接口按构造需要查询。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7E552867-0661-45C8-8C09-9EC1EC6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A684-A634-4EEA-9575-8B0D9B8F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6DCD0-B734-4D52-BF86-3CCFB8A9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C6D83043-CB26-4B14-A86E-BA4BB7D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选择器与拓扑说明构造">
            <a:extLst xmlns:a="http://schemas.openxmlformats.org/drawingml/2006/main">
              <a:ext uri="{FF2B5EF4-FFF2-40B4-BE49-F238E27FC236}">
                <a16:creationId xmlns:a16="http://schemas.microsoft.com/office/drawing/2014/main" id="{EC1AC754-6D3A-4746-8A00-326E4D61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选择器与拓扑说明构造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E8F9F-C2A1-4BDA-98FC-44E5A5C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080E3-AB17-4DD1-96A3-77285167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5D72D-F8E8-4BDD-859C-98985E3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6709D-744C-4882-9146-39465161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78E4D-5D2D-4BB9-BFEE-020A508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28C85-544E-418E-85C4-78139AD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7278FB8D-5F71-4F8E-8C49-10C70FCE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通信域配置 / 上下文 / 拓扑查询">
            <a:extLst xmlns:a="http://schemas.openxmlformats.org/drawingml/2006/main">
              <a:ext uri="{FF2B5EF4-FFF2-40B4-BE49-F238E27FC236}">
                <a16:creationId xmlns:a16="http://schemas.microsoft.com/office/drawing/2014/main" id="{36DD93A1-4367-4CAF-8416-3E219689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通信域配置 / 上下文 / 拓扑查询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0A095-3B8D-4AF6-BFDA-9898F378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8C1C8-05CA-43EA-964B-0E734D9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5E1D4-C18E-4A42-B5B4-710236B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A81BD-D252-4231-8E7B-A76B579D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5FE99-ADE2-4623-B2DD-FBD64ED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2F70C-F88F-4A53-8432-CE0B90D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AAE17-12C7-4550-B2F8-1D2E2B6A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8505D-15A0-4BCA-A90F-9138013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71623-56C8-4CF4-8389-334CD40D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01227B-B3D3-4090-AC80-AC39D7D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7959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99D5E-093C-4930-8A49-5CEE85D0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CB2E39-FBE0-4E99-9B18-F8907D91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1817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953F6D-B852-4062-B62A-8147177F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2B234-E3C0-486B-B43B-EC2EA11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5674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2EE844-0838-4694-9E86-4525110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6E78EC-4E65-44C3-AE83-D892B1D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06202-A14B-4329-B0B0-A70C086D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01747B-7300-4DBD-9228-4CE1754E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33899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24A7A4-80CC-4C2A-A4C5-1CFE8C9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C40B63-CF39-42A3-9DF2-643BD65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0AFE4E-62C9-4160-80D4-F344816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C552F8-D195-4CD9-90F6-DA9B8CE1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110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1F8731-B563-4B75-A3D7-65BDBA4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86008F-ED4F-46F2-A728-F31144B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4496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B2D768-A005-45BE-AA09-4A3B132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666CE9-60A3-4B95-A715-B4E80D1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4882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626CDB-C263-4611-8DBF-14B15917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8BC35D-78BF-4FF6-88E5-263F8B3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29628" y="5267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529F9C-2E06-4656-B2D4-12BE1D0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A9C9C8-1C74-4E0E-B533-DB754C37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829628" y="5653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3" name="顺序">
            <a:extLst xmlns:a="http://schemas.openxmlformats.org/drawingml/2006/main">
              <a:ext uri="{FF2B5EF4-FFF2-40B4-BE49-F238E27FC236}">
                <a16:creationId xmlns:a16="http://schemas.microsoft.com/office/drawing/2014/main" id="{227A5488-BD71-4E60-82CA-87693E0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C5DAE0-BE09-4B67-BFE5-8036CE75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5400CC-302C-422B-AA78-40B4FE9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72FD1A-625F-45F3-941A-0E4CD2F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C7BD3A-8C22-4B33-BFA8-EDDE622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0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7EB00A29-67F1-4E5B-8E0E-4629124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1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D4D1BBCB-A93C-40F2-BE8C-E8232160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589695-3D47-428D-A93D-706532C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3" name="01">
            <a:extLst xmlns:a="http://schemas.openxmlformats.org/drawingml/2006/main">
              <a:ext uri="{FF2B5EF4-FFF2-40B4-BE49-F238E27FC236}">
                <a16:creationId xmlns:a16="http://schemas.microsoft.com/office/drawing/2014/main" id="{65FC34BC-F300-40ED-95FE-578E3CA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3252D0-4488-4A17-A202-998ADA8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5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DFBE95E4-B7DC-45A1-B3D8-A5AE34F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76" name="解释通信域配置，确定本次展开方式">
            <a:extLst xmlns:a="http://schemas.openxmlformats.org/drawingml/2006/main">
              <a:ext uri="{FF2B5EF4-FFF2-40B4-BE49-F238E27FC236}">
                <a16:creationId xmlns:a16="http://schemas.microsoft.com/office/drawing/2014/main" id="{5D537954-A76E-4D04-8193-27E51F15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解释通信域配置，确定本次展开方式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C79319-B7C2-4706-9272-F1B37E9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8" name="02">
            <a:extLst xmlns:a="http://schemas.openxmlformats.org/drawingml/2006/main">
              <a:ext uri="{FF2B5EF4-FFF2-40B4-BE49-F238E27FC236}">
                <a16:creationId xmlns:a16="http://schemas.microsoft.com/office/drawing/2014/main" id="{3EACF295-9875-4C1C-80B2-8F9B5162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B395AD-64F0-4EE3-94CB-60294689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82403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0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83EED09A-12A5-4BB8-9C9E-CB7F905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84308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81" name="返回展开模式配置，本分析取 AICPU_TS">
            <a:extLst xmlns:a="http://schemas.openxmlformats.org/drawingml/2006/main">
              <a:ext uri="{FF2B5EF4-FFF2-40B4-BE49-F238E27FC236}">
                <a16:creationId xmlns:a16="http://schemas.microsoft.com/office/drawing/2014/main" id="{91F74E0B-07A7-469E-8AF6-1A7F671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0501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返回展开模式配置，本分析取 AICPU_TS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1A312F-2973-45D8-AF5A-28B46E1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9835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F4FDFE-BC9E-43B9-9B18-4D211664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835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599022" y="198405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DA5183-3662-472D-861A-A555186D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6" name="03">
            <a:extLst xmlns:a="http://schemas.openxmlformats.org/drawingml/2006/main">
              <a:ext uri="{FF2B5EF4-FFF2-40B4-BE49-F238E27FC236}">
                <a16:creationId xmlns:a16="http://schemas.microsoft.com/office/drawing/2014/main" id="{C9198171-97DB-4999-A6E5-B9EEFE4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D66C756-DB9D-4883-A28E-B268B689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980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8" name="AlltoAllVExecDispatch → Selector">
            <a:extLst xmlns:a="http://schemas.openxmlformats.org/drawingml/2006/main">
              <a:ext uri="{FF2B5EF4-FFF2-40B4-BE49-F238E27FC236}">
                <a16:creationId xmlns:a16="http://schemas.microsoft.com/office/drawing/2014/main" id="{D0231824-B91C-4065-84A6-0678FF0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 → Selector</a:t>
            </a:r>
          </a:p>
        </p:txBody>
      </p:sp>
      <p:sp>
        <p:nvSpPr>
          <p:cNvPr id="89" name="转入选择流程；Selector 统筹算法选择">
            <a:extLst xmlns:a="http://schemas.openxmlformats.org/drawingml/2006/main">
              <a:ext uri="{FF2B5EF4-FFF2-40B4-BE49-F238E27FC236}">
                <a16:creationId xmlns:a16="http://schemas.microsoft.com/office/drawing/2014/main" id="{6CB80835-9E8E-401A-95DB-F12B7B0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转入选择流程；Selector 统筹算法选择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6A2AAA-1226-448D-8AA5-683200CF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4">
            <a:extLst xmlns:a="http://schemas.openxmlformats.org/drawingml/2006/main">
              <a:ext uri="{FF2B5EF4-FFF2-40B4-BE49-F238E27FC236}">
                <a16:creationId xmlns:a16="http://schemas.microsoft.com/office/drawing/2014/main" id="{CB8044E0-574E-4CF7-9083-7260ADCF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CC814A-FE3A-4AA0-B6DE-264D373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9556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A99C70B9-DB17-47A2-BE76-FF793B4E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61461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94" name="能力支持时检查通信域状态；不是无条件必调">
            <a:extLst xmlns:a="http://schemas.openxmlformats.org/drawingml/2006/main">
              <a:ext uri="{FF2B5EF4-FFF2-40B4-BE49-F238E27FC236}">
                <a16:creationId xmlns:a16="http://schemas.microsoft.com/office/drawing/2014/main" id="{4390BA65-6181-4628-A5A5-F6E5DF91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77653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能力支持时检查通信域状态；不是无条件必调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638E0C-0748-4AD6-AB4B-16EDD32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7551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846D16-0BE2-487A-9BA6-3998B11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7551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3599022" y="2755583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651B64-8AFA-4B4E-9409-11772D0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9" name="05">
            <a:extLst xmlns:a="http://schemas.openxmlformats.org/drawingml/2006/main">
              <a:ext uri="{FF2B5EF4-FFF2-40B4-BE49-F238E27FC236}">
                <a16:creationId xmlns:a16="http://schemas.microsoft.com/office/drawing/2014/main" id="{A392B384-5637-4B0D-97A5-C67A2EB2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96B779-27DC-42FA-8C48-CEF627A5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8132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1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D21C2594-92AB-46CB-BA8E-CBDB0C63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102" name="恢复或生成算法需要的拓扑说明">
            <a:extLst xmlns:a="http://schemas.openxmlformats.org/drawingml/2006/main">
              <a:ext uri="{FF2B5EF4-FFF2-40B4-BE49-F238E27FC236}">
                <a16:creationId xmlns:a16="http://schemas.microsoft.com/office/drawing/2014/main" id="{6932B39F-C8C4-4C35-9C1F-E091EF7A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恢复或生成算法需要的拓扑说明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6E584F-24F6-482B-BF75-A245436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06">
            <a:extLst xmlns:a="http://schemas.openxmlformats.org/drawingml/2006/main">
              <a:ext uri="{FF2B5EF4-FFF2-40B4-BE49-F238E27FC236}">
                <a16:creationId xmlns:a16="http://schemas.microsoft.com/office/drawing/2014/main" id="{24DCB956-0831-40F7-BD78-03AAB38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6DE5DDC-46F6-406E-88DB-8EF33FD7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36708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6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D3ADD3C1-5307-4DA4-B97E-EA278C7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8613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107" name="先查拓扑上下文；命中时跳过下方重新构造">
            <a:extLst xmlns:a="http://schemas.openxmlformats.org/drawingml/2006/main">
              <a:ext uri="{FF2B5EF4-FFF2-40B4-BE49-F238E27FC236}">
                <a16:creationId xmlns:a16="http://schemas.microsoft.com/office/drawing/2014/main" id="{F44A368C-93DB-41EA-97D2-FB29436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54806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先查拓扑上下文；命中时跳过下方重新构造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295745-690A-44FC-BCD8-BDA0AEE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09DBFA-1AD9-47E7-A7DD-D5B5FD81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3599022" y="352710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113F7B-921A-4BEE-B399-2DFC309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07">
            <a:extLst xmlns:a="http://schemas.openxmlformats.org/drawingml/2006/main">
              <a:ext uri="{FF2B5EF4-FFF2-40B4-BE49-F238E27FC236}">
                <a16:creationId xmlns:a16="http://schemas.microsoft.com/office/drawing/2014/main" id="{738BC8C4-1CFF-4670-A917-56E8E0B7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2581C4D-16E6-4A1D-836C-D14B630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4" name="HcclRankGraphGetLayers">
            <a:extLst xmlns:a="http://schemas.openxmlformats.org/drawingml/2006/main">
              <a:ext uri="{FF2B5EF4-FFF2-40B4-BE49-F238E27FC236}">
                <a16:creationId xmlns:a16="http://schemas.microsoft.com/office/drawing/2014/main" id="{A1BDE9BD-F328-434C-9E50-DE91C97A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</p:txBody>
      </p:sp>
      <p:sp>
        <p:nvSpPr>
          <p:cNvPr id="115" name="【未命中时按需】返回可用网络层">
            <a:extLst xmlns:a="http://schemas.openxmlformats.org/drawingml/2006/main">
              <a:ext uri="{FF2B5EF4-FFF2-40B4-BE49-F238E27FC236}">
                <a16:creationId xmlns:a16="http://schemas.microsoft.com/office/drawing/2014/main" id="{D0977236-6077-4AF7-933C-D7616DF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【未命中时按需】返回可用网络层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166AE85-28AE-492A-9D38-21CBF83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F08256-31D7-49DD-85B0-9BFB79A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3599022" y="391287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E745AD0-EFDA-4BE9-838B-63C9D326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0" name="08">
            <a:extLst xmlns:a="http://schemas.openxmlformats.org/drawingml/2006/main">
              <a:ext uri="{FF2B5EF4-FFF2-40B4-BE49-F238E27FC236}">
                <a16:creationId xmlns:a16="http://schemas.microsoft.com/office/drawing/2014/main" id="{3EDA625F-9335-49D0-B934-F2BFBA3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52FE70-CC2E-47B5-A4FB-047235C5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13861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2" name="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2A77454A-92BF-4CC7-B3CA-9FD92B7E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15766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123" name="【未命中时按需】返回层内 Rank 成员">
            <a:extLst xmlns:a="http://schemas.openxmlformats.org/drawingml/2006/main">
              <a:ext uri="{FF2B5EF4-FFF2-40B4-BE49-F238E27FC236}">
                <a16:creationId xmlns:a16="http://schemas.microsoft.com/office/drawing/2014/main" id="{C27F089D-8CFA-4664-A1B3-A7186F68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1958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【未命中时按需】返回层内 Rank 成员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62F1FA-EC57-417D-9387-7DA8DCB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D144BC-C3E0-48C2-81CF-159666F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3599022" y="4298633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B5ACBC-6BCB-40F6-88A8-9F9A9F47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8" name="09">
            <a:extLst xmlns:a="http://schemas.openxmlformats.org/drawingml/2006/main">
              <a:ext uri="{FF2B5EF4-FFF2-40B4-BE49-F238E27FC236}">
                <a16:creationId xmlns:a16="http://schemas.microsoft.com/office/drawing/2014/main" id="{E8CCC1AC-BBAA-4A73-AEA8-75D7BC4A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6FA80F-1F32-46B0-BDC6-138F8AA2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524375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0" name="HcclRankGraphGetTopoType">
            <a:extLst xmlns:a="http://schemas.openxmlformats.org/drawingml/2006/main">
              <a:ext uri="{FF2B5EF4-FFF2-40B4-BE49-F238E27FC236}">
                <a16:creationId xmlns:a16="http://schemas.microsoft.com/office/drawing/2014/main" id="{7721DEF0-3EAC-4C92-B564-E3207BB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5434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</p:txBody>
      </p:sp>
      <p:sp>
        <p:nvSpPr>
          <p:cNvPr id="131" name="【未命中时按需】返回指定拓扑实例的类型">
            <a:extLst xmlns:a="http://schemas.openxmlformats.org/drawingml/2006/main">
              <a:ext uri="{FF2B5EF4-FFF2-40B4-BE49-F238E27FC236}">
                <a16:creationId xmlns:a16="http://schemas.microsoft.com/office/drawing/2014/main" id="{BE3CAB46-5C45-4180-BAA1-BE4B89C8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705350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【未命中时按需】返回指定拓扑实例的类型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F9179B-5441-4DA6-BFCF-87031B6D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6839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216162E-02D3-4FE9-A629-3B1C96DC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839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3599022" y="4684396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5E39E7A-35C4-49C1-95EE-BAF4BA6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6" name="10">
            <a:extLst xmlns:a="http://schemas.openxmlformats.org/drawingml/2006/main">
              <a:ext uri="{FF2B5EF4-FFF2-40B4-BE49-F238E27FC236}">
                <a16:creationId xmlns:a16="http://schemas.microsoft.com/office/drawing/2014/main" id="{8341C61D-AC77-42F0-AC82-7345754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CD5C1B-BFD5-4979-AEC9-1171121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910138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8" name="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66351095-A063-46B6-AE0C-B19DA03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929188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139" name="【未命中时按需】查询 Rank 间可用链路">
            <a:extLst xmlns:a="http://schemas.openxmlformats.org/drawingml/2006/main">
              <a:ext uri="{FF2B5EF4-FFF2-40B4-BE49-F238E27FC236}">
                <a16:creationId xmlns:a16="http://schemas.microsoft.com/office/drawing/2014/main" id="{56250D74-3C37-40ED-8681-D1F434BD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5091113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【未命中时按需】查询 Rank 间可用链路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5F6053A-BAA6-4DA6-AF89-8F6A8201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069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89E736-1CB0-4DF6-BDCC-7ACAC9BF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5069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3599022" y="5070158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B8239E1-6492-4061-8516-4B985BC3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4" name="11">
            <a:extLst xmlns:a="http://schemas.openxmlformats.org/drawingml/2006/main">
              <a:ext uri="{FF2B5EF4-FFF2-40B4-BE49-F238E27FC236}">
                <a16:creationId xmlns:a16="http://schemas.microsoft.com/office/drawing/2014/main" id="{82C19B1F-8C87-411F-8E16-A9BCAE6F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004EC25-583D-4A8A-A7B2-CE8A032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95900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6" name="AlltoAllAutoSelector::SelectAicpuAlgo">
            <a:extLst xmlns:a="http://schemas.openxmlformats.org/drawingml/2006/main">
              <a:ext uri="{FF2B5EF4-FFF2-40B4-BE49-F238E27FC236}">
                <a16:creationId xmlns:a16="http://schemas.microsoft.com/office/drawing/2014/main" id="{39BD91AE-5393-435E-9A8C-E03870DF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AlltoAllAutoSelector::SelectAicpuAlgo</a:t>
            </a:r>
          </a:p>
        </p:txBody>
      </p:sp>
      <p:sp>
        <p:nvSpPr>
          <p:cNvPr id="147" name="结合拓扑与数据量选择 AICPU 算法，本例为普通 Mesh">
            <a:extLst xmlns:a="http://schemas.openxmlformats.org/drawingml/2006/main">
              <a:ext uri="{FF2B5EF4-FFF2-40B4-BE49-F238E27FC236}">
                <a16:creationId xmlns:a16="http://schemas.microsoft.com/office/drawing/2014/main" id="{ED9AADC6-905E-46BA-B676-59ED167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结合拓扑与数据量选择 AICPU 算法，本例为普通 Mesh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1FFA8BC-CD35-439F-83A9-CB0B7C54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9" name="12">
            <a:extLst xmlns:a="http://schemas.openxmlformats.org/drawingml/2006/main">
              <a:ext uri="{FF2B5EF4-FFF2-40B4-BE49-F238E27FC236}">
                <a16:creationId xmlns:a16="http://schemas.microsoft.com/office/drawing/2014/main" id="{C421452B-DAF3-4C28-8C6E-129C56DF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050DAFB-18DB-4272-A7AA-A928025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81663"/>
            <a:ext cx="5310188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1" name="HcclExecOp">
            <a:extLst xmlns:a="http://schemas.openxmlformats.org/drawingml/2006/main">
              <a:ext uri="{FF2B5EF4-FFF2-40B4-BE49-F238E27FC236}">
                <a16:creationId xmlns:a16="http://schemas.microsoft.com/office/drawing/2014/main" id="{A43B88FE-0C6F-43AC-B02E-FC86130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00713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52" name="拿着算法名称和规范参数，进入 P4 的资源准备">
            <a:extLst xmlns:a="http://schemas.openxmlformats.org/drawingml/2006/main">
              <a:ext uri="{FF2B5EF4-FFF2-40B4-BE49-F238E27FC236}">
                <a16:creationId xmlns:a16="http://schemas.microsoft.com/office/drawing/2014/main" id="{F6F55596-A032-4495-8BFD-3E0D843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62638"/>
            <a:ext cx="5176838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拿着算法名称和规范参数，进入 P4 的资源准备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F9B9CF2-61C3-4B62-AE3D-DC19062D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4" name="结果：选定执行器 / 模板及通信分组依据；选择算法在 HCCL，不在 HCOMM 数据搬运原语中。">
            <a:extLst xmlns:a="http://schemas.openxmlformats.org/drawingml/2006/main">
              <a:ext uri="{FF2B5EF4-FFF2-40B4-BE49-F238E27FC236}">
                <a16:creationId xmlns:a16="http://schemas.microsoft.com/office/drawing/2014/main" id="{61FC2D89-C5CE-4218-9AC5-D36F4FF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结果：选定执行器 / 模板及通信分组依据；选择算法在 HCCL，不在 HCOMM 数据搬运原语中。</a:t>
            </a:r>
          </a:p>
        </p:txBody>
      </p:sp>
      <p:sp>
        <p:nvSpPr>
          <p:cNvPr id="155" name="RankGraph 区域是按需查询集合，不是每次必定按此顺序调用；实例、端点等完整接口逐项释义见备注。">
            <a:extLst xmlns:a="http://schemas.openxmlformats.org/drawingml/2006/main">
              <a:ext uri="{FF2B5EF4-FFF2-40B4-BE49-F238E27FC236}">
                <a16:creationId xmlns:a16="http://schemas.microsoft.com/office/drawing/2014/main" id="{0123F9B2-942D-4E91-95D8-80FAE9DE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RankGraph 区域是按需查询集合，不是每次必定按此顺序调用；实例、端点等完整接口逐项释义见备注。</a:t>
            </a:r>
          </a:p>
        </p:txBody>
      </p:sp>
    </p:spTree>
    <p:extLst>
      <p:ext uri="{BB962C8B-B14F-4D97-AF65-F5344CB8AC3E}">
        <p14:creationId xmlns:p14="http://schemas.microsoft.com/office/powerpoint/2010/main" val="817416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03  资源规划：先绑定用户流，再计算需要哪些队列和通道">
            <a:extLst xmlns:a="http://schemas.openxmlformats.org/drawingml/2006/main">
              <a:ext uri="{FF2B5EF4-FFF2-40B4-BE49-F238E27FC236}">
                <a16:creationId xmlns:a16="http://schemas.microsoft.com/office/drawing/2014/main" id="{02E0C53A-267F-4D8A-9797-250DC9E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  资源规划：先绑定用户流，再计算需要哪些队列和通道</a:t>
            </a:r>
          </a:p>
        </p:txBody>
      </p:sp>
      <p:sp>
        <p:nvSpPr>
          <p:cNvPr id="2" name="Thread 是通信任务队列句柄，不是 OS 线程。这里先取得用户流视图，并检查算法资源能否复用。">
            <a:extLst xmlns:a="http://schemas.openxmlformats.org/drawingml/2006/main">
              <a:ext uri="{FF2B5EF4-FFF2-40B4-BE49-F238E27FC236}">
                <a16:creationId xmlns:a16="http://schemas.microsoft.com/office/drawing/2014/main" id="{BBFA54B1-369D-406C-81C2-05B780A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Thread 是通信任务队列句柄，不是 OS 线程。这里先取得用户流视图，并检查算法资源能否复用。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AD8FB8DF-C26B-41DF-9BEE-44251550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C5AB2-D39D-40F0-AD25-8165313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8941-9972-48DC-8983-A69B91F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4D0B7180-FCA4-45D8-AE83-EA9179D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执行器 / 缓存判断 / 资源清单">
            <a:extLst xmlns:a="http://schemas.openxmlformats.org/drawingml/2006/main">
              <a:ext uri="{FF2B5EF4-FFF2-40B4-BE49-F238E27FC236}">
                <a16:creationId xmlns:a16="http://schemas.microsoft.com/office/drawing/2014/main" id="{9B348DC0-0597-463D-93BD-8694649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执行器 / 缓存判断 / 资源清单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56580-FF47-44B3-9D90-442CFA6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60DA8-849C-48E2-86AF-ED5C462F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47254-5E12-456F-AC41-8B4E187B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A6A76-B6DE-4F66-8D94-B265837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EC3F9-03F7-401D-916E-8F607A6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AF2E6-9C90-40AC-848F-776F295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3BFA190D-B6EC-40CE-B5D3-B030CDEE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通信域资源管理">
            <a:extLst xmlns:a="http://schemas.openxmlformats.org/drawingml/2006/main">
              <a:ext uri="{FF2B5EF4-FFF2-40B4-BE49-F238E27FC236}">
                <a16:creationId xmlns:a16="http://schemas.microsoft.com/office/drawing/2014/main" id="{94259BB4-3196-4347-9262-BB6F980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通信域资源管理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93B36-4A8E-488F-9095-3210E5B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28752-5E6B-4C13-8130-89586B96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94346-FBF5-4C14-8106-86019CA5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F1E63-4D4E-4167-80D2-D16E70E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3AF26-F5DE-4040-9A7F-738BE84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E6129-C983-4403-99A6-B1ED46B9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36101-C160-46CB-93E4-BB051E4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7A738-341D-477F-BEF7-174384E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FA901-A1B6-4F97-AA00-155523DD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9C292-A2E4-46FB-AC6E-BDCC969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73436-2E7A-4CBA-BAF3-E8C8D39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3AC21F-6C1C-4125-B9FD-BE3FD60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EB1D6B-F666-4305-8471-C13887A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3EDFE0-5470-4D2D-B4BC-099AAE3E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8BDAA-DD21-482C-AC29-3EDD6A9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60B7F-1ABB-4C8C-A392-60A78CEA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71756C-3EE7-4F9A-9527-EB4CF3A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60CBE9-875D-4AAF-9055-2FA08B2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018B9-4249-4829-8142-103B0354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2B92F2-5800-4479-BECF-CBD8A18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E75C48-973D-4AE2-B501-AB02FD9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72341-C506-47EA-A4E5-0142982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5AB5A4-0A88-49AC-A0F9-4B14577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A167A5-9BC3-4127-9045-858EC6B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750FC7-3C0C-4007-A164-3E79DB21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50C196-1517-4684-B8BB-34201AB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7CBCF01D-5DC2-464A-98EE-0788EA0B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A3B45C-DE9E-4A31-9664-B9D602C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42E75C-CE44-4BB0-BE6E-F96C3A3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9F5B5-D64A-4A5C-BE55-B32BB51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96431A-31E3-4758-9EF5-BF23C3E0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314441A5-2260-498F-BD2C-944EB8A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255AD279-12EC-4DD5-827E-0B07CE2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FD82C6-6AD4-4A2E-BBA6-6B2803E2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E19479E3-6123-452C-B6DB-214EAA2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0526CA-2769-453B-8D2B-7A8E778A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GetAlgExec">
            <a:extLst xmlns:a="http://schemas.openxmlformats.org/drawingml/2006/main">
              <a:ext uri="{FF2B5EF4-FFF2-40B4-BE49-F238E27FC236}">
                <a16:creationId xmlns:a16="http://schemas.microsoft.com/office/drawing/2014/main" id="{AD24BCA4-3764-4AC3-AF38-2B1AFCC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70" name="按选定算法名称取得 Host 侧执行器对象">
            <a:extLst xmlns:a="http://schemas.openxmlformats.org/drawingml/2006/main">
              <a:ext uri="{FF2B5EF4-FFF2-40B4-BE49-F238E27FC236}">
                <a16:creationId xmlns:a16="http://schemas.microsoft.com/office/drawing/2014/main" id="{547BBE2E-7D1C-49F6-9D57-95398946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按选定算法名称取得 Host 侧执行器对象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257FE1-E48B-4F2A-ABD5-9698EDB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328FB210-FEDB-41BE-8D62-66BC3346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7AF659-EBD5-4889-9263-909420FE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1A3E26F8-EBA1-4C36-86E3-E9EAD12D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75" name="把用户 stream 包装为 CPU_TS 通信 Thread">
            <a:extLst xmlns:a="http://schemas.openxmlformats.org/drawingml/2006/main">
              <a:ext uri="{FF2B5EF4-FFF2-40B4-BE49-F238E27FC236}">
                <a16:creationId xmlns:a16="http://schemas.microsoft.com/office/drawing/2014/main" id="{CFDCA659-B842-4C18-A169-A3E033B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把用户 stream 包装为 CPU_TS 通信 Thread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398C22-73CF-45F0-B0C5-C36333F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635D1E-E46A-4F1C-9E40-663F5C5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CE2725-D812-4169-85AC-3F3A4D0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48F9B6D5-125C-459B-A531-59547AC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68EB66-89A8-41C6-84F1-F20D324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A0BED037-181D-471A-80BB-C955B442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83" name="CPU_TS 用户 Thread → AICPU_TS 可用句柄">
            <a:extLst xmlns:a="http://schemas.openxmlformats.org/drawingml/2006/main">
              <a:ext uri="{FF2B5EF4-FFF2-40B4-BE49-F238E27FC236}">
                <a16:creationId xmlns:a16="http://schemas.microsoft.com/office/drawing/2014/main" id="{16607694-9382-4732-938A-52DC793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CPU_TS 用户 Thread → AICPU_TS 可用句柄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534703-0738-4308-BB9A-CE45C28D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FCBC7BB-BC8D-4F91-A42A-BF43E9D6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599022" y="256270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5A3086-B83B-4A23-B6B5-80BCBFA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04">
            <a:extLst xmlns:a="http://schemas.openxmlformats.org/drawingml/2006/main">
              <a:ext uri="{FF2B5EF4-FFF2-40B4-BE49-F238E27FC236}">
                <a16:creationId xmlns:a16="http://schemas.microsoft.com/office/drawing/2014/main" id="{74D459D6-F6F8-4999-AA40-A244C89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1EE424-A48F-4520-942A-0262392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0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C98B6B9C-9614-4D4C-87BD-02D6FEB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91" name="统一进入算法资源取得流程">
            <a:extLst xmlns:a="http://schemas.openxmlformats.org/drawingml/2006/main">
              <a:ext uri="{FF2B5EF4-FFF2-40B4-BE49-F238E27FC236}">
                <a16:creationId xmlns:a16="http://schemas.microsoft.com/office/drawing/2014/main" id="{0511199E-A9DE-43BC-B133-7E3EB1E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统一进入算法资源取得流程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A665FA-9732-467B-9C00-247646B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5">
            <a:extLst xmlns:a="http://schemas.openxmlformats.org/drawingml/2006/main">
              <a:ext uri="{FF2B5EF4-FFF2-40B4-BE49-F238E27FC236}">
                <a16:creationId xmlns:a16="http://schemas.microsoft.com/office/drawing/2014/main" id="{1E980FE1-08FA-445E-9DAD-89C3B3D1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9481468-585C-45E2-B64B-BB36027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GetAlgoMeta">
            <a:extLst xmlns:a="http://schemas.openxmlformats.org/drawingml/2006/main">
              <a:ext uri="{FF2B5EF4-FFF2-40B4-BE49-F238E27FC236}">
                <a16:creationId xmlns:a16="http://schemas.microsoft.com/office/drawing/2014/main" id="{74AD8A6C-D3BD-44CC-A985-D559328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</a:p>
        </p:txBody>
      </p:sp>
      <p:sp>
        <p:nvSpPr>
          <p:cNvPr id="96" name="读取算法登记属性，决定资源准备方式">
            <a:extLst xmlns:a="http://schemas.openxmlformats.org/drawingml/2006/main">
              <a:ext uri="{FF2B5EF4-FFF2-40B4-BE49-F238E27FC236}">
                <a16:creationId xmlns:a16="http://schemas.microsoft.com/office/drawing/2014/main" id="{FB102A58-756F-418E-A4C7-9CEA674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读取算法登记属性，决定资源准备方式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439578-0ECD-41C3-BDE3-8FB2558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6">
            <a:extLst xmlns:a="http://schemas.openxmlformats.org/drawingml/2006/main">
              <a:ext uri="{FF2B5EF4-FFF2-40B4-BE49-F238E27FC236}">
                <a16:creationId xmlns:a16="http://schemas.microsoft.com/office/drawing/2014/main" id="{6D8FE985-400E-45ED-88E6-1A07C52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E78CA5-F2FA-49DF-AD1B-0D63E98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TryReuseResource">
            <a:extLst xmlns:a="http://schemas.openxmlformats.org/drawingml/2006/main">
              <a:ext uri="{FF2B5EF4-FFF2-40B4-BE49-F238E27FC236}">
                <a16:creationId xmlns:a16="http://schemas.microsoft.com/office/drawing/2014/main" id="{7DFF5C64-25A5-41C8-B955-4FFAD3D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</a:p>
        </p:txBody>
      </p:sp>
      <p:sp>
        <p:nvSpPr>
          <p:cNvPr id="101" name="检查同类算法的已保存资源是否可直接使用">
            <a:extLst xmlns:a="http://schemas.openxmlformats.org/drawingml/2006/main">
              <a:ext uri="{FF2B5EF4-FFF2-40B4-BE49-F238E27FC236}">
                <a16:creationId xmlns:a16="http://schemas.microsoft.com/office/drawing/2014/main" id="{236A1655-858F-4769-B165-C64ECE8A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检查同类算法的已保存资源是否可直接使用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6679996-DDAF-459F-AF1E-627CAE0D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7">
            <a:extLst xmlns:a="http://schemas.openxmlformats.org/drawingml/2006/main">
              <a:ext uri="{FF2B5EF4-FFF2-40B4-BE49-F238E27FC236}">
                <a16:creationId xmlns:a16="http://schemas.microsoft.com/office/drawing/2014/main" id="{8EED5657-FD33-40D6-89D5-63D1A59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0CB69A-FDCD-438C-AE17-24683CA0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FD3B587E-DA49-4678-AA32-74254D2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106" name="查询算法资源上下文；命中则复用相应资源">
            <a:extLst xmlns:a="http://schemas.openxmlformats.org/drawingml/2006/main">
              <a:ext uri="{FF2B5EF4-FFF2-40B4-BE49-F238E27FC236}">
                <a16:creationId xmlns:a16="http://schemas.microsoft.com/office/drawing/2014/main" id="{7783081F-2B9D-4E2E-B1E1-FE1FACE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查询算法资源上下文；命中则复用相应资源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DD6DB9D-79AF-423E-A3E3-9790975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F8D0D4-DA8D-4C05-9438-BD5D9516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3599022" y="4414362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12ABA3-B520-4E4D-9619-E75535F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3989F07B-A484-42B3-905F-5B82F3C9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8723E7B-E956-4104-A704-8933518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CalcAlgHierarchyInfoV2">
            <a:extLst xmlns:a="http://schemas.openxmlformats.org/drawingml/2006/main">
              <a:ext uri="{FF2B5EF4-FFF2-40B4-BE49-F238E27FC236}">
                <a16:creationId xmlns:a16="http://schemas.microsoft.com/office/drawing/2014/main" id="{566D7533-3F82-44E9-BC4B-ABADACC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</a:p>
        </p:txBody>
      </p:sp>
      <p:sp>
        <p:nvSpPr>
          <p:cNvPr id="114" name="【未命中主线】按拓扑形成算法通信分组">
            <a:extLst xmlns:a="http://schemas.openxmlformats.org/drawingml/2006/main">
              <a:ext uri="{FF2B5EF4-FFF2-40B4-BE49-F238E27FC236}">
                <a16:creationId xmlns:a16="http://schemas.microsoft.com/office/drawing/2014/main" id="{615FE346-025F-4C18-A712-9B2F49D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【未命中主线】按拓扑形成算法通信分组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CFB7693-EF06-4462-9AD9-2DD1F17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2CEBD8B5-BF7D-4A3E-8B94-6148BB92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F9EB814-3F1A-450D-9D85-D290FFA8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CalcRes">
            <a:extLst xmlns:a="http://schemas.openxmlformats.org/drawingml/2006/main">
              <a:ext uri="{FF2B5EF4-FFF2-40B4-BE49-F238E27FC236}">
                <a16:creationId xmlns:a16="http://schemas.microsoft.com/office/drawing/2014/main" id="{D76DF06E-A6B6-46DE-965A-7B0F9D82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</a:p>
        </p:txBody>
      </p:sp>
      <p:sp>
        <p:nvSpPr>
          <p:cNvPr id="119" name="【未命中主线】列出 Thread、通知、缓冲区、Channel 需求">
            <a:extLst xmlns:a="http://schemas.openxmlformats.org/drawingml/2006/main">
              <a:ext uri="{FF2B5EF4-FFF2-40B4-BE49-F238E27FC236}">
                <a16:creationId xmlns:a16="http://schemas.microsoft.com/office/drawing/2014/main" id="{DDD2E8DE-3AB7-4958-ABD7-57D9C4CC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【未命中主线】列出 Thread、通知、缓冲区、Channel 需求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A513B1-7D9D-4A09-A387-B651097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B3C4E4C2-FF8D-4748-922F-A07A32FE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2424A1-684B-4973-98B9-DD896B8C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8709636D-A910-4E83-8F4F-1BA67504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124" name="进入 AICPU 专用资源申请；下一步在 P5">
            <a:extLst xmlns:a="http://schemas.openxmlformats.org/drawingml/2006/main">
              <a:ext uri="{FF2B5EF4-FFF2-40B4-BE49-F238E27FC236}">
                <a16:creationId xmlns:a16="http://schemas.microsoft.com/office/drawing/2014/main" id="{C6B9E704-30D4-43E3-9774-965BFFE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 AICPU 专用资源申请；下一步在 P5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78E4DC-3C56-481F-8849-7E60ABD6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这一次导出“用户 Thread”：设备完成时，要用它把完成通知发回用户流。">
            <a:extLst xmlns:a="http://schemas.openxmlformats.org/drawingml/2006/main">
              <a:ext uri="{FF2B5EF4-FFF2-40B4-BE49-F238E27FC236}">
                <a16:creationId xmlns:a16="http://schemas.microsoft.com/office/drawing/2014/main" id="{DA6824BC-3F44-4BE6-8746-C7268EE0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这一次导出“用户 Thread”：设备完成时，要用它把完成通知发回用户流。</a:t>
            </a:r>
          </a:p>
        </p:txBody>
      </p:sp>
      <p:sp>
        <p:nvSpPr>
          <p:cNvPr id="127" name="资源命中只省掉资源创建，不省掉本次通信；它与 AICPU Task Cache 是两种不同缓存。">
            <a:extLst xmlns:a="http://schemas.openxmlformats.org/drawingml/2006/main">
              <a:ext uri="{FF2B5EF4-FFF2-40B4-BE49-F238E27FC236}">
                <a16:creationId xmlns:a16="http://schemas.microsoft.com/office/drawing/2014/main" id="{25CC66F2-1D9D-4F0A-A1E4-22737A3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资源命中只省掉资源创建，不省掉本次通信；它与 AICPU Task Cache 是两种不同缓存。</a:t>
            </a:r>
          </a:p>
        </p:txBody>
      </p:sp>
    </p:spTree>
    <p:extLst>
      <p:ext uri="{BB962C8B-B14F-4D97-AF65-F5344CB8AC3E}">
        <p14:creationId xmlns:p14="http://schemas.microsoft.com/office/powerpoint/2010/main" val="596155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04  取得资源：HCCL 按清单向 HCOMM 申请">
            <a:extLst xmlns:a="http://schemas.openxmlformats.org/drawingml/2006/main">
              <a:ext uri="{FF2B5EF4-FFF2-40B4-BE49-F238E27FC236}">
                <a16:creationId xmlns:a16="http://schemas.microsoft.com/office/drawing/2014/main" id="{242E2429-B858-4B49-B837-F74A90BB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  取得资源：HCCL 按清单向 HCOMM 申请</a:t>
            </a:r>
          </a:p>
        </p:txBody>
      </p:sp>
      <p:sp>
        <p:nvSpPr>
          <p:cNvPr id="2" name="承接 P4 的资源未命中主线。每条横线都表示 HCCL 调用 HCOMM；各 API 下方写返回什么。">
            <a:extLst xmlns:a="http://schemas.openxmlformats.org/drawingml/2006/main">
              <a:ext uri="{FF2B5EF4-FFF2-40B4-BE49-F238E27FC236}">
                <a16:creationId xmlns:a16="http://schemas.microsoft.com/office/drawing/2014/main" id="{DDF3E63C-BE79-4D60-8FD9-31E095F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承接 P4 的资源未命中主线。每条横线都表示 HCCL 调用 HCOMM；各 API 下方写返回什么。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3E87A6CF-5BC9-4377-9543-C55789D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851A8-ED76-4808-964C-88581135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596C6-476A-4F6D-A443-AA8B03C6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DC44C627-08CB-4A80-B318-6F364F0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资源申请组织">
            <a:extLst xmlns:a="http://schemas.openxmlformats.org/drawingml/2006/main">
              <a:ext uri="{FF2B5EF4-FFF2-40B4-BE49-F238E27FC236}">
                <a16:creationId xmlns:a16="http://schemas.microsoft.com/office/drawing/2014/main" id="{423F9566-70EF-4217-8397-8C7A98A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资源申请组织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843A1-BAC9-4933-97F5-2CA0277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9F702-D43B-42AB-AABB-5167F1C8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2C788-822B-44F6-B30E-9A149B0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0BB25-5B3B-4734-92E1-1DF3BFE5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EDC4-212F-44AB-A1CC-E44B904F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61289-DF05-41B2-B3B2-60AEF4C8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33418C19-40FB-447D-B681-4F810F57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内存管理 / 通信域资源管理">
            <a:extLst xmlns:a="http://schemas.openxmlformats.org/drawingml/2006/main">
              <a:ext uri="{FF2B5EF4-FFF2-40B4-BE49-F238E27FC236}">
                <a16:creationId xmlns:a16="http://schemas.microsoft.com/office/drawing/2014/main" id="{0AF6F1FF-1377-402C-A78D-177A4B5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内存管理 / 通信域资源管理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1DA2F-2F36-4CE3-B702-910F8D60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4C3A7-A24C-40C9-ACB5-8609C9B0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91D0D-9DE9-4C7A-A88E-E0F3C45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F8861-6FF1-465A-A122-A88E83D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173C9-9B86-4A94-BB0E-06A538EB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5144E-AC4B-4D39-BA8C-B697F35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1F17F-DAEE-45C9-81DE-9539948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30F3B-64DC-44DB-A9CB-A23B7575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01ED1-A87B-4370-8695-C7422E6D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CBC67-2203-4D6D-A33A-B2643C7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59F6E-9F5C-4404-9407-97C1746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C311B-301D-461F-B09D-3554C588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B1A9F3-FDAA-428A-88F0-343FDA0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A131B-89E5-4D4A-B4C7-3ED9C8FE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CB0544-A1DC-4138-A8E0-CBEEB34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8D58F5-0E68-4D28-8996-3DDFCE41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106CE-7AAC-4F0F-8D9C-3C8CAF7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9DF50-BFDF-4697-9972-8B0EC02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242854-6ED1-402D-86E2-9DCC7A1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8BC5C-1F74-41DB-A2B1-ED73EC9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227794-EB44-4C1E-86D1-42728D1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8275AE-700F-4A09-9627-3FBF664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3E7D58-D131-4CB6-96E6-F91D01C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F2D3A-0100-4F56-B902-209342C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80993F-088A-42DF-AEF1-EC6B4BC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CB035B-9F69-497D-9B14-94F55A8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ED89D2C4-981E-46FE-B741-FFE9BE50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263801-81B5-48B1-95CA-AEEA8BB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5925F5-6915-4645-BE7B-CCC7BE0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D62FEB-F3CE-4AEB-83A1-AA18457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875DF7-DFAA-4D9C-BF6D-F319191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F01129D1-051B-486A-A8B6-E615A00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D04EAE16-6BBE-450C-8727-A5A5962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65876F-E2AC-49AC-B6DC-808B669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40527C95-B3A6-4A02-80FA-267A4351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CF7D0B-2BB3-40CB-AACA-FEF0A889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087B9D8B-1393-478B-B02A-4B2DB645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0" name="按清单准备缓冲区、Thread 和 Channel">
            <a:extLst xmlns:a="http://schemas.openxmlformats.org/drawingml/2006/main">
              <a:ext uri="{FF2B5EF4-FFF2-40B4-BE49-F238E27FC236}">
                <a16:creationId xmlns:a16="http://schemas.microsoft.com/office/drawing/2014/main" id="{7FFB4006-551E-4113-8663-0D0E6C35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按清单准备缓冲区、Thread 和 Channel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018AE0-4684-4B19-ACC8-64D59615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73B46A40-338B-4570-802A-A346B37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9B2AD3-14F8-4295-9E77-7A31732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A6D3AA4-EFC0-460C-892A-DF5F526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75" name="【内存】返回本 Rank CCL Buffer 地址与容量">
            <a:extLst xmlns:a="http://schemas.openxmlformats.org/drawingml/2006/main">
              <a:ext uri="{FF2B5EF4-FFF2-40B4-BE49-F238E27FC236}">
                <a16:creationId xmlns:a16="http://schemas.microsoft.com/office/drawing/2014/main" id="{E9D2CB9B-E9CE-438B-837D-1CE714B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【内存】返回本 Rank CCL Buffer 地址与容量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16898A-A03A-4B88-B10A-0B7733A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88027E-EE33-45FA-96C2-F2476BD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74AD3F-499B-4D01-9E9D-081E6A29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531EAB72-C1FA-4954-9DB7-5049AC9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9F53CF-A770-4FD0-85DA-BD9E79B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GetThread">
            <a:extLst xmlns:a="http://schemas.openxmlformats.org/drawingml/2006/main">
              <a:ext uri="{FF2B5EF4-FFF2-40B4-BE49-F238E27FC236}">
                <a16:creationId xmlns:a16="http://schemas.microsoft.com/office/drawing/2014/main" id="{9EC1DDE4-170A-4025-AB20-87133F2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</a:p>
        </p:txBody>
      </p:sp>
      <p:sp>
        <p:nvSpPr>
          <p:cNvPr id="83" name="组织本次算法的通信队列获取">
            <a:extLst xmlns:a="http://schemas.openxmlformats.org/drawingml/2006/main">
              <a:ext uri="{FF2B5EF4-FFF2-40B4-BE49-F238E27FC236}">
                <a16:creationId xmlns:a16="http://schemas.microsoft.com/office/drawing/2014/main" id="{98866D89-2D64-4DBE-8F50-E19B60E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组织本次算法的通信队列获取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6C77B9-7C88-4E47-88AD-F4111DB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1ADE63EF-35ED-4418-B4FB-53E842E2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8BD33D-5FAA-438B-A69D-C53FD5AE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GetAicpuThread">
            <a:extLst xmlns:a="http://schemas.openxmlformats.org/drawingml/2006/main">
              <a:ext uri="{FF2B5EF4-FFF2-40B4-BE49-F238E27FC236}">
                <a16:creationId xmlns:a16="http://schemas.microsoft.com/office/drawing/2014/main" id="{B6C08DA9-D404-4302-AC58-106094D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88" name="准备设备主 Thread、从 Thread 和展开相关资源">
            <a:extLst xmlns:a="http://schemas.openxmlformats.org/drawingml/2006/main">
              <a:ext uri="{FF2B5EF4-FFF2-40B4-BE49-F238E27FC236}">
                <a16:creationId xmlns:a16="http://schemas.microsoft.com/office/drawing/2014/main" id="{BF41F552-3BE6-44D8-8D86-32658E82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准备设备主 Thread、从 Thread 和展开相关资源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7B41BC-427E-474E-83C5-D12D8D86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5">
            <a:extLst xmlns:a="http://schemas.openxmlformats.org/drawingml/2006/main">
              <a:ext uri="{FF2B5EF4-FFF2-40B4-BE49-F238E27FC236}">
                <a16:creationId xmlns:a16="http://schemas.microsoft.com/office/drawing/2014/main" id="{E6596D96-47B0-4594-823A-4B2E7015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F998D8-B46F-43A3-8A7F-B0C0BEBE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375CE66E-EA30-41EB-B66A-245EB95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93" name="【域资源】按各 Thread 的通知等配置取得设备队列">
            <a:extLst xmlns:a="http://schemas.openxmlformats.org/drawingml/2006/main">
              <a:ext uri="{FF2B5EF4-FFF2-40B4-BE49-F238E27FC236}">
                <a16:creationId xmlns:a16="http://schemas.microsoft.com/office/drawing/2014/main" id="{40968896-924C-489A-A89F-C024551A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【域资源】按各 Thread 的通知等配置取得设备队列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926AFF5-98F4-4395-BA89-8459166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951108-9B65-4FF7-92B0-C44293FD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3599022" y="3488531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F7BA0E-2B72-4F84-8C44-A2CD453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6">
            <a:extLst xmlns:a="http://schemas.openxmlformats.org/drawingml/2006/main">
              <a:ext uri="{FF2B5EF4-FFF2-40B4-BE49-F238E27FC236}">
                <a16:creationId xmlns:a16="http://schemas.microsoft.com/office/drawing/2014/main" id="{E2024A82-BD93-49BC-999E-2808867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EF049A-7C8D-4A16-BB89-DCD441D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F77177A7-C7F6-4762-8DF9-413B894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101" name="【替代分支】配置版不支持时，按统一通知数取得队列">
            <a:extLst xmlns:a="http://schemas.openxmlformats.org/drawingml/2006/main">
              <a:ext uri="{FF2B5EF4-FFF2-40B4-BE49-F238E27FC236}">
                <a16:creationId xmlns:a16="http://schemas.microsoft.com/office/drawing/2014/main" id="{D4FD5D13-281F-4109-89C9-D8CB555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【替代分支】配置版不支持时，按统一通知数取得队列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2577F8-E66F-4601-A42B-A8F34055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750499-32B7-4356-9DE9-A800D68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3599022" y="395144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8F1CC6-B1BE-4277-ADB4-1BCCCD0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7">
            <a:extLst xmlns:a="http://schemas.openxmlformats.org/drawingml/2006/main">
              <a:ext uri="{FF2B5EF4-FFF2-40B4-BE49-F238E27FC236}">
                <a16:creationId xmlns:a16="http://schemas.microsoft.com/office/drawing/2014/main" id="{073164FC-FB44-4560-AFFA-FD18000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D934D2-AB51-4279-AA21-74E3F2FB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97860A6E-6CC3-4EC6-84E2-501B93C3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109" name="逐 Peer / 协议 / 端点组织 Channel 请求">
            <a:extLst xmlns:a="http://schemas.openxmlformats.org/drawingml/2006/main">
              <a:ext uri="{FF2B5EF4-FFF2-40B4-BE49-F238E27FC236}">
                <a16:creationId xmlns:a16="http://schemas.microsoft.com/office/drawing/2014/main" id="{ED2A1135-B8FF-4F50-AEBF-D2715A8D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 Peer / 协议 / 端点组织 Channel 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E061B9-D24E-4040-80ED-10712274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8">
            <a:extLst xmlns:a="http://schemas.openxmlformats.org/drawingml/2006/main">
              <a:ext uri="{FF2B5EF4-FFF2-40B4-BE49-F238E27FC236}">
                <a16:creationId xmlns:a16="http://schemas.microsoft.com/office/drawing/2014/main" id="{ECE68282-122A-4A55-93C7-2552BEF4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A235B30-BBB2-4A15-85D1-1AFC4889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EA5460D6-364B-4B8A-ADC0-2663CC50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【域资源】取得本端到 Peer 的通道；未命中则进入 P6">
            <a:extLst xmlns:a="http://schemas.openxmlformats.org/drawingml/2006/main">
              <a:ext uri="{FF2B5EF4-FFF2-40B4-BE49-F238E27FC236}">
                <a16:creationId xmlns:a16="http://schemas.microsoft.com/office/drawing/2014/main" id="{4372F9C6-1FF3-4125-8E84-0E2B2BE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【域资源】取得本端到 Peer 的通道；未命中则进入 P6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614CCD5-F9DC-4A6E-BAA3-5B542DD2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FDD679-0345-4C91-B2C1-6776BE65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3599022" y="487727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8D8AFE-5EAE-4618-AE87-9D5A0C7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9">
            <a:extLst xmlns:a="http://schemas.openxmlformats.org/drawingml/2006/main">
              <a:ext uri="{FF2B5EF4-FFF2-40B4-BE49-F238E27FC236}">
                <a16:creationId xmlns:a16="http://schemas.microsoft.com/office/drawing/2014/main" id="{6EB8AACD-C192-43C4-8C22-C3405D4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4941EAE-43C3-4F6A-BF06-3A93B5D8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53444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9E1863-9FA4-4C8A-8B72-41D7C9DA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3444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20" idx="1"/>
            <a:endCxn xmlns:a="http://schemas.openxmlformats.org/drawingml/2006/main" id="121" idx="3"/>
          </p:cNvCxnSpPr>
          <p:nvPr/>
        </p:nvCxnSpPr>
        <p:spPr>
          <a:xfrm xmlns:a="http://schemas.openxmlformats.org/drawingml/2006/main" flipH="1">
            <a:off x="3599022" y="5344954"/>
            <a:ext cx="55378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DF4E0A-5567-436F-8858-4B7D331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141595"/>
            <a:ext cx="52720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4" name="返回：设备主从 Thread、CCL 地址、逐 Peer 的 Channel 句柄">
            <a:extLst xmlns:a="http://schemas.openxmlformats.org/drawingml/2006/main">
              <a:ext uri="{FF2B5EF4-FFF2-40B4-BE49-F238E27FC236}">
                <a16:creationId xmlns:a16="http://schemas.microsoft.com/office/drawing/2014/main" id="{0D6CAF68-EA5B-45A3-88EB-A76C1409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70170"/>
            <a:ext cx="5138738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返回：设备主从 Thread、CCL 地址、逐 Peer 的 Channel 句柄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0CAE62F-E042-4138-8FDF-4F9358C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6" name="10">
            <a:extLst xmlns:a="http://schemas.openxmlformats.org/drawingml/2006/main">
              <a:ext uri="{FF2B5EF4-FFF2-40B4-BE49-F238E27FC236}">
                <a16:creationId xmlns:a16="http://schemas.microsoft.com/office/drawing/2014/main" id="{32E222F1-8659-4310-9D1F-CA0B855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D6D7F4-074C-445F-AA2D-0E041E09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8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DEC09854-4B1A-450F-A7F3-A746616E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9" name="继续补全远端地址与属性；详见 P7">
            <a:extLst xmlns:a="http://schemas.openxmlformats.org/drawingml/2006/main">
              <a:ext uri="{FF2B5EF4-FFF2-40B4-BE49-F238E27FC236}">
                <a16:creationId xmlns:a16="http://schemas.microsoft.com/office/drawing/2014/main" id="{2BDBD67E-5857-4DAE-A899-C6EBE0D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继续补全远端地址与属性；详见 P7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177062-7F87-4D12-9E5F-FD92BBE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HcclThreadAcquireWithConfig 与 HcclThreadAcquire 是能力替代关系，不是每次连续申请两遍。">
            <a:extLst xmlns:a="http://schemas.openxmlformats.org/drawingml/2006/main">
              <a:ext uri="{FF2B5EF4-FFF2-40B4-BE49-F238E27FC236}">
                <a16:creationId xmlns:a16="http://schemas.microsoft.com/office/drawing/2014/main" id="{66DF1D19-A7B1-4807-9592-D01BA888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 与 HcclThreadAcquire 是能力替代关系，不是每次连续申请两遍。</a:t>
            </a:r>
          </a:p>
        </p:txBody>
      </p:sp>
      <p:sp>
        <p:nvSpPr>
          <p:cNvPr id="132" name="通道首次建链见 P6；命中时复用已建通道。到这里仍未搬运本次用户输入数据。">
            <a:extLst xmlns:a="http://schemas.openxmlformats.org/drawingml/2006/main">
              <a:ext uri="{FF2B5EF4-FFF2-40B4-BE49-F238E27FC236}">
                <a16:creationId xmlns:a16="http://schemas.microsoft.com/office/drawing/2014/main" id="{6389EAA9-B871-450D-AA03-DF76D613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通道首次建链见 P6；命中时复用已建通道。到这里仍未搬运本次用户输入数据。</a:t>
            </a:r>
          </a:p>
        </p:txBody>
      </p:sp>
    </p:spTree>
    <p:extLst>
      <p:ext uri="{BB962C8B-B14F-4D97-AF65-F5344CB8AC3E}">
        <p14:creationId xmlns:p14="http://schemas.microsoft.com/office/powerpoint/2010/main" val="1645011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05  建链：HCOMM 资源管理调底层资源接口">
            <a:extLst xmlns:a="http://schemas.openxmlformats.org/drawingml/2006/main">
              <a:ext uri="{FF2B5EF4-FFF2-40B4-BE49-F238E27FC236}">
                <a16:creationId xmlns:a16="http://schemas.microsoft.com/office/drawing/2014/main" id="{8D2E4481-F323-446C-AA41-89078F92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  建链：HCOMM 资源管理调底层资源接口</a:t>
            </a:r>
          </a:p>
        </p:txBody>
      </p:sp>
      <p:sp>
        <p:nvSpPr>
          <p:cNvPr id="2" name="放大 P5 的 HcclChannelAcquire。端点、注册内存、Channel 均可复用；下图为需要创建时的主线。">
            <a:extLst xmlns:a="http://schemas.openxmlformats.org/drawingml/2006/main">
              <a:ext uri="{FF2B5EF4-FFF2-40B4-BE49-F238E27FC236}">
                <a16:creationId xmlns:a16="http://schemas.microsoft.com/office/drawing/2014/main" id="{6DAF9330-7313-4AA7-AB85-7A51F69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放大 P5 的 HcclChannelAcquire。端点、注册内存、Channel 均可复用；下图为需要创建时的主线。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8BC76C78-31C2-43D1-A89C-7D6C65E8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42812-6AFF-4249-BDF8-15C0F1F4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685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EE0E8-27EC-4291-BD9A-579A50C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6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1EC5E6F4-A860-41F9-B239-5B76D7AB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7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提出 Channel 请求">
            <a:extLst xmlns:a="http://schemas.openxmlformats.org/drawingml/2006/main">
              <a:ext uri="{FF2B5EF4-FFF2-40B4-BE49-F238E27FC236}">
                <a16:creationId xmlns:a16="http://schemas.microsoft.com/office/drawing/2014/main" id="{11AAFFF5-538F-4CB0-83D5-487F9BC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2892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提出 Channel 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44EC1-9D26-46A9-B0B3-B8AE725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8C544-13D7-4377-98F3-A070A0D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34EF8-D5E1-4568-8FEF-FFB432A9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E9FB8-B9CE-472C-8005-435D61D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31340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322C4-A1CC-4636-B6DD-E58862CF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009650"/>
            <a:ext cx="40545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1C7D6-9E44-44C1-B9E7-FB48031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009650"/>
            <a:ext cx="40545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 · 资源管理">
            <a:extLst xmlns:a="http://schemas.openxmlformats.org/drawingml/2006/main">
              <a:ext uri="{FF2B5EF4-FFF2-40B4-BE49-F238E27FC236}">
                <a16:creationId xmlns:a16="http://schemas.microsoft.com/office/drawing/2014/main" id="{1EAA3B9E-6A9C-46AA-BFF7-11BF6382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00" y="1028700"/>
            <a:ext cx="39592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 · 资源管理</a:t>
            </a:r>
          </a:p>
        </p:txBody>
      </p:sp>
      <p:sp>
        <p:nvSpPr>
          <p:cNvPr id="17" name="MyRank / 通道批处理">
            <a:extLst xmlns:a="http://schemas.openxmlformats.org/drawingml/2006/main">
              <a:ext uri="{FF2B5EF4-FFF2-40B4-BE49-F238E27FC236}">
                <a16:creationId xmlns:a16="http://schemas.microsoft.com/office/drawing/2014/main" id="{29132317-58B9-4D6D-BF90-1972093C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275" y="1219200"/>
            <a:ext cx="39783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MyRank / 通道批处理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8ABA1-76F7-4115-9445-32525D0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E6315-CA6F-4D5D-94CC-75C7334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1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7976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298FC-7825-41CF-AC43-9BF3E14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5A30F-347C-43F1-A73E-8936486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2492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8C645-4B84-4C89-9BAD-39C69DB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009650"/>
            <a:ext cx="40545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4018B-14CD-40AB-B9EC-C3FABB52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009650"/>
            <a:ext cx="40545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控制面 · 底层资源">
            <a:extLst xmlns:a="http://schemas.openxmlformats.org/drawingml/2006/main">
              <a:ext uri="{FF2B5EF4-FFF2-40B4-BE49-F238E27FC236}">
                <a16:creationId xmlns:a16="http://schemas.microsoft.com/office/drawing/2014/main" id="{DC08387E-3B43-4101-A79E-F63FB683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338" y="1028700"/>
            <a:ext cx="39592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 · 底层资源</a:t>
            </a:r>
          </a:p>
        </p:txBody>
      </p:sp>
      <p:sp>
        <p:nvSpPr>
          <p:cNvPr id="27" name="端点 / 内存注册 / 基础通道">
            <a:extLst xmlns:a="http://schemas.openxmlformats.org/drawingml/2006/main">
              <a:ext uri="{FF2B5EF4-FFF2-40B4-BE49-F238E27FC236}">
                <a16:creationId xmlns:a16="http://schemas.microsoft.com/office/drawing/2014/main" id="{C092773E-1FA7-4257-9041-085E531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13" y="1219200"/>
            <a:ext cx="39783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端点 / 内存注册 / 基础通道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A6019-8EC1-4735-86AE-EBE67AB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2E24A-F3E8-4F56-AC7B-E64AC38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1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85219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54AE8-00AA-4CE2-826D-611BC060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81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C0B9C7-BEA1-4F92-B63F-ADF3AFC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981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879458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EA147-B0BB-42C5-95C7-45C7441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93B4A5-F4D2-4D82-A1F0-7C89C730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90687E-397A-4B2A-8DED-58833310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180E2-9407-4451-A476-821506CA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ECB093-EE46-4F52-8266-1F4C44C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F07D9-ADFE-4D68-9FA5-64059C2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9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7959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A44C36-895C-4540-BBB2-4686116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F56EB6-31F8-4429-A72B-3234ACE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1817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676BE1-4CBD-425A-98C1-5327838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826D60-EF95-48CA-8662-092BFF3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66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5674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D7C882-2934-47C0-9BE7-B7BB974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BD07E9-3200-44B3-ACFE-CD3B3B7C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F0D7EA-AE0C-4FB9-8E40-0052935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46A4F-FDD6-4524-AB6B-938BD4E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8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33899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BD0C1A-2957-4C87-932C-156E337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7634A8-1DE4-4A2B-9424-FB41A888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768946-59C0-4231-A1D2-69FA3F0A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62FDA3-920B-4B8C-802E-DF9B9FF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10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110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312E3F-06EA-4CE8-8A0E-40365E15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4C6017-9A8B-49F9-AD14-7CE780D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496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314A5D-B384-42A3-BB58-E95CC29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14B964-BD26-4216-B69D-4DD4CE9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81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4882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451C78-A0D6-485A-8F4C-917E434A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2A3A68-C4EF-4938-BEF0-5969DB5A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6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267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210A0A-354C-4E25-9CB0-4B60BEE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3667B8-A0A3-4F5F-B07E-1CDA32CD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53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829628" y="5653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3" name="顺序">
            <a:extLst xmlns:a="http://schemas.openxmlformats.org/drawingml/2006/main">
              <a:ext uri="{FF2B5EF4-FFF2-40B4-BE49-F238E27FC236}">
                <a16:creationId xmlns:a16="http://schemas.microsoft.com/office/drawing/2014/main" id="{D0C38234-2C54-4985-B668-C1438F2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935D898-F17D-4265-8415-C0764193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FE101C-CE1A-48EC-B2B8-C660BF6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7CF7AF-F9B6-4685-A5E2-C36C1C30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5CB2BE-5A6D-436E-80D7-50EDF5A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80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70979530-C00E-45DB-B835-AACE0C8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81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2A535A1F-E568-4685-8DCF-61700433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EBCB45-A124-4718-92E6-D7885822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3" name="01">
            <a:extLst xmlns:a="http://schemas.openxmlformats.org/drawingml/2006/main">
              <a:ext uri="{FF2B5EF4-FFF2-40B4-BE49-F238E27FC236}">
                <a16:creationId xmlns:a16="http://schemas.microsoft.com/office/drawing/2014/main" id="{0E43F5D0-5069-4B01-8422-D29BF8F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7FECB92-9ADE-4F19-A45E-AC5387D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43827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5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5B7A25C4-08DC-4DFD-B78E-2A9D3B3E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45732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86" name="按请求查找或建立通道">
            <a:extLst xmlns:a="http://schemas.openxmlformats.org/drawingml/2006/main">
              <a:ext uri="{FF2B5EF4-FFF2-40B4-BE49-F238E27FC236}">
                <a16:creationId xmlns:a16="http://schemas.microsoft.com/office/drawing/2014/main" id="{F44C0D97-5824-4A7C-8DFD-025BECC5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61925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按请求查找或建立通道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3D566A7-3BC6-4B7A-A0FB-C034666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15978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92DC4A-C0A6-456F-86C0-8937DC93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5978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313878" y="1598296"/>
            <a:ext cx="15975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B41E613-0218-4317-BB91-4DC874F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2">
            <a:extLst xmlns:a="http://schemas.openxmlformats.org/drawingml/2006/main">
              <a:ext uri="{FF2B5EF4-FFF2-40B4-BE49-F238E27FC236}">
                <a16:creationId xmlns:a16="http://schemas.microsoft.com/office/drawing/2014/main" id="{30EEB597-0884-4E28-A0B2-A3DFE421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907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0BAC9A-E338-4203-99AC-88CBC11B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182403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717FA7A-C684-452F-BAC1-AB5A7E58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184308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94" name="统筹一批 Peer 通道建立">
            <a:extLst xmlns:a="http://schemas.openxmlformats.org/drawingml/2006/main">
              <a:ext uri="{FF2B5EF4-FFF2-40B4-BE49-F238E27FC236}">
                <a16:creationId xmlns:a16="http://schemas.microsoft.com/office/drawing/2014/main" id="{FDF6FFA9-D51E-4FD6-8026-F9F29306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00501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统筹一批 Peer 通道建立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A6A2B2-BE8B-4E38-849E-BA00EE6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6" name="03">
            <a:extLst xmlns:a="http://schemas.openxmlformats.org/drawingml/2006/main">
              <a:ext uri="{FF2B5EF4-FFF2-40B4-BE49-F238E27FC236}">
                <a16:creationId xmlns:a16="http://schemas.microsoft.com/office/drawing/2014/main" id="{9BADBFED-8465-4A55-BB45-B38C11CF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24FB82-4CB2-4CF7-B75A-FFA85F94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220980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8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0933D4F-B9D4-4938-8A87-5DEB87D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22885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99" name="准备双方交换控制信息的连接">
            <a:extLst xmlns:a="http://schemas.openxmlformats.org/drawingml/2006/main">
              <a:ext uri="{FF2B5EF4-FFF2-40B4-BE49-F238E27FC236}">
                <a16:creationId xmlns:a16="http://schemas.microsoft.com/office/drawing/2014/main" id="{03FBB8BB-E1C7-4012-A600-38D03E1F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39077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准备双方交换控制信息的连接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D87568-4FAB-4DB3-88A2-917166C9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4">
            <a:extLst xmlns:a="http://schemas.openxmlformats.org/drawingml/2006/main">
              <a:ext uri="{FF2B5EF4-FFF2-40B4-BE49-F238E27FC236}">
                <a16:creationId xmlns:a16="http://schemas.microsoft.com/office/drawing/2014/main" id="{7C1674C3-E7C8-4FC7-A465-1E8AE31A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22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7645D2-F285-49F7-9BC0-B0491E6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2595563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85C903B1-8E63-48F5-AA70-CD44F9A3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614613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104" name="逐项准备底层通道资源">
            <a:extLst xmlns:a="http://schemas.openxmlformats.org/drawingml/2006/main">
              <a:ext uri="{FF2B5EF4-FFF2-40B4-BE49-F238E27FC236}">
                <a16:creationId xmlns:a16="http://schemas.microsoft.com/office/drawing/2014/main" id="{B3EEF33F-6449-4AC0-BED8-FEBB2987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2776538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逐项准备底层通道资源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17AF59-7E8D-4D44-BCCC-156FA4C1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6" name="05">
            <a:extLst xmlns:a="http://schemas.openxmlformats.org/drawingml/2006/main">
              <a:ext uri="{FF2B5EF4-FFF2-40B4-BE49-F238E27FC236}">
                <a16:creationId xmlns:a16="http://schemas.microsoft.com/office/drawing/2014/main" id="{52C86592-4F72-4EA7-A8DC-50616E4D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F8B25D-5B99-461B-9F57-38114009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298132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8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F4B022E3-175C-42EE-A3D8-179444E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00037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109" name="缺少可用端点时创建通信端点">
            <a:extLst xmlns:a="http://schemas.openxmlformats.org/drawingml/2006/main">
              <a:ext uri="{FF2B5EF4-FFF2-40B4-BE49-F238E27FC236}">
                <a16:creationId xmlns:a16="http://schemas.microsoft.com/office/drawing/2014/main" id="{0F0CCFE8-C4A4-4F83-9696-1B537E6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16230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缺少可用端点时创建通信端点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BA97E5-9784-499F-98FF-AAB50DE3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1408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EF7178-C0A0-41A9-8E7B-711EC14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1408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5825397" y="3141346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4EB557-FF9E-4867-BD85-F2BC41A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4" name="06">
            <a:extLst xmlns:a="http://schemas.openxmlformats.org/drawingml/2006/main">
              <a:ext uri="{FF2B5EF4-FFF2-40B4-BE49-F238E27FC236}">
                <a16:creationId xmlns:a16="http://schemas.microsoft.com/office/drawing/2014/main" id="{A124F9ED-0B35-401E-827A-0C88B8F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3376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639C083-FD93-49F8-A204-866FD95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36708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6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27722075-B3DC-4A8F-A56E-D004DAAA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38613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117" name="启动端点监听，允许对端接入">
            <a:extLst xmlns:a="http://schemas.openxmlformats.org/drawingml/2006/main">
              <a:ext uri="{FF2B5EF4-FFF2-40B4-BE49-F238E27FC236}">
                <a16:creationId xmlns:a16="http://schemas.microsoft.com/office/drawing/2014/main" id="{5100621D-C899-4068-9E1B-CB81C99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54806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启动端点监听，允许对端接入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BCB9D49-D1FB-4704-8F9D-AF8F89FC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FF890D-25FC-4777-ADEE-E829C72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5266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825397" y="3527108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6D6BD2-86A9-41DD-9D6E-09AE41B8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2" name="07">
            <a:extLst xmlns:a="http://schemas.openxmlformats.org/drawingml/2006/main">
              <a:ext uri="{FF2B5EF4-FFF2-40B4-BE49-F238E27FC236}">
                <a16:creationId xmlns:a16="http://schemas.microsoft.com/office/drawing/2014/main" id="{FF9F1CF4-4A57-4E6E-B324-BA5E82C8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6E8967-D399-4AEF-85B8-9BC4EAD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75285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4" name="HcommMemReg">
            <a:extLst xmlns:a="http://schemas.openxmlformats.org/drawingml/2006/main">
              <a:ext uri="{FF2B5EF4-FFF2-40B4-BE49-F238E27FC236}">
                <a16:creationId xmlns:a16="http://schemas.microsoft.com/office/drawing/2014/main" id="{48D6ED5F-CF31-46DF-BECD-A172AD7A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77190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125" name="按需登记端点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C3F5A73E-F6EC-4299-B3E2-05A1384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393382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按需登记端点可访问的通信内存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D9FD21-8C02-43D2-936A-F5ECB6F8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3A60746-27EB-4795-ADE8-230A0535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39123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5825397" y="3912871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B22943B-DC6B-4FDC-A09C-C2B2508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0" name="08">
            <a:extLst xmlns:a="http://schemas.openxmlformats.org/drawingml/2006/main">
              <a:ext uri="{FF2B5EF4-FFF2-40B4-BE49-F238E27FC236}">
                <a16:creationId xmlns:a16="http://schemas.microsoft.com/office/drawing/2014/main" id="{FF66F969-BC42-4B92-A516-BF7129A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5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F1D2BF2-6AEF-4E90-B172-D1069BC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4138613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2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0269446D-EFB7-4312-8F09-C5EE0C1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4157663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133" name="创建集合通信使用的基础通道">
            <a:extLst xmlns:a="http://schemas.openxmlformats.org/drawingml/2006/main">
              <a:ext uri="{FF2B5EF4-FFF2-40B4-BE49-F238E27FC236}">
                <a16:creationId xmlns:a16="http://schemas.microsoft.com/office/drawing/2014/main" id="{51D5D19F-8F73-4691-B122-3422C750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688" y="4319588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创建集合通信使用的基础通道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71470BC-898B-4854-B954-A15BF70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A17B6A-64A0-4A65-8287-2FD2DC16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13" y="42981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5825397" y="4298633"/>
            <a:ext cx="214061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114DD18-EEBE-4BEA-9B0C-C942612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8" name="09">
            <a:extLst xmlns:a="http://schemas.openxmlformats.org/drawingml/2006/main">
              <a:ext uri="{FF2B5EF4-FFF2-40B4-BE49-F238E27FC236}">
                <a16:creationId xmlns:a16="http://schemas.microsoft.com/office/drawing/2014/main" id="{6668DC60-32F3-42E0-A2B1-121F6D6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91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8CE34A6-E555-40F8-8187-A626D532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4524375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0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6D80AE6-FBE0-4A6C-BFBD-D1ED778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543425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41" name="等待连接状态满足要求">
            <a:extLst xmlns:a="http://schemas.openxmlformats.org/drawingml/2006/main">
              <a:ext uri="{FF2B5EF4-FFF2-40B4-BE49-F238E27FC236}">
                <a16:creationId xmlns:a16="http://schemas.microsoft.com/office/drawing/2014/main" id="{2E4280E6-45D0-45B8-BE11-8AFFAB94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705350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等待连接状态满足要求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43F7B41-6302-4C2E-BA89-1A9C5CB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C308F0A4-E608-4FA5-B83A-054F18E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76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6E867CF-8AF9-4330-A204-CDD2AEF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4910138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4081FD6B-71FE-44E2-8B22-C6721CF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4929188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46" name="交换并校验双方建链参数">
            <a:extLst xmlns:a="http://schemas.openxmlformats.org/drawingml/2006/main">
              <a:ext uri="{FF2B5EF4-FFF2-40B4-BE49-F238E27FC236}">
                <a16:creationId xmlns:a16="http://schemas.microsoft.com/office/drawing/2014/main" id="{9AA9B2A4-5E29-4A85-9EB3-B87C5CF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091113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交换并校验双方建链参数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B29438C-A94D-4B81-B188-C545033B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2EC727BA-F920-4612-9EED-65E369A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2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00FD089-0108-493C-86C1-194FACE6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475" y="5295900"/>
            <a:ext cx="3825937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8379617D-6132-4624-9134-02F3844D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314950"/>
            <a:ext cx="36925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51" name="整理目标执行引擎可使用的 Channel">
            <a:extLst xmlns:a="http://schemas.openxmlformats.org/drawingml/2006/main">
              <a:ext uri="{FF2B5EF4-FFF2-40B4-BE49-F238E27FC236}">
                <a16:creationId xmlns:a16="http://schemas.microsoft.com/office/drawing/2014/main" id="{A9A886D9-469C-4B85-80D9-6820A7B1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50" y="5476875"/>
            <a:ext cx="3692587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整理目标执行引擎可使用的 Channel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7BB6D5D-EA38-462B-9DE6-3B11840E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3" name="12">
            <a:extLst xmlns:a="http://schemas.openxmlformats.org/drawingml/2006/main">
              <a:ext uri="{FF2B5EF4-FFF2-40B4-BE49-F238E27FC236}">
                <a16:creationId xmlns:a16="http://schemas.microsoft.com/office/drawing/2014/main" id="{39AD2188-96B1-4D37-90BA-8199E87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8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C281E60-A66A-49F7-8004-F48F05DA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444" y="58459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1B919A4-45D9-434E-94D3-3527B705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5" y="58459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2313878" y="5846446"/>
            <a:ext cx="35105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DF93614-2A14-46C4-8CE4-0981D9A0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81663"/>
            <a:ext cx="270180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8" name="Channel 句柄返回；继续 P7 补全描述">
            <a:extLst xmlns:a="http://schemas.openxmlformats.org/drawingml/2006/main">
              <a:ext uri="{FF2B5EF4-FFF2-40B4-BE49-F238E27FC236}">
                <a16:creationId xmlns:a16="http://schemas.microsoft.com/office/drawing/2014/main" id="{774C33A6-BE6E-46B9-B91E-E2F9D67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0238"/>
            <a:ext cx="25684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Channel 句柄返回；继续 P7 补全描述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441411C-A193-449D-BD76-F20F2AD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HCOMM 管建链资源；HCCL 拿到可用 Channel 后再组织算法，建链本身不执行 AllToAll 数据交换。">
            <a:extLst xmlns:a="http://schemas.openxmlformats.org/drawingml/2006/main">
              <a:ext uri="{FF2B5EF4-FFF2-40B4-BE49-F238E27FC236}">
                <a16:creationId xmlns:a16="http://schemas.microsoft.com/office/drawing/2014/main" id="{07D1D6CC-5603-42E7-B5FA-D9C48E2F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管建链资源；HCCL 拿到可用 Channel 后再组织算法，建链本身不执行 AllToAll 数据交换。</a:t>
            </a:r>
          </a:p>
        </p:txBody>
      </p:sp>
      <p:sp>
        <p:nvSpPr>
          <p:cNvPr id="161" name="状态查询是内部 ChannelProcess::ChannelGetStatus；不要误写成 HcommChannelGetStatus。">
            <a:extLst xmlns:a="http://schemas.openxmlformats.org/drawingml/2006/main">
              <a:ext uri="{FF2B5EF4-FFF2-40B4-BE49-F238E27FC236}">
                <a16:creationId xmlns:a16="http://schemas.microsoft.com/office/drawing/2014/main" id="{D6CFF7B6-D2D0-4DD9-B341-AFD3BBA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状态查询是内部 ChannelProcess::ChannelGetStatus；不要误写成 HcommChannelGetStatus。</a:t>
            </a:r>
          </a:p>
        </p:txBody>
      </p:sp>
    </p:spTree>
    <p:extLst>
      <p:ext uri="{BB962C8B-B14F-4D97-AF65-F5344CB8AC3E}">
        <p14:creationId xmlns:p14="http://schemas.microsoft.com/office/powerpoint/2010/main" val="464457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06  交付设备资源：打包的是句柄和地址，不是输入张量">
            <a:extLst xmlns:a="http://schemas.openxmlformats.org/drawingml/2006/main">
              <a:ext uri="{FF2B5EF4-FFF2-40B4-BE49-F238E27FC236}">
                <a16:creationId xmlns:a16="http://schemas.microsoft.com/office/drawing/2014/main" id="{69C68F2E-8707-4786-87D1-080D5C8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交付设备资源：打包的是句柄和地址，不是输入张量</a:t>
            </a:r>
          </a:p>
        </p:txBody>
      </p:sp>
      <p:sp>
        <p:nvSpPr>
          <p:cNvPr id="2" name="HCCL 补齐 Channel 说明并序列化；HCOMM 保存上下文，再把设备主 Thread 导出给 Host。">
            <a:extLst xmlns:a="http://schemas.openxmlformats.org/drawingml/2006/main">
              <a:ext uri="{FF2B5EF4-FFF2-40B4-BE49-F238E27FC236}">
                <a16:creationId xmlns:a16="http://schemas.microsoft.com/office/drawing/2014/main" id="{1C7FFF48-445D-493E-BD74-84F0186A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补齐 Channel 说明并序列化；HCOMM 保存上下文，再把设备主 Thread 导出给 Host。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01C03C89-F47F-47B5-BDC8-175C122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9BDEC-5310-4C14-A6A0-3789A5D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9512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57D16-DEE0-4F86-B6CF-DABB6F9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9512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CA254C41-12B5-4E65-9730-56398919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8559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描述整理 / 序列化">
            <a:extLst xmlns:a="http://schemas.openxmlformats.org/drawingml/2006/main">
              <a:ext uri="{FF2B5EF4-FFF2-40B4-BE49-F238E27FC236}">
                <a16:creationId xmlns:a16="http://schemas.microsoft.com/office/drawing/2014/main" id="{DE804BB4-2DAA-4EAA-A2BF-11B696A4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8750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描述整理 / 序列化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694E2-9BC0-4FDD-B899-507DF68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D5E9-64ED-4476-AA14-64CBB51D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6742B-28BB-4E85-AEED-935EBAA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66786-243E-4B55-A1FB-47E01CC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0477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35605-7E8A-4523-8D5C-7B8453FD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009650"/>
            <a:ext cx="3951237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3824F-D714-43C7-A2F8-7962B39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009650"/>
            <a:ext cx="395123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CA24A505-2302-4FC5-A37C-CEB05EAA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537" y="1028700"/>
            <a:ext cx="385598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7" name="拓扑 / 域资源 / 内存查询">
            <a:extLst xmlns:a="http://schemas.openxmlformats.org/drawingml/2006/main">
              <a:ext uri="{FF2B5EF4-FFF2-40B4-BE49-F238E27FC236}">
                <a16:creationId xmlns:a16="http://schemas.microsoft.com/office/drawing/2014/main" id="{AE1D2415-9008-4370-806C-F70913ED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12" y="1219200"/>
            <a:ext cx="3875037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拓扑 / 域资源 / 内存查询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2D3D4-2594-4D5E-BFA0-1C857F70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A2458-82F7-4249-AE8C-5F90E6CE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912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780389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3E841-8E54-4D1F-8488-5BC1B80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BF04C-EF26-4FD0-8F0E-CD17A5CA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756007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36FEA-48F0-41F6-AB5A-41DC61ED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009650"/>
            <a:ext cx="3175101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83486-0917-4EFB-880F-BA6C65AE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009650"/>
            <a:ext cx="3175101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底层资源">
            <a:extLst xmlns:a="http://schemas.openxmlformats.org/drawingml/2006/main">
              <a:ext uri="{FF2B5EF4-FFF2-40B4-BE49-F238E27FC236}">
                <a16:creationId xmlns:a16="http://schemas.microsoft.com/office/drawing/2014/main" id="{76C219C4-DE0D-4DCB-9AD7-EBA3DDC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774" y="1028700"/>
            <a:ext cx="307985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底层资源</a:t>
            </a:r>
          </a:p>
        </p:txBody>
      </p:sp>
      <p:sp>
        <p:nvSpPr>
          <p:cNvPr id="27" name="通道上的远端内存映射">
            <a:extLst xmlns:a="http://schemas.openxmlformats.org/drawingml/2006/main">
              <a:ext uri="{FF2B5EF4-FFF2-40B4-BE49-F238E27FC236}">
                <a16:creationId xmlns:a16="http://schemas.microsoft.com/office/drawing/2014/main" id="{F5C9EE48-FE95-4037-A393-F2EF36D9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249" y="1219200"/>
            <a:ext cx="3098901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通道上的远端内存映射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91A39-2408-44B7-BB22-3C3F2C4B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0676D-C382-4DD0-B81F-B951178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49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31626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D6642-EA3B-4895-ADCF-5400BBDE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9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CCF0C5-1629-4E17-90E9-004B5B8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9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31917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DEB07-B257-48DA-A410-3F888FC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8A0854-2433-4815-A977-F272A87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BE424B-7D59-4DF7-9918-476332C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11CB1-73F1-4871-9F94-F50DFA5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3B9F5-1E62-4D42-8C37-E3CDDD4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2B179B-6263-4B2A-82B7-1D3EADD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3100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839829-21B1-4496-B61E-E78134A0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84ED2B-CAAE-412E-A361-E10F88C4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25184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BDD22C-7321-4D54-A07D-EE7D07E1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11C21E-19A7-4558-9C21-5E1D1B3F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67267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98876-FDD3-4B44-B0D8-D81A4DA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00E3EE-3136-4D54-9DD0-3D9CF67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09350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373A1F-9C5D-461C-B61C-D275E88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50BB22-CFFA-4427-9A31-5FC0605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51433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9E92ED-B391-4D97-97EF-87226B49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DB531E-C537-46F4-A938-BFA6BE5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93516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54F9A8-9A3E-495F-B1C4-2EC6D94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810C41-74E0-4007-B566-F57873F4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35600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A43161-B61F-41B6-9D38-124EB696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CE62E4-95F9-435F-AFB0-FB2811E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77683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3D9568-5A62-4FCF-A0D5-050C178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3D7D2A-1D0E-4558-886B-D227B7F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19766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5CDA35-F01F-4CDE-BB33-F48A96F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4A681A-AD1C-4AEA-987E-3C0FDF6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61849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顺序">
            <a:extLst xmlns:a="http://schemas.openxmlformats.org/drawingml/2006/main">
              <a:ext uri="{FF2B5EF4-FFF2-40B4-BE49-F238E27FC236}">
                <a16:creationId xmlns:a16="http://schemas.microsoft.com/office/drawing/2014/main" id="{C3A8033C-FD9F-4436-89BE-BCF6A39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2937E6-F711-404A-A02F-512AD1F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0B6F88-B25C-4718-872E-3BCBF95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86047E-B3A2-46F9-8A39-5755A1F6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DA711D-77F2-4E8F-99C5-24A2CB2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7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9572CCE7-9C57-453D-A6B2-C3A290B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8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29D20C0C-50D6-41F0-9963-98C3759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76112E-545D-4CB0-BF38-6911EDD9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1">
            <a:extLst xmlns:a="http://schemas.openxmlformats.org/drawingml/2006/main">
              <a:ext uri="{FF2B5EF4-FFF2-40B4-BE49-F238E27FC236}">
                <a16:creationId xmlns:a16="http://schemas.microsoft.com/office/drawing/2014/main" id="{DC9DFB0A-A9A2-4DB5-8AF1-5A0F209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8A0DB7-37F7-4609-8115-3EC15F0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137C3139-01D9-4DD9-8DE7-EE90EDB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83" name="把 Channel 句柄补成算法可用描述">
            <a:extLst xmlns:a="http://schemas.openxmlformats.org/drawingml/2006/main">
              <a:ext uri="{FF2B5EF4-FFF2-40B4-BE49-F238E27FC236}">
                <a16:creationId xmlns:a16="http://schemas.microsoft.com/office/drawing/2014/main" id="{EBDF1893-EDD8-4851-B7CB-2838E03E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Channel 句柄补成算法可用描述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7BDF89-FDB7-4AD2-BF2D-BC3E530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2">
            <a:extLst xmlns:a="http://schemas.openxmlformats.org/drawingml/2006/main">
              <a:ext uri="{FF2B5EF4-FFF2-40B4-BE49-F238E27FC236}">
                <a16:creationId xmlns:a16="http://schemas.microsoft.com/office/drawing/2014/main" id="{C84200D8-B49E-4781-AEEC-BDE4746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E03595-4994-4413-992E-677123A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1859107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8E4C103C-4FDA-4695-9C09-485CF99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1878157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88" name="【拓扑】查询已选择端点的属性">
            <a:extLst xmlns:a="http://schemas.openxmlformats.org/drawingml/2006/main">
              <a:ext uri="{FF2B5EF4-FFF2-40B4-BE49-F238E27FC236}">
                <a16:creationId xmlns:a16="http://schemas.microsoft.com/office/drawing/2014/main" id="{085C94CE-6969-47B4-B80A-18B19C8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040082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【拓扑】查询已选择端点的属性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097E23-69D4-4648-8442-4A676DA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403780-E8B3-4398-8F1D-CD35DCF6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05246" y="2036662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99D4AD-A6F7-4DF0-A39F-3118911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3">
            <a:extLst xmlns:a="http://schemas.openxmlformats.org/drawingml/2006/main">
              <a:ext uri="{FF2B5EF4-FFF2-40B4-BE49-F238E27FC236}">
                <a16:creationId xmlns:a16="http://schemas.microsoft.com/office/drawing/2014/main" id="{B57423E4-D333-4749-9DEC-3EF11DF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6C57C0-B7C8-4EF3-9803-9578158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279939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5C93DA32-4C7F-496E-9DC3-2B857083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298989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96" name="【内存】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BF998517-CE3F-44EA-96BC-149BFFC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2460914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【内存】查询远端 CCL 地址与大小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D195E0-EBEC-4922-A856-A73445E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245701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FAA6E3B-AF12-40AF-9668-5D82574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245701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805246" y="2457493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9A282A8-5C80-4D14-AF6F-F893F0F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1" name="04">
            <a:extLst xmlns:a="http://schemas.openxmlformats.org/drawingml/2006/main">
              <a:ext uri="{FF2B5EF4-FFF2-40B4-BE49-F238E27FC236}">
                <a16:creationId xmlns:a16="http://schemas.microsoft.com/office/drawing/2014/main" id="{EB69A204-CFA9-40B3-98CD-E796A37D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B95FBC-4704-450F-8687-356BDA7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49" y="2700770"/>
            <a:ext cx="2946501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2F0D5B5E-CF67-408B-BEC5-7A660BA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124" y="2719820"/>
            <a:ext cx="28131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104" name="返回基础通道上的远端内存映射">
            <a:extLst xmlns:a="http://schemas.openxmlformats.org/drawingml/2006/main">
              <a:ext uri="{FF2B5EF4-FFF2-40B4-BE49-F238E27FC236}">
                <a16:creationId xmlns:a16="http://schemas.microsoft.com/office/drawing/2014/main" id="{E766253A-2B85-4473-B4FE-18F63A7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124" y="2881745"/>
            <a:ext cx="2813151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返回基础通道上的远端内存映射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FF2E4B-F562-48E5-B8ED-B9356F5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28778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75C779-AAE7-4A43-BABF-9D89C638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49" y="28778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6756483" y="2878326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04CCB3-7628-447F-A654-C4D56493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9" name="05">
            <a:extLst xmlns:a="http://schemas.openxmlformats.org/drawingml/2006/main">
              <a:ext uri="{FF2B5EF4-FFF2-40B4-BE49-F238E27FC236}">
                <a16:creationId xmlns:a16="http://schemas.microsoft.com/office/drawing/2014/main" id="{64364A7D-1941-45F7-81FA-2DD4F7D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1F8CA59-268A-4D52-90D3-FB439A6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1602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1" name="Serialize">
            <a:extLst xmlns:a="http://schemas.openxmlformats.org/drawingml/2006/main">
              <a:ext uri="{FF2B5EF4-FFF2-40B4-BE49-F238E27FC236}">
                <a16:creationId xmlns:a16="http://schemas.microsoft.com/office/drawing/2014/main" id="{87D51827-F6AF-4D17-B1FC-45BB5C2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0652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112" name="把 Thread、Channel、地址等编码成字节">
            <a:extLst xmlns:a="http://schemas.openxmlformats.org/drawingml/2006/main">
              <a:ext uri="{FF2B5EF4-FFF2-40B4-BE49-F238E27FC236}">
                <a16:creationId xmlns:a16="http://schemas.microsoft.com/office/drawing/2014/main" id="{0AEF9539-F764-447B-B0BE-F1E14CAB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2577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Thread、Channel、地址等编码成字节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62AB91-71F8-4925-8FF2-69F48C6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4" name="06">
            <a:extLst xmlns:a="http://schemas.openxmlformats.org/drawingml/2006/main">
              <a:ext uri="{FF2B5EF4-FFF2-40B4-BE49-F238E27FC236}">
                <a16:creationId xmlns:a16="http://schemas.microsoft.com/office/drawing/2014/main" id="{820971A8-C5AB-45C3-8615-FAF8EA4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A32A3BD-5CAC-4E80-9362-773E8BE0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42434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6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DE65F56E-D6C4-4389-8001-1417CE21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1484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17" name="组织资源上下文向 AICPU 的交付">
            <a:extLst xmlns:a="http://schemas.openxmlformats.org/drawingml/2006/main">
              <a:ext uri="{FF2B5EF4-FFF2-40B4-BE49-F238E27FC236}">
                <a16:creationId xmlns:a16="http://schemas.microsoft.com/office/drawing/2014/main" id="{8067BAE3-DBE4-46C0-BBD9-7523306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3409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组织资源上下文向 AICPU 的交付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BBD1C5-E3BD-4EEA-98F8-3D82FDD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3AE994A6-2B1D-49BC-A220-7AED033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BF10932-F7BC-4859-8739-D4555400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3963266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9DF08EB5-AB83-4736-8FF6-3832F47D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3982316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122" name="【域资源】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E30BE979-B201-4CCC-BD25-55CE910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144241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【域资源】取得设备上下文保存空间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AC39AE9-E70A-4ECC-BEA7-3BDFA8B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7FF1AA-78C2-497A-A823-B3FB2B94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05246" y="4140821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61957FD-E68D-4159-B713-41BCC29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79A6F1A1-5570-4EBA-BA38-CEBE78D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C65E45E-33A0-459F-9DDA-B5145890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384098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7200CA5B-F26E-4037-ADC4-D4863FD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403148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130" name="【域资源】复制已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F5BBBEEB-1687-4ACD-9560-1DDF4AA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4565073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【域资源】复制已打包的资源描述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641A00-2A44-41FF-80C3-A81B4D3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7E5A30F-5A00-4F3D-882C-9943AEE9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805246" y="4561653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E23B120-BB08-4576-8C7C-1E8A39A0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5" name="09">
            <a:extLst xmlns:a="http://schemas.openxmlformats.org/drawingml/2006/main">
              <a:ext uri="{FF2B5EF4-FFF2-40B4-BE49-F238E27FC236}">
                <a16:creationId xmlns:a16="http://schemas.microsoft.com/office/drawing/2014/main" id="{8DAC181C-17F5-4B91-98A5-969894B0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9214E6-FFAC-466C-8339-799B2829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04930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7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53960634-75E2-4F3D-B2EB-D934155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23980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138" name="读取设备侧主 Thread 信息">
            <a:extLst xmlns:a="http://schemas.openxmlformats.org/drawingml/2006/main">
              <a:ext uri="{FF2B5EF4-FFF2-40B4-BE49-F238E27FC236}">
                <a16:creationId xmlns:a16="http://schemas.microsoft.com/office/drawing/2014/main" id="{2C9CA255-07E7-4D8B-A092-A700A298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85905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读取设备侧主 Thread 信息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CD855D-B658-4787-9583-7DD10B9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0" name="10">
            <a:extLst xmlns:a="http://schemas.openxmlformats.org/drawingml/2006/main">
              <a:ext uri="{FF2B5EF4-FFF2-40B4-BE49-F238E27FC236}">
                <a16:creationId xmlns:a16="http://schemas.microsoft.com/office/drawing/2014/main" id="{F486D072-8700-4C40-B02C-61A2CEF0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9C8F5B6-7F8C-4C32-874E-625A4989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5225761"/>
            <a:ext cx="37226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ADF1885A-489F-4AE8-AFFE-08B17744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5244811"/>
            <a:ext cx="358928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43" name="设备主 Thread：AICPU_TS → CPU_TS">
            <a:extLst xmlns:a="http://schemas.openxmlformats.org/drawingml/2006/main">
              <a:ext uri="{FF2B5EF4-FFF2-40B4-BE49-F238E27FC236}">
                <a16:creationId xmlns:a16="http://schemas.microsoft.com/office/drawing/2014/main" id="{842A8FC0-D782-4898-A437-BFAE11EF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887" y="5406736"/>
            <a:ext cx="3589287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设备主 Thread：AICPU_TS → CPU_TS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250951B-43ED-4546-86C2-214E005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5402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131395A-999A-46C2-8D53-AEBC39D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12" y="5402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2805246" y="5403317"/>
            <a:ext cx="208896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307C179-AE96-4891-A541-495881D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499236A1-6BB1-47D4-A985-FB40DAFC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5C6BF63-0028-4742-A91A-92D0B27B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530" y="58284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086ED0F-8804-4A81-9423-542739A4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293" y="58284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149" idx="1"/>
            <a:endCxn xmlns:a="http://schemas.openxmlformats.org/drawingml/2006/main" id="150" idx="3"/>
          </p:cNvCxnSpPr>
          <p:nvPr/>
        </p:nvCxnSpPr>
        <p:spPr>
          <a:xfrm xmlns:a="http://schemas.openxmlformats.org/drawingml/2006/main" flipH="1">
            <a:off x="2805246" y="5828911"/>
            <a:ext cx="395028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C605C"/>
            </a:solidFill>
            <a:prstDash val="dash"/>
            <a:tailEnd type="triangle" w="sm" len="sm"/>
          </a:ln>
        </p:spPr>
      </p:cxn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D0266D6-7BA6-467F-BC26-22424D09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6593"/>
            <a:ext cx="3684537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3" name="得到 Host 可通知设备主 Thread 的句柄">
            <a:extLst xmlns:a="http://schemas.openxmlformats.org/drawingml/2006/main">
              <a:ext uri="{FF2B5EF4-FFF2-40B4-BE49-F238E27FC236}">
                <a16:creationId xmlns:a16="http://schemas.microsoft.com/office/drawing/2014/main" id="{C5A57CD7-8CCC-49B5-9904-E1C17EE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5168"/>
            <a:ext cx="3551187" cy="29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得到 Host 可通知设备主 Thread 的句柄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0CE34AE-0FF5-48D1-9186-FBABBEC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5" name="两次导出方向相反：P4 导出用户 Thread 供设备通知完成；本页导出主 Thread 供 Host 通知输入就绪。">
            <a:extLst xmlns:a="http://schemas.openxmlformats.org/drawingml/2006/main">
              <a:ext uri="{FF2B5EF4-FFF2-40B4-BE49-F238E27FC236}">
                <a16:creationId xmlns:a16="http://schemas.microsoft.com/office/drawing/2014/main" id="{D1237EAE-2EA1-4222-B28A-333DFF64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两次导出方向相反：P4 导出用户 Thread 供设备通知完成；本页导出主 Thread 供 Host 通知输入就绪。</a:t>
            </a:r>
          </a:p>
        </p:txBody>
      </p:sp>
      <p:sp>
        <p:nvSpPr>
          <p:cNvPr id="156" name="后续发射在 P8。HcclEngineCtxCopy 复制资源元数据，不等于 sendBuf 的跨 Rank 传输。">
            <a:extLst xmlns:a="http://schemas.openxmlformats.org/drawingml/2006/main">
              <a:ext uri="{FF2B5EF4-FFF2-40B4-BE49-F238E27FC236}">
                <a16:creationId xmlns:a16="http://schemas.microsoft.com/office/drawing/2014/main" id="{56BDF83A-9EF1-4DFD-86D2-C3D84A9C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后续发射在 P8。HcclEngineCtxCopy 复制资源元数据，不等于 sendBuf 的跨 Rank 传输。</a:t>
            </a:r>
          </a:p>
        </p:txBody>
      </p:sp>
    </p:spTree>
    <p:extLst>
      <p:ext uri="{BB962C8B-B14F-4D97-AF65-F5344CB8AC3E}">
        <p14:creationId xmlns:p14="http://schemas.microsoft.com/office/powerpoint/2010/main" val="502873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07  Host 发射：输入通知 → ACL 启动 → 完成等待">
            <a:extLst xmlns:a="http://schemas.openxmlformats.org/drawingml/2006/main">
              <a:ext uri="{FF2B5EF4-FFF2-40B4-BE49-F238E27FC236}">
                <a16:creationId xmlns:a16="http://schemas.microsoft.com/office/drawing/2014/main" id="{2BD406AD-F825-460E-AD0E-FCAD209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  Host 发射：输入通知 → ACL 启动 → 完成等待</a:t>
            </a:r>
          </a:p>
        </p:txBody>
      </p:sp>
      <p:sp>
        <p:nvSpPr>
          <p:cNvPr id="2" name="下图是 Host 的 API 下发顺序；排入 Wait 不等于 Host CPU 在这里同步阻塞。">
            <a:extLst xmlns:a="http://schemas.openxmlformats.org/drawingml/2006/main">
              <a:ext uri="{FF2B5EF4-FFF2-40B4-BE49-F238E27FC236}">
                <a16:creationId xmlns:a16="http://schemas.microsoft.com/office/drawing/2014/main" id="{CFCA3167-9D98-4F66-9FD8-57CBB8A2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下图是 Host 的 API 下发顺序；排入 Wait 不等于 Host CPU 在这里同步阻塞。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C7AE86E9-EC5F-41D1-A2F3-E148E2F5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6DA2C-9BDB-4C07-9712-F511E694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451BB-F705-4D1B-8A9E-0C99A97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FB92A533-F786-4017-B239-0F518DC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发射组织 / 条件按序启动">
            <a:extLst xmlns:a="http://schemas.openxmlformats.org/drawingml/2006/main">
              <a:ext uri="{FF2B5EF4-FFF2-40B4-BE49-F238E27FC236}">
                <a16:creationId xmlns:a16="http://schemas.microsoft.com/office/drawing/2014/main" id="{C39C207F-E7C2-4CC1-921C-0A5A6874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发射组织 / 条件按序启动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ABF0C-C41A-44A1-A904-328F6516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80DDA-9FE4-4B70-9FDB-CCE7941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784D5-DFE2-413E-A1C4-94A49EB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44291-3B69-4327-A2F6-2E7EFA6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7541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1F4BB-AD57-4EA3-9C58-D93BAE8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CEF94-49C6-453F-89D6-89EA797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869BC0E4-18B9-4AB5-A380-82D72E3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7" name="参数包与 AICPU 发射">
            <a:extLst xmlns:a="http://schemas.openxmlformats.org/drawingml/2006/main">
              <a:ext uri="{FF2B5EF4-FFF2-40B4-BE49-F238E27FC236}">
                <a16:creationId xmlns:a16="http://schemas.microsoft.com/office/drawing/2014/main" id="{C43AD6F6-FA57-4141-A281-FD8EC4BE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参数包与 AICPU 发射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8C9A4-480F-4789-AA4C-90944F1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C506C-F31A-4E33-B3C0-F29E2A8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52167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6A25C-DD11-49E3-ABE2-398A983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1BDCB-D8EC-4A97-BE37-D9AF68B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36794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B7877-8A48-458E-BF97-BD72BAE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009650"/>
            <a:ext cx="369252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CFF6D-E9C7-413A-8A7F-ED1AC05F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009650"/>
            <a:ext cx="3692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3E5B4A34-86D6-4F89-8FA4-B1E4DC3A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1028700"/>
            <a:ext cx="3597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控制：Thread 通知">
            <a:extLst xmlns:a="http://schemas.openxmlformats.org/drawingml/2006/main">
              <a:ext uri="{FF2B5EF4-FFF2-40B4-BE49-F238E27FC236}">
                <a16:creationId xmlns:a16="http://schemas.microsoft.com/office/drawing/2014/main" id="{94A2BB95-E8C7-48A5-891F-9A1A044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25" y="1219200"/>
            <a:ext cx="3616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同步控制：Thread 通知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099CF-EDA5-4981-8E02-860A1F4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7B6D3-DF73-4E6B-9D3A-06F7491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21420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8B622-6265-433C-A145-EEA4629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1F7EDF-891A-4DCA-BAA8-274560C3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06046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7E3DB2-CDB4-4537-AAB3-AB7B9C36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C68952-D8E8-4195-8CE0-0F99584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443C1-076B-46D7-BEFF-AD307D9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84839-B188-43DF-AA13-4303CB7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3B3391-5838-45B6-BA7D-14B90AA3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0695A-D235-4D9D-A4B3-FBF8406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305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3100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51555-9577-45F9-9C93-AEA073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24377-4E6A-47BE-AAE1-F65FAAF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13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25184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AA4356-F2A2-46ED-A685-9AB4757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2DD10B-5AA0-42B8-A15D-1AADA42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7219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67267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F2C00A-5885-403A-895B-66E3D825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1583CA-16CC-4893-977F-482A4F1C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930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09350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553F03-886B-4F96-A4C8-8D3079B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72DBF6-E626-44D6-8D43-348594D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138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51433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C88F3D-C7BF-4A4A-B168-B2E3926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9E4DAE-A3E7-4485-B610-E70B6A6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346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93516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03233A-A6A8-48C0-982E-392AE7A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05755B-8138-4BA2-90CD-EF85FDA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5552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35600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8D54D6-7AE5-4ABB-8F56-B2C30E1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ADE1B1-DA3C-4D56-A48B-F6FCFAB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763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77683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425E1F-0A97-441D-9AD7-87B07152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E9C71E-49F8-4982-9AE2-F26E9C43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971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19766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FCCFF0-2424-4EAF-8833-38FECE7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969093-BE58-45CD-BFE2-0800365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1801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561849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顺序">
            <a:extLst xmlns:a="http://schemas.openxmlformats.org/drawingml/2006/main">
              <a:ext uri="{FF2B5EF4-FFF2-40B4-BE49-F238E27FC236}">
                <a16:creationId xmlns:a16="http://schemas.microsoft.com/office/drawing/2014/main" id="{D3A06451-D517-4E3A-871C-2F97DC1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AEB090-5371-478A-8479-F82BB786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FABAB9-0B83-4B12-B757-4D673A3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3C19B9E-489B-4514-9AC9-D00F5CC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CEE143-C7E0-45EA-8F51-65F78DD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7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AD4876E4-ABFC-44EC-BCA6-FDC141A0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8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6D2786DD-A086-4606-83BD-87F9C5CD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B030AD-014B-484A-8CC7-D7D036CE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1">
            <a:extLst xmlns:a="http://schemas.openxmlformats.org/drawingml/2006/main">
              <a:ext uri="{FF2B5EF4-FFF2-40B4-BE49-F238E27FC236}">
                <a16:creationId xmlns:a16="http://schemas.microsoft.com/office/drawing/2014/main" id="{EA596972-69B5-476D-9762-6A4DCCF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C06EAC2-FD9C-4B7A-AE1D-FE0023D1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E6EA06D5-A656-44C2-A893-2F804EE4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83" name="组织一次设备 Kernel 发射">
            <a:extLst xmlns:a="http://schemas.openxmlformats.org/drawingml/2006/main">
              <a:ext uri="{FF2B5EF4-FFF2-40B4-BE49-F238E27FC236}">
                <a16:creationId xmlns:a16="http://schemas.microsoft.com/office/drawing/2014/main" id="{B0C18AE6-73FF-4E0E-898D-94D500B0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组织一次设备 Kernel 发射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4E18A4-94B6-4BAF-A84E-E8FCA66C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2">
            <a:extLst xmlns:a="http://schemas.openxmlformats.org/drawingml/2006/main">
              <a:ext uri="{FF2B5EF4-FFF2-40B4-BE49-F238E27FC236}">
                <a16:creationId xmlns:a16="http://schemas.microsoft.com/office/drawing/2014/main" id="{26AA9A27-EBA4-44E5-9360-0679DFA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2578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34FD3B-BC1C-4B7F-A46F-A3A0853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1859107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20144AD-2D06-4735-8804-BC151D1B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1878157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88" name="用户流前置任务完成后通知设备主 Thread">
            <a:extLst xmlns:a="http://schemas.openxmlformats.org/drawingml/2006/main">
              <a:ext uri="{FF2B5EF4-FFF2-40B4-BE49-F238E27FC236}">
                <a16:creationId xmlns:a16="http://schemas.microsoft.com/office/drawing/2014/main" id="{EEE3BA14-6B48-42D6-95A7-557AFE7A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2040082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用户流前置任务完成后通知设备主 Thread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D1D3234-24A3-4AF9-88DE-4981D09A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9142A6-BB32-4A3D-978B-85B4DEC0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20361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675891" y="2036662"/>
            <a:ext cx="56521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68B3039-8B8C-45CF-99BD-9B9FA97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3" name="03">
            <a:extLst xmlns:a="http://schemas.openxmlformats.org/drawingml/2006/main">
              <a:ext uri="{FF2B5EF4-FFF2-40B4-BE49-F238E27FC236}">
                <a16:creationId xmlns:a16="http://schemas.microsoft.com/office/drawing/2014/main" id="{45B72104-80EA-4D51-B1DF-69F918C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4661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365F4E-5C79-4C6B-9E9F-C7E82CA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79939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5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AA072C08-43D7-49DE-A9FC-54F0F52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8989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96" name="按序启动能力开启时，准备同步关系">
            <a:extLst xmlns:a="http://schemas.openxmlformats.org/drawingml/2006/main">
              <a:ext uri="{FF2B5EF4-FFF2-40B4-BE49-F238E27FC236}">
                <a16:creationId xmlns:a16="http://schemas.microsoft.com/office/drawing/2014/main" id="{8FC4B005-FFFB-461D-9328-98988AED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60914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按序启动能力开启时，准备同步关系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D338D6-A037-49B1-A155-C0E2D4F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4">
            <a:extLst xmlns:a="http://schemas.openxmlformats.org/drawingml/2006/main">
              <a:ext uri="{FF2B5EF4-FFF2-40B4-BE49-F238E27FC236}">
                <a16:creationId xmlns:a16="http://schemas.microsoft.com/office/drawing/2014/main" id="{E62B3BC7-B35A-48E1-9BC3-3979D80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744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722257-4E89-4874-8095-6E470D7F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00770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4FBC7D30-C1B4-402C-BD4A-D9BC5CF6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9820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01" name="构造设备入口和 Kernel 参数">
            <a:extLst xmlns:a="http://schemas.openxmlformats.org/drawingml/2006/main">
              <a:ext uri="{FF2B5EF4-FFF2-40B4-BE49-F238E27FC236}">
                <a16:creationId xmlns:a16="http://schemas.microsoft.com/office/drawing/2014/main" id="{3A3B0EB8-B8FB-447A-8B72-B27C574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1745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构造设备入口和 Kernel 参数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D55B3B3-5AA2-46AE-A9C6-02B9CF78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5">
            <a:extLst xmlns:a="http://schemas.openxmlformats.org/drawingml/2006/main">
              <a:ext uri="{FF2B5EF4-FFF2-40B4-BE49-F238E27FC236}">
                <a16:creationId xmlns:a16="http://schemas.microsoft.com/office/drawing/2014/main" id="{5893894C-D5F5-46C6-A9A8-993EEA8E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8827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547CE4-F395-4259-9B2C-4BA7C1C0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21602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FE48DA6E-24C3-4D78-8C27-E44D6E66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140652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106" name="找到 HcclLaunchAicpuKernel 设备入口">
            <a:extLst xmlns:a="http://schemas.openxmlformats.org/drawingml/2006/main">
              <a:ext uri="{FF2B5EF4-FFF2-40B4-BE49-F238E27FC236}">
                <a16:creationId xmlns:a16="http://schemas.microsoft.com/office/drawing/2014/main" id="{41245033-FC2A-4B1E-B10B-234A79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302577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找到 HcclLaunchAicpuKernel 设备入口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B1ED7B-84F9-4DC2-91F4-30A42CF7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3298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A06E17-D553-4298-9012-D40756FB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2986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675891" y="3299158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4C6ECD0-6096-4A26-87F4-D4C19BD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6">
            <a:extLst xmlns:a="http://schemas.openxmlformats.org/drawingml/2006/main">
              <a:ext uri="{FF2B5EF4-FFF2-40B4-BE49-F238E27FC236}">
                <a16:creationId xmlns:a16="http://schemas.microsoft.com/office/drawing/2014/main" id="{D49DADD4-CBA1-4F36-B14C-9F6E27ED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910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A6F364-2C2D-40EB-8510-C7862A2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542434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A5551AF6-47AF-4CB8-99A1-A6A3A00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561484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114" name="创建本次 Kernel 参数包">
            <a:extLst xmlns:a="http://schemas.openxmlformats.org/drawingml/2006/main">
              <a:ext uri="{FF2B5EF4-FFF2-40B4-BE49-F238E27FC236}">
                <a16:creationId xmlns:a16="http://schemas.microsoft.com/office/drawing/2014/main" id="{7BD90C88-A723-4B05-9E0A-AC80983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723409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创建本次 Kernel 参数包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49C764-0CCC-480A-BD2D-6D50D79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371951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711F988-7C10-4F9C-853D-311A5F4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1951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675891" y="3719989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F72CC0-A593-4995-8D7B-EB597E1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2EC9A623-42D2-49F2-816F-7BAA5CC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94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F559111-569F-460A-BBB4-CA6D6AE5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3266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FDE2DB7F-7A93-4EB1-864C-C1EA7C2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982316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122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78C8B147-DDF4-412F-8799-0CE7AD9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144241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85F7762-A721-47CA-8E0D-28061E21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ECC4E1A-3442-4B47-A06E-F14A848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1403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675891" y="4140821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987EEAE-C5CB-43E9-9F48-0CE3A27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8D9D87BF-09D5-460F-8D46-E7515A8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5077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0D51F3-06AB-41EE-9334-07ABB82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384098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2681BED7-298C-4B2C-BC9E-74982CA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403148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30" name="完成 Kernel 参数包封装">
            <a:extLst xmlns:a="http://schemas.openxmlformats.org/drawingml/2006/main">
              <a:ext uri="{FF2B5EF4-FFF2-40B4-BE49-F238E27FC236}">
                <a16:creationId xmlns:a16="http://schemas.microsoft.com/office/drawing/2014/main" id="{600E5F59-38C0-4388-A8C8-D778EEE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565073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完成 Kernel 参数包封装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47DB4F-85BE-4ADB-B635-BB7B778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8775BFE-CDC6-411E-9298-9ACE233A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5611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675891" y="4561653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D534A3C-E491-42FD-A9FA-FAFCDA1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5" name="09">
            <a:extLst xmlns:a="http://schemas.openxmlformats.org/drawingml/2006/main">
              <a:ext uri="{FF2B5EF4-FFF2-40B4-BE49-F238E27FC236}">
                <a16:creationId xmlns:a16="http://schemas.microsoft.com/office/drawing/2014/main" id="{4F76CC76-2FFD-47E8-919B-28E5C04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160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CA9E690-542B-42BA-B496-604A4C2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804930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7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0CED6B15-9845-4C2B-BF4B-C79697AA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823980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38" name="提交 AICPU Kernel；设备入口详见 P9">
            <a:extLst xmlns:a="http://schemas.openxmlformats.org/drawingml/2006/main">
              <a:ext uri="{FF2B5EF4-FFF2-40B4-BE49-F238E27FC236}">
                <a16:creationId xmlns:a16="http://schemas.microsoft.com/office/drawing/2014/main" id="{0079AC36-46AD-4FE9-8D43-5CA34F42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4985905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提交 AICPU Kernel；设备入口详见 P9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9749E8A-3FF7-4E0D-B1CE-5DB1296E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9820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8A761D8-E4D8-44D5-BE29-0265B6B7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820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2675891" y="4982485"/>
            <a:ext cx="19596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6C43487-2E64-4883-91CA-6FD7D58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8EC5C176-2C1B-43B5-BC5F-1CE35D13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9243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40A8EB9-9545-4AE4-B6D9-71C19A0C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25761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CE18D0F9-1055-4742-A164-5ED1AA47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4811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46" name="条件生效时完成发射后按序安排">
            <a:extLst xmlns:a="http://schemas.openxmlformats.org/drawingml/2006/main">
              <a:ext uri="{FF2B5EF4-FFF2-40B4-BE49-F238E27FC236}">
                <a16:creationId xmlns:a16="http://schemas.microsoft.com/office/drawing/2014/main" id="{7AE59108-B9F0-4D14-8028-65D2B4D2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06736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条件生效时完成发射后按序安排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E117540-4DDB-41AD-9AE1-4D5F6BD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8" name="11">
            <a:extLst xmlns:a="http://schemas.openxmlformats.org/drawingml/2006/main">
              <a:ext uri="{FF2B5EF4-FFF2-40B4-BE49-F238E27FC236}">
                <a16:creationId xmlns:a16="http://schemas.microsoft.com/office/drawing/2014/main" id="{984EAD66-5984-4998-9545-85E40220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326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9764135-54FF-4040-8EA4-559F14F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5646593"/>
            <a:ext cx="3463925" cy="35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7F8F4D7-B6D2-4327-A314-4976993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665643"/>
            <a:ext cx="333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51" name="在用户流排入完成等待；P13 最终通知解除">
            <a:extLst xmlns:a="http://schemas.openxmlformats.org/drawingml/2006/main">
              <a:ext uri="{FF2B5EF4-FFF2-40B4-BE49-F238E27FC236}">
                <a16:creationId xmlns:a16="http://schemas.microsoft.com/office/drawing/2014/main" id="{CCD40851-C0B4-4538-AEA6-1C30AAC1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827568"/>
            <a:ext cx="3330575" cy="154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在用户流排入完成等待；P13 最终通知解除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EAC95F9-7BB9-44E4-99DF-00617F24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582367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B57370D-C355-45DB-A39C-4F787867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582367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2675891" y="5824149"/>
            <a:ext cx="56521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C6D0997-8E51-4DFE-AC21-41CEAF9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6" name="三件事顺序不能颠倒：先 Record 输入就绪，再 launch Kernel，最后在用户流排完成 Wait。">
            <a:extLst xmlns:a="http://schemas.openxmlformats.org/drawingml/2006/main">
              <a:ext uri="{FF2B5EF4-FFF2-40B4-BE49-F238E27FC236}">
                <a16:creationId xmlns:a16="http://schemas.microsoft.com/office/drawing/2014/main" id="{31E32D82-F814-47D6-A1C3-A897CDFC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三件事顺序不能颠倒：先 Record 输入就绪，再 launch Kernel，最后在用户流排完成 Wait。</a:t>
            </a:r>
          </a:p>
        </p:txBody>
      </p:sp>
      <p:sp>
        <p:nvSpPr>
          <p:cNvPr id="157" name="AllToAll 走内部 AicpuKernelLaunch；不要与其他路径的导出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13374AB0-0FDF-4F88-972F-EC682CD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AllToAll 走内部 AicpuKernelLaunch；不要与其他路径的导出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90285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08  AICPU 入口：先恢复资源，再生成通信任务">
            <a:extLst xmlns:a="http://schemas.openxmlformats.org/drawingml/2006/main">
              <a:ext uri="{FF2B5EF4-FFF2-40B4-BE49-F238E27FC236}">
                <a16:creationId xmlns:a16="http://schemas.microsoft.com/office/drawing/2014/main" id="{936D9251-334C-4360-BC9A-54F1AEF9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  AICPU 入口：先恢复资源，再生成通信任务</a:t>
            </a:r>
          </a:p>
        </p:txBody>
      </p:sp>
      <p:sp>
        <p:nvSpPr>
          <p:cNvPr id="2" name="承接 P8 的 Kernel 发射。HCCL 是设备侧调用者；右列仍是 HCOMM 数据面，不是另一套控制面。">
            <a:extLst xmlns:a="http://schemas.openxmlformats.org/drawingml/2006/main">
              <a:ext uri="{FF2B5EF4-FFF2-40B4-BE49-F238E27FC236}">
                <a16:creationId xmlns:a16="http://schemas.microsoft.com/office/drawing/2014/main" id="{BEF6C1A2-0B92-4CBC-A1FF-EFB0E6D0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承接 P8 的 Kernel 发射。HCCL 是设备侧调用者；右列仍是 HCOMM 数据面，不是另一套控制面。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4158A214-D948-497D-961C-D38B46D2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72CA5-C539-45E3-8971-21ACF13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F1894-2681-42CA-967E-D7A9956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">
            <a:extLst xmlns:a="http://schemas.openxmlformats.org/drawingml/2006/main">
              <a:ext uri="{FF2B5EF4-FFF2-40B4-BE49-F238E27FC236}">
                <a16:creationId xmlns:a16="http://schemas.microsoft.com/office/drawing/2014/main" id="{952796AF-6984-436B-A737-95056A8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7" name="Kernel 入口 / 参数恢复 / 执行器">
            <a:extLst xmlns:a="http://schemas.openxmlformats.org/drawingml/2006/main">
              <a:ext uri="{FF2B5EF4-FFF2-40B4-BE49-F238E27FC236}">
                <a16:creationId xmlns:a16="http://schemas.microsoft.com/office/drawing/2014/main" id="{4AC0155E-F95F-49C4-9A20-792C91E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Kernel 入口 / 参数恢复 / 执行器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F9F29-C481-4568-9746-C8C58B9B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3CE7E-8E00-4875-BF35-91956B5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F5F1A-8EA4-40A1-8130-0C1A2106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494C5-BF3E-4465-9C67-E9E7ED2D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985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D242A-1FED-413C-980E-705B9056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96D44-487E-463F-B85F-8325902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09650"/>
            <a:ext cx="5538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A5B75CC3-C866-4F32-90D4-5198BD65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028700"/>
            <a:ext cx="544353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7" name="执行控制 / 主 Thread 输入依赖">
            <a:extLst xmlns:a="http://schemas.openxmlformats.org/drawingml/2006/main">
              <a:ext uri="{FF2B5EF4-FFF2-40B4-BE49-F238E27FC236}">
                <a16:creationId xmlns:a16="http://schemas.microsoft.com/office/drawing/2014/main" id="{16AA658E-DEC6-48B4-9011-0E7CE4AF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1219200"/>
            <a:ext cx="546258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执行控制 / 主 Thread 输入依赖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755B2-313E-4EC1-9979-5768BF21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D4BB7-259E-43E9-A6D5-F1D003B4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367940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93782-570B-408A-A352-6C4A767E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0AD31-4D1B-42D1-AAFF-E39F8F5D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85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3733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F4EF6-1495-4ED4-9845-27E01AF9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5B703-74EA-49E2-B035-DB89373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45A66-3C7A-4C3F-844E-4309E044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30802-6EB2-4E4B-96E4-46052189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E6740-6BB1-4896-B2E9-BD89A7A8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C74AA-9F8D-41C6-B363-89475B7A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DC5E9-F603-4472-A895-17EDE46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5C0D8-2286-472A-B39C-887F21C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B1F6A-11A6-4DCB-99DD-94A2F7CA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165EC-4882-4834-9379-DB84040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698FBA-0CA8-4F8D-A84F-D92BC2B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8CD3EF-DE4D-41BE-85A9-447984B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EAB454-D6A5-4944-94C4-07CC0A7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AD5EB3-4696-49E5-B828-D9B2826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ABB93D-836C-4862-BD87-08F86368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20BC30-769D-457A-9DA3-0448C72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9D0973-09AE-4E79-AEFD-F452C75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6A52A7-3085-4674-9B07-67A5B67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F2314A-079A-40A2-9609-DEF56C06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E10359-0BDB-4347-8DB7-C65A188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14C01A-AE5C-4806-AD0D-FC68C5C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C70A1E-5CF5-40AD-8D51-4F8EE830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7" name="顺序">
            <a:extLst xmlns:a="http://schemas.openxmlformats.org/drawingml/2006/main">
              <a:ext uri="{FF2B5EF4-FFF2-40B4-BE49-F238E27FC236}">
                <a16:creationId xmlns:a16="http://schemas.microsoft.com/office/drawing/2014/main" id="{40278960-ACBE-4764-9076-E4841E3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7A8FF9-B9A0-4223-A561-1677B379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5CA1F2-9AE5-4209-8AD5-D4FB2A0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188FE2-880E-489A-862A-71330E26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77A0A9-BFC6-4806-BAFA-F5A852B6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02DB4907-F27B-4BD5-9B72-197C6263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5FCB656C-69D6-43CD-9841-D09379D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9CF5F3-0568-4158-9476-92DFDF86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01">
            <a:extLst xmlns:a="http://schemas.openxmlformats.org/drawingml/2006/main">
              <a:ext uri="{FF2B5EF4-FFF2-40B4-BE49-F238E27FC236}">
                <a16:creationId xmlns:a16="http://schemas.microsoft.com/office/drawing/2014/main" id="{D2AA6860-2E95-44EF-B3D5-46D91F1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618938-5103-4CFF-BEF0-0094AB37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69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53C5D0AF-51A0-437A-ABF1-76D30C0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70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92EA3E75-C670-4A90-887C-5CC8CF1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5086CF-6497-4506-B678-A765E502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2" name="02">
            <a:extLst xmlns:a="http://schemas.openxmlformats.org/drawingml/2006/main">
              <a:ext uri="{FF2B5EF4-FFF2-40B4-BE49-F238E27FC236}">
                <a16:creationId xmlns:a16="http://schemas.microsoft.com/office/drawing/2014/main" id="{6AD70828-FC54-4A61-8994-B26418AF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817450-3F70-4443-85B4-3F965E4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90119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4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4E3CD1B3-E80F-4C4B-8F60-FCD4D327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192024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75" name="取得本次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EDFD3198-50D2-44BD-917A-8862CD1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08216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取得本次通信域使用保护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2DB237-E324-4968-8E84-AEEE236A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12A44B-7D1D-4127-AC23-CEAC7C4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599022" y="209978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9BD7A7-B124-49F9-9F00-3C8E3DE8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0" name="03">
            <a:extLst xmlns:a="http://schemas.openxmlformats.org/drawingml/2006/main">
              <a:ext uri="{FF2B5EF4-FFF2-40B4-BE49-F238E27FC236}">
                <a16:creationId xmlns:a16="http://schemas.microsoft.com/office/drawing/2014/main" id="{9F543F7B-A780-4EAD-85DA-4247F49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7BF8F3-8451-482F-9509-D46D867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6410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2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4971CD6E-2975-417B-A93F-4A3CB9C9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315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83" name="按序启动能力开启时发送设备入口通知">
            <a:extLst xmlns:a="http://schemas.openxmlformats.org/drawingml/2006/main">
              <a:ext uri="{FF2B5EF4-FFF2-40B4-BE49-F238E27FC236}">
                <a16:creationId xmlns:a16="http://schemas.microsoft.com/office/drawing/2014/main" id="{2B892C57-D9DF-4C34-99DE-65A913F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508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按序启动能力开启时发送设备入口通知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E5946F-5275-404A-BB5A-5C28344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5" name="04">
            <a:extLst xmlns:a="http://schemas.openxmlformats.org/drawingml/2006/main">
              <a:ext uri="{FF2B5EF4-FFF2-40B4-BE49-F238E27FC236}">
                <a16:creationId xmlns:a16="http://schemas.microsoft.com/office/drawing/2014/main" id="{D6BA9C8A-2691-4A7C-AC71-F98311B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6F529B-B74F-4F25-A2C7-20DE711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7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092242DB-66F6-4304-B880-B001C7D0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88" name="恢复 Host 打包的 Thread、Channel 与缓冲区描述">
            <a:extLst xmlns:a="http://schemas.openxmlformats.org/drawingml/2006/main">
              <a:ext uri="{FF2B5EF4-FFF2-40B4-BE49-F238E27FC236}">
                <a16:creationId xmlns:a16="http://schemas.microsoft.com/office/drawing/2014/main" id="{4833A1CA-41F7-4852-BE4A-12495F34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 Host 打包的 Thread、Channel 与缓冲区描述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CDD33FD-D793-41E0-8912-88665B38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5">
            <a:extLst xmlns:a="http://schemas.openxmlformats.org/drawingml/2006/main">
              <a:ext uri="{FF2B5EF4-FFF2-40B4-BE49-F238E27FC236}">
                <a16:creationId xmlns:a16="http://schemas.microsoft.com/office/drawing/2014/main" id="{7403339F-3448-414F-87D9-8B596255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57A9A0-D75A-4EAE-9BE0-31C79ED2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8993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4633E8BB-F4C7-4137-9695-8D8E7C4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898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93" name="恢复 counts、位移等变长数据的设备侧指针">
            <a:extLst xmlns:a="http://schemas.openxmlformats.org/drawingml/2006/main">
              <a:ext uri="{FF2B5EF4-FFF2-40B4-BE49-F238E27FC236}">
                <a16:creationId xmlns:a16="http://schemas.microsoft.com/office/drawing/2014/main" id="{9688076C-925E-4E0D-A232-4082D90B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091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 counts、位移等变长数据的设备侧指针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0BBD3D-9C5A-4016-8D46-10E5E92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5" name="06">
            <a:extLst xmlns:a="http://schemas.openxmlformats.org/drawingml/2006/main">
              <a:ext uri="{FF2B5EF4-FFF2-40B4-BE49-F238E27FC236}">
                <a16:creationId xmlns:a16="http://schemas.microsoft.com/office/drawing/2014/main" id="{5CC72F37-796E-413A-9F56-785B2A1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846EB9-75D5-40C4-A1A5-5455614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75285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E8ACABAC-2C0E-4F1D-8131-70033B60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77190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98" name="开始批量组织 / 提交通信任务">
            <a:extLst xmlns:a="http://schemas.openxmlformats.org/drawingml/2006/main">
              <a:ext uri="{FF2B5EF4-FFF2-40B4-BE49-F238E27FC236}">
                <a16:creationId xmlns:a16="http://schemas.microsoft.com/office/drawing/2014/main" id="{10C4F8BC-45ED-4881-B5C9-D21044F7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93382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开始批量组织 / 提交通信任务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AEB1B4B-D778-4047-8C09-349BC52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1C0951-0068-4B27-A0A8-9C4C9FCD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3599022" y="395144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A827C1-7FF8-47F6-AD31-B743B9A8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7">
            <a:extLst xmlns:a="http://schemas.openxmlformats.org/drawingml/2006/main">
              <a:ext uri="{FF2B5EF4-FFF2-40B4-BE49-F238E27FC236}">
                <a16:creationId xmlns:a16="http://schemas.microsoft.com/office/drawing/2014/main" id="{D82A07DD-34C1-444A-B35B-0A05958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23119E1-065C-4CC2-9056-392858E5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1576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659E100C-0697-4506-9DBC-093DDE3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481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6" name="进入本次算子的设备侧任务编排">
            <a:extLst xmlns:a="http://schemas.openxmlformats.org/drawingml/2006/main">
              <a:ext uri="{FF2B5EF4-FFF2-40B4-BE49-F238E27FC236}">
                <a16:creationId xmlns:a16="http://schemas.microsoft.com/office/drawing/2014/main" id="{45879ED3-D4AF-4C12-AEB7-CE35A956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674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进入本次算子的设备侧任务编排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2499D3-F6C5-4F66-9BC7-F5E0C0E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8" name="08">
            <a:extLst xmlns:a="http://schemas.openxmlformats.org/drawingml/2006/main">
              <a:ext uri="{FF2B5EF4-FFF2-40B4-BE49-F238E27FC236}">
                <a16:creationId xmlns:a16="http://schemas.microsoft.com/office/drawing/2014/main" id="{078A66DC-FCBD-401C-A3F0-D445BE5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11E48C-C63F-4BB8-8008-CB1D7A9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67868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0" name="HcommThreadNotifyWaitOnThreadWithDefaultTimeout">
            <a:extLst xmlns:a="http://schemas.openxmlformats.org/drawingml/2006/main">
              <a:ext uri="{FF2B5EF4-FFF2-40B4-BE49-F238E27FC236}">
                <a16:creationId xmlns:a16="http://schemas.microsoft.com/office/drawing/2014/main" id="{92382043-B291-46AB-B0B2-80622049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69773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HcommThreadNotifyWaitOnThreadWithDefaultTimeout</a:t>
            </a:r>
          </a:p>
        </p:txBody>
      </p:sp>
      <p:sp>
        <p:nvSpPr>
          <p:cNvPr id="111" name="主 Thread 等 P8 的输入就绪通知；完成前不越过依赖">
            <a:extLst xmlns:a="http://schemas.openxmlformats.org/drawingml/2006/main">
              <a:ext uri="{FF2B5EF4-FFF2-40B4-BE49-F238E27FC236}">
                <a16:creationId xmlns:a16="http://schemas.microsoft.com/office/drawing/2014/main" id="{C164257E-7FE9-416A-9A7B-0081388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85965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Thread 等 P8 的输入就绪通知；完成前不越过依赖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32A08C-10BF-4B8B-9BFB-8BD87B8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0C08DB-55F9-431F-846D-153BDA5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3599022" y="4877277"/>
            <a:ext cx="288274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DFE0E4-5642-4577-9560-EF422658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6" name="09">
            <a:extLst xmlns:a="http://schemas.openxmlformats.org/drawingml/2006/main">
              <a:ext uri="{FF2B5EF4-FFF2-40B4-BE49-F238E27FC236}">
                <a16:creationId xmlns:a16="http://schemas.microsoft.com/office/drawing/2014/main" id="{9E57877B-7ABE-4CDB-9A95-1913DFC9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4891B8C-5141-4473-A17F-E6412595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1595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GetAlgExec">
            <a:extLst xmlns:a="http://schemas.openxmlformats.org/drawingml/2006/main">
              <a:ext uri="{FF2B5EF4-FFF2-40B4-BE49-F238E27FC236}">
                <a16:creationId xmlns:a16="http://schemas.microsoft.com/office/drawing/2014/main" id="{8E5B2AEE-D1C2-43A1-8EED-4D79BA5C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0645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19" name="取得 AICPU 侧算法执行器">
            <a:extLst xmlns:a="http://schemas.openxmlformats.org/drawingml/2006/main">
              <a:ext uri="{FF2B5EF4-FFF2-40B4-BE49-F238E27FC236}">
                <a16:creationId xmlns:a16="http://schemas.microsoft.com/office/drawing/2014/main" id="{0D5F3E9A-CFE4-4C97-A787-AD893F5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2570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AICPU 侧算法执行器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1B0B63-04DC-4AF9-8A2B-39C92E6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10">
            <a:extLst xmlns:a="http://schemas.openxmlformats.org/drawingml/2006/main">
              <a:ext uri="{FF2B5EF4-FFF2-40B4-BE49-F238E27FC236}">
                <a16:creationId xmlns:a16="http://schemas.microsoft.com/office/drawing/2014/main" id="{F6DA147B-6076-4428-B7D2-CF146E3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7DC67D-B2F7-49A2-8CF6-C8A0167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04510"/>
            <a:ext cx="531018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InsV2AlltoAllVSoleExecutor::Orchestrate">
            <a:extLst xmlns:a="http://schemas.openxmlformats.org/drawingml/2006/main">
              <a:ext uri="{FF2B5EF4-FFF2-40B4-BE49-F238E27FC236}">
                <a16:creationId xmlns:a16="http://schemas.microsoft.com/office/drawing/2014/main" id="{37505D28-D84A-4ED1-A8AF-455504E3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23560"/>
            <a:ext cx="51768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</a:p>
        </p:txBody>
      </p:sp>
      <p:sp>
        <p:nvSpPr>
          <p:cNvPr id="124" name="恢复各 Peer 的收发信息；转入 P10 的分块与轮次展开">
            <a:extLst xmlns:a="http://schemas.openxmlformats.org/drawingml/2006/main">
              <a:ext uri="{FF2B5EF4-FFF2-40B4-BE49-F238E27FC236}">
                <a16:creationId xmlns:a16="http://schemas.microsoft.com/office/drawing/2014/main" id="{FCBFF582-FFED-4CB8-8DF1-276699E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5485"/>
            <a:ext cx="5176838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恢复各 Peer 的收发信息；转入 P10 的分块与轮次展开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782641-0E72-4440-AFDB-14BE4AD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这里“开始编排”不代表用户数据已经到对端；HCCL 生成任务，HCOMM 按 Thread 依赖执行。">
            <a:extLst xmlns:a="http://schemas.openxmlformats.org/drawingml/2006/main">
              <a:ext uri="{FF2B5EF4-FFF2-40B4-BE49-F238E27FC236}">
                <a16:creationId xmlns:a16="http://schemas.microsoft.com/office/drawing/2014/main" id="{84812022-4212-49CC-A3B3-6EABD27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这里“开始编排”不代表用户数据已经到对端；HCCL 生成任务，HCOMM 按 Thread 依赖执行。</a:t>
            </a:r>
          </a:p>
        </p:txBody>
      </p:sp>
      <p:sp>
        <p:nvSpPr>
          <p:cNvPr id="127" name="旧能力用显式超时 HcommThreadNotifyWaitOnThread；两种 Wait 是兼容分支，不是连续等两次。">
            <a:extLst xmlns:a="http://schemas.openxmlformats.org/drawingml/2006/main">
              <a:ext uri="{FF2B5EF4-FFF2-40B4-BE49-F238E27FC236}">
                <a16:creationId xmlns:a16="http://schemas.microsoft.com/office/drawing/2014/main" id="{694A0F31-F2CB-4CF2-AA7F-7A50F0A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旧能力用显式超时 HcommThreadNotifyWaitOnThread；两种 Wait 是兼容分支，不是连续等两次。</a:t>
            </a:r>
          </a:p>
        </p:txBody>
      </p:sp>
    </p:spTree>
    <p:extLst>
      <p:ext uri="{BB962C8B-B14F-4D97-AF65-F5344CB8AC3E}">
        <p14:creationId xmlns:p14="http://schemas.microsoft.com/office/powerpoint/2010/main" val="1515937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09  算法展开：数据块 → 通信轮 → Peer → Channel → slice">
            <a:extLst xmlns:a="http://schemas.openxmlformats.org/drawingml/2006/main">
              <a:ext uri="{FF2B5EF4-FFF2-40B4-BE49-F238E27FC236}">
                <a16:creationId xmlns:a16="http://schemas.microsoft.com/office/drawing/2014/main" id="{A445E106-3160-4D49-8046-A02D0DBD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  算法展开：数据块 → 通信轮 → Peer → Channel → slice</a:t>
            </a:r>
          </a:p>
        </p:txBody>
      </p:sp>
      <p:sp>
        <p:nvSpPr>
          <p:cNvPr id="2" name="上到下是当前数据块的编排；遇到更多块、轮、Peer 或非零 slice 时，执行相应循环体。">
            <a:extLst xmlns:a="http://schemas.openxmlformats.org/drawingml/2006/main">
              <a:ext uri="{FF2B5EF4-FFF2-40B4-BE49-F238E27FC236}">
                <a16:creationId xmlns:a16="http://schemas.microsoft.com/office/drawing/2014/main" id="{373DA19E-6BC7-44BD-BA94-5AB63D9E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上到下是当前数据块的编排；遇到更多块、轮、Peer 或非零 slice 时，执行相应循环体。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AB30CD4D-AA05-4AE3-AF90-8DC2705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BD07B-EC8F-4081-962D-533A6B9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05593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4EA83-5DB1-481A-963A-2887871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290559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执行器">
            <a:extLst xmlns:a="http://schemas.openxmlformats.org/drawingml/2006/main">
              <a:ext uri="{FF2B5EF4-FFF2-40B4-BE49-F238E27FC236}">
                <a16:creationId xmlns:a16="http://schemas.microsoft.com/office/drawing/2014/main" id="{7D2F6C51-2240-4CBA-89F5-EEECEBE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1034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执行器</a:t>
            </a:r>
          </a:p>
        </p:txBody>
      </p:sp>
      <p:sp>
        <p:nvSpPr>
          <p:cNvPr id="7" name="外层容量分块">
            <a:extLst xmlns:a="http://schemas.openxmlformats.org/drawingml/2006/main">
              <a:ext uri="{FF2B5EF4-FFF2-40B4-BE49-F238E27FC236}">
                <a16:creationId xmlns:a16="http://schemas.microsoft.com/office/drawing/2014/main" id="{5801A94E-2ABD-4504-8B37-2BFFB21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282939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外层容量分块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22006-C3B9-46EC-85A4-5184C45F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E91F2-E5C5-42DE-A45D-E9376CC5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0F046-2F32-4971-BC5A-1D3C8D5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F78C3-C3A6-4FE1-8E7B-2918606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281949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AB7A2-DA3C-4C51-BF76-7FA43D8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009650"/>
            <a:ext cx="424943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D29E0-AD63-4461-B339-662D0F51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009650"/>
            <a:ext cx="4249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CL AICPU · Mesh 模板">
            <a:extLst xmlns:a="http://schemas.openxmlformats.org/drawingml/2006/main">
              <a:ext uri="{FF2B5EF4-FFF2-40B4-BE49-F238E27FC236}">
                <a16:creationId xmlns:a16="http://schemas.microsoft.com/office/drawing/2014/main" id="{1DD6FFD4-A921-4B96-A225-2BF945E4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893" y="1028700"/>
            <a:ext cx="415418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Mesh 模板</a:t>
            </a:r>
          </a:p>
        </p:txBody>
      </p:sp>
      <p:sp>
        <p:nvSpPr>
          <p:cNvPr id="17" name="当前块内的通信组织">
            <a:extLst xmlns:a="http://schemas.openxmlformats.org/drawingml/2006/main">
              <a:ext uri="{FF2B5EF4-FFF2-40B4-BE49-F238E27FC236}">
                <a16:creationId xmlns:a16="http://schemas.microsoft.com/office/drawing/2014/main" id="{2A5B4400-A124-49F2-A5D1-3A47E7C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68" y="1219200"/>
            <a:ext cx="417323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当前块内的通信组织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EDDC7-C174-46EE-810A-95655D9A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AFFD4-D678-4966-806D-2742AC1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6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73474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10D2F-9056-4626-B548-0492C2B0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9E88C-90B3-4C40-A631-93D9E75E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5946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62FD2-5115-4900-8158-DCAF763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009650"/>
            <a:ext cx="3922551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123D6-AEB3-4B1A-B3E1-3BAB6ECB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009650"/>
            <a:ext cx="3922551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F813FA3A-B81C-436E-A915-2CC2D03F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324" y="1028700"/>
            <a:ext cx="382730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控制 / 数据搬运">
            <a:extLst xmlns:a="http://schemas.openxmlformats.org/drawingml/2006/main">
              <a:ext uri="{FF2B5EF4-FFF2-40B4-BE49-F238E27FC236}">
                <a16:creationId xmlns:a16="http://schemas.microsoft.com/office/drawing/2014/main" id="{491DE9DD-A18E-428F-8371-10F30FCD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799" y="1219200"/>
            <a:ext cx="3846351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数据搬运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C17DF-E4AE-456C-8C8E-F121C85D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9F838-8547-41EB-A334-29C200D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99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984176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CE2CD-D3BE-476A-9187-81C9B9CE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974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C1864-FA50-498D-9880-E4FAB00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97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945451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0D1B5A-5E80-410C-94CC-2442997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7BE22-C6FC-4153-A779-64A6CB2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2781E1-0B53-4281-8BDE-7DEED586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DEC77-3EB8-41D8-9985-299AB6BA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11A00E-4809-4823-B021-F884A7D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657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0A7A75-DDD1-4B45-B126-0063DB53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657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7662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29A1A9-EBEE-40E6-9536-C7E20A12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21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32CDE4-C0B5-4D47-9999-C4E015A6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21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122354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77DE0F-A181-4179-8E15-FFF654D2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779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9AFF2D-FD0A-45CC-B0B8-A2661516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779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47844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A5395F-A36E-467B-82F9-C384604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3405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428CF4-32BA-417C-A6F3-F72EC31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3405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2834531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C33C64-F846-4DD5-8BFB-F1714B9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14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FAABFF-6A8D-4F10-B834-5DFB916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014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19061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259EE9-DB10-46A9-98A8-687DA434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462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185600-A1F5-4E56-9B0C-58C9165E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462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3546708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E31E85-D6B1-46BB-8FEB-0314D186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02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F21581-FB31-4B2D-A158-B8F489F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02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3902796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AC9F44-6423-45B7-BEC9-D7E2B517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584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92242D-6A83-44F3-827F-D2C474E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584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425888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469F2E-7B1F-495D-BA6D-1CB7BB1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1449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8C5E5A-6243-46C7-BB12-5BD7D4A7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1449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4614973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F2A117-B4FF-4056-9C44-0858F59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705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124C91-1A0D-41CD-A7EB-9E47A6F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705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9628" y="497106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2CD8C0-C73B-47B9-BF3B-297F437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266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82A525-85B7-4BBE-BB46-8CF610CC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2667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829628" y="532715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60B3FB-74F2-4C38-AC3D-5BD00E1C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8276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265ABB-3D99-4CED-BF4C-2AF9698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8276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829628" y="5683239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76" name="顺序">
            <a:extLst xmlns:a="http://schemas.openxmlformats.org/drawingml/2006/main">
              <a:ext uri="{FF2B5EF4-FFF2-40B4-BE49-F238E27FC236}">
                <a16:creationId xmlns:a16="http://schemas.microsoft.com/office/drawing/2014/main" id="{7DD01A60-4F06-404B-9251-BEFED474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E67500-CF5F-48C2-BC28-4990686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2195EE-53D1-4637-8F41-5E8F65AF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02BE5A-9E4A-4179-A946-0B86EB4E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7AFCCC-DF07-4F38-84BD-118A45D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83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E5307018-6B93-453E-B332-C3D0A002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84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DB0CA918-77B8-40B9-8F7B-B46DF9E4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B20F03-01B1-4A4A-9BFB-7AFA281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6" name="01">
            <a:extLst xmlns:a="http://schemas.openxmlformats.org/drawingml/2006/main">
              <a:ext uri="{FF2B5EF4-FFF2-40B4-BE49-F238E27FC236}">
                <a16:creationId xmlns:a16="http://schemas.microsoft.com/office/drawing/2014/main" id="{5270E05E-33D3-4C16-B72F-A948F6F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5DA756-9BFE-411D-B279-31F001E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2676993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006E02D5-D54D-411B-A266-18E52BB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254364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89" name="按容量分块并推进用户 Buffer 偏移">
            <a:extLst xmlns:a="http://schemas.openxmlformats.org/drawingml/2006/main">
              <a:ext uri="{FF2B5EF4-FFF2-40B4-BE49-F238E27FC236}">
                <a16:creationId xmlns:a16="http://schemas.microsoft.com/office/drawing/2014/main" id="{688FCB6C-5928-4BDC-973B-D56AB5E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543643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按容量分块并推进用户 Buffer 偏移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7B93AC-616A-4EC6-BA73-671D88B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610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1" name="02">
            <a:extLst xmlns:a="http://schemas.openxmlformats.org/drawingml/2006/main">
              <a:ext uri="{FF2B5EF4-FFF2-40B4-BE49-F238E27FC236}">
                <a16:creationId xmlns:a16="http://schemas.microsoft.com/office/drawing/2014/main" id="{9A8219C9-1C00-4D76-B660-333302B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610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61B3F6-306C-4228-8ABC-CE6282DC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1794363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3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F406A53C-DC37-4DCD-8482-387612B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1813413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94" name="计算当前模板所需中转空间">
            <a:extLst xmlns:a="http://schemas.openxmlformats.org/drawingml/2006/main">
              <a:ext uri="{FF2B5EF4-FFF2-40B4-BE49-F238E27FC236}">
                <a16:creationId xmlns:a16="http://schemas.microsoft.com/office/drawing/2014/main" id="{2643401B-D399-42AB-8870-E56F95EE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1975338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计算当前模板所需中转空间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6D9AA9-3460-45CE-B930-A1AC47D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19390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5DC6E7-2085-4668-A994-A150B3C7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19390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2282425" y="1939547"/>
            <a:ext cx="156614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0983A5-8C28-43AD-9E55-112528F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7127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9" name="03">
            <a:extLst xmlns:a="http://schemas.openxmlformats.org/drawingml/2006/main">
              <a:ext uri="{FF2B5EF4-FFF2-40B4-BE49-F238E27FC236}">
                <a16:creationId xmlns:a16="http://schemas.microsoft.com/office/drawing/2014/main" id="{993ACA92-CF62-404F-B6E8-F5CAD2E7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7127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B9AFE2-0337-4675-ABAB-245F953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150452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1" name="KernelRun → RunALLtoALL">
            <a:extLst xmlns:a="http://schemas.openxmlformats.org/drawingml/2006/main">
              <a:ext uri="{FF2B5EF4-FFF2-40B4-BE49-F238E27FC236}">
                <a16:creationId xmlns:a16="http://schemas.microsoft.com/office/drawing/2014/main" id="{02D4BC38-00F7-40C3-953A-C11D6366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169502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 → RunALLtoALL</a:t>
            </a:r>
          </a:p>
        </p:txBody>
      </p:sp>
      <p:sp>
        <p:nvSpPr>
          <p:cNvPr id="102" name="处理当前块，组织通信轮次与收尾">
            <a:extLst xmlns:a="http://schemas.openxmlformats.org/drawingml/2006/main">
              <a:ext uri="{FF2B5EF4-FFF2-40B4-BE49-F238E27FC236}">
                <a16:creationId xmlns:a16="http://schemas.microsoft.com/office/drawing/2014/main" id="{A1A70719-4A24-4304-9EE4-BCFE87D6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331427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处理当前块，组织通信轮次与收尾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4FB5404-5968-4031-A69F-BC20F54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72" y="22951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AB2B285-699E-4B53-9748-A9DF125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2951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2282425" y="2295636"/>
            <a:ext cx="156614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7C8178-2477-4EDB-A92F-956004F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321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7" name="04">
            <a:extLst xmlns:a="http://schemas.openxmlformats.org/drawingml/2006/main">
              <a:ext uri="{FF2B5EF4-FFF2-40B4-BE49-F238E27FC236}">
                <a16:creationId xmlns:a16="http://schemas.microsoft.com/office/drawing/2014/main" id="{338FD2E9-9FB6-49B7-8239-7BAF312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321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F55DAC-9C05-417A-8C90-A0CD3A14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506540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9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68F05768-5810-4B9B-9D81-1E58B494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525590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110" name="计算覆盖全部远端 Rank 所需轮次数">
            <a:extLst xmlns:a="http://schemas.openxmlformats.org/drawingml/2006/main">
              <a:ext uri="{FF2B5EF4-FFF2-40B4-BE49-F238E27FC236}">
                <a16:creationId xmlns:a16="http://schemas.microsoft.com/office/drawing/2014/main" id="{792256A9-18D2-4D38-BE9E-EFE8822B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687515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计算覆盖全部远端 Rank 所需轮次数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5B8B7B-B019-47A1-B955-5A82CFC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29304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05">
            <a:extLst xmlns:a="http://schemas.openxmlformats.org/drawingml/2006/main">
              <a:ext uri="{FF2B5EF4-FFF2-40B4-BE49-F238E27FC236}">
                <a16:creationId xmlns:a16="http://schemas.microsoft.com/office/drawing/2014/main" id="{9FFAF8E4-08F8-4EC8-A48F-A5FBD68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29304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9DEE02-B929-48A6-8FB6-BA8D3296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2862629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21D68227-17A1-4B6D-8C8E-21978E4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2881679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115" name="有从 Thread 时，组织开始同步">
            <a:extLst xmlns:a="http://schemas.openxmlformats.org/drawingml/2006/main">
              <a:ext uri="{FF2B5EF4-FFF2-40B4-BE49-F238E27FC236}">
                <a16:creationId xmlns:a16="http://schemas.microsoft.com/office/drawing/2014/main" id="{CA24046C-413C-444D-93D6-86784A7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3043604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有从 Thread 时，组织开始同步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00D697-4A85-4982-ACB7-C972E966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539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7" name="06">
            <a:extLst xmlns:a="http://schemas.openxmlformats.org/drawingml/2006/main">
              <a:ext uri="{FF2B5EF4-FFF2-40B4-BE49-F238E27FC236}">
                <a16:creationId xmlns:a16="http://schemas.microsoft.com/office/drawing/2014/main" id="{2D1D7205-EE22-4164-B54D-4574A24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539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4237E63-BE24-419F-A53D-9659893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218717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B5D9DA2D-31D2-4D84-999E-C1ACA5E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237767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20" name="主 Thread 发开始通知">
            <a:extLst xmlns:a="http://schemas.openxmlformats.org/drawingml/2006/main">
              <a:ext uri="{FF2B5EF4-FFF2-40B4-BE49-F238E27FC236}">
                <a16:creationId xmlns:a16="http://schemas.microsoft.com/office/drawing/2014/main" id="{48FB5827-BB11-449E-BEE3-6EF591A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399692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Thread 发开始通知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D044B8B-3F04-4CEE-9801-7FE09CC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33634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1402D44-9695-4823-81F3-3D3530D6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3634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859937" y="3363901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5B5DC4-C2AC-4C59-A1FC-AA091B8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1481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5" name="07">
            <a:extLst xmlns:a="http://schemas.openxmlformats.org/drawingml/2006/main">
              <a:ext uri="{FF2B5EF4-FFF2-40B4-BE49-F238E27FC236}">
                <a16:creationId xmlns:a16="http://schemas.microsoft.com/office/drawing/2014/main" id="{04F0DB64-4A7A-4918-A2E6-B0082B8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1481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B7E2C4C-DC85-466C-8361-C7A7B6B6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574806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BBA547A0-5109-4BAD-A8CF-288C9E7B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593856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8" name="各从 Thread 等待主 Thread 放行">
            <a:extLst xmlns:a="http://schemas.openxmlformats.org/drawingml/2006/main">
              <a:ext uri="{FF2B5EF4-FFF2-40B4-BE49-F238E27FC236}">
                <a16:creationId xmlns:a16="http://schemas.microsoft.com/office/drawing/2014/main" id="{3B2A98B0-6733-4226-9394-3F276B3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3755781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各从 Thread 等待主 Thread 放行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B09EBB0-F7B7-4701-AE2B-FCF2E31A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3719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06B017-24D1-4E4B-A861-E3AA8E85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3719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5859937" y="3719990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9B5F4C-206F-4D2A-A689-737E1E7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7569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3" name="08">
            <a:extLst xmlns:a="http://schemas.openxmlformats.org/drawingml/2006/main">
              <a:ext uri="{FF2B5EF4-FFF2-40B4-BE49-F238E27FC236}">
                <a16:creationId xmlns:a16="http://schemas.microsoft.com/office/drawing/2014/main" id="{BCB7FC73-9C2D-453C-8AD5-FE8AFD3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7569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9342C7C-F957-48F9-A1A3-13E920A5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3930894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5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7797ADEF-D7FA-4EC4-93B5-D25F1690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3949944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36" name="计算本轮参与通信的 Peer">
            <a:extLst xmlns:a="http://schemas.openxmlformats.org/drawingml/2006/main">
              <a:ext uri="{FF2B5EF4-FFF2-40B4-BE49-F238E27FC236}">
                <a16:creationId xmlns:a16="http://schemas.microsoft.com/office/drawing/2014/main" id="{1A86F8B5-A8BB-4DC5-8DF4-701BAB73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111869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计算本轮参与通信的 Peer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A4B60EE-DCE4-4D69-A51E-7EFE132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365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8" name="09">
            <a:extLst xmlns:a="http://schemas.openxmlformats.org/drawingml/2006/main">
              <a:ext uri="{FF2B5EF4-FFF2-40B4-BE49-F238E27FC236}">
                <a16:creationId xmlns:a16="http://schemas.microsoft.com/office/drawing/2014/main" id="{9C8F78E4-DCA8-4914-8288-24EF7C9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365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1378F6E-34BD-42C5-A819-B25A13EC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4286983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0" name="LocalCopyForMyRank">
            <a:extLst xmlns:a="http://schemas.openxmlformats.org/drawingml/2006/main">
              <a:ext uri="{FF2B5EF4-FFF2-40B4-BE49-F238E27FC236}">
                <a16:creationId xmlns:a16="http://schemas.microsoft.com/office/drawing/2014/main" id="{0CE81766-75FF-46DD-9451-0459F46E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306033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</a:p>
        </p:txBody>
      </p:sp>
      <p:sp>
        <p:nvSpPr>
          <p:cNvPr id="141" name="第一轮处理发给自己的分片">
            <a:extLst xmlns:a="http://schemas.openxmlformats.org/drawingml/2006/main">
              <a:ext uri="{FF2B5EF4-FFF2-40B4-BE49-F238E27FC236}">
                <a16:creationId xmlns:a16="http://schemas.microsoft.com/office/drawing/2014/main" id="{C61B2714-DFCB-4CBD-BDE4-1B02FDA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4467958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第一轮处理发给自己的分片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4E42CCB-89D4-4FE7-A642-9EA360D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9746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3" name="10">
            <a:extLst xmlns:a="http://schemas.openxmlformats.org/drawingml/2006/main">
              <a:ext uri="{FF2B5EF4-FFF2-40B4-BE49-F238E27FC236}">
                <a16:creationId xmlns:a16="http://schemas.microsoft.com/office/drawing/2014/main" id="{6963C872-D969-42DC-B5D0-188B2CB4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974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97A1C74-62DE-4F25-B2BE-70A9D14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4643071"/>
            <a:ext cx="3693951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5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E9198B24-D590-4679-A5F5-F7199EB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4662121"/>
            <a:ext cx="35606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46" name="自分片直接 sendBuf → recvBuf">
            <a:extLst xmlns:a="http://schemas.openxmlformats.org/drawingml/2006/main">
              <a:ext uri="{FF2B5EF4-FFF2-40B4-BE49-F238E27FC236}">
                <a16:creationId xmlns:a16="http://schemas.microsoft.com/office/drawing/2014/main" id="{35805113-2E8C-4736-B9CE-DD2780DB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74" y="4824046"/>
            <a:ext cx="3560601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自分片直接 sendBuf → recvBuf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A358D19-8137-4E29-8FCC-FAC8EE87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984" y="478777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631B6D6-702F-4BC8-BF36-D189A2F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999" y="478777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47" idx="3"/>
            <a:endCxn xmlns:a="http://schemas.openxmlformats.org/drawingml/2006/main" id="148" idx="1"/>
          </p:cNvCxnSpPr>
          <p:nvPr/>
        </p:nvCxnSpPr>
        <p:spPr>
          <a:xfrm xmlns:a="http://schemas.openxmlformats.org/drawingml/2006/main">
            <a:off x="5859937" y="4788255"/>
            <a:ext cx="22380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D851A59-29E3-446C-ACFC-BA1586EB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583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1" name="11">
            <a:extLst xmlns:a="http://schemas.openxmlformats.org/drawingml/2006/main">
              <a:ext uri="{FF2B5EF4-FFF2-40B4-BE49-F238E27FC236}">
                <a16:creationId xmlns:a16="http://schemas.microsoft.com/office/drawing/2014/main" id="{7829A27A-9883-460A-A7E1-7B9082B4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583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092175B-4DCD-468B-9AF1-95780EB2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4999160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3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83D5BB63-9EED-442E-8250-747DE72E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018210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54" name="遍历本轮 Peer，按端口能力分配数据">
            <a:extLst xmlns:a="http://schemas.openxmlformats.org/drawingml/2006/main">
              <a:ext uri="{FF2B5EF4-FFF2-40B4-BE49-F238E27FC236}">
                <a16:creationId xmlns:a16="http://schemas.microsoft.com/office/drawing/2014/main" id="{A0B355D8-3537-405C-8CB6-DB388FC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180135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遍历本轮 Peer，按端口能力分配数据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536A3F-E121-4CA5-A5B8-5876171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2192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56" name="12">
            <a:extLst xmlns:a="http://schemas.openxmlformats.org/drawingml/2006/main">
              <a:ext uri="{FF2B5EF4-FFF2-40B4-BE49-F238E27FC236}">
                <a16:creationId xmlns:a16="http://schemas.microsoft.com/office/drawing/2014/main" id="{4D6FF62E-B9A4-443C-BD63-626F77A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2192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7BED9C6-F7B2-42DC-8C4C-CC8F735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5355248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8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7A768849-13F1-4672-A665-A0FFBE1A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374298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59" name="逐 Channel 计算槽位和 slices">
            <a:extLst xmlns:a="http://schemas.openxmlformats.org/drawingml/2006/main">
              <a:ext uri="{FF2B5EF4-FFF2-40B4-BE49-F238E27FC236}">
                <a16:creationId xmlns:a16="http://schemas.microsoft.com/office/drawing/2014/main" id="{07A33CA6-A238-4183-9F84-2C4A180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536223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逐 Channel 计算槽位和 slices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5A19BBF-C783-46F3-93A5-09BE7F8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78012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61" name="13">
            <a:extLst xmlns:a="http://schemas.openxmlformats.org/drawingml/2006/main">
              <a:ext uri="{FF2B5EF4-FFF2-40B4-BE49-F238E27FC236}">
                <a16:creationId xmlns:a16="http://schemas.microsoft.com/office/drawing/2014/main" id="{FCA40923-2417-4402-AF7E-D87C586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78012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6C52A45-26F5-47DD-B9DE-DE9FDA4F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68" y="5711337"/>
            <a:ext cx="4020830" cy="289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63" name="RunSendRecv → SendRecvWrite">
            <a:extLst xmlns:a="http://schemas.openxmlformats.org/drawingml/2006/main">
              <a:ext uri="{FF2B5EF4-FFF2-40B4-BE49-F238E27FC236}">
                <a16:creationId xmlns:a16="http://schemas.microsoft.com/office/drawing/2014/main" id="{060E8E0B-E28A-458A-B1BE-4D6438F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730387"/>
            <a:ext cx="3887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 → SendRecvWrite</a:t>
            </a:r>
          </a:p>
        </p:txBody>
      </p:sp>
      <p:sp>
        <p:nvSpPr>
          <p:cNvPr id="164" name="每个非零 slice 执行握手与写入，详见 P11">
            <a:extLst xmlns:a="http://schemas.openxmlformats.org/drawingml/2006/main">
              <a:ext uri="{FF2B5EF4-FFF2-40B4-BE49-F238E27FC236}">
                <a16:creationId xmlns:a16="http://schemas.microsoft.com/office/drawing/2014/main" id="{99C34A7D-9FBB-4E57-AFEB-F0B5CA05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243" y="5892312"/>
            <a:ext cx="3887480" cy="89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每个非零 slice 执行握手与写入，详见 P11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4F942CE-9EA0-4431-BD40-04984CB2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6" name="任务在选定 Thread 上排队；块内所有 Peer 编排后做 PostSync 汇合，再进入下一块。">
            <a:extLst xmlns:a="http://schemas.openxmlformats.org/drawingml/2006/main">
              <a:ext uri="{FF2B5EF4-FFF2-40B4-BE49-F238E27FC236}">
                <a16:creationId xmlns:a16="http://schemas.microsoft.com/office/drawing/2014/main" id="{97C09FAE-1680-42FC-A569-06A395B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任务在选定 Thread 上排队；块内所有 Peer 编排后做 PostSync 汇合，再进入下一块。</a:t>
            </a:r>
          </a:p>
        </p:txBody>
      </p:sp>
      <p:sp>
        <p:nvSpPr>
          <p:cNvPr id="167" name="CalcDataSplitByPortGroupCommon / CalcCclBuffIdx / BuildDataSlices 分别计算通道分片、CCL 槽位和 src/dst">
            <a:extLst xmlns:a="http://schemas.openxmlformats.org/drawingml/2006/main">
              <a:ext uri="{FF2B5EF4-FFF2-40B4-BE49-F238E27FC236}">
                <a16:creationId xmlns:a16="http://schemas.microsoft.com/office/drawing/2014/main" id="{5BA84636-15A8-4341-B8BE-01BF600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CalcDataSplitByPortGroupCommon / CalcCclBuffIdx / BuildDataSlices 分别计算通道分片、CCL 槽位和 src/dst/len，见 P12 与备注。</a:t>
            </a:r>
          </a:p>
        </p:txBody>
      </p:sp>
    </p:spTree>
    <p:extLst>
      <p:ext uri="{BB962C8B-B14F-4D97-AF65-F5344CB8AC3E}">
        <p14:creationId xmlns:p14="http://schemas.microsoft.com/office/powerpoint/2010/main" val="935806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10  一个 Peer 的双向交换：先 ACK，再写，再等 DATA_SIGNAL">
            <a:extLst xmlns:a="http://schemas.openxmlformats.org/drawingml/2006/main">
              <a:ext uri="{FF2B5EF4-FFF2-40B4-BE49-F238E27FC236}">
                <a16:creationId xmlns:a16="http://schemas.microsoft.com/office/drawing/2014/main" id="{31545B7A-AC54-430D-BC0D-26B6617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  一个 Peer 的双向交换：先 ACK，再写，再等 DATA_SIGNAL</a:t>
            </a:r>
          </a:p>
        </p:txBody>
      </p:sp>
      <p:sp>
        <p:nvSpPr>
          <p:cNvPr id="2" name="左列是 Rank 0 的 HCCL；中列是本端调用的 HCOMM；右列表示 Rank 1 的通知 / 数据对应动作。">
            <a:extLst xmlns:a="http://schemas.openxmlformats.org/drawingml/2006/main">
              <a:ext uri="{FF2B5EF4-FFF2-40B4-BE49-F238E27FC236}">
                <a16:creationId xmlns:a16="http://schemas.microsoft.com/office/drawing/2014/main" id="{168FC1A4-515B-437E-9617-36736EC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左列是 Rank 0 的 HCCL；中列是本端调用的 HCOMM；右列表示 Rank 1 的通知 / 数据对应动作。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D316208-AFF3-41DA-BDF2-FFF4D14C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0964F-0ED1-4D41-9C5E-032E659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27954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D0149-18E7-4A50-9EDB-17ACFCC7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27954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Rank 0">
            <a:extLst xmlns:a="http://schemas.openxmlformats.org/drawingml/2006/main">
              <a:ext uri="{FF2B5EF4-FFF2-40B4-BE49-F238E27FC236}">
                <a16:creationId xmlns:a16="http://schemas.microsoft.com/office/drawing/2014/main" id="{F4170138-F26B-4917-975D-758FBEB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18429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Rank 0</a:t>
            </a:r>
          </a:p>
        </p:txBody>
      </p:sp>
      <p:sp>
        <p:nvSpPr>
          <p:cNvPr id="7" name="SendRecvWrite / PostCopy">
            <a:extLst xmlns:a="http://schemas.openxmlformats.org/drawingml/2006/main">
              <a:ext uri="{FF2B5EF4-FFF2-40B4-BE49-F238E27FC236}">
                <a16:creationId xmlns:a16="http://schemas.microsoft.com/office/drawing/2014/main" id="{4D5B745B-E2CE-43B0-929B-067E284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20334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SendRecvWrite / PostCopy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7E23F-33DF-4CFB-A4C9-D7C354F7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4116D-7C30-4BED-A509-46322ED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143AC-6324-43F7-AC05-472A30F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448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E4E9E-6A77-4167-BD57-E2D0C4E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44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68925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10C6B-DA2A-401F-81B2-1993E7E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009650"/>
            <a:ext cx="4299848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E000A-ABC3-47A8-AD1C-815590D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009650"/>
            <a:ext cx="42998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 · Rank 0">
            <a:extLst xmlns:a="http://schemas.openxmlformats.org/drawingml/2006/main">
              <a:ext uri="{FF2B5EF4-FFF2-40B4-BE49-F238E27FC236}">
                <a16:creationId xmlns:a16="http://schemas.microsoft.com/office/drawing/2014/main" id="{9633281A-958A-49D2-97AC-5BFE44D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845" y="1028700"/>
            <a:ext cx="420459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Rank 0</a:t>
            </a:r>
          </a:p>
        </p:txBody>
      </p:sp>
      <p:sp>
        <p:nvSpPr>
          <p:cNvPr id="17" name="同步控制 / 远端写 / 本地拷贝">
            <a:extLst xmlns:a="http://schemas.openxmlformats.org/drawingml/2006/main">
              <a:ext uri="{FF2B5EF4-FFF2-40B4-BE49-F238E27FC236}">
                <a16:creationId xmlns:a16="http://schemas.microsoft.com/office/drawing/2014/main" id="{AE0975C3-A861-4952-9DE1-CA7E10C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320" y="1219200"/>
            <a:ext cx="4223648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远端写 / 本地拷贝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A6FD1-FB5C-495C-A987-354DE9E6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FE4CF-A2C9-45B8-A83D-9E92E17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2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10869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B292F-72AD-43EC-9C85-14E93C4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144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5B83E-9557-4146-B55E-DE0EC17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144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58621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AD25B-8B7D-4FE2-812B-FEC69AC5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009650"/>
            <a:ext cx="3498182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BE0F1-BD70-49BA-851E-FEBAD57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009650"/>
            <a:ext cx="34981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对端 Rank 1">
            <a:extLst xmlns:a="http://schemas.openxmlformats.org/drawingml/2006/main">
              <a:ext uri="{FF2B5EF4-FFF2-40B4-BE49-F238E27FC236}">
                <a16:creationId xmlns:a16="http://schemas.microsoft.com/office/drawing/2014/main" id="{29F93851-B08D-4F1F-A8D7-46F1C4F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693" y="1028700"/>
            <a:ext cx="3402932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对端 Rank 1</a:t>
            </a:r>
          </a:p>
        </p:txBody>
      </p:sp>
      <p:sp>
        <p:nvSpPr>
          <p:cNvPr id="27" name="通信对应关系，不是全局串行时钟">
            <a:extLst xmlns:a="http://schemas.openxmlformats.org/drawingml/2006/main">
              <a:ext uri="{FF2B5EF4-FFF2-40B4-BE49-F238E27FC236}">
                <a16:creationId xmlns:a16="http://schemas.microsoft.com/office/drawing/2014/main" id="{9C6A9033-1DE7-4724-9604-CB01151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168" y="1219200"/>
            <a:ext cx="3421982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通信对应关系，不是全局串行时钟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8075C-6C17-4BFA-A6B8-A8D1784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C0DCA-FFFB-4416-B4A3-0F356C2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6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0854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1FC05-3CE8-44CE-99A4-22DA8FD0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09C3B-5535-4809-A192-107BBB0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157636" y="1410653"/>
            <a:ext cx="0" cy="460914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3C2647-8579-4D96-A185-D4591FA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36ED6-C9E7-4580-A604-C96C2424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F3CAC6-128D-4381-9BD4-DAA453C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489ED-7B3D-4874-996C-D9E39EF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EE0443-2AFD-4978-AF2A-98C1F71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C53F57-61D1-4083-95A5-A813C5F9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220551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F4797-11FD-4EFD-9C7C-5B88F82F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71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ECF683-FD15-43A3-BFEC-FB3E61A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71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9722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4B4688-3312-4C51-8747-0D7056CA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38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05F925-BF02-47D6-AA70-95AE13E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8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3739040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0E26D1-117B-4F7F-8929-26C90CFB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21A2D0-E46A-49CC-AAC8-514B171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45058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3D7A93-8FA8-40CA-953F-7BF39BB6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72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D6ED61-BCE7-40BF-B06A-DBA3D2E5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72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5272565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顺序">
            <a:extLst xmlns:a="http://schemas.openxmlformats.org/drawingml/2006/main">
              <a:ext uri="{FF2B5EF4-FFF2-40B4-BE49-F238E27FC236}">
                <a16:creationId xmlns:a16="http://schemas.microsoft.com/office/drawing/2014/main" id="{7CE33959-3AC4-4131-B98D-B63047E5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1835C3-43D6-4E6F-B938-A12A98CD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CDE6E2-EBC7-4AE1-9310-07F6A894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E2940B-81D7-4EE2-A567-DF09CAE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E65FAC-093C-455E-BDA4-1FF9DAE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62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0A074E0B-5156-4D93-9754-21144C3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63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306F7659-82C7-449A-969E-92A2B69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5A25AC-D018-4741-A6E4-526FDC6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33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5" name="A">
            <a:extLst xmlns:a="http://schemas.openxmlformats.org/drawingml/2006/main">
              <a:ext uri="{FF2B5EF4-FFF2-40B4-BE49-F238E27FC236}">
                <a16:creationId xmlns:a16="http://schemas.microsoft.com/office/drawing/2014/main" id="{CC65CD4E-4B9D-434A-AB1C-0935E8C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33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B1D59C-22A0-4BCE-8432-370C397D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33525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7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3A5BB7CD-928B-4A7C-98BE-B90CA78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71625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8" name="发接收准备通知">
            <a:extLst xmlns:a="http://schemas.openxmlformats.org/drawingml/2006/main">
              <a:ext uri="{FF2B5EF4-FFF2-40B4-BE49-F238E27FC236}">
                <a16:creationId xmlns:a16="http://schemas.microsoft.com/office/drawing/2014/main" id="{EFF56F2D-AD32-417A-8C3B-22F5B80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发接收准备通知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0E0FB0-1997-41EE-BB24-8D428BD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1466850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0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C9DCCA2A-9AF2-493D-8B94-2E93AA2F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1485900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71" name="recvChannel / ACK：声明本端接收区可写">
            <a:extLst xmlns:a="http://schemas.openxmlformats.org/drawingml/2006/main">
              <a:ext uri="{FF2B5EF4-FFF2-40B4-BE49-F238E27FC236}">
                <a16:creationId xmlns:a16="http://schemas.microsoft.com/office/drawing/2014/main" id="{C58E0B09-0921-4D12-B7F4-3B02618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1647825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recvChannel / ACK：声明本端接收区可写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6BC61E-823E-42B7-96C5-9A32C08C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17597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AD70E0-0E90-464D-9C69-CB8B4AB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17597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994873" y="1760221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5" name="收到 Rank 0 的接收就绪 ACK">
            <a:extLst xmlns:a="http://schemas.openxmlformats.org/drawingml/2006/main">
              <a:ext uri="{FF2B5EF4-FFF2-40B4-BE49-F238E27FC236}">
                <a16:creationId xmlns:a16="http://schemas.microsoft.com/office/drawing/2014/main" id="{771D9D72-CF2B-4F5A-B750-FD6187B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1819275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收到 Rank 0 的接收就绪 ACK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F379D1-8705-4EFE-AC09-12AC5B6A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54C9BD-2545-46D6-AA2E-958CE0A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8294721" y="1667352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79" name="通知方向">
            <a:extLst xmlns:a="http://schemas.openxmlformats.org/drawingml/2006/main">
              <a:ext uri="{FF2B5EF4-FFF2-40B4-BE49-F238E27FC236}">
                <a16:creationId xmlns:a16="http://schemas.microsoft.com/office/drawing/2014/main" id="{60FC6014-BC60-455F-B466-6AF378B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1476375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通知方向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978147-9345-42EB-B7A8-D3865CF9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0028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1" name="B">
            <a:extLst xmlns:a="http://schemas.openxmlformats.org/drawingml/2006/main">
              <a:ext uri="{FF2B5EF4-FFF2-40B4-BE49-F238E27FC236}">
                <a16:creationId xmlns:a16="http://schemas.microsoft.com/office/drawing/2014/main" id="{5A242B06-D12C-4F8E-ABCB-4A5731A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0028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82F962-6F43-4939-B75A-6F770B5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0288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83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2B4376C3-042F-4855-8464-BA40D55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8388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84" name="等对端准备好">
            <a:extLst xmlns:a="http://schemas.openxmlformats.org/drawingml/2006/main">
              <a:ext uri="{FF2B5EF4-FFF2-40B4-BE49-F238E27FC236}">
                <a16:creationId xmlns:a16="http://schemas.microsoft.com/office/drawing/2014/main" id="{02A61D45-0682-4769-9EED-BD8F8A5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5563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等对端准备好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0C93FB-D26C-474D-99B7-D7FD576F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2233613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6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DF0C3F83-F450-4D3C-B306-C8023EF0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2252663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87" name="sendChannel / ACK：等待对端允许写入">
            <a:extLst xmlns:a="http://schemas.openxmlformats.org/drawingml/2006/main">
              <a:ext uri="{FF2B5EF4-FFF2-40B4-BE49-F238E27FC236}">
                <a16:creationId xmlns:a16="http://schemas.microsoft.com/office/drawing/2014/main" id="{64FD7F8D-E87A-4D14-AB8A-7AC756FD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2414588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 / ACK：等待对端允许写入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4C7ECF-B1C9-4B4A-9761-C43777D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25265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6A79CA-C3D1-4613-BAAB-2E635623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252650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994873" y="2526983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1" name="发回自己的接收就绪 ACK">
            <a:extLst xmlns:a="http://schemas.openxmlformats.org/drawingml/2006/main">
              <a:ext uri="{FF2B5EF4-FFF2-40B4-BE49-F238E27FC236}">
                <a16:creationId xmlns:a16="http://schemas.microsoft.com/office/drawing/2014/main" id="{28A3F867-1CE3-40AA-88A0-46E7793B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2586038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发回自己的接收就绪 ACK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C5AF25E-A768-4DAC-BB3D-C667ED5E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2433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741B6D-9920-46FC-839E-E2462343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2433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92" idx="1"/>
            <a:endCxn xmlns:a="http://schemas.openxmlformats.org/drawingml/2006/main" id="93" idx="3"/>
          </p:cNvCxnSpPr>
          <p:nvPr/>
        </p:nvCxnSpPr>
        <p:spPr>
          <a:xfrm xmlns:a="http://schemas.openxmlformats.org/drawingml/2006/main" flipH="1">
            <a:off x="8294721" y="2434115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5" name="到达通知满足本端 Wait">
            <a:extLst xmlns:a="http://schemas.openxmlformats.org/drawingml/2006/main">
              <a:ext uri="{FF2B5EF4-FFF2-40B4-BE49-F238E27FC236}">
                <a16:creationId xmlns:a16="http://schemas.microsoft.com/office/drawing/2014/main" id="{5D682914-E04B-454B-A60F-1C8C4D1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2243138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到达通知满足本端 Wait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8106CF5-5395-440E-B13F-894911D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7" name="C">
            <a:extLst xmlns:a="http://schemas.openxmlformats.org/drawingml/2006/main">
              <a:ext uri="{FF2B5EF4-FFF2-40B4-BE49-F238E27FC236}">
                <a16:creationId xmlns:a16="http://schemas.microsoft.com/office/drawing/2014/main" id="{94659E7D-AA3C-48F7-9D21-421DF0B1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060460-4D0A-4BD9-A3D3-45E17931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99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596AF5AC-08E9-401D-B6B0-B186492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00" name="安排非零 slice 的远端写">
            <a:extLst xmlns:a="http://schemas.openxmlformats.org/drawingml/2006/main">
              <a:ext uri="{FF2B5EF4-FFF2-40B4-BE49-F238E27FC236}">
                <a16:creationId xmlns:a16="http://schemas.microsoft.com/office/drawing/2014/main" id="{6280C2EC-D3D7-4CC1-8D2D-5F74032A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安排非零 slice 的远端写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EFE7A2-3FCC-44F3-83D9-205C93A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000375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2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DE793B0F-BEA6-4B7C-889A-B0FDC0D1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019425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03" name="sendChannel：sendBuf[2] → 对端 CCL，8 字节">
            <a:extLst xmlns:a="http://schemas.openxmlformats.org/drawingml/2006/main">
              <a:ext uri="{FF2B5EF4-FFF2-40B4-BE49-F238E27FC236}">
                <a16:creationId xmlns:a16="http://schemas.microsoft.com/office/drawing/2014/main" id="{6BF83AF2-54E0-4D24-89AF-D8F3B86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181350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sendChannel：sendBuf[2] → 对端 CCL，8 字节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F686B91-06D2-4FFC-B06A-82A4553F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32932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EBC306-AD26-4863-B0F0-40CE6A2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2932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3994873" y="3293746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7" name="CCL 收到 Rank 0 的 [2,3]">
            <a:extLst xmlns:a="http://schemas.openxmlformats.org/drawingml/2006/main">
              <a:ext uri="{FF2B5EF4-FFF2-40B4-BE49-F238E27FC236}">
                <a16:creationId xmlns:a16="http://schemas.microsoft.com/office/drawing/2014/main" id="{579C3D04-3A9B-4C51-B58F-4EB49733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3352800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CCL 收到 Rank 0 的 [2,3]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BCDE60-78EB-4F50-8FAC-38883E2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CDDB78-863A-4F0F-A5CC-0F2E235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8294721" y="3200877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1" name="用户字节流向">
            <a:extLst xmlns:a="http://schemas.openxmlformats.org/drawingml/2006/main">
              <a:ext uri="{FF2B5EF4-FFF2-40B4-BE49-F238E27FC236}">
                <a16:creationId xmlns:a16="http://schemas.microsoft.com/office/drawing/2014/main" id="{1E81E46A-0EFE-4BC3-A2C5-B969EEA8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3009900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用户字节流向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589D79-CC94-463C-9EEE-6CACD24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3813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D">
            <a:extLst xmlns:a="http://schemas.openxmlformats.org/drawingml/2006/main">
              <a:ext uri="{FF2B5EF4-FFF2-40B4-BE49-F238E27FC236}">
                <a16:creationId xmlns:a16="http://schemas.microsoft.com/office/drawing/2014/main" id="{62437665-1A84-4146-9E40-EA1B784A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3813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B23B64-09B4-4DCE-B6E4-8F4C1A6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33813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15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75EE6FE0-ECCF-4699-AD8B-DCAAA7E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1913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16" name="安排数据阶段完成通知">
            <a:extLst xmlns:a="http://schemas.openxmlformats.org/drawingml/2006/main">
              <a:ext uri="{FF2B5EF4-FFF2-40B4-BE49-F238E27FC236}">
                <a16:creationId xmlns:a16="http://schemas.microsoft.com/office/drawing/2014/main" id="{C93C7863-9FD7-4B91-8C81-ED0CBAD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9088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安排数据阶段完成通知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96A4BF0-E375-4D62-BDDF-9AD0DBF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3767138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8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1DD4C48A-2452-4952-B2AD-0550F984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786188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19" name="sendChannel / DATA_SIGNAL：通知本端写阶段完成">
            <a:extLst xmlns:a="http://schemas.openxmlformats.org/drawingml/2006/main">
              <a:ext uri="{FF2B5EF4-FFF2-40B4-BE49-F238E27FC236}">
                <a16:creationId xmlns:a16="http://schemas.microsoft.com/office/drawing/2014/main" id="{720C6EAC-7FB4-466F-97F2-2760C27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3948113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sendChannel / DATA_SIGNAL：通知本端写阶段完成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2416A6-7879-40D8-980A-5FBE288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40600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17C532-53D8-4907-9EEB-745C8A2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06003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3994873" y="4060508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3" name="获知 Rank 0 → Rank 1 的写阶段完成">
            <a:extLst xmlns:a="http://schemas.openxmlformats.org/drawingml/2006/main">
              <a:ext uri="{FF2B5EF4-FFF2-40B4-BE49-F238E27FC236}">
                <a16:creationId xmlns:a16="http://schemas.microsoft.com/office/drawing/2014/main" id="{F7B8C470-A568-4B82-9F9C-63A25E0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4119563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获知 Rank 0 → Rank 1 的写阶段完成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5540E9-39E0-4DD5-91BE-6F5FE36B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39671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3B39FBF-8636-4FA7-8420-0291AD45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39671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8294721" y="3967640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7" name="通知方向">
            <a:extLst xmlns:a="http://schemas.openxmlformats.org/drawingml/2006/main">
              <a:ext uri="{FF2B5EF4-FFF2-40B4-BE49-F238E27FC236}">
                <a16:creationId xmlns:a16="http://schemas.microsoft.com/office/drawing/2014/main" id="{8BE5CB9A-C259-4EFE-87D8-7DE1A5E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3776663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通知方向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930F54E-E072-4951-9D38-C56842E7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005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9" name="E">
            <a:extLst xmlns:a="http://schemas.openxmlformats.org/drawingml/2006/main">
              <a:ext uri="{FF2B5EF4-FFF2-40B4-BE49-F238E27FC236}">
                <a16:creationId xmlns:a16="http://schemas.microsoft.com/office/drawing/2014/main" id="{A652F261-FC5B-4838-96E1-995A0F1D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00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C8964C-49D5-4883-8FDC-500AA02C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00575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3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EFD6DAED-9EF3-4828-8125-8CF0C62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132" name="等对端的反向发送完成">
            <a:extLst xmlns:a="http://schemas.openxmlformats.org/drawingml/2006/main">
              <a:ext uri="{FF2B5EF4-FFF2-40B4-BE49-F238E27FC236}">
                <a16:creationId xmlns:a16="http://schemas.microsoft.com/office/drawing/2014/main" id="{B404DCCB-AB56-4D21-A253-6D30ECB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等对端的反向发送完成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3F3F13-61E2-4287-BB45-FD64A296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533900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4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B7506FCF-C4E5-4276-A94C-474C9F2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4552950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135" name="recvChannel / DATA_SIGNAL：等反向数据阶段完成">
            <a:extLst xmlns:a="http://schemas.openxmlformats.org/drawingml/2006/main">
              <a:ext uri="{FF2B5EF4-FFF2-40B4-BE49-F238E27FC236}">
                <a16:creationId xmlns:a16="http://schemas.microsoft.com/office/drawing/2014/main" id="{E0C25A70-4540-45FA-9DDD-8783B95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4714875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recvChannel / DATA_SIGNAL：等反向数据阶段完成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16F326E-B917-4DBC-A96F-316AD36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48267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03238BC-9C5E-49F3-ACEA-DBA44B4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48267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3994873" y="4827271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9" name="[10,11] 已写向 Rank 0；发完成通知">
            <a:extLst xmlns:a="http://schemas.openxmlformats.org/drawingml/2006/main">
              <a:ext uri="{FF2B5EF4-FFF2-40B4-BE49-F238E27FC236}">
                <a16:creationId xmlns:a16="http://schemas.microsoft.com/office/drawing/2014/main" id="{7CCE30B0-CD4E-4143-A488-F8EA15E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4886325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[10,11] 已写向 Rank 0；发完成通知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42F1D58-1B33-4500-A7FC-E008AE21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159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E0B02C3-873A-481F-99F1-531F601B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768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140" idx="1"/>
            <a:endCxn xmlns:a="http://schemas.openxmlformats.org/drawingml/2006/main" id="141" idx="3"/>
          </p:cNvCxnSpPr>
          <p:nvPr/>
        </p:nvCxnSpPr>
        <p:spPr>
          <a:xfrm xmlns:a="http://schemas.openxmlformats.org/drawingml/2006/main" flipH="1">
            <a:off x="8294721" y="4734402"/>
            <a:ext cx="1862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3" name="到达通知满足本端 Wait">
            <a:extLst xmlns:a="http://schemas.openxmlformats.org/drawingml/2006/main">
              <a:ext uri="{FF2B5EF4-FFF2-40B4-BE49-F238E27FC236}">
                <a16:creationId xmlns:a16="http://schemas.microsoft.com/office/drawing/2014/main" id="{8ED9AFD4-3036-4724-815A-411215D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4543425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到达通知满足本端 Wait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3D2199E-A85B-4007-B617-9AAD6D32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7338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5" name="F">
            <a:extLst xmlns:a="http://schemas.openxmlformats.org/drawingml/2006/main">
              <a:ext uri="{FF2B5EF4-FFF2-40B4-BE49-F238E27FC236}">
                <a16:creationId xmlns:a16="http://schemas.microsoft.com/office/drawing/2014/main" id="{7E81610C-B5CD-4084-AF3C-A57A8B5B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7338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D8C12F-12B6-45EF-8B9E-A07922F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67338"/>
            <a:ext cx="3050945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47" name="PostCopy">
            <a:extLst xmlns:a="http://schemas.openxmlformats.org/drawingml/2006/main">
              <a:ext uri="{FF2B5EF4-FFF2-40B4-BE49-F238E27FC236}">
                <a16:creationId xmlns:a16="http://schemas.microsoft.com/office/drawing/2014/main" id="{D5808153-8CEE-47F6-980D-45300F0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5438"/>
            <a:ext cx="28794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148" name="在模板外层安排接收后拷贝">
            <a:extLst xmlns:a="http://schemas.openxmlformats.org/drawingml/2006/main">
              <a:ext uri="{FF2B5EF4-FFF2-40B4-BE49-F238E27FC236}">
                <a16:creationId xmlns:a16="http://schemas.microsoft.com/office/drawing/2014/main" id="{C712FDA9-D5AB-4E10-A9FE-42CC6A0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62613"/>
            <a:ext cx="287949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在模板外层安排接收后拷贝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0355EF9-65B9-4132-BCC0-9A59AD0C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5300663"/>
            <a:ext cx="4071248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5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D0E29ABC-9693-430F-865F-01A5F0BE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5319713"/>
            <a:ext cx="39378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51" name="PostCopy：本地 CCL 的 [10,11] → recvBuf[2]">
            <a:extLst xmlns:a="http://schemas.openxmlformats.org/drawingml/2006/main">
              <a:ext uri="{FF2B5EF4-FFF2-40B4-BE49-F238E27FC236}">
                <a16:creationId xmlns:a16="http://schemas.microsoft.com/office/drawing/2014/main" id="{215DCBC1-2233-484F-BCF7-C2D3F28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95" y="5481638"/>
            <a:ext cx="393789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PostCopy：本地 CCL 的 [10,11] → recvBuf[2]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52BC059-DC70-4D07-921E-05269C4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20" y="55935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848A1ED-6A68-437E-AC8D-D0AAFD1A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520" y="55935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3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3994873" y="5594033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5" name="本端自己完成后拷贝；不发远端请求">
            <a:extLst xmlns:a="http://schemas.openxmlformats.org/drawingml/2006/main">
              <a:ext uri="{FF2B5EF4-FFF2-40B4-BE49-F238E27FC236}">
                <a16:creationId xmlns:a16="http://schemas.microsoft.com/office/drawing/2014/main" id="{B476F900-6EF9-4D14-A020-B3F6A683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568" y="5653088"/>
            <a:ext cx="31171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本端自己完成后拷贝；不发远端请求</a:t>
            </a:r>
          </a:p>
        </p:txBody>
      </p:sp>
      <p:sp>
        <p:nvSpPr>
          <p:cNvPr id="156" name="本地动作，无跨 Rank 箭头">
            <a:extLst xmlns:a="http://schemas.openxmlformats.org/drawingml/2006/main">
              <a:ext uri="{FF2B5EF4-FFF2-40B4-BE49-F238E27FC236}">
                <a16:creationId xmlns:a16="http://schemas.microsoft.com/office/drawing/2014/main" id="{74499061-96AD-42F8-A50D-9F025A3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518" y="5310188"/>
            <a:ext cx="315528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本地动作，无跨 Rank 箭头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C2C7234-15AE-4FA5-9056-8DE2CE6B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8" name="A–E 位于 SendRecvWrite；F 由外层 PostCopy 调用。Wait 是本端等待通知，不是向对端发送一条请求。">
            <a:extLst xmlns:a="http://schemas.openxmlformats.org/drawingml/2006/main">
              <a:ext uri="{FF2B5EF4-FFF2-40B4-BE49-F238E27FC236}">
                <a16:creationId xmlns:a16="http://schemas.microsoft.com/office/drawing/2014/main" id="{B7D176DE-2CBB-4E45-B8C2-7E817D4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A–E 位于 SendRecvWrite；F 由外层 PostCopy 调用。Wait 是本端等待通知，不是向对端发送一条请求。</a:t>
            </a:r>
          </a:p>
        </p:txBody>
      </p:sp>
      <p:sp>
        <p:nvSpPr>
          <p:cNvPr id="159" name="黑线：调用 / 用户字节；红虚线：通知依赖。对端同样执行自己的发送与接收，两端可以并行。">
            <a:extLst xmlns:a="http://schemas.openxmlformats.org/drawingml/2006/main">
              <a:ext uri="{FF2B5EF4-FFF2-40B4-BE49-F238E27FC236}">
                <a16:creationId xmlns:a16="http://schemas.microsoft.com/office/drawing/2014/main" id="{032B8C14-7D05-46DF-A570-70CA9E7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黑线：调用 / 用户字节；红虚线：通知依赖。对端同样执行自己的发送与接收，两端可以并行。</a:t>
            </a:r>
          </a:p>
        </p:txBody>
      </p:sp>
    </p:spTree>
    <p:extLst>
      <p:ext uri="{BB962C8B-B14F-4D97-AF65-F5344CB8AC3E}">
        <p14:creationId xmlns:p14="http://schemas.microsoft.com/office/powerpoint/2010/main" val="5715465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11  字节怎样落位：Write 内部与接收后拷贝">
            <a:extLst xmlns:a="http://schemas.openxmlformats.org/drawingml/2006/main">
              <a:ext uri="{FF2B5EF4-FFF2-40B4-BE49-F238E27FC236}">
                <a16:creationId xmlns:a16="http://schemas.microsoft.com/office/drawing/2014/main" id="{879B2F84-0DD4-45F2-941C-2438726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  字节怎样落位：Write 内部与接收后拷贝</a:t>
            </a:r>
          </a:p>
        </p:txBody>
      </p:sp>
      <p:sp>
        <p:nvSpPr>
          <p:cNvPr id="2" name="以 Rank 0 为本端：向 Rank 1 发 [2,3]；从 Rank 1 收 [10,11]。都是每对 2 个 FP32、8 字节。">
            <a:extLst xmlns:a="http://schemas.openxmlformats.org/drawingml/2006/main">
              <a:ext uri="{FF2B5EF4-FFF2-40B4-BE49-F238E27FC236}">
                <a16:creationId xmlns:a16="http://schemas.microsoft.com/office/drawing/2014/main" id="{7C3481F9-C38B-4FD7-89F2-F2E359E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以 Rank 0 为本端：向 Rank 1 发 [2,3]；从 Rank 1 收 [10,11]。都是每对 2 个 FP32、8 字节。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50DBA679-8D0D-403C-9ACC-C44F352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336F9-E572-4877-A194-35F70F36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59661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74EBE-B664-463A-B2A5-9AB915A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5966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 · Mesh">
            <a:extLst xmlns:a="http://schemas.openxmlformats.org/drawingml/2006/main">
              <a:ext uri="{FF2B5EF4-FFF2-40B4-BE49-F238E27FC236}">
                <a16:creationId xmlns:a16="http://schemas.microsoft.com/office/drawing/2014/main" id="{6E741B3D-E63C-489E-A567-443C71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0136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· Mesh</a:t>
            </a:r>
          </a:p>
        </p:txBody>
      </p:sp>
      <p:sp>
        <p:nvSpPr>
          <p:cNvPr id="7" name="计算分片地址 / 调用包装">
            <a:extLst xmlns:a="http://schemas.openxmlformats.org/drawingml/2006/main">
              <a:ext uri="{FF2B5EF4-FFF2-40B4-BE49-F238E27FC236}">
                <a16:creationId xmlns:a16="http://schemas.microsoft.com/office/drawing/2014/main" id="{663841C7-864A-4E6F-ABAD-E829A27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52041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计算分片地址 / 调用包装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52876-2F3F-4F72-B2B8-FAA0354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6355E-DB9E-49CD-8702-FDBDDFB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89F72-CC20-49DC-8BB7-4F0CC6FA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5E147-A036-448C-9012-182BD686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27460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F7C80-97E3-4E76-B883-5ADAB9B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009650"/>
            <a:ext cx="3596615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42861-34CF-443D-88A1-8FEDC20E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009650"/>
            <a:ext cx="35966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 · C 接口">
            <a:extLst xmlns:a="http://schemas.openxmlformats.org/drawingml/2006/main">
              <a:ext uri="{FF2B5EF4-FFF2-40B4-BE49-F238E27FC236}">
                <a16:creationId xmlns:a16="http://schemas.microsoft.com/office/drawing/2014/main" id="{1F600ADC-0171-40CC-A03C-8801A7E1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15" y="1028700"/>
            <a:ext cx="350136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C 接口</a:t>
            </a:r>
          </a:p>
        </p:txBody>
      </p:sp>
      <p:sp>
        <p:nvSpPr>
          <p:cNvPr id="17" name="句柄适配 / 批处理登记">
            <a:extLst xmlns:a="http://schemas.openxmlformats.org/drawingml/2006/main">
              <a:ext uri="{FF2B5EF4-FFF2-40B4-BE49-F238E27FC236}">
                <a16:creationId xmlns:a16="http://schemas.microsoft.com/office/drawing/2014/main" id="{7F76FD1A-4276-43A1-BFE8-27A3B0F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90" y="1219200"/>
            <a:ext cx="352041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句柄适配 / 批处理登记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18910-6C86-4770-8326-AE8A756F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1AE2D-5691-492D-B289-1BC2E66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29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42576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A2C80-0F93-46CF-80FC-AE7E919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EE275-C257-4BD2-B25C-35E3E489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2407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5CF68-AA11-4D1A-967A-8904CD4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009650"/>
            <a:ext cx="3884344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3F88E-AEC8-4A83-AEC0-A1E141E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009650"/>
            <a:ext cx="388434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HCOMM 数据面 · 内部">
            <a:extLst xmlns:a="http://schemas.openxmlformats.org/drawingml/2006/main">
              <a:ext uri="{FF2B5EF4-FFF2-40B4-BE49-F238E27FC236}">
                <a16:creationId xmlns:a16="http://schemas.microsoft.com/office/drawing/2014/main" id="{C97E9347-A82B-4021-90AD-A22D61A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531" y="1028700"/>
            <a:ext cx="378909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· 内部</a:t>
            </a:r>
          </a:p>
        </p:txBody>
      </p:sp>
      <p:sp>
        <p:nvSpPr>
          <p:cNvPr id="27" name="Thread / 传输实现">
            <a:extLst xmlns:a="http://schemas.openxmlformats.org/drawingml/2006/main">
              <a:ext uri="{FF2B5EF4-FFF2-40B4-BE49-F238E27FC236}">
                <a16:creationId xmlns:a16="http://schemas.microsoft.com/office/drawing/2014/main" id="{63DD7C14-C789-4F45-8075-AA94E3B7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006" y="1219200"/>
            <a:ext cx="3808144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Thread / 传输实现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63BA1-7D5F-48F6-9C73-6DF58582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0A2E9-0FCA-4E50-83C9-CD8CF7A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06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022383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A5D13-068A-49EB-8E8B-F626371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78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9BBC2-F6A2-4DBC-B5CC-199F4CB3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78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964555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92FDB2-B84D-46C0-9A8D-9378877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75AA7-8DD4-4C8E-BFE3-6569B65E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33E77-EBAB-4F2B-962B-FA1D9110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A18252-F465-4E36-8573-343AB39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11D966-23D4-469A-8AAD-90F441A9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723E85-A669-437B-AEF0-CA8474BE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56F014-8A07-4559-B2B5-3FFBADA7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FAB9B1-7480-4B41-95FB-A292D9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F633C0-FAF8-4C16-94D9-BA0A387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45915A-67A4-476F-B028-A4EAF311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9E4657-9EAB-4B1A-88E9-E62CEBC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0A9776-4B2B-499B-88B2-FD34E18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4C7247-0DB3-480B-AFD4-E244CBBB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478066-4F27-4B78-85D3-0C2CBAD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4D74B6-EC51-4E9B-9311-874A659C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8174C2-9F33-45D7-B746-675D101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FF140A-51B1-41B3-8104-A46AA00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4AE8F7-77E3-4F17-A195-36B8682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D9DECB-732D-4B52-A037-65113158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51EFCE-DE5B-4F14-A9CC-53FAE7EB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E4CF33-BCE5-4E83-BBAC-26733DC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0EEB9B-5CDA-43AF-B23E-2058B85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顺序">
            <a:extLst xmlns:a="http://schemas.openxmlformats.org/drawingml/2006/main">
              <a:ext uri="{FF2B5EF4-FFF2-40B4-BE49-F238E27FC236}">
                <a16:creationId xmlns:a16="http://schemas.microsoft.com/office/drawing/2014/main" id="{E8A2B5FA-7631-46CF-AAAA-8BF56BE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3A21C0-95FB-43CF-AFD7-6F44FFC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9169EF-A79C-4425-89E1-4D76A8C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0E0D73-D7B8-4E55-913B-D18A303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6687FC-0DF1-4EED-A432-BF85323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0D2FB21F-BCDB-4A90-9B34-BDAC95D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DE67E643-7120-4153-ABB3-A04A52D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0B1C09-0543-47AC-9A1B-CA39D449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1">
            <a:extLst xmlns:a="http://schemas.openxmlformats.org/drawingml/2006/main">
              <a:ext uri="{FF2B5EF4-FFF2-40B4-BE49-F238E27FC236}">
                <a16:creationId xmlns:a16="http://schemas.microsoft.com/office/drawing/2014/main" id="{F8964CA5-6A19-4A02-AC7F-AC3E76F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89BBE1-9D57-484D-B4B2-F344F564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CalcCclBuffIdx">
            <a:extLst xmlns:a="http://schemas.openxmlformats.org/drawingml/2006/main">
              <a:ext uri="{FF2B5EF4-FFF2-40B4-BE49-F238E27FC236}">
                <a16:creationId xmlns:a16="http://schemas.microsoft.com/office/drawing/2014/main" id="{3EEE4352-0CD3-4BEA-85E5-B0CE7EC4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</a:p>
        </p:txBody>
      </p:sp>
      <p:sp>
        <p:nvSpPr>
          <p:cNvPr id="80" name="计算双方 CCL 槽位，不直接拿 Rank 当偏移">
            <a:extLst xmlns:a="http://schemas.openxmlformats.org/drawingml/2006/main">
              <a:ext uri="{FF2B5EF4-FFF2-40B4-BE49-F238E27FC236}">
                <a16:creationId xmlns:a16="http://schemas.microsoft.com/office/drawing/2014/main" id="{331E4FAF-F7AA-41F4-BBAD-7145C529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计算双方 CCL 槽位，不直接拿 Rank 当偏移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B492B9-6BD5-4B6B-9936-6AF5FA4F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2" name="02">
            <a:extLst xmlns:a="http://schemas.openxmlformats.org/drawingml/2006/main">
              <a:ext uri="{FF2B5EF4-FFF2-40B4-BE49-F238E27FC236}">
                <a16:creationId xmlns:a16="http://schemas.microsoft.com/office/drawing/2014/main" id="{91090FAF-D07F-45F9-B17C-5C5F7D5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ADE02D-2665-45A1-A42A-5C485CA8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01190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4" name="BuildDataSlices">
            <a:extLst xmlns:a="http://schemas.openxmlformats.org/drawingml/2006/main">
              <a:ext uri="{FF2B5EF4-FFF2-40B4-BE49-F238E27FC236}">
                <a16:creationId xmlns:a16="http://schemas.microsoft.com/office/drawing/2014/main" id="{6ACC5E25-F91A-4146-9994-7F90D876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0240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</a:p>
        </p:txBody>
      </p:sp>
      <p:sp>
        <p:nvSpPr>
          <p:cNvPr id="85" name="生成 src、dst、len；源为本端用户 sendBuf">
            <a:extLst xmlns:a="http://schemas.openxmlformats.org/drawingml/2006/main">
              <a:ext uri="{FF2B5EF4-FFF2-40B4-BE49-F238E27FC236}">
                <a16:creationId xmlns:a16="http://schemas.microsoft.com/office/drawing/2014/main" id="{D13BBF5C-9EDB-4952-9CCA-FA776BB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2165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生成 src、dst、len；源为本端用户 sendBuf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50FF40-6CFD-4A57-BF9D-30755C8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7" name="03">
            <a:extLst xmlns:a="http://schemas.openxmlformats.org/drawingml/2006/main">
              <a:ext uri="{FF2B5EF4-FFF2-40B4-BE49-F238E27FC236}">
                <a16:creationId xmlns:a16="http://schemas.microsoft.com/office/drawing/2014/main" id="{133AEE3B-E0F0-4AC3-9EAE-62B4A3F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ABB40B-BD6B-48E7-8B18-96F8B435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36410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87E4AC3E-6A67-43E7-857B-9BE0790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38315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90" name="src=sendBuf[2]；dst=Rank 1 CCL；len=8">
            <a:extLst xmlns:a="http://schemas.openxmlformats.org/drawingml/2006/main">
              <a:ext uri="{FF2B5EF4-FFF2-40B4-BE49-F238E27FC236}">
                <a16:creationId xmlns:a16="http://schemas.microsoft.com/office/drawing/2014/main" id="{23623187-96CD-4198-BB7A-CC39D49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54508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src=sendBuf[2]；dst=Rank 1 CCL；len=8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FDB0F8-380E-4C89-952D-6D28B5A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1F5E8F-EB74-4F5F-B67C-325D4F5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627936" y="2562702"/>
            <a:ext cx="191165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087E24-F9E1-442C-8206-39224F2D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5" name="04">
            <a:extLst xmlns:a="http://schemas.openxmlformats.org/drawingml/2006/main">
              <a:ext uri="{FF2B5EF4-FFF2-40B4-BE49-F238E27FC236}">
                <a16:creationId xmlns:a16="http://schemas.microsoft.com/office/drawing/2014/main" id="{061F538B-A2C5-4CEA-841E-F3B310C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7D33CE2-BD3C-453C-8CF5-52633BC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2827020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7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F39308B0-60A4-4B65-AAEB-C30EA702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2846070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98" name="把 Channel 句柄还原为实际通道对象">
            <a:extLst xmlns:a="http://schemas.openxmlformats.org/drawingml/2006/main">
              <a:ext uri="{FF2B5EF4-FFF2-40B4-BE49-F238E27FC236}">
                <a16:creationId xmlns:a16="http://schemas.microsoft.com/office/drawing/2014/main" id="{40B600DF-D3E3-4302-8A0D-5E91DDE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007995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把 Channel 句柄还原为实际通道对象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435057-E9E3-44CB-909B-C35DFE30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0" name="05">
            <a:extLst xmlns:a="http://schemas.openxmlformats.org/drawingml/2006/main">
              <a:ext uri="{FF2B5EF4-FFF2-40B4-BE49-F238E27FC236}">
                <a16:creationId xmlns:a16="http://schemas.microsoft.com/office/drawing/2014/main" id="{0B9FAC01-80BF-4689-B8B1-7CCEA45B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F5D00E-37DD-4851-8AD8-B062A78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328993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2" name="AddThread">
            <a:extLst xmlns:a="http://schemas.openxmlformats.org/drawingml/2006/main">
              <a:ext uri="{FF2B5EF4-FFF2-40B4-BE49-F238E27FC236}">
                <a16:creationId xmlns:a16="http://schemas.microsoft.com/office/drawing/2014/main" id="{68A79493-363C-4B1B-87FB-292407B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30898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103" name="登记参与本批任务的通信 Thread">
            <a:extLst xmlns:a="http://schemas.openxmlformats.org/drawingml/2006/main">
              <a:ext uri="{FF2B5EF4-FFF2-40B4-BE49-F238E27FC236}">
                <a16:creationId xmlns:a16="http://schemas.microsoft.com/office/drawing/2014/main" id="{805AB72E-9D96-41F8-9B3E-1D0D35F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347091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登记参与本批任务的通信 Thread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5E25F0-68A5-485B-8C8D-07BFDF0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5" name="06">
            <a:extLst xmlns:a="http://schemas.openxmlformats.org/drawingml/2006/main">
              <a:ext uri="{FF2B5EF4-FFF2-40B4-BE49-F238E27FC236}">
                <a16:creationId xmlns:a16="http://schemas.microsoft.com/office/drawing/2014/main" id="{87792BC5-4E1C-4DD2-B1C2-FC8D8D85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8AA2A1-5C28-49BF-93BE-AB58879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375285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7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379041B0-F5EE-42D2-B402-B0C8FD2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377190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108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BCCFFFFF-6D53-490C-9C0B-C1BF94D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393382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98674A-79F6-47B5-B44B-FF7929D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1CE8EC-883F-412F-B871-6D81FF2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224551" y="395144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7D13A4-048A-4DD0-B0FB-539F46E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3" name="07">
            <a:extLst xmlns:a="http://schemas.openxmlformats.org/drawingml/2006/main">
              <a:ext uri="{FF2B5EF4-FFF2-40B4-BE49-F238E27FC236}">
                <a16:creationId xmlns:a16="http://schemas.microsoft.com/office/drawing/2014/main" id="{321DC856-573B-4DC2-8804-C0D5814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0E6D25C-104F-481F-A761-44DC9355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215765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5" name="BaseTransportLiteImpl::&#10;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77F83EA5-D306-4466-84BA-3579D1F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234815"/>
            <a:ext cx="352239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116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C47A750E-966B-43BA-85D5-8357AB1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501515"/>
            <a:ext cx="3522394" cy="9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B8CD97-D1EE-44B0-A721-FA1FF98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EAD4580-B926-4CFA-AC5A-869B93D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6224551" y="4414362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1DF50E2-B5D3-41E0-9261-26E109BC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1" name="08">
            <a:extLst xmlns:a="http://schemas.openxmlformats.org/drawingml/2006/main">
              <a:ext uri="{FF2B5EF4-FFF2-40B4-BE49-F238E27FC236}">
                <a16:creationId xmlns:a16="http://schemas.microsoft.com/office/drawing/2014/main" id="{B54A862B-3DC5-4952-B472-E19716A1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1E1238-8432-42BA-A3F2-691DBC9C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67868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3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C5EF15DE-4028-4F08-87EC-8CE2F4B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69773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124" name="交给选定传输实现，提交远端写任务">
            <a:extLst xmlns:a="http://schemas.openxmlformats.org/drawingml/2006/main">
              <a:ext uri="{FF2B5EF4-FFF2-40B4-BE49-F238E27FC236}">
                <a16:creationId xmlns:a16="http://schemas.microsoft.com/office/drawing/2014/main" id="{8B8068F8-9C5B-48A7-B079-57404CB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485965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交给选定传输实现，提交远端写任务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6A85E0-F37B-4CCD-A823-19E0111C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8E9E6C4-1FF7-4E32-AE03-43BA138F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6224551" y="487727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5984DA8-C669-4CCB-89B4-ACBC14AC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9" name="09">
            <a:extLst xmlns:a="http://schemas.openxmlformats.org/drawingml/2006/main">
              <a:ext uri="{FF2B5EF4-FFF2-40B4-BE49-F238E27FC236}">
                <a16:creationId xmlns:a16="http://schemas.microsoft.com/office/drawing/2014/main" id="{8DB12EE1-AB78-417D-AC8D-4D27B96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162AD41-01F4-4958-8AD1-7E1D69E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5141595"/>
            <a:ext cx="3368015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1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58A8B76B-8BE9-44EF-88F2-8BD69D9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5160645"/>
            <a:ext cx="32346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32" name="反向接收完成后：本地 CCL → recvBuf[2]">
            <a:extLst xmlns:a="http://schemas.openxmlformats.org/drawingml/2006/main">
              <a:ext uri="{FF2B5EF4-FFF2-40B4-BE49-F238E27FC236}">
                <a16:creationId xmlns:a16="http://schemas.microsoft.com/office/drawing/2014/main" id="{29D29A73-0CE7-4439-871C-07F9C28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65" y="5322570"/>
            <a:ext cx="3234665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反向接收完成后：本地 CCL → recvBuf[2]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6535EF5-175D-4AF6-B524-10963B9F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983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8B4802-A7B0-4817-8A1A-37E8C61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90" y="53397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2627936" y="5340192"/>
            <a:ext cx="191165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57F4621-D8A8-4A51-BF02-F69FA0A8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7" name="10">
            <a:extLst xmlns:a="http://schemas.openxmlformats.org/drawingml/2006/main">
              <a:ext uri="{FF2B5EF4-FFF2-40B4-BE49-F238E27FC236}">
                <a16:creationId xmlns:a16="http://schemas.microsoft.com/office/drawing/2014/main" id="{356D81D2-9C60-4D71-BD4B-FFAA8DC2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DABEF5-061E-4645-9A40-0C044D68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5604510"/>
            <a:ext cx="3655744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9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54B53A3A-BF7F-4F53-84B0-D0EE268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5623560"/>
            <a:ext cx="352239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40" name="在所选任务流安排 [10,11] 的本地复制">
            <a:extLst xmlns:a="http://schemas.openxmlformats.org/drawingml/2006/main">
              <a:ext uri="{FF2B5EF4-FFF2-40B4-BE49-F238E27FC236}">
                <a16:creationId xmlns:a16="http://schemas.microsoft.com/office/drawing/2014/main" id="{794E2552-252D-4247-B1F9-33978B7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881" y="5785485"/>
            <a:ext cx="3522394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在所选任务流安排 [10,11] 的本地复制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3ADC6CE-7851-4987-B1DE-4A6E34E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598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CC2AED-3EC7-4402-B630-EBF236F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06" y="58026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6224551" y="5803107"/>
            <a:ext cx="191165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509D627-5447-4FB1-9A66-16AD86A7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5" name="最终 Rank 0 recvBuf = [0,1 | 10,11 | 20,21 | 30,31]；其中 [0,1] 是 P10 的本地自分片。">
            <a:extLst xmlns:a="http://schemas.openxmlformats.org/drawingml/2006/main">
              <a:ext uri="{FF2B5EF4-FFF2-40B4-BE49-F238E27FC236}">
                <a16:creationId xmlns:a16="http://schemas.microsoft.com/office/drawing/2014/main" id="{4506BA6A-C1E7-45F0-9B3E-1C33F6C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最终 Rank 0 recvBuf = [0,1 | 10,11 | 20,21 | 30,31]；其中 [0,1] 是 P10 的本地自分片。</a:t>
            </a:r>
          </a:p>
        </p:txBody>
      </p:sp>
      <p:sp>
        <p:nvSpPr>
          <p:cNvPr id="146" name="第9行是 PostCopy 在等到反向 DATA_SIGNAL 后触发，不是第8行 Write 返回就立刻读取接收数据。更深传输随协议而变。">
            <a:extLst xmlns:a="http://schemas.openxmlformats.org/drawingml/2006/main">
              <a:ext uri="{FF2B5EF4-FFF2-40B4-BE49-F238E27FC236}">
                <a16:creationId xmlns:a16="http://schemas.microsoft.com/office/drawing/2014/main" id="{FE612005-ADCF-4A68-AB1A-44F8A768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第9行是 PostCopy 在等到反向 DATA_SIGNAL 后触发，不是第8行 Write 返回就立刻读取接收数据。更深传输随协议而变。</a:t>
            </a:r>
          </a:p>
        </p:txBody>
      </p:sp>
    </p:spTree>
    <p:extLst>
      <p:ext uri="{BB962C8B-B14F-4D97-AF65-F5344CB8AC3E}">
        <p14:creationId xmlns:p14="http://schemas.microsoft.com/office/powerpoint/2010/main" val="1004692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12  完成：从 Thread 汇合，最终通知放行用户流">
            <a:extLst xmlns:a="http://schemas.openxmlformats.org/drawingml/2006/main">
              <a:ext uri="{FF2B5EF4-FFF2-40B4-BE49-F238E27FC236}">
                <a16:creationId xmlns:a16="http://schemas.microsoft.com/office/drawing/2014/main" id="{CA05E47B-6679-4E7E-862E-C00D313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1152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完成：从 Thread 汇合，最终通知放行用户流</a:t>
            </a:r>
          </a:p>
        </p:txBody>
      </p:sp>
      <p:sp>
        <p:nvSpPr>
          <p:cNvPr id="2" name="左至右区分“谁下发 API”“API 排了什么依赖”“上层何时能继续”，不是把主从 Thread 当成不同库。">
            <a:extLst xmlns:a="http://schemas.openxmlformats.org/drawingml/2006/main">
              <a:ext uri="{FF2B5EF4-FFF2-40B4-BE49-F238E27FC236}">
                <a16:creationId xmlns:a16="http://schemas.microsoft.com/office/drawing/2014/main" id="{EE7A02BF-E268-42F6-B673-2719CC36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10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左至右区分“谁下发 API”“API 排了什么依赖”“上层何时能继续”，不是把主从 Thread 当成不同库。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03177DE-CF45-4628-9A9B-1FFBCEC6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657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83F1A-37CF-4CBD-999B-D2E9FB25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20123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50199-C74C-407C-9803-EEF4AD5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009650"/>
            <a:ext cx="362012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6" name="HCCL AICPU">
            <a:extLst xmlns:a="http://schemas.openxmlformats.org/drawingml/2006/main">
              <a:ext uri="{FF2B5EF4-FFF2-40B4-BE49-F238E27FC236}">
                <a16:creationId xmlns:a16="http://schemas.microsoft.com/office/drawing/2014/main" id="{1C23A62F-DC17-40A8-AB90-0AA3B9DA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352487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7" name="当前块收尾 / Kernel 收尾">
            <a:extLst xmlns:a="http://schemas.openxmlformats.org/drawingml/2006/main">
              <a:ext uri="{FF2B5EF4-FFF2-40B4-BE49-F238E27FC236}">
                <a16:creationId xmlns:a16="http://schemas.microsoft.com/office/drawing/2014/main" id="{B5C7BD8F-5C9C-404E-852A-E0B1A9D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219200"/>
            <a:ext cx="354392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当前块收尾 / Kernel 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F128-A7C8-4AEE-AF2D-4C7E5E72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CCD96-B971-4B7E-8157-ECD812DE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29152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FCA31-EBE4-43A2-A676-AE4787DA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E156E-62B5-42B0-8F45-5B3E3D3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39213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796A1-8D9C-4901-A784-54F7E14D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009650"/>
            <a:ext cx="4199342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839AE-6742-4C53-95DD-5114DB1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009650"/>
            <a:ext cx="419934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1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74495655-FFA0-4001-9D45-97545DD6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423" y="1028700"/>
            <a:ext cx="4104092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7" name="同步控制 / 执行控制">
            <a:extLst xmlns:a="http://schemas.openxmlformats.org/drawingml/2006/main">
              <a:ext uri="{FF2B5EF4-FFF2-40B4-BE49-F238E27FC236}">
                <a16:creationId xmlns:a16="http://schemas.microsoft.com/office/drawing/2014/main" id="{FF2C75BF-A707-4544-AB02-FA219FB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898" y="1219200"/>
            <a:ext cx="4123142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同步控制 / 执行控制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4601F-6E17-4377-9C45-73CF0BC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9EA15-AE18-453A-90AE-BD500DA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98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449275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60F72-CD40-47D7-ACC1-436C263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970D5-9E71-4294-BC74-67445DD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548946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9F6F3-ADB8-4AA9-9BE4-F15E273C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009650"/>
            <a:ext cx="325811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AC305-A54E-479D-8753-8504BD2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009650"/>
            <a:ext cx="32581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1958E"/>
            </a:solidFill>
          </a:ln>
        </p:spPr>
      </p:sp>
      <p:sp>
        <p:nvSpPr>
          <p:cNvPr id="26" name="用户 stream / Thread">
            <a:extLst xmlns:a="http://schemas.openxmlformats.org/drawingml/2006/main">
              <a:ext uri="{FF2B5EF4-FFF2-40B4-BE49-F238E27FC236}">
                <a16:creationId xmlns:a16="http://schemas.microsoft.com/office/drawing/2014/main" id="{F5E71EF1-9AE5-4AEA-B01D-3E649C60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65" y="1028700"/>
            <a:ext cx="316286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 stream / Thread</a:t>
            </a:r>
          </a:p>
        </p:txBody>
      </p:sp>
      <p:sp>
        <p:nvSpPr>
          <p:cNvPr id="27" name="P8 已排入完成 Wait">
            <a:extLst xmlns:a="http://schemas.openxmlformats.org/drawingml/2006/main">
              <a:ext uri="{FF2B5EF4-FFF2-40B4-BE49-F238E27FC236}">
                <a16:creationId xmlns:a16="http://schemas.microsoft.com/office/drawing/2014/main" id="{85CFD028-3DDB-450D-89C3-3E9BEE6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240" y="1219200"/>
            <a:ext cx="318191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P8 已排入完成 Wait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1D766-3160-4CF5-A56D-CF48978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3D430-EC93-4C5D-B9E3-F586AC5C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14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64861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EE485F-2EC9-462E-A70E-171D7445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95" y="138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826BE-EBED-4C01-AF35-1FDD59C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95" y="6019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277672" y="1382078"/>
            <a:ext cx="0" cy="46377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DADDD6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16853-C1E4-4EC9-8827-D1B226EE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831DF6-95BB-4893-A6DB-51519DBF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1906727" y="1353503"/>
            <a:ext cx="0" cy="4685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8FD236-C2BB-43AB-9697-3453A8E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18FB4D-7699-4961-9A8B-E86A1F1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29628" y="60393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91958E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F1CADC-D8A1-4DEA-B4AB-AD588A7B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69A97-163B-46D3-9558-05614D1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726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9628" y="187309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604B7E-403F-4414-9261-B70BC99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D14279-FAD6-4C42-A3B9-27FB92BF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553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29628" y="233600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3D744A-BD1B-411C-8047-9D67F3B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F2FBD2-D114-49F5-A966-2147C9E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9844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9628" y="279892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F52D89-5214-4D2F-8648-4481C9BB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A23439-B42F-44A0-ABFD-24D7C706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6136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26183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7311F9-C653-4351-9351-5B9AF9CE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4758EB-3E72-47E9-A659-E68F3D5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9628" y="3724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861778-939C-4C2E-9F73-D59F6C0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597A89-51CB-44DA-8D72-2E932C52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871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29628" y="418766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6A0BCD-B725-43F7-8F5A-F35414B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F516E5-566C-4E72-8185-1409C104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5010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29628" y="465058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7FDC4F-BCDB-431F-A456-7E5287D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CBAF60-07AF-4F01-B7D8-F1FC42B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130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829628" y="511349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E16480-C92A-4FBD-BD5B-FB4F5BF0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4763A2-3517-449E-8146-3FF4A52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59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829628" y="557641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3810">
            <a:solidFill>
              <a:srgbClr val="EAEBE6"/>
            </a:solidFill>
            <a:prstDash val="solid"/>
          </a:ln>
        </p:spPr>
      </p:cxnSp>
      <p:sp>
        <p:nvSpPr>
          <p:cNvPr id="67" name="顺序">
            <a:extLst xmlns:a="http://schemas.openxmlformats.org/drawingml/2006/main">
              <a:ext uri="{FF2B5EF4-FFF2-40B4-BE49-F238E27FC236}">
                <a16:creationId xmlns:a16="http://schemas.microsoft.com/office/drawing/2014/main" id="{D7B76CCB-458C-45C2-BC6A-1F67C3EA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477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顺序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EB1A204-5565-4A00-ACE0-01707DE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7CB9B5-856B-44FE-A413-42B6AF37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57677" y="1324928"/>
            <a:ext cx="0" cy="467582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1958E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848AFE-32AB-4060-8740-0E05F914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C061B6-2F14-4456-8075-7D3402B3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6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67653" y="6563202"/>
            <a:ext cx="11638597" cy="0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ADDD6"/>
            </a:solidFill>
            <a:prstDash val="solid"/>
          </a:ln>
        </p:spPr>
      </p:cxnSp>
      <p:sp>
        <p:nvSpPr>
          <p:cNvPr id="74" name="Ascend 950 · AICPU_TS · OPBASE · 普通 Mesh Write；多 Rank / 非零数据 / 普通内存 / 资源未命中 / Task Cache 关">
            <a:extLst xmlns:a="http://schemas.openxmlformats.org/drawingml/2006/main">
              <a:ext uri="{FF2B5EF4-FFF2-40B4-BE49-F238E27FC236}">
                <a16:creationId xmlns:a16="http://schemas.microsoft.com/office/drawing/2014/main" id="{6B22BEBB-D71B-4C4A-B581-73AAF83B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9875"/>
            <a:ext cx="981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Ascend 950 · AICPU_TS · OPBASE · 普通 Mesh Write；多 Rank / 非零数据 / 普通内存 / 资源未命中 / Task Cache 关闭</a:t>
            </a:r>
          </a:p>
        </p:txBody>
      </p:sp>
      <p:sp>
        <p:nvSpPr>
          <p:cNvPr id="75" name="hccl 170ddeec · hcomm 87ce550f">
            <a:extLst xmlns:a="http://schemas.openxmlformats.org/drawingml/2006/main">
              <a:ext uri="{FF2B5EF4-FFF2-40B4-BE49-F238E27FC236}">
                <a16:creationId xmlns:a16="http://schemas.microsoft.com/office/drawing/2014/main" id="{1C347C4D-D0B1-4419-ACCE-0BA3628D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198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hccl 170ddeec · hcomm 87ce550f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BD86AB-1588-4194-B4BE-A3B4B9DF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7" name="01">
            <a:extLst xmlns:a="http://schemas.openxmlformats.org/drawingml/2006/main">
              <a:ext uri="{FF2B5EF4-FFF2-40B4-BE49-F238E27FC236}">
                <a16:creationId xmlns:a16="http://schemas.microsoft.com/office/drawing/2014/main" id="{E6EB9FF9-F813-4687-8668-F6B07AF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04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178366-AE39-47A1-81C8-455C7C9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38275"/>
            <a:ext cx="3391523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79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93F24F44-0CCE-4CF5-8D27-2F8E906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57325"/>
            <a:ext cx="32581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80" name="有从 Thread 时，组织当前数据块的汇合">
            <a:extLst xmlns:a="http://schemas.openxmlformats.org/drawingml/2006/main">
              <a:ext uri="{FF2B5EF4-FFF2-40B4-BE49-F238E27FC236}">
                <a16:creationId xmlns:a16="http://schemas.microsoft.com/office/drawing/2014/main" id="{D39A43E8-F533-4178-A454-8C0857B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325817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有从 Thread 时，组织当前数据块的汇合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69430F-C69C-4525-B9E8-58F4827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2" name="02">
            <a:extLst xmlns:a="http://schemas.openxmlformats.org/drawingml/2006/main">
              <a:ext uri="{FF2B5EF4-FFF2-40B4-BE49-F238E27FC236}">
                <a16:creationId xmlns:a16="http://schemas.microsoft.com/office/drawing/2014/main" id="{F6101CC1-F5B3-4981-9A71-404420B1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786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F9E2DB-2CC3-4B14-88B0-F09E4E1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1901190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8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73C30C8A-B6F2-4327-9F16-FD4654C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1920240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5" name="先在主 Thread 排入：等参与的从 Thread">
            <a:extLst xmlns:a="http://schemas.openxmlformats.org/drawingml/2006/main">
              <a:ext uri="{FF2B5EF4-FFF2-40B4-BE49-F238E27FC236}">
                <a16:creationId xmlns:a16="http://schemas.microsoft.com/office/drawing/2014/main" id="{8DE7F6F0-78A0-4FA2-AD20-EBF846BF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082165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先在主 Thread 排入：等参与的从 Thread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5E86D7-210C-4DD0-AA34-51D80D2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FE3D37-5687-43B7-85AC-A0466E29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0993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639689" y="2099787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59AC87-300E-465B-B5DE-C5489D7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0" name="03">
            <a:extLst xmlns:a="http://schemas.openxmlformats.org/drawingml/2006/main">
              <a:ext uri="{FF2B5EF4-FFF2-40B4-BE49-F238E27FC236}">
                <a16:creationId xmlns:a16="http://schemas.microsoft.com/office/drawing/2014/main" id="{29CBBF20-8494-47B8-822B-D1B59213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078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27A065-A21E-4260-B421-773A9FC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36410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9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7EC7B07-66C3-4732-96A4-CBF5BF5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38315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93" name="再在从 Thread 排入：工作结束后通知主 Thread">
            <a:extLst xmlns:a="http://schemas.openxmlformats.org/drawingml/2006/main">
              <a:ext uri="{FF2B5EF4-FFF2-40B4-BE49-F238E27FC236}">
                <a16:creationId xmlns:a16="http://schemas.microsoft.com/office/drawing/2014/main" id="{D6BBC662-A7BF-4FFF-805B-340E65E0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254508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再在从 Thread 排入：工作结束后通知主 Thread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18E030-FA31-41E4-97BF-E3F4DFBF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52261B-543D-4B00-8C11-D7EF182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2639689" y="2562702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323EAD-2ED0-4704-8D08-89A0D838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98" name="04">
            <a:extLst xmlns:a="http://schemas.openxmlformats.org/drawingml/2006/main">
              <a:ext uri="{FF2B5EF4-FFF2-40B4-BE49-F238E27FC236}">
                <a16:creationId xmlns:a16="http://schemas.microsoft.com/office/drawing/2014/main" id="{7CAF52E9-DB46-4C17-AD5C-B4AAB60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369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A2E392-C24C-4DE8-9D5A-960F18A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020"/>
            <a:ext cx="3391523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0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E5EB7DA6-34C7-4FAF-9C72-DFBAA85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6070"/>
            <a:ext cx="32581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101" name="还有下一块就继续；所有块编排后才退出">
            <a:extLst xmlns:a="http://schemas.openxmlformats.org/drawingml/2006/main">
              <a:ext uri="{FF2B5EF4-FFF2-40B4-BE49-F238E27FC236}">
                <a16:creationId xmlns:a16="http://schemas.microsoft.com/office/drawing/2014/main" id="{6262942D-BF9A-456E-9F7F-DBA7CD66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7995"/>
            <a:ext cx="3258173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还有下一块就继续；所有块编排后才退出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B067A3-636A-4173-80C5-BD01784D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3" name="05">
            <a:extLst xmlns:a="http://schemas.openxmlformats.org/drawingml/2006/main">
              <a:ext uri="{FF2B5EF4-FFF2-40B4-BE49-F238E27FC236}">
                <a16:creationId xmlns:a16="http://schemas.microsoft.com/office/drawing/2014/main" id="{5AA3C908-E77A-4CAC-9641-DA49529B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661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F488B01-2335-46C6-9918-51AEFC2D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28993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05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2F735A4-451B-4686-A572-5044B30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30898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06" name="设备主 Thread 排算子完成通知；目标为用户 Thread">
            <a:extLst xmlns:a="http://schemas.openxmlformats.org/drawingml/2006/main">
              <a:ext uri="{FF2B5EF4-FFF2-40B4-BE49-F238E27FC236}">
                <a16:creationId xmlns:a16="http://schemas.microsoft.com/office/drawing/2014/main" id="{D79138E0-8036-4324-9F22-CABC8E5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47091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设备主 Thread 排算子完成通知；目标为用户 Thread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52303E-F5CF-46CC-A181-CA3BC88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0381DF-FAC3-4B99-B54F-0ACABFF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48805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639689" y="3488531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D3D017F-918E-49A1-B476-4752371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06">
            <a:extLst xmlns:a="http://schemas.openxmlformats.org/drawingml/2006/main">
              <a:ext uri="{FF2B5EF4-FFF2-40B4-BE49-F238E27FC236}">
                <a16:creationId xmlns:a16="http://schemas.microsoft.com/office/drawing/2014/main" id="{16CD9AAB-75EE-4924-BDD3-A32F567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9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B9734E-EF3D-4ED6-86CC-D9A8CC44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752850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13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6017DA3E-D5D1-49C7-A365-196E18E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771900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114" name="结束批模式，提交尚未交出的任务">
            <a:extLst xmlns:a="http://schemas.openxmlformats.org/drawingml/2006/main">
              <a:ext uri="{FF2B5EF4-FFF2-40B4-BE49-F238E27FC236}">
                <a16:creationId xmlns:a16="http://schemas.microsoft.com/office/drawing/2014/main" id="{B0B63FCE-D47E-45B9-A6C1-7B06209A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3933825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结束批模式，提交尚未交出的任务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D9AA4C9-97DB-4E32-9D98-1E302301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80585D-8C77-4996-B25A-449FDF2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39509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639689" y="3951447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028E7E-F0E8-4C5C-93C4-D768552B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9" name="07">
            <a:extLst xmlns:a="http://schemas.openxmlformats.org/drawingml/2006/main">
              <a:ext uri="{FF2B5EF4-FFF2-40B4-BE49-F238E27FC236}">
                <a16:creationId xmlns:a16="http://schemas.microsoft.com/office/drawing/2014/main" id="{2262E30A-3F2A-4D36-A3F2-38168F29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244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AE66599-73FB-4D80-A72A-0F4558D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4215765"/>
            <a:ext cx="3970742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1CD4271B-3795-4288-BAFB-735883F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4234815"/>
            <a:ext cx="38373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122" name="退出本次域使用保护；不销毁通信域">
            <a:extLst xmlns:a="http://schemas.openxmlformats.org/drawingml/2006/main">
              <a:ext uri="{FF2B5EF4-FFF2-40B4-BE49-F238E27FC236}">
                <a16:creationId xmlns:a16="http://schemas.microsoft.com/office/drawing/2014/main" id="{EB0973E9-029F-484F-BE71-7B166E6A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773" y="4396740"/>
            <a:ext cx="3837392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退出本次域使用保护；不销毁通信域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7DB61F-4B92-4806-9642-9D733F27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736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EB848C1-4016-4EA8-95A1-48711D4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98" y="441388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639689" y="4414362"/>
            <a:ext cx="192340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19C2B8-B3FE-4B6C-AECA-5BBBBEEE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08">
            <a:extLst xmlns:a="http://schemas.openxmlformats.org/drawingml/2006/main">
              <a:ext uri="{FF2B5EF4-FFF2-40B4-BE49-F238E27FC236}">
                <a16:creationId xmlns:a16="http://schemas.microsoft.com/office/drawing/2014/main" id="{E71C3D7C-E11C-45AC-825D-D2B8212C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4535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38D5FF8-B44A-44B6-ABFF-F5DC3CB9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4678680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29" name="完成通知依赖被满足">
            <a:extLst xmlns:a="http://schemas.openxmlformats.org/drawingml/2006/main">
              <a:ext uri="{FF2B5EF4-FFF2-40B4-BE49-F238E27FC236}">
                <a16:creationId xmlns:a16="http://schemas.microsoft.com/office/drawing/2014/main" id="{25A20D12-28D5-4DB1-AC92-9FE7BAB0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4697730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完成通知依赖被满足</a:t>
            </a:r>
          </a:p>
        </p:txBody>
      </p:sp>
      <p:sp>
        <p:nvSpPr>
          <p:cNvPr id="130" name="全程通信与汇合先完成，用户流上的 Wait 才放行">
            <a:extLst xmlns:a="http://schemas.openxmlformats.org/drawingml/2006/main">
              <a:ext uri="{FF2B5EF4-FFF2-40B4-BE49-F238E27FC236}">
                <a16:creationId xmlns:a16="http://schemas.microsoft.com/office/drawing/2014/main" id="{D89ABDFE-5292-40AF-A769-A899D36E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4859655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全程通信与汇合先完成，用户流上的 Wait 才放行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AF718BC-9A08-42DD-8A4B-457D703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69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C96A72E-79AC-4C6C-9112-1EE3AF7F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6549422" y="4877277"/>
            <a:ext cx="22130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34" name="设备主 Thread 的最终通知">
            <a:extLst xmlns:a="http://schemas.openxmlformats.org/drawingml/2006/main">
              <a:ext uri="{FF2B5EF4-FFF2-40B4-BE49-F238E27FC236}">
                <a16:creationId xmlns:a16="http://schemas.microsoft.com/office/drawing/2014/main" id="{EE64F066-A8A3-4803-8163-621E61B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94" y="4695825"/>
            <a:ext cx="211872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设备主 Thread 的最终通知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73A3E81-A6BC-407E-B96B-7AC2E94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6" name="09">
            <a:extLst xmlns:a="http://schemas.openxmlformats.org/drawingml/2006/main">
              <a:ext uri="{FF2B5EF4-FFF2-40B4-BE49-F238E27FC236}">
                <a16:creationId xmlns:a16="http://schemas.microsoft.com/office/drawing/2014/main" id="{B75DAA55-5F2E-4DC7-AFD2-92EA9E0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0827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AD04322-3F6A-4213-8D48-095620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5141595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38" name="用户流后续任务继续">
            <a:extLst xmlns:a="http://schemas.openxmlformats.org/drawingml/2006/main">
              <a:ext uri="{FF2B5EF4-FFF2-40B4-BE49-F238E27FC236}">
                <a16:creationId xmlns:a16="http://schemas.microsoft.com/office/drawing/2014/main" id="{93CCB56F-9D9C-4C25-8DA2-13AD817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160645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用户流后续任务继续</a:t>
            </a:r>
          </a:p>
        </p:txBody>
      </p:sp>
      <p:sp>
        <p:nvSpPr>
          <p:cNvPr id="139" name="此后同一 stream 的任务可使用 recvBuf">
            <a:extLst xmlns:a="http://schemas.openxmlformats.org/drawingml/2006/main">
              <a:ext uri="{FF2B5EF4-FFF2-40B4-BE49-F238E27FC236}">
                <a16:creationId xmlns:a16="http://schemas.microsoft.com/office/drawing/2014/main" id="{90C2049B-240C-4326-99B9-E18DEAD7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322570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此后同一 stream 的任务可使用 recvBuf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E359AC6-EA59-4FEF-BEC3-FC3F9FB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41" name="10">
            <a:extLst xmlns:a="http://schemas.openxmlformats.org/drawingml/2006/main">
              <a:ext uri="{FF2B5EF4-FFF2-40B4-BE49-F238E27FC236}">
                <a16:creationId xmlns:a16="http://schemas.microsoft.com/office/drawing/2014/main" id="{DEB4DFBF-FB43-40DC-AF44-29F1445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7118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F0F8564-AA16-4573-9B4C-E4C740E2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40" y="5604510"/>
            <a:ext cx="302951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91958E"/>
            </a:solidFill>
          </a:ln>
        </p:spPr>
      </p:sp>
      <p:sp>
        <p:nvSpPr>
          <p:cNvPr id="143" name="需要 Host 读取结果时">
            <a:extLst xmlns:a="http://schemas.openxmlformats.org/drawingml/2006/main">
              <a:ext uri="{FF2B5EF4-FFF2-40B4-BE49-F238E27FC236}">
                <a16:creationId xmlns:a16="http://schemas.microsoft.com/office/drawing/2014/main" id="{D96D5287-4B34-46A5-8269-C435111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623560"/>
            <a:ext cx="2896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需要 Host 读取结果时</a:t>
            </a:r>
          </a:p>
        </p:txBody>
      </p:sp>
      <p:sp>
        <p:nvSpPr>
          <p:cNvPr id="144" name="由上层实际的流同步机制保证；不猜具体框架 API">
            <a:extLst xmlns:a="http://schemas.openxmlformats.org/drawingml/2006/main">
              <a:ext uri="{FF2B5EF4-FFF2-40B4-BE49-F238E27FC236}">
                <a16:creationId xmlns:a16="http://schemas.microsoft.com/office/drawing/2014/main" id="{EC66890F-F2A8-4073-9A1D-FDF85DE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115" y="5785485"/>
            <a:ext cx="289616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由上层实际的流同步机制保证；不猜具体框架 API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6945F4-A6DB-40F1-9412-C9D986F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30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API 返回 ≠ 全网完成；BatchModeEnd / ReleaseComm 返回，也不单独代表所有 Rank 的通信已经结束。">
            <a:extLst xmlns:a="http://schemas.openxmlformats.org/drawingml/2006/main">
              <a:ext uri="{FF2B5EF4-FFF2-40B4-BE49-F238E27FC236}">
                <a16:creationId xmlns:a16="http://schemas.microsoft.com/office/drawing/2014/main" id="{97E74C80-3084-45AA-AE3F-7092A301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72200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API 返回 ≠ 全网完成；BatchModeEnd / ReleaseComm 返回，也不单独代表所有 Rank 的通信已经结束。</a:t>
            </a:r>
          </a:p>
        </p:txBody>
      </p:sp>
      <p:sp>
        <p:nvSpPr>
          <p:cNvPr id="147" name="主 Wait 可以先下发、从 Record 后下发；它们的设备执行依赖保证汇合。无从 Thread 时省掉主从同步。">
            <a:extLst xmlns:a="http://schemas.openxmlformats.org/drawingml/2006/main">
              <a:ext uri="{FF2B5EF4-FFF2-40B4-BE49-F238E27FC236}">
                <a16:creationId xmlns:a16="http://schemas.microsoft.com/office/drawing/2014/main" id="{BF4086A6-1ACB-446D-8A5F-C7DC77D5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29375"/>
            <a:ext cx="1162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5C605C"/>
                </a:solidFill>
                <a:latin typeface="PingFang SC"/>
                <a:ea typeface="PingFang SC"/>
                <a:cs typeface="PingFang SC"/>
              </a:rPr>
              <a:t>主 Wait 可以先下发、从 Record 后下发；它们的设备执行依赖保证汇合。无从 Thread 时省掉主从同步。</a:t>
            </a:r>
          </a:p>
        </p:txBody>
      </p:sp>
    </p:spTree>
    <p:extLst>
      <p:ext uri="{BB962C8B-B14F-4D97-AF65-F5344CB8AC3E}">
        <p14:creationId xmlns:p14="http://schemas.microsoft.com/office/powerpoint/2010/main" val="1497642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2026-09-27T13:44:44.3790000Z</dcterms:created>
  <dcterms:modified xsi:type="dcterms:W3CDTF">2026-09-27T13:44:44.3790000Z</dcterms:modified>
</coreProperties>
</file>