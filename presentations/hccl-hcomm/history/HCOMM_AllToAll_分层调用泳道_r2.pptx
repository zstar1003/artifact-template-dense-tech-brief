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b26eb553f451f" /><Relationship Type="http://schemas.openxmlformats.org/officeDocument/2006/relationships/extended-properties" Target="/docProps/app.xml" Id="R1369058fd9fa4fc6" /><Relationship Type="http://schemas.openxmlformats.org/officeDocument/2006/relationships/officeDocument" Target="/ppt/presentation.xml" Id="R76aca3f23492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8a02b9cea44f9"/>
  </p:sldMasterIdLst>
  <p:notesMasterIdLst>
    <p:notesMasterId xmlns:r="http://schemas.openxmlformats.org/officeDocument/2006/relationships" r:id="R35c84bdac4eb4966"/>
  </p:notesMasterIdLst>
  <p:sldIdLst>
    <p:sldId xmlns:r="http://schemas.openxmlformats.org/officeDocument/2006/relationships" id="256" r:id="R58c7d7da34e44d78"/>
    <p:sldId xmlns:r="http://schemas.openxmlformats.org/officeDocument/2006/relationships" id="257" r:id="R92b0ec7c5dee4ca9"/>
    <p:sldId xmlns:r="http://schemas.openxmlformats.org/officeDocument/2006/relationships" id="258" r:id="Re49ff171da76465a"/>
    <p:sldId xmlns:r="http://schemas.openxmlformats.org/officeDocument/2006/relationships" id="259" r:id="R97fac54c290f43f4"/>
    <p:sldId xmlns:r="http://schemas.openxmlformats.org/officeDocument/2006/relationships" id="260" r:id="Red1b9b1237024771"/>
    <p:sldId xmlns:r="http://schemas.openxmlformats.org/officeDocument/2006/relationships" id="261" r:id="R08a5e44627394b2c"/>
    <p:sldId xmlns:r="http://schemas.openxmlformats.org/officeDocument/2006/relationships" id="262" r:id="Re7195c34a8354b65"/>
    <p:sldId xmlns:r="http://schemas.openxmlformats.org/officeDocument/2006/relationships" id="263" r:id="R7d2762f6ff614da6"/>
    <p:sldId xmlns:r="http://schemas.openxmlformats.org/officeDocument/2006/relationships" id="264" r:id="Redf1eefb968c4ee1"/>
    <p:sldId xmlns:r="http://schemas.openxmlformats.org/officeDocument/2006/relationships" id="265" r:id="R2cd580ee36b54201"/>
    <p:sldId xmlns:r="http://schemas.openxmlformats.org/officeDocument/2006/relationships" id="266" r:id="R75d34dfa55a84d78"/>
    <p:sldId xmlns:r="http://schemas.openxmlformats.org/officeDocument/2006/relationships" id="267" r:id="Rdf1de75a5f654619"/>
    <p:sldId xmlns:r="http://schemas.openxmlformats.org/officeDocument/2006/relationships" id="268" r:id="R349dc8818cc54f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2639652b44c6b" /><Relationship Type="http://schemas.openxmlformats.org/officeDocument/2006/relationships/slideMaster" Target="/ppt/slideMasters/slideMaster1.xml" Id="Ra508a02b9cea44f9" /><Relationship Type="http://schemas.openxmlformats.org/officeDocument/2006/relationships/notesMaster" Target="/ppt/notesMasters/notesMaster1.xml" Id="R35c84bdac4eb4966" /><Relationship Type="http://schemas.openxmlformats.org/officeDocument/2006/relationships/presProps" Target="/ppt/presProps.xml" Id="Rdbfe402ed11c495c" /><Relationship Type="http://schemas.openxmlformats.org/officeDocument/2006/relationships/tableStyles" Target="/ppt/tableStyles.xml" Id="R20ed1f307fa44e2d" /><Relationship Type="http://schemas.openxmlformats.org/officeDocument/2006/relationships/slide" Target="/ppt/slides/slide1.xml" Id="R58c7d7da34e44d78" /><Relationship Type="http://schemas.openxmlformats.org/officeDocument/2006/relationships/slide" Target="/ppt/slides/slide2.xml" Id="R92b0ec7c5dee4ca9" /><Relationship Type="http://schemas.openxmlformats.org/officeDocument/2006/relationships/slide" Target="/ppt/slides/slide3.xml" Id="Re49ff171da76465a" /><Relationship Type="http://schemas.openxmlformats.org/officeDocument/2006/relationships/slide" Target="/ppt/slides/slide4.xml" Id="R97fac54c290f43f4" /><Relationship Type="http://schemas.openxmlformats.org/officeDocument/2006/relationships/slide" Target="/ppt/slides/slide5.xml" Id="Red1b9b1237024771" /><Relationship Type="http://schemas.openxmlformats.org/officeDocument/2006/relationships/slide" Target="/ppt/slides/slide6.xml" Id="R08a5e44627394b2c" /><Relationship Type="http://schemas.openxmlformats.org/officeDocument/2006/relationships/slide" Target="/ppt/slides/slide7.xml" Id="Re7195c34a8354b65" /><Relationship Type="http://schemas.openxmlformats.org/officeDocument/2006/relationships/slide" Target="/ppt/slides/slide8.xml" Id="R7d2762f6ff614da6" /><Relationship Type="http://schemas.openxmlformats.org/officeDocument/2006/relationships/slide" Target="/ppt/slides/slide9.xml" Id="Redf1eefb968c4ee1" /><Relationship Type="http://schemas.openxmlformats.org/officeDocument/2006/relationships/slide" Target="/ppt/slides/slide10.xml" Id="R2cd580ee36b54201" /><Relationship Type="http://schemas.openxmlformats.org/officeDocument/2006/relationships/slide" Target="/ppt/slides/slide11.xml" Id="R75d34dfa55a84d78" /><Relationship Type="http://schemas.openxmlformats.org/officeDocument/2006/relationships/slide" Target="/ppt/slides/slide12.xml" Id="Rdf1de75a5f654619" /><Relationship Type="http://schemas.openxmlformats.org/officeDocument/2006/relationships/slide" Target="/ppt/slides/slide13.xml" Id="R349dc8818cc54f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ddb0901a3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bb2546821404f" /><Relationship Type="http://schemas.openxmlformats.org/officeDocument/2006/relationships/notesMaster" Target="/ppt/notesMasters/notesMaster1.xml" Id="Red8a09bf73b8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0b69dff694460e" /><Relationship Type="http://schemas.openxmlformats.org/officeDocument/2006/relationships/notesMaster" Target="/ppt/notesMasters/notesMaster1.xml" Id="Rd47fa2cba8154f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ba23d898c847df" /><Relationship Type="http://schemas.openxmlformats.org/officeDocument/2006/relationships/notesMaster" Target="/ppt/notesMasters/notesMaster1.xml" Id="R508cc9d69563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90eb7471d54e6e" /><Relationship Type="http://schemas.openxmlformats.org/officeDocument/2006/relationships/notesMaster" Target="/ppt/notesMasters/notesMaster1.xml" Id="Rd7fa52d5836b4c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0d49c6ec3447f" /><Relationship Type="http://schemas.openxmlformats.org/officeDocument/2006/relationships/notesMaster" Target="/ppt/notesMasters/notesMaster1.xml" Id="R5b2522adffe8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4ad518b884d15" /><Relationship Type="http://schemas.openxmlformats.org/officeDocument/2006/relationships/notesMaster" Target="/ppt/notesMasters/notesMaster1.xml" Id="Ra193b74ad1c746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70cf817a014c07" /><Relationship Type="http://schemas.openxmlformats.org/officeDocument/2006/relationships/notesMaster" Target="/ppt/notesMasters/notesMaster1.xml" Id="R31164da20edb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1f06e6cb934db0" /><Relationship Type="http://schemas.openxmlformats.org/officeDocument/2006/relationships/notesMaster" Target="/ppt/notesMasters/notesMaster1.xml" Id="Rdde1c639e764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0a6bd3f7754bda" /><Relationship Type="http://schemas.openxmlformats.org/officeDocument/2006/relationships/notesMaster" Target="/ppt/notesMasters/notesMaster1.xml" Id="R8823e2d6cf2747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8a2be320154abe" /><Relationship Type="http://schemas.openxmlformats.org/officeDocument/2006/relationships/notesMaster" Target="/ppt/notesMasters/notesMaster1.xml" Id="R7988d712ced344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6d125916054730" /><Relationship Type="http://schemas.openxmlformats.org/officeDocument/2006/relationships/notesMaster" Target="/ppt/notesMasters/notesMaster1.xml" Id="Rb7c99680b2be47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8d74ff7094e25" /><Relationship Type="http://schemas.openxmlformats.org/officeDocument/2006/relationships/notesMaster" Target="/ppt/notesMasters/notesMaster1.xml" Id="Ref37b8e285fb46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6e9639967a412f" /><Relationship Type="http://schemas.openxmlformats.org/officeDocument/2006/relationships/notesMaster" Target="/ppt/notesMasters/notesMaster1.xml" Id="R81c532427270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只保留关键跨层调用；中间包装与条件在详情展开。第1步为上层进入HCCL。第2步控制面资源项选HcclGetHcclBuffer代表，详解分开展示Thread与Channel。第5步发射由HCCL内部AicpuKernelLaunch调用ACL，ACL随后执行设备入口。第6/7行为关键事件压缩，不表示OpOrchestrate在入口框内全部完成。Host完成Wait在发射后入队，详见P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最后一行是阶段交接提示，不是额外导出函数。成员与通信域信息返回到入口整理流程。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本页展示主控制流及关键拓扑查询。RankGraph未命中区域内部没有严格时序承诺，其余6项查询在备注保留。箭头只表示HCCL向HCOMM查询的归属。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HcclEngineCtxGet：先查已有的拓扑上下文。命中则直接恢复已有说明。未命中才查询拓扑并保存，具体查询逐项解释在对应细节页。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第5/6行两种Thread获取接口为互斥兼容能力分支，不应当解释为每次两次调用。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HcommMemReg归内存管理，Endpoint/Create与CollectiveChannelCreate归底层通信资源管理。它们位于资源管理内部按需调用路径。资源未命中不保证所有端点也未命中。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第三列HcommChannelGetRemoteMems属于内存管理接口，依托底层通道查询。不是数据面搬运函数。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默认/显式超时Wait能力替代详见备注。两项OrderLaunch按条件启用，不是所有运行必调。Host调用的数据面通知原语仍归HCOMM数据面，不因调用位置而归控制面。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本页保留关键函数，两个箭头符号是HCCL内部直接层次下钻，不跨组件。KernelRun与RunALLtoALL、RunSendRecv与SendRecvWrite的逐项语义均保留备注。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通知可能依能力采用WithDefaultTimeout或显式超时版本；本页用基础名解释语义。A中recvChannel对应本端接收方向；B/C/D使用sendChannel；E使用recvChannel。非零slice写循环不表示零数据也发同样搬运任务。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本页前8行展开R0到R1的发送；第9/10行是R0接收R1的后拷贝，中间通知依赖详见P11，不能把这两段解读为Write同步返回即收到了反向数据。BaseTransportLiteImpl方法归HCOMM传输内部。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第8行是设备队列依赖达到后的事件，不是ReleaseComm之后才发送一次新的通知。完成通知在第5行被排队；用户流Wait在P8发射后早已入队。不同Rank间不建立全局C++顺序。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f6237091f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1e09ab03ea4ce4" /><Relationship Type="http://schemas.openxmlformats.org/officeDocument/2006/relationships/slideLayout" Target="/ppt/slideLayouts/slideLayout1.xml" Id="Rcb93bbe34e54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3bbe34e54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639a5f19f4c0f" /><Relationship Type="http://schemas.openxmlformats.org/officeDocument/2006/relationships/notesSlide" Target="/ppt/notesSlides/notesSlide1.xml" Id="Rd16e0d13e1fb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9d726bf4d40aa" /><Relationship Type="http://schemas.openxmlformats.org/officeDocument/2006/relationships/notesSlide" Target="/ppt/notesSlides/notesSlide2.xml" Id="R13d7a975c06946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b911922344db1" /><Relationship Type="http://schemas.openxmlformats.org/officeDocument/2006/relationships/notesSlide" Target="/ppt/notesSlides/notesSlide3.xml" Id="Rba187a9be25744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faac657d14ad6" /><Relationship Type="http://schemas.openxmlformats.org/officeDocument/2006/relationships/notesSlide" Target="/ppt/notesSlides/notesSlide4.xml" Id="R64abe899259049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735f8a6d344ca" /><Relationship Type="http://schemas.openxmlformats.org/officeDocument/2006/relationships/notesSlide" Target="/ppt/notesSlides/notesSlide5.xml" Id="R4bf7fe64dd80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e8fd6dd24ad9" /><Relationship Type="http://schemas.openxmlformats.org/officeDocument/2006/relationships/notesSlide" Target="/ppt/notesSlides/notesSlide6.xml" Id="R8dafe25e461b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64799322d443a" /><Relationship Type="http://schemas.openxmlformats.org/officeDocument/2006/relationships/notesSlide" Target="/ppt/notesSlides/notesSlide7.xml" Id="Rcba99720115e49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c4e7ccbbd4725" /><Relationship Type="http://schemas.openxmlformats.org/officeDocument/2006/relationships/notesSlide" Target="/ppt/notesSlides/notesSlide8.xml" Id="Rf9ec3b43f9ff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34df5f54c4153" /><Relationship Type="http://schemas.openxmlformats.org/officeDocument/2006/relationships/notesSlide" Target="/ppt/notesSlides/notesSlide9.xml" Id="R498d8ab5593c4f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a3e26b5e24f7a" /><Relationship Type="http://schemas.openxmlformats.org/officeDocument/2006/relationships/notesSlide" Target="/ppt/notesSlides/notesSlide10.xml" Id="R332fcc704ced4b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ed779c57948d7" /><Relationship Type="http://schemas.openxmlformats.org/officeDocument/2006/relationships/notesSlide" Target="/ppt/notesSlides/notesSlide11.xml" Id="R0eeabe92974c48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4dcdefd1e4e91" /><Relationship Type="http://schemas.openxmlformats.org/officeDocument/2006/relationships/notesSlide" Target="/ppt/notesSlides/notesSlide12.xml" Id="Rbe998a52219747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f0d343d8d48f2" /><Relationship Type="http://schemas.openxmlformats.org/officeDocument/2006/relationships/notesSlide" Target="/ppt/notesSlides/notesSlide13.xml" Id="R5687353821204e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AllToAll 跨层调用总览：谁接收、谁准备、谁搬运">
            <a:extLst xmlns:a="http://schemas.openxmlformats.org/drawingml/2006/main">
              <a:ext uri="{FF2B5EF4-FFF2-40B4-BE49-F238E27FC236}">
                <a16:creationId xmlns:a16="http://schemas.microsoft.com/office/drawing/2014/main" id="{366FF852-143A-45EE-BD90-02E9821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跨层调用总览：谁接收、谁准备、谁搬运</a:t>
            </a:r>
          </a:p>
        </p:txBody>
      </p:sp>
      <p:sp>
        <p:nvSpPr>
          <p:cNvPr id="2" name="读法：从上到下；API 放在所属列，横箭头指向被调用者。左侧 P 页码是对应详解。">
            <a:extLst xmlns:a="http://schemas.openxmlformats.org/drawingml/2006/main">
              <a:ext uri="{FF2B5EF4-FFF2-40B4-BE49-F238E27FC236}">
                <a16:creationId xmlns:a16="http://schemas.microsoft.com/office/drawing/2014/main" id="{8FCBDD2C-619A-4FAF-866A-6FC70F86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读法：从上到下；API 放在所属列，横箭头指向被调用者。左侧 P 页码是对应详解。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E3DDE431-CE32-425A-A847-1946FE60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14D3A-15AC-42BB-8043-C2F87C1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89FC6-B872-4D19-B099-383B27F8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601178BD-10F1-4F12-826B-D5D4D133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上层请求 / 选择算法 / 发射">
            <a:extLst xmlns:a="http://schemas.openxmlformats.org/drawingml/2006/main">
              <a:ext uri="{FF2B5EF4-FFF2-40B4-BE49-F238E27FC236}">
                <a16:creationId xmlns:a16="http://schemas.microsoft.com/office/drawing/2014/main" id="{DB99CA9B-3DAC-4E82-95F6-03C1222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上层请求 / 选择算法 / 发射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FBA3A-1E69-48D0-ACA0-9053D91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72F5E-DF8D-4192-91D7-7E1EA249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2917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C58B1-C32D-4E5A-A9D4-754C89D3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DBD4A-129D-4E18-B621-0F6EEEA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11693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FCB97-43DD-416B-966E-A88B35E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ED700-9A6E-45D8-B67C-5FD49A8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1187EC29-16A6-46ED-98C9-BE2A8A06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域资源 / 内存 / 拓扑 / 底层资源">
            <a:extLst xmlns:a="http://schemas.openxmlformats.org/drawingml/2006/main">
              <a:ext uri="{FF2B5EF4-FFF2-40B4-BE49-F238E27FC236}">
                <a16:creationId xmlns:a16="http://schemas.microsoft.com/office/drawing/2014/main" id="{4D945305-8A4B-4295-8CD3-E4ACCAD1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域资源 / 内存 / 拓扑 / 底层资源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32E10-9A6C-4413-9346-87163F3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FFF85-5DFB-4BB0-8981-F87D3C4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20468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7C801-C3E5-41E2-8273-185CBF4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CBF1E-51CB-4906-977A-0AD1EEB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29244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C6694-5BF4-474D-B5E3-ECFCAD7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48E83-1B5F-46D3-9F23-D2E0214E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B65C5318-470F-44F0-85B8-DC2B459C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34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27" name="提交 AICPU Kernel">
            <a:extLst xmlns:a="http://schemas.openxmlformats.org/drawingml/2006/main">
              <a:ext uri="{FF2B5EF4-FFF2-40B4-BE49-F238E27FC236}">
                <a16:creationId xmlns:a16="http://schemas.microsoft.com/office/drawing/2014/main" id="{30949F50-8540-4F89-99F7-3159FF58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提交 AICPU Kernel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8AD1A-7731-4172-AA97-8F393156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191AC-46AE-431B-B672-65559FC9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38019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FF31E1-1471-4682-9C1F-54B70A2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4EEDB-F84B-4287-A19B-69D4524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46795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F27821-F9EC-4524-890D-21F52B68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1FA7C4-36BD-40A4-BE43-C5B9F7C9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36" name="HCCL AICPU">
            <a:extLst xmlns:a="http://schemas.openxmlformats.org/drawingml/2006/main">
              <a:ext uri="{FF2B5EF4-FFF2-40B4-BE49-F238E27FC236}">
                <a16:creationId xmlns:a16="http://schemas.microsoft.com/office/drawing/2014/main" id="{866317F0-AEF8-4109-A6F6-29BAEF12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85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37" name="恢复参数 / 展开通信算法">
            <a:extLst xmlns:a="http://schemas.openxmlformats.org/drawingml/2006/main">
              <a:ext uri="{FF2B5EF4-FFF2-40B4-BE49-F238E27FC236}">
                <a16:creationId xmlns:a16="http://schemas.microsoft.com/office/drawing/2014/main" id="{30472C76-95B4-459E-9B61-225AE5F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3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恢复参数 / 展开通信算法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50D3E3-6EC1-4FEC-AC83-321B1610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53723-6878-4949-90A4-0973A837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5570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2E7EB2-77C5-4B79-83E2-088A033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AA5F0D-B6A9-4A35-8045-9807CB0C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4346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DA1E0F-F9F2-4316-AE48-61C373E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1DE7D3-943F-4A22-9155-2B2DB01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4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4CE201B5-573F-4C2B-A035-01F09E16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47" name="搬运 / 同步 / 执行控制">
            <a:extLst xmlns:a="http://schemas.openxmlformats.org/drawingml/2006/main">
              <a:ext uri="{FF2B5EF4-FFF2-40B4-BE49-F238E27FC236}">
                <a16:creationId xmlns:a16="http://schemas.microsoft.com/office/drawing/2014/main" id="{00CF1036-13BA-4F97-89D1-05C6DC51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搬运 / 同步 / 执行控制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2DC95A-6DE0-47DE-A79A-3C8323FA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673B92-7D01-42D5-B946-1EF90DE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73121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735D63-EDF6-47E8-AFE5-4F057A2F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49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685B31-5FFC-41BF-9DF1-118E335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49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81897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BAF34C-1CF6-493E-90BA-4140B0D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87D486-E624-4076-916F-028DCA48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259F58-A6CD-479A-B906-3CCC4E3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1B0A4-BF1A-4A33-ADEB-05EA450D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29653" y="603932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459BF4-DE02-46D1-BF6D-F9E3F4A2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580B71-7745-41BB-A828-54FC642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29653" y="187309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A9A7A5-D97B-4409-8690-4EBE67C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9E5F22-51B1-45EB-8CA3-9B95C28D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1029653" y="233600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BBC7BA-DA08-4EE4-80FF-C888F2F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84A7C8-96EA-4615-8A08-3B11F29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1029653" y="279892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D566D0-0802-4500-ADE8-101C83E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8EDC7F-BE1D-4BA2-9120-3660EB5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29653" y="326183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04BAE5-CA4E-4311-BA53-50957C5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108018-96E5-4292-BA83-675EE1D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029653" y="372475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356BB2-F2ED-4A63-8A2B-96410F2A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81777C-A458-416F-BA4F-22DE971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029653" y="418766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2E378C-B0D4-40F6-BC53-5294092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568B6A-D33F-4CA3-BD00-A1B4304E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1029653" y="465058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A90085-167D-44C5-B9B3-5DE621DB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EAEA68-FBF1-4615-B697-5D9AC2AC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1029653" y="511349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6B6612-A533-4B18-9F1E-EAAE0146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3F1857-A767-47D5-806B-0F1B413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29653" y="557641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7" name="顺序">
            <a:extLst xmlns:a="http://schemas.openxmlformats.org/drawingml/2006/main">
              <a:ext uri="{FF2B5EF4-FFF2-40B4-BE49-F238E27FC236}">
                <a16:creationId xmlns:a16="http://schemas.microsoft.com/office/drawing/2014/main" id="{9D54F625-36AF-4A6E-9FBC-BC5F1CE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7BD72F-789C-4281-8EAA-DEBAB17F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572790-F1AC-44CF-BBC3-31A767A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757870-F9E1-4AD5-A755-6B9A757A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914647-C261-4768-AB56-8948A1C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9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FFDFD480-A4FF-414A-A58B-10ED356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9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6C606A99-F87F-4EC7-95D0-C077316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9FA33D-8239-4325-9779-941F2D1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7" name="1">
            <a:extLst xmlns:a="http://schemas.openxmlformats.org/drawingml/2006/main">
              <a:ext uri="{FF2B5EF4-FFF2-40B4-BE49-F238E27FC236}">
                <a16:creationId xmlns:a16="http://schemas.microsoft.com/office/drawing/2014/main" id="{6593D0BB-488D-4EC5-9DBD-AD182FE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9DFA25-A8FD-4DA9-AE11-38A3A0D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38275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9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1C52D939-76B9-4635-B7D0-380113E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45732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100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6F1B3B88-77AA-4BB4-8C7D-B6A2A65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19250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101" name="P2–3">
            <a:extLst xmlns:a="http://schemas.openxmlformats.org/drawingml/2006/main">
              <a:ext uri="{FF2B5EF4-FFF2-40B4-BE49-F238E27FC236}">
                <a16:creationId xmlns:a16="http://schemas.microsoft.com/office/drawing/2014/main" id="{220C51A8-1B7F-464C-A473-859F57F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P2–3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CE0018-36E3-4CF3-8026-B6CDE87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2">
            <a:extLst xmlns:a="http://schemas.openxmlformats.org/drawingml/2006/main">
              <a:ext uri="{FF2B5EF4-FFF2-40B4-BE49-F238E27FC236}">
                <a16:creationId xmlns:a16="http://schemas.microsoft.com/office/drawing/2014/main" id="{E839ED0F-D170-4FE8-A81F-372C04DA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DDA8EF-EF77-41BC-AFAE-30E42A07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901190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409A098B-3378-4F51-BFC0-C4C05D90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192024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106" name="取得 CCL 通信缓冲区">
            <a:extLst xmlns:a="http://schemas.openxmlformats.org/drawingml/2006/main">
              <a:ext uri="{FF2B5EF4-FFF2-40B4-BE49-F238E27FC236}">
                <a16:creationId xmlns:a16="http://schemas.microsoft.com/office/drawing/2014/main" id="{D519C094-CD8B-4954-8779-E9A9792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082165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CCL 通信缓冲区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E5723C-749E-4B97-85FA-B0E3F199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211359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DC93C9A-7FD7-479C-885E-6918CDCC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11359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117408" y="2114075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P4–6">
            <a:extLst xmlns:a="http://schemas.openxmlformats.org/drawingml/2006/main">
              <a:ext uri="{FF2B5EF4-FFF2-40B4-BE49-F238E27FC236}">
                <a16:creationId xmlns:a16="http://schemas.microsoft.com/office/drawing/2014/main" id="{261DB110-FFDB-4FC0-BF73-8A06142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979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P4–6</a:t>
            </a:r>
          </a:p>
        </p:txBody>
      </p:sp>
      <p:sp>
        <p:nvSpPr>
          <p:cNvPr id="111" name="申请 Buffer / Thread / Channel">
            <a:extLst xmlns:a="http://schemas.openxmlformats.org/drawingml/2006/main">
              <a:ext uri="{FF2B5EF4-FFF2-40B4-BE49-F238E27FC236}">
                <a16:creationId xmlns:a16="http://schemas.microsoft.com/office/drawing/2014/main" id="{BE781ED9-1A31-4BE9-83D7-41A96DD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32623"/>
            <a:ext cx="208026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申请 Buffer / Thread / Channel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EA6022-78D7-4724-A520-5A0F7C0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3">
            <a:extLst xmlns:a="http://schemas.openxmlformats.org/drawingml/2006/main">
              <a:ext uri="{FF2B5EF4-FFF2-40B4-BE49-F238E27FC236}">
                <a16:creationId xmlns:a16="http://schemas.microsoft.com/office/drawing/2014/main" id="{7604B682-2A09-44C4-9A1E-1FA1D42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8A178D-E938-425D-AC78-A5D6638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364105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5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A7D1EFC5-C65D-4150-AF5E-91D03ED7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38315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116" name="交付句柄、地址等资源描述">
            <a:extLst xmlns:a="http://schemas.openxmlformats.org/drawingml/2006/main">
              <a:ext uri="{FF2B5EF4-FFF2-40B4-BE49-F238E27FC236}">
                <a16:creationId xmlns:a16="http://schemas.microsoft.com/office/drawing/2014/main" id="{6042236E-81C4-4C6E-8BB2-11072AB7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545080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交付句柄、地址等资源描述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44DDAE-A932-4DA4-BB75-6678FF12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2576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AC8B262-E9B1-4F73-9A25-0E80CA6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576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2117408" y="2576990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0" name="P7">
            <a:extLst xmlns:a="http://schemas.openxmlformats.org/drawingml/2006/main">
              <a:ext uri="{FF2B5EF4-FFF2-40B4-BE49-F238E27FC236}">
                <a16:creationId xmlns:a16="http://schemas.microsoft.com/office/drawing/2014/main" id="{627D4471-7F70-437E-9E3E-C118202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270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P7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5F6E2BC-5A3F-4C9C-B024-46D13E8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2" name="4">
            <a:extLst xmlns:a="http://schemas.openxmlformats.org/drawingml/2006/main">
              <a:ext uri="{FF2B5EF4-FFF2-40B4-BE49-F238E27FC236}">
                <a16:creationId xmlns:a16="http://schemas.microsoft.com/office/drawing/2014/main" id="{3DC2004F-D0C2-4D0D-8629-1A38B29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A2C57AE-6557-44F0-87BF-FCF92FF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2827020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4" name="HcommThread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8A12A115-84E7-42FA-897E-5FE687A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2846070"/>
            <a:ext cx="1813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125" name="用户流通知输入就绪">
            <a:extLst xmlns:a="http://schemas.openxmlformats.org/drawingml/2006/main">
              <a:ext uri="{FF2B5EF4-FFF2-40B4-BE49-F238E27FC236}">
                <a16:creationId xmlns:a16="http://schemas.microsoft.com/office/drawing/2014/main" id="{9BAE5FF5-4B9D-4019-846F-76187DC4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3103245"/>
            <a:ext cx="181356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用户流通知输入就绪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B3E86F2-FD9F-44EA-8CB4-1411100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303942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42D672A-CA21-40E1-803A-B0B85F29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303942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2117408" y="3039905"/>
            <a:ext cx="77276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9" name="P8">
            <a:extLst xmlns:a="http://schemas.openxmlformats.org/drawingml/2006/main">
              <a:ext uri="{FF2B5EF4-FFF2-40B4-BE49-F238E27FC236}">
                <a16:creationId xmlns:a16="http://schemas.microsoft.com/office/drawing/2014/main" id="{BF4BD20D-9FB5-4F24-A89E-262064C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562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P8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141AD50-7B58-4570-BC6C-6CF8A022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1" name="5">
            <a:extLst xmlns:a="http://schemas.openxmlformats.org/drawingml/2006/main">
              <a:ext uri="{FF2B5EF4-FFF2-40B4-BE49-F238E27FC236}">
                <a16:creationId xmlns:a16="http://schemas.microsoft.com/office/drawing/2014/main" id="{50009E20-F8CF-406A-B66E-B60F53B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0BCF7F-5352-46E9-827F-3594C1D6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020" y="3289935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3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83E0ACE1-ED3D-4288-B607-B97A733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695" y="330898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34" name="提交 AICPU 设备任务">
            <a:extLst xmlns:a="http://schemas.openxmlformats.org/drawingml/2006/main">
              <a:ext uri="{FF2B5EF4-FFF2-40B4-BE49-F238E27FC236}">
                <a16:creationId xmlns:a16="http://schemas.microsoft.com/office/drawing/2014/main" id="{00F16E4F-88CF-4EDA-993B-7EF3EF0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695" y="3470910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提交 AICPU 设备任务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038438C-A239-4382-AF20-AF4B093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350234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BF43C6B-53AC-4BE5-A4EF-62D8603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020" y="350234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2117408" y="3502819"/>
            <a:ext cx="337661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8" name="P8">
            <a:extLst xmlns:a="http://schemas.openxmlformats.org/drawingml/2006/main">
              <a:ext uri="{FF2B5EF4-FFF2-40B4-BE49-F238E27FC236}">
                <a16:creationId xmlns:a16="http://schemas.microsoft.com/office/drawing/2014/main" id="{23C306C2-79BF-4E64-9FC4-2DFC8AD6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853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P8</a:t>
            </a:r>
          </a:p>
        </p:txBody>
      </p:sp>
      <p:sp>
        <p:nvSpPr>
          <p:cNvPr id="139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F89FAA13-EDA0-4635-94F3-E51B368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21368"/>
            <a:ext cx="204216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509B956-3382-404E-B801-D3D2F6B7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1" name="6">
            <a:extLst xmlns:a="http://schemas.openxmlformats.org/drawingml/2006/main">
              <a:ext uri="{FF2B5EF4-FFF2-40B4-BE49-F238E27FC236}">
                <a16:creationId xmlns:a16="http://schemas.microsoft.com/office/drawing/2014/main" id="{18716E58-2B33-43F4-9CA1-8C353490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86A3727-C769-4002-9439-AF76B54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752850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3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26F42FAF-8B10-40DF-96C2-1BA15A0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205" y="377190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144" name="恢复参数，进入算法编排">
            <a:extLst xmlns:a="http://schemas.openxmlformats.org/drawingml/2006/main">
              <a:ext uri="{FF2B5EF4-FFF2-40B4-BE49-F238E27FC236}">
                <a16:creationId xmlns:a16="http://schemas.microsoft.com/office/drawing/2014/main" id="{097C96A1-00A5-4F7C-A02A-373183F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205" y="3933825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恢复参数，进入算法编排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B7DC907-BB72-4A10-B0C4-A54C10D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6525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C09E9DA-0B37-4ACC-9165-C9EE7FA4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96525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6468428" y="3965735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8" name="P9">
            <a:extLst xmlns:a="http://schemas.openxmlformats.org/drawingml/2006/main">
              <a:ext uri="{FF2B5EF4-FFF2-40B4-BE49-F238E27FC236}">
                <a16:creationId xmlns:a16="http://schemas.microsoft.com/office/drawing/2014/main" id="{3D7420AA-6556-47BE-8BF7-5E18506D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P9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4C3A3E-BC8B-4505-BEAD-797BD72D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0" name="7">
            <a:extLst xmlns:a="http://schemas.openxmlformats.org/drawingml/2006/main">
              <a:ext uri="{FF2B5EF4-FFF2-40B4-BE49-F238E27FC236}">
                <a16:creationId xmlns:a16="http://schemas.microsoft.com/office/drawing/2014/main" id="{9E0BEB13-23A1-453C-81F3-3C2199A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09CD1E6-0938-4ED3-BB89-6160424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215765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2" name="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DBAC0FC-ADD2-4C8B-864D-CE9E346B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234815"/>
            <a:ext cx="1813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53" name="设备主 Thread 等待输入">
            <a:extLst xmlns:a="http://schemas.openxmlformats.org/drawingml/2006/main">
              <a:ext uri="{FF2B5EF4-FFF2-40B4-BE49-F238E27FC236}">
                <a16:creationId xmlns:a16="http://schemas.microsoft.com/office/drawing/2014/main" id="{64EA07B5-F3F0-4C97-A8DA-5E7BF30A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491990"/>
            <a:ext cx="181356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设备主 Thread 等待输入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ACE5341-F06C-4201-B6B5-C2D6FF0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44281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66F7818-8D69-4FA8-9722-F9A03AFF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4281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8643938" y="4428650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7" name="P9–10">
            <a:extLst xmlns:a="http://schemas.openxmlformats.org/drawingml/2006/main">
              <a:ext uri="{FF2B5EF4-FFF2-40B4-BE49-F238E27FC236}">
                <a16:creationId xmlns:a16="http://schemas.microsoft.com/office/drawing/2014/main" id="{34AC0857-8FF7-47B7-B90D-81FEBDD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436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P9–10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BD0FC2E-BAEF-41D6-84FF-4169BDF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9" name="8">
            <a:extLst xmlns:a="http://schemas.openxmlformats.org/drawingml/2006/main">
              <a:ext uri="{FF2B5EF4-FFF2-40B4-BE49-F238E27FC236}">
                <a16:creationId xmlns:a16="http://schemas.microsoft.com/office/drawing/2014/main" id="{0072B4B4-6462-495D-AD50-A66957E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C588CC7-DCE0-44A1-8DC1-93A0209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678680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61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6C31F786-701A-493D-A71B-A965C61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69773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62" name="本端输入 → 远端 CCL">
            <a:extLst xmlns:a="http://schemas.openxmlformats.org/drawingml/2006/main">
              <a:ext uri="{FF2B5EF4-FFF2-40B4-BE49-F238E27FC236}">
                <a16:creationId xmlns:a16="http://schemas.microsoft.com/office/drawing/2014/main" id="{7250B288-A29D-4A33-BAD5-992E4B6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859655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本端输入 → 远端 CCL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4E6DF28-F700-48F2-A457-6BAD871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4891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373E677-E70C-4BF5-AC1B-DBD9AB4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891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4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8643938" y="4891565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66" name="P11–12">
            <a:extLst xmlns:a="http://schemas.openxmlformats.org/drawingml/2006/main">
              <a:ext uri="{FF2B5EF4-FFF2-40B4-BE49-F238E27FC236}">
                <a16:creationId xmlns:a16="http://schemas.microsoft.com/office/drawing/2014/main" id="{EC2EF49F-A4BF-4DEB-A023-B9A8D1BA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728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P11–12</a:t>
            </a:r>
          </a:p>
        </p:txBody>
      </p:sp>
      <p:sp>
        <p:nvSpPr>
          <p:cNvPr id="167" name="SendRecvWrite&#10;排握手与写任务">
            <a:extLst xmlns:a="http://schemas.openxmlformats.org/drawingml/2006/main">
              <a:ext uri="{FF2B5EF4-FFF2-40B4-BE49-F238E27FC236}">
                <a16:creationId xmlns:a16="http://schemas.microsoft.com/office/drawing/2014/main" id="{EB72504C-6705-460F-A722-75DD43E0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4716780"/>
            <a:ext cx="202311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排握手与写任务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EE40200-4390-4E54-9B06-F40DC64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69" name="9">
            <a:extLst xmlns:a="http://schemas.openxmlformats.org/drawingml/2006/main">
              <a:ext uri="{FF2B5EF4-FFF2-40B4-BE49-F238E27FC236}">
                <a16:creationId xmlns:a16="http://schemas.microsoft.com/office/drawing/2014/main" id="{74B30746-6546-479A-A02C-2A2540BF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4B0C34D-7E55-4FB8-BC16-F0284E6B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141595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71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9C987DA-F29C-4839-A882-19251AB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16064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72" name="本地 CCL → 用户输出">
            <a:extLst xmlns:a="http://schemas.openxmlformats.org/drawingml/2006/main">
              <a:ext uri="{FF2B5EF4-FFF2-40B4-BE49-F238E27FC236}">
                <a16:creationId xmlns:a16="http://schemas.microsoft.com/office/drawing/2014/main" id="{BD4F0619-04AC-4B7E-A0C0-AE0CA4C9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322570"/>
            <a:ext cx="181356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本地 CCL → 用户输出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72F6A4B-3ACE-4E9A-A9A8-4A12B22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535400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A13FB20-FC21-4BEB-9E2A-0BE4CE5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35400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8643938" y="5354479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6" name="P12">
            <a:extLst xmlns:a="http://schemas.openxmlformats.org/drawingml/2006/main">
              <a:ext uri="{FF2B5EF4-FFF2-40B4-BE49-F238E27FC236}">
                <a16:creationId xmlns:a16="http://schemas.microsoft.com/office/drawing/2014/main" id="{AF37A434-4747-4892-B24F-2DB9680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019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P12</a:t>
            </a:r>
          </a:p>
        </p:txBody>
      </p:sp>
      <p:sp>
        <p:nvSpPr>
          <p:cNvPr id="177" name="PostCopy&#10;安排收到数据的落位">
            <a:extLst xmlns:a="http://schemas.openxmlformats.org/drawingml/2006/main">
              <a:ext uri="{FF2B5EF4-FFF2-40B4-BE49-F238E27FC236}">
                <a16:creationId xmlns:a16="http://schemas.microsoft.com/office/drawing/2014/main" id="{6B41853B-5D9B-4432-A00A-8DADE11F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5179695"/>
            <a:ext cx="202311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安排收到数据的落位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27F3005-3CD8-456C-B96B-D864A83F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79" name="10">
            <a:extLst xmlns:a="http://schemas.openxmlformats.org/drawingml/2006/main">
              <a:ext uri="{FF2B5EF4-FFF2-40B4-BE49-F238E27FC236}">
                <a16:creationId xmlns:a16="http://schemas.microsoft.com/office/drawing/2014/main" id="{97027DB0-7871-426A-9571-19CF89A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A08DF93-55C0-4946-B187-5AA20DE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604510"/>
            <a:ext cx="1946910" cy="424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81" name="HcommThread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A3107256-2143-4107-8E49-D595732F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623560"/>
            <a:ext cx="1813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182" name="汇合后通知用户流继续">
            <a:extLst xmlns:a="http://schemas.openxmlformats.org/drawingml/2006/main">
              <a:ext uri="{FF2B5EF4-FFF2-40B4-BE49-F238E27FC236}">
                <a16:creationId xmlns:a16="http://schemas.microsoft.com/office/drawing/2014/main" id="{A669A04F-151F-4BCE-A814-874DF06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880735"/>
            <a:ext cx="181356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汇合后通知用户流继续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4AFACD7-B091-4E58-813D-89F7D00D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58169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AD5DE94-E9E2-48CE-8C8A-65372B90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8169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83" idx="3"/>
            <a:endCxn xmlns:a="http://schemas.openxmlformats.org/drawingml/2006/main" id="184" idx="1"/>
          </p:cNvCxnSpPr>
          <p:nvPr/>
        </p:nvCxnSpPr>
        <p:spPr>
          <a:xfrm xmlns:a="http://schemas.openxmlformats.org/drawingml/2006/main">
            <a:off x="8643938" y="5817395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6" name="P13">
            <a:extLst xmlns:a="http://schemas.openxmlformats.org/drawingml/2006/main">
              <a:ext uri="{FF2B5EF4-FFF2-40B4-BE49-F238E27FC236}">
                <a16:creationId xmlns:a16="http://schemas.microsoft.com/office/drawing/2014/main" id="{AC92CEAD-FA00-41CB-A959-8F4213AD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311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P13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E720D40-E8AD-449B-ADE4-4FDD00A8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8" name="实际字节路径：本端 sendBuf →〔Write〕→ 对端 CCL →〔对端 LocalCopy〕→ 对端 recvBuf。">
            <a:extLst xmlns:a="http://schemas.openxmlformats.org/drawingml/2006/main">
              <a:ext uri="{FF2B5EF4-FFF2-40B4-BE49-F238E27FC236}">
                <a16:creationId xmlns:a16="http://schemas.microsoft.com/office/drawing/2014/main" id="{B5CAA065-292A-4A8B-AAF9-763D9BF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实际字节路径：本端 sendBuf →〔Write〕→ 对端 CCL →〔对端 LocalCopy〕→ 对端 recvBuf。</a:t>
            </a:r>
          </a:p>
        </p:txBody>
      </p:sp>
      <p:sp>
        <p:nvSpPr>
          <p:cNvPr id="189" name="注意：HCOMM 数据面也会被 Host 调用；灰色空列表示该阶段未参与。控制面交付的是资源描述，不是用户张量。">
            <a:extLst xmlns:a="http://schemas.openxmlformats.org/drawingml/2006/main">
              <a:ext uri="{FF2B5EF4-FFF2-40B4-BE49-F238E27FC236}">
                <a16:creationId xmlns:a16="http://schemas.microsoft.com/office/drawing/2014/main" id="{F63278EE-FAC9-49E8-B283-D6CA693E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注意：HCOMM 数据面也会被 Host 调用；灰色空列表示该阶段未参与。控制面交付的是资源描述，不是用户张量。</a:t>
            </a:r>
          </a:p>
        </p:txBody>
      </p:sp>
    </p:spTree>
    <p:extLst>
      <p:ext uri="{BB962C8B-B14F-4D97-AF65-F5344CB8AC3E}">
        <p14:creationId xmlns:p14="http://schemas.microsoft.com/office/powerpoint/2010/main" val="1193422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01  请求进入：HCCL 把等长 AllToAll 整理成共用参数">
            <a:extLst xmlns:a="http://schemas.openxmlformats.org/drawingml/2006/main">
              <a:ext uri="{FF2B5EF4-FFF2-40B4-BE49-F238E27FC236}">
                <a16:creationId xmlns:a16="http://schemas.microsoft.com/office/drawing/2014/main" id="{9EBC22EB-5B52-44A3-A933-B538F05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  请求进入：HCCL 把等长 AllToAll 整理成共用参数</a:t>
            </a:r>
          </a:p>
        </p:txBody>
      </p:sp>
      <p:sp>
        <p:nvSpPr>
          <p:cNvPr id="2" name="入口来自上层调用方；这里不预设它一定叫 STL 或 SCL。通信域、用户 stream 已由上层创建。">
            <a:extLst xmlns:a="http://schemas.openxmlformats.org/drawingml/2006/main">
              <a:ext uri="{FF2B5EF4-FFF2-40B4-BE49-F238E27FC236}">
                <a16:creationId xmlns:a16="http://schemas.microsoft.com/office/drawing/2014/main" id="{9DAC27EE-F7D5-48DC-8711-8C1F983C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入口来自上层调用方；这里不预设它一定叫 STL 或 SCL。通信域、用户 stream 已由上层创建。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5373E41A-F9A2-43EF-B8B4-7F73B0B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8EFE-699F-4F6C-84EB-C854E1F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F6C46-0FE9-49F5-B7D6-1BEF5CA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7BC77CE9-54D1-4E54-A5C5-E067BD0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算子入口及内部参数处理">
            <a:extLst xmlns:a="http://schemas.openxmlformats.org/drawingml/2006/main">
              <a:ext uri="{FF2B5EF4-FFF2-40B4-BE49-F238E27FC236}">
                <a16:creationId xmlns:a16="http://schemas.microsoft.com/office/drawing/2014/main" id="{1EE346DC-45DA-4499-9605-1F0A801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算子入口及内部参数处理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B331B-C4DB-4116-B7EE-6FC749D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B346E-35F2-4F72-BA67-3CFB409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F2AA3-D2C3-4FDC-8D7B-DF0D8E55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8E036-09C6-40FE-9423-B3035F7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B2558-577A-4551-95E4-A6C28723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5DF26-3176-4718-A58C-97E3AB6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7A762904-5FB1-47C9-9222-B597B833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拓扑查询 / 通信域资源查询">
            <a:extLst xmlns:a="http://schemas.openxmlformats.org/drawingml/2006/main">
              <a:ext uri="{FF2B5EF4-FFF2-40B4-BE49-F238E27FC236}">
                <a16:creationId xmlns:a16="http://schemas.microsoft.com/office/drawing/2014/main" id="{6559BA8E-E414-41C7-A143-D71290A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拓扑查询 / 通信域资源查询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898AE-4F7C-428D-A5E9-0648FE07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EEDE5-257A-4B88-98F6-0F5D0F7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EA486-D0CB-4E69-BFD0-2B0B748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F6ED0-C870-40D0-99F8-89668E40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9508A-B05E-47A6-BEB3-0FCD2432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D5A9C-E404-4F6D-BEAA-513EE666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32963-1DAE-4D0E-80D8-079CC7CA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2FBB4-07AF-4208-A6DB-70C835E0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377F2A-F900-487A-9760-1D76D2A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5B1BB-7AE4-485B-BC6A-D997B70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18D85-7C18-42D3-ABE5-7E392D15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8264E-46C3-460E-882E-3916C695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8A376C-63B7-4524-A1C5-0C3D2FE9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B6E94-DEE0-44EA-A436-5ABAC8C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C9D3AE-AA39-44C4-9EED-4452A1A1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131EA-4988-48D2-B34A-11B7047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B2A458-5C2C-41A3-ADFF-9B8E42CA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9DB84-E6AF-48BF-AB8E-3015E7AC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AEFCEE-3B1B-43BA-B3D8-F9E532A6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84D52D-5C28-4146-94F6-F228D888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DF85F5-F61E-446B-AFC0-5CA46A46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24ECF9-C059-44D5-8FF5-26BD5BCE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F1125B-E7D7-4A39-9BBE-96F1B6E1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CD8698-7A6C-4F73-B79E-D1F5FB94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105E49-3092-413D-AC8C-C534B0D3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D01C06-A1DF-4258-9B31-6C814DBD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22E8B1C1-07FE-423F-9A34-374DF00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5A75E3-C9DF-4FF5-A941-FC8122B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47AE87-00C7-4637-8545-FF187B48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35A06E-3233-4B38-A10A-BD62F38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03B63A-61D7-49A5-AEF1-590B3D0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85E24E2D-EF25-4658-8E4F-EB4E26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5170C90F-999A-407B-BBA0-44354F28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A5B0F1-952B-4274-8A5B-4840D360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08253DB3-24C0-476F-A71F-0C6E0F3B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6CEBA3-D0A6-495E-9E19-3AEDA351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3BD46801-D6D5-4E19-83F2-6CAE173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70" name="接收 sendBuf、recvBuf、count、type、comm 和 stream">
            <a:extLst xmlns:a="http://schemas.openxmlformats.org/drawingml/2006/main">
              <a:ext uri="{FF2B5EF4-FFF2-40B4-BE49-F238E27FC236}">
                <a16:creationId xmlns:a16="http://schemas.microsoft.com/office/drawing/2014/main" id="{6B587578-DD94-4CE0-8B2A-F0585ED3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 sendBuf、recvBuf、count、type、comm 和 stream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6B73D5-D19A-43D6-AF2D-FBC0B66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09B6124C-C881-4DED-9815-EC99F1A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095116-7B48-4C3A-91B7-E46012EC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653ACC03-94C9-4F1D-8A24-65FE6F2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75" name="校验输入输出、数据类型、数量和通信域等是否合法">
            <a:extLst xmlns:a="http://schemas.openxmlformats.org/drawingml/2006/main">
              <a:ext uri="{FF2B5EF4-FFF2-40B4-BE49-F238E27FC236}">
                <a16:creationId xmlns:a16="http://schemas.microsoft.com/office/drawing/2014/main" id="{8BF267D3-8B52-408A-8A37-E7C9AE3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校验输入输出、数据类型、数量和通信域等是否合法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FAF312-83AA-4B02-82C7-FDB7EDC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3">
            <a:extLst xmlns:a="http://schemas.openxmlformats.org/drawingml/2006/main">
              <a:ext uri="{FF2B5EF4-FFF2-40B4-BE49-F238E27FC236}">
                <a16:creationId xmlns:a16="http://schemas.microsoft.com/office/drawing/2014/main" id="{734EDAC8-AFF2-4254-8E31-817B02D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F7F028-6BA3-4248-A149-79DBF29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A6D26407-566E-4AD4-86A6-2E64C37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80" name="拓扑：返回通信域成员数，本例为 4">
            <a:extLst xmlns:a="http://schemas.openxmlformats.org/drawingml/2006/main">
              <a:ext uri="{FF2B5EF4-FFF2-40B4-BE49-F238E27FC236}">
                <a16:creationId xmlns:a16="http://schemas.microsoft.com/office/drawing/2014/main" id="{3C6537FA-E0D9-4CBD-AF0D-0C589DC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拓扑：返回通信域成员数，本例为 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757C30-611E-4BE8-AB97-A7EDF2CA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D65319-02C2-40FF-9303-172FE65F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3599022" y="256270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2A3AB1-E530-4B10-A065-E1E00C2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2E32554B-2018-42FE-BD29-A105575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479277-E942-46D1-8031-F94163D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752E3335-CFBB-4E0E-BFE5-C4B7698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88" name="通信域资源：返回通信域名称，供标签与资源查找">
            <a:extLst xmlns:a="http://schemas.openxmlformats.org/drawingml/2006/main">
              <a:ext uri="{FF2B5EF4-FFF2-40B4-BE49-F238E27FC236}">
                <a16:creationId xmlns:a16="http://schemas.microsoft.com/office/drawing/2014/main" id="{616D5A47-0501-4841-B348-31C9180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通信域资源：返回通信域名称，供标签与资源查找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68D0C4B-4E9E-4C14-A5C6-26E19F57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0094C9-4937-4512-908B-4D319ABF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3599022" y="302561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0C5EFC-C35C-4D01-BCAA-1A908A3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5">
            <a:extLst xmlns:a="http://schemas.openxmlformats.org/drawingml/2006/main">
              <a:ext uri="{FF2B5EF4-FFF2-40B4-BE49-F238E27FC236}">
                <a16:creationId xmlns:a16="http://schemas.microsoft.com/office/drawing/2014/main" id="{1A2FDA4A-CE48-4779-9E6F-06048DFA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C783CB8-13E8-44B6-8245-CE0561F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69317C8C-336A-41EE-96B4-6443DD24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96" name="拓扑：返回本端 Rank 编号，本例为 Rank 0">
            <a:extLst xmlns:a="http://schemas.openxmlformats.org/drawingml/2006/main">
              <a:ext uri="{FF2B5EF4-FFF2-40B4-BE49-F238E27FC236}">
                <a16:creationId xmlns:a16="http://schemas.microsoft.com/office/drawing/2014/main" id="{6C319DED-D0BE-4286-89AE-865ADC4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拓扑：返回本端 Rank 编号，本例为 Rank 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0D52AA-8456-489F-915D-DBDD4438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50E102-3C9F-4828-877C-78F8152F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599022" y="348853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38F5867-C783-4628-8DAB-26E5253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6">
            <a:extLst xmlns:a="http://schemas.openxmlformats.org/drawingml/2006/main">
              <a:ext uri="{FF2B5EF4-FFF2-40B4-BE49-F238E27FC236}">
                <a16:creationId xmlns:a16="http://schemas.microsoft.com/office/drawing/2014/main" id="{A7DDB64B-9CAC-4F16-92FE-7734DEA9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435C92-7BEF-454C-98C7-2F7A97AE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0EA6E6C-0BBE-4261-971C-295A9AB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104" name="生成 counts=[2,2,2,2]，位移=[0,2,4,6]（元素）">
            <a:extLst xmlns:a="http://schemas.openxmlformats.org/drawingml/2006/main">
              <a:ext uri="{FF2B5EF4-FFF2-40B4-BE49-F238E27FC236}">
                <a16:creationId xmlns:a16="http://schemas.microsoft.com/office/drawing/2014/main" id="{0B48D55B-6CE5-4246-8A4A-FF8C430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生成 counts=[2,2,2,2]，位移=[0,2,4,6]（元素）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793437-477C-434F-AAC9-8158819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7">
            <a:extLst xmlns:a="http://schemas.openxmlformats.org/drawingml/2006/main">
              <a:ext uri="{FF2B5EF4-FFF2-40B4-BE49-F238E27FC236}">
                <a16:creationId xmlns:a16="http://schemas.microsoft.com/office/drawing/2014/main" id="{077FCE14-C9E6-4F20-A66F-1197942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94061D-22E5-4BA6-8DA4-2938216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AEA6241F-6045-4693-8C09-8719259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109" name="转入共用的非原地实现；算子类型仍为 ALLTOALL">
            <a:extLst xmlns:a="http://schemas.openxmlformats.org/drawingml/2006/main">
              <a:ext uri="{FF2B5EF4-FFF2-40B4-BE49-F238E27FC236}">
                <a16:creationId xmlns:a16="http://schemas.microsoft.com/office/drawing/2014/main" id="{641B5B38-2497-462B-998D-4615F51C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转入共用的非原地实现；算子类型仍为 ALLTOALL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64D5F3-01F6-40E7-84ED-2EFF267D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0366C26E-C665-4E2B-BCC7-A83BA29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72F93C-59EF-4795-BCD7-B291107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6CE98109-E9AB-4722-8625-E90FE5FD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114" name="进入共用的参数整理、配置查询与执行流程">
            <a:extLst xmlns:a="http://schemas.openxmlformats.org/drawingml/2006/main">
              <a:ext uri="{FF2B5EF4-FFF2-40B4-BE49-F238E27FC236}">
                <a16:creationId xmlns:a16="http://schemas.microsoft.com/office/drawing/2014/main" id="{18D18E54-38E9-4DEF-BD24-EEDE684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进入共用的参数整理、配置查询与执行流程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65E93E-7848-43E0-A30B-7BD40D8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69CE0524-188F-45E2-A851-B8805C0E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CD5B2D9-9232-4694-B48E-9602EFE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747D241B-EB68-47A5-ADAC-E6823A7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19" name="封装输入 / 输出地址、stream、计数、位移等执行参数">
            <a:extLst xmlns:a="http://schemas.openxmlformats.org/drawingml/2006/main">
              <a:ext uri="{FF2B5EF4-FFF2-40B4-BE49-F238E27FC236}">
                <a16:creationId xmlns:a16="http://schemas.microsoft.com/office/drawing/2014/main" id="{E44CEDD7-3722-4E87-9C5E-FA8A0E9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封装输入 / 输出地址、stream、计数、位移等执行参数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AD959B3-744A-4490-AEBE-E4883691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C5483A8C-2B8B-4BBC-8A86-C651A032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B986A3-117B-4367-B815-5917E67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参数准备完毕 → P3">
            <a:extLst xmlns:a="http://schemas.openxmlformats.org/drawingml/2006/main">
              <a:ext uri="{FF2B5EF4-FFF2-40B4-BE49-F238E27FC236}">
                <a16:creationId xmlns:a16="http://schemas.microsoft.com/office/drawing/2014/main" id="{1E98FE1A-5954-4601-B891-F5DAEAC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参数准备完毕 → P3</a:t>
            </a:r>
          </a:p>
        </p:txBody>
      </p:sp>
      <p:sp>
        <p:nvSpPr>
          <p:cNvPr id="124" name="携带规范化请求，继续查询配置与选择算法">
            <a:extLst xmlns:a="http://schemas.openxmlformats.org/drawingml/2006/main">
              <a:ext uri="{FF2B5EF4-FFF2-40B4-BE49-F238E27FC236}">
                <a16:creationId xmlns:a16="http://schemas.microsoft.com/office/drawing/2014/main" id="{4A17E16A-2F60-4D66-9635-E7955D4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携带规范化请求，继续查询配置与选择算法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AD68572-9A3F-46F0-93F2-003AA4F5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本例每个 Rank 向 4 个目标各发送 2 个 FP32：每个目标 8 字节；总输入 8 个 FP32。">
            <a:extLst xmlns:a="http://schemas.openxmlformats.org/drawingml/2006/main">
              <a:ext uri="{FF2B5EF4-FFF2-40B4-BE49-F238E27FC236}">
                <a16:creationId xmlns:a16="http://schemas.microsoft.com/office/drawing/2014/main" id="{EABEECB5-7D4C-4059-9ABB-E6FED697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本例每个 Rank 向 4 个目标各发送 2 个 FP32：每个目标 8 字节；总输入 8 个 FP32。</a:t>
            </a:r>
          </a:p>
        </p:txBody>
      </p:sp>
      <p:sp>
        <p:nvSpPr>
          <p:cNvPr id="127" name="本页向下表示主线；校验和资源查询的嵌套调用关系与完整签名见备注。">
            <a:extLst xmlns:a="http://schemas.openxmlformats.org/drawingml/2006/main">
              <a:ext uri="{FF2B5EF4-FFF2-40B4-BE49-F238E27FC236}">
                <a16:creationId xmlns:a16="http://schemas.microsoft.com/office/drawing/2014/main" id="{89F9EE24-247C-49D3-9CFA-5A3013B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本页向下表示主线；校验和资源查询的嵌套调用关系与完整签名见备注。</a:t>
            </a:r>
          </a:p>
        </p:txBody>
      </p:sp>
    </p:spTree>
    <p:extLst>
      <p:ext uri="{BB962C8B-B14F-4D97-AF65-F5344CB8AC3E}">
        <p14:creationId xmlns:p14="http://schemas.microsoft.com/office/powerpoint/2010/main" val="283233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02  选算法：HCCL 做决策，HCOMM 提供配置和拓扑">
            <a:extLst xmlns:a="http://schemas.openxmlformats.org/drawingml/2006/main">
              <a:ext uri="{FF2B5EF4-FFF2-40B4-BE49-F238E27FC236}">
                <a16:creationId xmlns:a16="http://schemas.microsoft.com/office/drawing/2014/main" id="{A9B7E98E-2E1B-483B-9B4A-5B1D9943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  选算法：HCCL 做决策，HCOMM 提供配置和拓扑</a:t>
            </a:r>
          </a:p>
        </p:txBody>
      </p:sp>
      <p:sp>
        <p:nvSpPr>
          <p:cNvPr id="2" name="已限定 AICPU_TS。拓扑上下文命中则复用；未命中时，下方 RankGraph 接口按构造需要查询。">
            <a:extLst xmlns:a="http://schemas.openxmlformats.org/drawingml/2006/main">
              <a:ext uri="{FF2B5EF4-FFF2-40B4-BE49-F238E27FC236}">
                <a16:creationId xmlns:a16="http://schemas.microsoft.com/office/drawing/2014/main" id="{B72505A0-B15C-4628-834E-C664998A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已限定 AICPU_TS。拓扑上下文命中则复用；未命中时，下方 RankGraph 接口按构造需要查询。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DD7337C8-1A3F-4430-A898-3D996DD1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2D6DC-D0B5-4D45-B56C-0AE01467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2698B-750A-4E23-BF86-85D4DBAF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603CA168-5112-4A47-B010-1AAE1F15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选择器与拓扑说明构造">
            <a:extLst xmlns:a="http://schemas.openxmlformats.org/drawingml/2006/main">
              <a:ext uri="{FF2B5EF4-FFF2-40B4-BE49-F238E27FC236}">
                <a16:creationId xmlns:a16="http://schemas.microsoft.com/office/drawing/2014/main" id="{7126A6BC-FCA7-47CC-A55A-16299EF9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选择器与拓扑说明构造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92341-014B-481A-ACED-43E57A9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BF925-FFB3-41CF-BE97-FE507052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AFC1F-A9DB-489D-B6FE-98A5357D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1E083-0E9E-42CE-92C0-BD5BC01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49C9F-79E9-48FC-8281-27405D4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889CB-835A-4AB8-9491-8BE142C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7D896A9C-EB06-4F68-A7A9-1110545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通信域配置 / 上下文 / 拓扑查询">
            <a:extLst xmlns:a="http://schemas.openxmlformats.org/drawingml/2006/main">
              <a:ext uri="{FF2B5EF4-FFF2-40B4-BE49-F238E27FC236}">
                <a16:creationId xmlns:a16="http://schemas.microsoft.com/office/drawing/2014/main" id="{0BDE6CAA-7421-4F7B-9819-9EB88B35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通信域配置 / 上下文 / 拓扑查询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F47D7-839F-4223-AD44-08B06FC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D1EF6-A935-474E-A36E-6E2C767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C9D2D-18BE-4DD1-8513-1C3EC25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C6E07-4B7C-450C-8C94-3E62475D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E9269-3C71-4463-9B85-28D0D1C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2835F-5B0C-42AF-B858-25B1C07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A74A2-14C9-4EF9-AA72-3F13F188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35B3F-BA08-411A-90E1-48159A8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357E5-E81C-45B9-9630-6249612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D705C-BDED-4573-8A55-3EBC7675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7959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FB2C7-B6E6-41AF-94C6-9E646C9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C22524-32FA-4021-95B0-87E2683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1817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3F00D-E34D-4B28-9B68-A242C41F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32E11-ECA7-4078-817A-324799B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5674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049E1-2FE9-4084-94EA-123426E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A40BE-E4D7-42F3-8B16-7BE9D2A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CCC254-F26B-4199-8057-05CDACBC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B2771E-969F-4069-8D99-FE995F5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33899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E40C95-1197-4B5B-8572-11960113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7356BC-E1C3-4F81-B69C-0C70138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B7864E-3FF7-4BA4-9187-403F065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E2890C-4837-43A8-8388-C56FBC44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110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C23450-7D6D-49F0-A0DF-193AC38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F6204A-B60D-4232-AC2C-A8B21718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4496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3EE342-C216-425C-9D0C-10F304E2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7B7FF0-C8A2-4AA0-A396-B1593B54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4882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9A8B44-EBF3-4FBB-A018-7FA6077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EBD8B1-8B9B-4372-A4F0-470E45A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29628" y="5267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A716F9-1299-470D-8BA9-8657B27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1876A1-0884-476B-8633-AE6082B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829628" y="5653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3" name="顺序">
            <a:extLst xmlns:a="http://schemas.openxmlformats.org/drawingml/2006/main">
              <a:ext uri="{FF2B5EF4-FFF2-40B4-BE49-F238E27FC236}">
                <a16:creationId xmlns:a16="http://schemas.microsoft.com/office/drawing/2014/main" id="{905E2DBD-4689-489C-906F-4AFAE40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AABB2E-04EF-4352-9367-78CA12D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9EADB7-F95D-4D12-968B-849AAC1D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2D64E8-E92E-4299-A529-BF6EA0AA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C6CDC7-C672-47B7-8078-73C7FF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0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5D8FFEC1-52AF-480A-829A-707EA61B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1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CD5144B6-4A31-4C1C-A588-5B4B7294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646E8C-4E23-48F1-8225-01E8FC1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3" name="01">
            <a:extLst xmlns:a="http://schemas.openxmlformats.org/drawingml/2006/main">
              <a:ext uri="{FF2B5EF4-FFF2-40B4-BE49-F238E27FC236}">
                <a16:creationId xmlns:a16="http://schemas.microsoft.com/office/drawing/2014/main" id="{77F19AFF-86DB-4865-A7BE-D18958F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1F8513C-821C-41BC-93A2-59CB7C9D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5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90D07145-6BD1-4C27-BD14-E101B9C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76" name="解释通信域配置，确定本次展开方式">
            <a:extLst xmlns:a="http://schemas.openxmlformats.org/drawingml/2006/main">
              <a:ext uri="{FF2B5EF4-FFF2-40B4-BE49-F238E27FC236}">
                <a16:creationId xmlns:a16="http://schemas.microsoft.com/office/drawing/2014/main" id="{892F0469-C677-4746-9462-EEC7021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解释通信域配置，确定本次展开方式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3318AF-33B0-4CAB-B90F-5EEEF0D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8" name="02">
            <a:extLst xmlns:a="http://schemas.openxmlformats.org/drawingml/2006/main">
              <a:ext uri="{FF2B5EF4-FFF2-40B4-BE49-F238E27FC236}">
                <a16:creationId xmlns:a16="http://schemas.microsoft.com/office/drawing/2014/main" id="{92564184-8B88-470C-9482-1081F34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01FF05-CE7B-42C2-9C20-38777FC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82403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0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5642B2A2-322C-4796-98AB-4FE5CCC9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84308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81" name="返回展开模式配置，本分析取 AICPU_TS">
            <a:extLst xmlns:a="http://schemas.openxmlformats.org/drawingml/2006/main">
              <a:ext uri="{FF2B5EF4-FFF2-40B4-BE49-F238E27FC236}">
                <a16:creationId xmlns:a16="http://schemas.microsoft.com/office/drawing/2014/main" id="{E5D5A7CC-6B3B-419C-B4CA-DEECF1F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0501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返回展开模式配置，本分析取 AICPU_TS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808BD1-C9ED-4792-8BB7-0D74B2D1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9835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04AFEB9-CBC8-41BB-A14D-E7FAE56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835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599022" y="198405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C9A8371-B0A2-4E4C-A84D-8459DED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6" name="03">
            <a:extLst xmlns:a="http://schemas.openxmlformats.org/drawingml/2006/main">
              <a:ext uri="{FF2B5EF4-FFF2-40B4-BE49-F238E27FC236}">
                <a16:creationId xmlns:a16="http://schemas.microsoft.com/office/drawing/2014/main" id="{A68A4774-5AB3-4E89-B1CC-444555A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BC15B8-D3F4-4F6A-AE4A-DCDD813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980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8" name="AlltoAllVExecDispatch → Selector">
            <a:extLst xmlns:a="http://schemas.openxmlformats.org/drawingml/2006/main">
              <a:ext uri="{FF2B5EF4-FFF2-40B4-BE49-F238E27FC236}">
                <a16:creationId xmlns:a16="http://schemas.microsoft.com/office/drawing/2014/main" id="{761472E0-3572-4462-AA12-451E02F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 → Selector</a:t>
            </a:r>
          </a:p>
        </p:txBody>
      </p:sp>
      <p:sp>
        <p:nvSpPr>
          <p:cNvPr id="89" name="转入选择流程；Selector 统筹算法选择">
            <a:extLst xmlns:a="http://schemas.openxmlformats.org/drawingml/2006/main">
              <a:ext uri="{FF2B5EF4-FFF2-40B4-BE49-F238E27FC236}">
                <a16:creationId xmlns:a16="http://schemas.microsoft.com/office/drawing/2014/main" id="{B9B1F037-6E3C-4649-8B34-D3AB998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转入选择流程；Selector 统筹算法选择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770F67-40CE-4222-9A67-5E10866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4">
            <a:extLst xmlns:a="http://schemas.openxmlformats.org/drawingml/2006/main">
              <a:ext uri="{FF2B5EF4-FFF2-40B4-BE49-F238E27FC236}">
                <a16:creationId xmlns:a16="http://schemas.microsoft.com/office/drawing/2014/main" id="{C365D095-12D0-46BA-9489-633D6B1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D7B31F-2CEE-403B-A469-9B9B9C5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9556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A7C95922-6528-4051-AAB7-8867C8E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61461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94" name="能力支持时检查通信域状态；不是无条件必调">
            <a:extLst xmlns:a="http://schemas.openxmlformats.org/drawingml/2006/main">
              <a:ext uri="{FF2B5EF4-FFF2-40B4-BE49-F238E27FC236}">
                <a16:creationId xmlns:a16="http://schemas.microsoft.com/office/drawing/2014/main" id="{040BD133-EEE3-4F5C-AAF8-DB7506BD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77653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能力支持时检查通信域状态；不是无条件必调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5AD338C-A33D-4021-8295-9A94EF2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7551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4DC96E-F09B-47C5-9801-F7BDE17D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7551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3599022" y="2755583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255342-9B82-4007-884A-1B790C5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9" name="05">
            <a:extLst xmlns:a="http://schemas.openxmlformats.org/drawingml/2006/main">
              <a:ext uri="{FF2B5EF4-FFF2-40B4-BE49-F238E27FC236}">
                <a16:creationId xmlns:a16="http://schemas.microsoft.com/office/drawing/2014/main" id="{02199875-BA92-41D0-B550-A681EC13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532571E-376B-4C3A-A619-1052025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8132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1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EF848C2A-F57C-46C4-BE11-3FDFF78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102" name="恢复或生成算法需要的拓扑说明">
            <a:extLst xmlns:a="http://schemas.openxmlformats.org/drawingml/2006/main">
              <a:ext uri="{FF2B5EF4-FFF2-40B4-BE49-F238E27FC236}">
                <a16:creationId xmlns:a16="http://schemas.microsoft.com/office/drawing/2014/main" id="{E3587D80-7BF4-4F85-BD6B-ABD3E77A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恢复或生成算法需要的拓扑说明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A6CE03-96F8-4D9A-95CF-0DEFCBE3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06">
            <a:extLst xmlns:a="http://schemas.openxmlformats.org/drawingml/2006/main">
              <a:ext uri="{FF2B5EF4-FFF2-40B4-BE49-F238E27FC236}">
                <a16:creationId xmlns:a16="http://schemas.microsoft.com/office/drawing/2014/main" id="{DBBE1C87-64E5-4463-A679-7F211B0D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F6C8ED-3418-4853-824A-DC58DC8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36708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6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FBA6F106-6BDF-4A0E-95A3-73A83AF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8613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107" name="先查拓扑上下文；命中时跳过下方重新构造">
            <a:extLst xmlns:a="http://schemas.openxmlformats.org/drawingml/2006/main">
              <a:ext uri="{FF2B5EF4-FFF2-40B4-BE49-F238E27FC236}">
                <a16:creationId xmlns:a16="http://schemas.microsoft.com/office/drawing/2014/main" id="{92256340-4445-43AA-9A7D-E32100FF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54806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先查拓扑上下文；命中时跳过下方重新构造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98FB1EF-6114-4795-9E53-61422D3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6D92F6-39F4-42F3-B560-EC6E055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3599022" y="352710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A92393-A862-47A0-A8F6-AD34F019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07">
            <a:extLst xmlns:a="http://schemas.openxmlformats.org/drawingml/2006/main">
              <a:ext uri="{FF2B5EF4-FFF2-40B4-BE49-F238E27FC236}">
                <a16:creationId xmlns:a16="http://schemas.microsoft.com/office/drawing/2014/main" id="{F1800015-E76F-42C1-B55F-179BD1C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1FA19E-5E63-432D-AA46-68D7372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4" name="HcclRankGraphGetLayers">
            <a:extLst xmlns:a="http://schemas.openxmlformats.org/drawingml/2006/main">
              <a:ext uri="{FF2B5EF4-FFF2-40B4-BE49-F238E27FC236}">
                <a16:creationId xmlns:a16="http://schemas.microsoft.com/office/drawing/2014/main" id="{9983CB20-A3DC-48FB-B200-C0F477F6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</p:txBody>
      </p:sp>
      <p:sp>
        <p:nvSpPr>
          <p:cNvPr id="115" name="【未命中时按需】返回可用网络层">
            <a:extLst xmlns:a="http://schemas.openxmlformats.org/drawingml/2006/main">
              <a:ext uri="{FF2B5EF4-FFF2-40B4-BE49-F238E27FC236}">
                <a16:creationId xmlns:a16="http://schemas.microsoft.com/office/drawing/2014/main" id="{5BABE7C2-94DF-4CDF-A9F4-34C50BFF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【未命中时按需】返回可用网络层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A8BC7E-6D68-4908-9655-B20EA3D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C47F6B-E33C-42CD-8957-8EE831AA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3599022" y="391287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ED9DB84-D236-4CF2-9924-1537FCD6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0" name="08">
            <a:extLst xmlns:a="http://schemas.openxmlformats.org/drawingml/2006/main">
              <a:ext uri="{FF2B5EF4-FFF2-40B4-BE49-F238E27FC236}">
                <a16:creationId xmlns:a16="http://schemas.microsoft.com/office/drawing/2014/main" id="{688186D5-6A90-4058-A39E-EA321FA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3ACBC82-48B2-493A-A0FD-C333B063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13861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2" name="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6EAE6682-BF2F-4E5F-8C57-59990917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15766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123" name="【未命中时按需】返回层内 Rank 成员">
            <a:extLst xmlns:a="http://schemas.openxmlformats.org/drawingml/2006/main">
              <a:ext uri="{FF2B5EF4-FFF2-40B4-BE49-F238E27FC236}">
                <a16:creationId xmlns:a16="http://schemas.microsoft.com/office/drawing/2014/main" id="{4053E816-46CD-4FCC-B5BB-00B291C8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1958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【未命中时按需】返回层内 Rank 成员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BC4B691-A974-4899-AE90-968755AC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F7BD8E-DAF6-4A95-B8C8-8CBBBE6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3599022" y="4298633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1B42546-97C0-4174-BE31-2981CEB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8" name="09">
            <a:extLst xmlns:a="http://schemas.openxmlformats.org/drawingml/2006/main">
              <a:ext uri="{FF2B5EF4-FFF2-40B4-BE49-F238E27FC236}">
                <a16:creationId xmlns:a16="http://schemas.microsoft.com/office/drawing/2014/main" id="{A8FDFB0F-90F3-4413-9CAA-061D853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5125CBD-A16B-4A2A-924F-0477B91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52437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0" name="HcclRankGraphGetTopoType">
            <a:extLst xmlns:a="http://schemas.openxmlformats.org/drawingml/2006/main">
              <a:ext uri="{FF2B5EF4-FFF2-40B4-BE49-F238E27FC236}">
                <a16:creationId xmlns:a16="http://schemas.microsoft.com/office/drawing/2014/main" id="{D23F7D14-9CD9-4CEE-98AC-E37DCA4E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5434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</p:txBody>
      </p:sp>
      <p:sp>
        <p:nvSpPr>
          <p:cNvPr id="131" name="【未命中时按需】返回指定拓扑实例的类型">
            <a:extLst xmlns:a="http://schemas.openxmlformats.org/drawingml/2006/main">
              <a:ext uri="{FF2B5EF4-FFF2-40B4-BE49-F238E27FC236}">
                <a16:creationId xmlns:a16="http://schemas.microsoft.com/office/drawing/2014/main" id="{18CD6848-A91B-4C50-A9A3-09FD634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70535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【未命中时按需】返回指定拓扑实例的类型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40F076A-8EB5-47DE-BB11-AC18F02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6839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2EB27E0-E143-44DA-A737-F89CC985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839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3599022" y="4684396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85535D0-BB29-493C-9EFE-BD99175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6" name="10">
            <a:extLst xmlns:a="http://schemas.openxmlformats.org/drawingml/2006/main">
              <a:ext uri="{FF2B5EF4-FFF2-40B4-BE49-F238E27FC236}">
                <a16:creationId xmlns:a16="http://schemas.microsoft.com/office/drawing/2014/main" id="{8180DE5D-3428-4127-902B-13EE105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E7E6BBF-621F-4A03-9BF4-8B9C8C9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91013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8" name="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41A73CCC-CE33-4F48-8DD6-8026644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92918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139" name="【未命中时按需】查询 Rank 间可用链路">
            <a:extLst xmlns:a="http://schemas.openxmlformats.org/drawingml/2006/main">
              <a:ext uri="{FF2B5EF4-FFF2-40B4-BE49-F238E27FC236}">
                <a16:creationId xmlns:a16="http://schemas.microsoft.com/office/drawing/2014/main" id="{13580F81-965F-4D4A-BDF0-811ED6F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509111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【未命中时按需】查询 Rank 间可用链路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F21777F-CAAE-47BC-8E6C-9E800DD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069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0874372-7358-474C-8F60-0B5550D1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5069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3599022" y="507015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DE49F48-1EBC-43D3-8AF6-FB559C9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4" name="11">
            <a:extLst xmlns:a="http://schemas.openxmlformats.org/drawingml/2006/main">
              <a:ext uri="{FF2B5EF4-FFF2-40B4-BE49-F238E27FC236}">
                <a16:creationId xmlns:a16="http://schemas.microsoft.com/office/drawing/2014/main" id="{7AF1C38A-C819-421A-9917-0C3DBBF3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9BE1D8D-A27C-49E2-9831-1F6D481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9590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6" name="AlltoAllAutoSelector::SelectAicpuAlgo">
            <a:extLst xmlns:a="http://schemas.openxmlformats.org/drawingml/2006/main">
              <a:ext uri="{FF2B5EF4-FFF2-40B4-BE49-F238E27FC236}">
                <a16:creationId xmlns:a16="http://schemas.microsoft.com/office/drawing/2014/main" id="{A2A41A56-7521-47F0-A4C6-0947954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AlltoAllAutoSelector::SelectAicpuAlgo</a:t>
            </a:r>
          </a:p>
        </p:txBody>
      </p:sp>
      <p:sp>
        <p:nvSpPr>
          <p:cNvPr id="147" name="结合拓扑与数据量选择 AICPU 算法，本例为普通 Mesh">
            <a:extLst xmlns:a="http://schemas.openxmlformats.org/drawingml/2006/main">
              <a:ext uri="{FF2B5EF4-FFF2-40B4-BE49-F238E27FC236}">
                <a16:creationId xmlns:a16="http://schemas.microsoft.com/office/drawing/2014/main" id="{56B52C07-9E73-4D2D-A197-8F9352A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结合拓扑与数据量选择 AICPU 算法，本例为普通 Mesh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7D8F75B-FBCB-4B06-AD9C-B4091D8E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9" name="12">
            <a:extLst xmlns:a="http://schemas.openxmlformats.org/drawingml/2006/main">
              <a:ext uri="{FF2B5EF4-FFF2-40B4-BE49-F238E27FC236}">
                <a16:creationId xmlns:a16="http://schemas.microsoft.com/office/drawing/2014/main" id="{F248528F-6695-4D00-8BE8-F755A6E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A7493B7-C580-413F-8506-ED9D7B59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8166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1" name="HcclExecOp">
            <a:extLst xmlns:a="http://schemas.openxmlformats.org/drawingml/2006/main">
              <a:ext uri="{FF2B5EF4-FFF2-40B4-BE49-F238E27FC236}">
                <a16:creationId xmlns:a16="http://schemas.microsoft.com/office/drawing/2014/main" id="{14FB88D7-4FDF-40F9-B563-7AAC311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0071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52" name="拿着算法名称和规范参数，进入 P4 的资源准备">
            <a:extLst xmlns:a="http://schemas.openxmlformats.org/drawingml/2006/main">
              <a:ext uri="{FF2B5EF4-FFF2-40B4-BE49-F238E27FC236}">
                <a16:creationId xmlns:a16="http://schemas.microsoft.com/office/drawing/2014/main" id="{D813A4CA-AF43-475A-ADEC-7FD1B68F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6263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拿着算法名称和规范参数，进入 P4 的资源准备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0445202-5DFA-4B39-9AC1-2D21A39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4" name="结果：选定执行器 / 模板及通信分组依据；选择算法在 HCCL，不在 HCOMM 数据搬运原语中。">
            <a:extLst xmlns:a="http://schemas.openxmlformats.org/drawingml/2006/main">
              <a:ext uri="{FF2B5EF4-FFF2-40B4-BE49-F238E27FC236}">
                <a16:creationId xmlns:a16="http://schemas.microsoft.com/office/drawing/2014/main" id="{00FB1495-0B91-49C1-AF9C-C7CC02C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结果：选定执行器 / 模板及通信分组依据；选择算法在 HCCL，不在 HCOMM 数据搬运原语中。</a:t>
            </a:r>
          </a:p>
        </p:txBody>
      </p:sp>
      <p:sp>
        <p:nvSpPr>
          <p:cNvPr id="155" name="RankGraph 区域是按需查询集合，不是每次必定按此顺序调用；实例、端点等完整接口逐项释义见备注。">
            <a:extLst xmlns:a="http://schemas.openxmlformats.org/drawingml/2006/main">
              <a:ext uri="{FF2B5EF4-FFF2-40B4-BE49-F238E27FC236}">
                <a16:creationId xmlns:a16="http://schemas.microsoft.com/office/drawing/2014/main" id="{D8152085-4F8C-4BC9-8773-DA463BE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RankGraph 区域是按需查询集合，不是每次必定按此顺序调用；实例、端点等完整接口逐项释义见备注。</a:t>
            </a:r>
          </a:p>
        </p:txBody>
      </p:sp>
    </p:spTree>
    <p:extLst>
      <p:ext uri="{BB962C8B-B14F-4D97-AF65-F5344CB8AC3E}">
        <p14:creationId xmlns:p14="http://schemas.microsoft.com/office/powerpoint/2010/main" val="43626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03  资源规划：先绑定用户流，再计算需要哪些队列和通道">
            <a:extLst xmlns:a="http://schemas.openxmlformats.org/drawingml/2006/main">
              <a:ext uri="{FF2B5EF4-FFF2-40B4-BE49-F238E27FC236}">
                <a16:creationId xmlns:a16="http://schemas.microsoft.com/office/drawing/2014/main" id="{0DD96B35-4414-423E-8BA6-D6119541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  资源规划：先绑定用户流，再计算需要哪些队列和通道</a:t>
            </a:r>
          </a:p>
        </p:txBody>
      </p:sp>
      <p:sp>
        <p:nvSpPr>
          <p:cNvPr id="2" name="Thread 是通信任务队列句柄，不是 OS 线程。这里先取得用户流视图，并检查算法资源能否复用。">
            <a:extLst xmlns:a="http://schemas.openxmlformats.org/drawingml/2006/main">
              <a:ext uri="{FF2B5EF4-FFF2-40B4-BE49-F238E27FC236}">
                <a16:creationId xmlns:a16="http://schemas.microsoft.com/office/drawing/2014/main" id="{84F25CB9-7356-4DDB-96A5-DE2CB612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Thread 是通信任务队列句柄，不是 OS 线程。这里先取得用户流视图，并检查算法资源能否复用。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647F4ECE-B607-4A97-9F29-FEE94321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CFC9-A1DA-49C1-A4B9-F429AA89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9B0D-7F64-448A-87CB-4C4ABAA6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B3330658-BA5C-47F6-B880-77D6DC2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执行器 / 缓存判断 / 资源清单">
            <a:extLst xmlns:a="http://schemas.openxmlformats.org/drawingml/2006/main">
              <a:ext uri="{FF2B5EF4-FFF2-40B4-BE49-F238E27FC236}">
                <a16:creationId xmlns:a16="http://schemas.microsoft.com/office/drawing/2014/main" id="{460DAC70-3A9E-49DD-B303-E5A9889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执行器 / 缓存判断 / 资源清单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38AE6-15F1-42A2-AD20-03FE51B5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1C9F1-6098-4549-B6CC-4C71872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A1A06-BEAA-4813-ACA5-44F9322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33BDD-28CB-4EAF-88B7-A8B87A08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DD1C5-3678-4714-A08C-DF67E4F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B4AB6-C788-4D37-9905-90196D9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67FD5577-5E21-4577-9D81-53E8A2D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通信域资源管理">
            <a:extLst xmlns:a="http://schemas.openxmlformats.org/drawingml/2006/main">
              <a:ext uri="{FF2B5EF4-FFF2-40B4-BE49-F238E27FC236}">
                <a16:creationId xmlns:a16="http://schemas.microsoft.com/office/drawing/2014/main" id="{33C09780-96E0-4C5F-95C1-6D6EDFD0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通信域资源管理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3A029-0850-4F22-A51A-2ABB993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FFD0-E84F-45BD-850F-A75FD160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ED7D0-85E7-43B1-A221-4E4EF3D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CD7C7-3B61-440B-8873-874D6E6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12FDD-D6D3-48FB-8BC5-476463F8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77CB0-1C72-49A9-89BF-69166EF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B37DA-FEB9-4F78-9925-4C7661E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058CE-ADA8-4249-92D8-CBCABFA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87117-4117-407E-9964-A7E62086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F98E1-6E4D-4F18-83EA-3C9BC84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8BAD4-F285-4040-A559-8D71418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B1A7B-0611-46DB-9DCD-A961C84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95BA7-3479-42C0-8860-66E346F7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1E93E-8DCE-44AF-BF2C-BC54DD50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ABDDD-A27E-4360-8B26-D47A100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34E2F4-2735-4C42-8DD8-A1611172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F84B08-800A-4BA2-ADC4-9D899FB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42F2D9-3D77-463B-94AF-EE16F3C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B3400C-BE3D-4FBC-8EAC-EBB6FF6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301757-4630-4F54-8051-1B03A9E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896EFA-EBC5-41C8-B6DD-FB81251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EAB589-323E-40F1-A06D-BF89EA41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9D0096-2588-4790-9445-F87787A1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656B9C-0DD1-4166-A77B-CBA4E64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D1A0EF-4865-4999-965C-A50478E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C9A986-C195-4C54-8BE0-1387F8CC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5373D0B9-EBA9-4FEC-88B9-B7FB783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2FE55B-9170-49B7-AFCF-9033F93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85BD6C-AAD0-442C-A72B-26443805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EEB3A4-CFAB-41B5-9A17-8E8DFED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A6A0F5-BE91-4721-BD47-BC0C24A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E8AC8580-5B84-4B52-A917-AFDB55D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CEABCAB0-0CB1-4ADD-A4EA-0EBC409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6788FF-310B-4464-90AC-AE32CD4D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DB6ADC09-5E67-41D9-859F-E7C0699D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91E54E-ED59-437E-874B-2D42869D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GetAlgExec">
            <a:extLst xmlns:a="http://schemas.openxmlformats.org/drawingml/2006/main">
              <a:ext uri="{FF2B5EF4-FFF2-40B4-BE49-F238E27FC236}">
                <a16:creationId xmlns:a16="http://schemas.microsoft.com/office/drawing/2014/main" id="{09FF3ADC-18B5-4133-A662-C2B25045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70" name="按选定算法名称取得 Host 侧执行器对象">
            <a:extLst xmlns:a="http://schemas.openxmlformats.org/drawingml/2006/main">
              <a:ext uri="{FF2B5EF4-FFF2-40B4-BE49-F238E27FC236}">
                <a16:creationId xmlns:a16="http://schemas.microsoft.com/office/drawing/2014/main" id="{A6C5109A-76D6-436A-B533-5EBD754F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按选定算法名称取得 Host 侧执行器对象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18B35D-DEFF-46A2-A1F3-AB449267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CE97CB9D-2BBB-46FD-8943-D7D155A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EB402F-D5A6-481F-A75A-B39E0439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7A484CC8-BCCE-465D-B62F-2F84D16D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75" name="把用户 stream 包装为 CPU_TS 通信 Thread">
            <a:extLst xmlns:a="http://schemas.openxmlformats.org/drawingml/2006/main">
              <a:ext uri="{FF2B5EF4-FFF2-40B4-BE49-F238E27FC236}">
                <a16:creationId xmlns:a16="http://schemas.microsoft.com/office/drawing/2014/main" id="{42329082-A6B4-4F1B-81AC-120D306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把用户 stream 包装为 CPU_TS 通信 Thread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6F5A02-60C6-4B1B-9C6B-57F1E46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A589FF-9743-4E68-ADE3-0C9887A8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BDAD35-8319-4F84-936E-5C9140C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E3E328F3-FCFB-45FF-81AC-DE7C876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F0FC7B-5593-4790-BEDB-3A3150E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5534AE3D-F12C-4F1D-AD35-D4BD6B5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83" name="CPU_TS 用户 Thread → AICPU_TS 可用句柄">
            <a:extLst xmlns:a="http://schemas.openxmlformats.org/drawingml/2006/main">
              <a:ext uri="{FF2B5EF4-FFF2-40B4-BE49-F238E27FC236}">
                <a16:creationId xmlns:a16="http://schemas.microsoft.com/office/drawing/2014/main" id="{2D93ECE5-1765-4F22-A58C-6E1F7636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CPU_TS 用户 Thread → AICPU_TS 可用句柄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F0F0E1-C898-439A-AE33-5790E100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3A4EF4-3FFC-4A04-BA48-407E9A1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599022" y="256270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87ED7F-B58D-4B5C-B0D5-F3EB3A6A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04">
            <a:extLst xmlns:a="http://schemas.openxmlformats.org/drawingml/2006/main">
              <a:ext uri="{FF2B5EF4-FFF2-40B4-BE49-F238E27FC236}">
                <a16:creationId xmlns:a16="http://schemas.microsoft.com/office/drawing/2014/main" id="{BBA36162-4039-407C-B13F-C1EC9323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8D5402C-D055-42B2-8E01-61F46CC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0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287FD846-90D5-452C-B17F-D3B3F52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91" name="统一进入算法资源取得流程">
            <a:extLst xmlns:a="http://schemas.openxmlformats.org/drawingml/2006/main">
              <a:ext uri="{FF2B5EF4-FFF2-40B4-BE49-F238E27FC236}">
                <a16:creationId xmlns:a16="http://schemas.microsoft.com/office/drawing/2014/main" id="{131DC5A8-0C86-4FFC-853E-40C51ACC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统一进入算法资源取得流程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FE6207-6FC0-44F3-9D48-E4AF0DF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5">
            <a:extLst xmlns:a="http://schemas.openxmlformats.org/drawingml/2006/main">
              <a:ext uri="{FF2B5EF4-FFF2-40B4-BE49-F238E27FC236}">
                <a16:creationId xmlns:a16="http://schemas.microsoft.com/office/drawing/2014/main" id="{BE88054A-7871-43D0-A514-2CDD50A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65C26EE-A14C-4156-AC9E-52B9E13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GetAlgoMeta">
            <a:extLst xmlns:a="http://schemas.openxmlformats.org/drawingml/2006/main">
              <a:ext uri="{FF2B5EF4-FFF2-40B4-BE49-F238E27FC236}">
                <a16:creationId xmlns:a16="http://schemas.microsoft.com/office/drawing/2014/main" id="{1E944254-D10F-45FB-A744-5B3DF38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</a:p>
        </p:txBody>
      </p:sp>
      <p:sp>
        <p:nvSpPr>
          <p:cNvPr id="96" name="读取算法登记属性，决定资源准备方式">
            <a:extLst xmlns:a="http://schemas.openxmlformats.org/drawingml/2006/main">
              <a:ext uri="{FF2B5EF4-FFF2-40B4-BE49-F238E27FC236}">
                <a16:creationId xmlns:a16="http://schemas.microsoft.com/office/drawing/2014/main" id="{D7B73BA6-BD85-4043-A592-2BF291C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读取算法登记属性，决定资源准备方式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A47064B-FEE1-4B90-8DA3-C2C8825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6">
            <a:extLst xmlns:a="http://schemas.openxmlformats.org/drawingml/2006/main">
              <a:ext uri="{FF2B5EF4-FFF2-40B4-BE49-F238E27FC236}">
                <a16:creationId xmlns:a16="http://schemas.microsoft.com/office/drawing/2014/main" id="{B4CC1670-14CB-4C1C-BF38-C317BBC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CD8990-3291-4F20-8E6A-F4B8A81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TryReuseResource">
            <a:extLst xmlns:a="http://schemas.openxmlformats.org/drawingml/2006/main">
              <a:ext uri="{FF2B5EF4-FFF2-40B4-BE49-F238E27FC236}">
                <a16:creationId xmlns:a16="http://schemas.microsoft.com/office/drawing/2014/main" id="{A2B05158-2623-4371-98AF-AC30AE1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</a:p>
        </p:txBody>
      </p:sp>
      <p:sp>
        <p:nvSpPr>
          <p:cNvPr id="101" name="检查同类算法的已保存资源是否可直接使用">
            <a:extLst xmlns:a="http://schemas.openxmlformats.org/drawingml/2006/main">
              <a:ext uri="{FF2B5EF4-FFF2-40B4-BE49-F238E27FC236}">
                <a16:creationId xmlns:a16="http://schemas.microsoft.com/office/drawing/2014/main" id="{0A8312C2-F0E5-4DB6-8D7D-CB27BC93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检查同类算法的已保存资源是否可直接使用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51F3BD-4A92-4FC6-B42C-0FB4626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7">
            <a:extLst xmlns:a="http://schemas.openxmlformats.org/drawingml/2006/main">
              <a:ext uri="{FF2B5EF4-FFF2-40B4-BE49-F238E27FC236}">
                <a16:creationId xmlns:a16="http://schemas.microsoft.com/office/drawing/2014/main" id="{FFC8778A-45C6-470A-85DA-99B4081E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524C5CA-7061-49C4-A3A8-F891B2CD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78B526AD-4E38-4CAC-819F-2510D318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106" name="查询算法资源上下文；命中则复用相应资源">
            <a:extLst xmlns:a="http://schemas.openxmlformats.org/drawingml/2006/main">
              <a:ext uri="{FF2B5EF4-FFF2-40B4-BE49-F238E27FC236}">
                <a16:creationId xmlns:a16="http://schemas.microsoft.com/office/drawing/2014/main" id="{15D5106E-5D59-4F2C-9584-9EDD469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查询算法资源上下文；命中则复用相应资源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4835C2-3AC0-42F2-8B17-B203CD97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B9A28A5-E065-4488-A283-7FE64A5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3599022" y="441436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41E6C36-1982-4FFD-B161-E992E52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768B7245-EA19-414C-9615-BA7CD66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4DC4B76-8569-4EC5-870D-16F595F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CalcAlgHierarchyInfoV2">
            <a:extLst xmlns:a="http://schemas.openxmlformats.org/drawingml/2006/main">
              <a:ext uri="{FF2B5EF4-FFF2-40B4-BE49-F238E27FC236}">
                <a16:creationId xmlns:a16="http://schemas.microsoft.com/office/drawing/2014/main" id="{36CD4926-E998-4AC2-9B3D-0681140B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</a:p>
        </p:txBody>
      </p:sp>
      <p:sp>
        <p:nvSpPr>
          <p:cNvPr id="114" name="【未命中主线】按拓扑形成算法通信分组">
            <a:extLst xmlns:a="http://schemas.openxmlformats.org/drawingml/2006/main">
              <a:ext uri="{FF2B5EF4-FFF2-40B4-BE49-F238E27FC236}">
                <a16:creationId xmlns:a16="http://schemas.microsoft.com/office/drawing/2014/main" id="{523F0797-6929-4084-A8A7-03A5750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【未命中主线】按拓扑形成算法通信分组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8F44715-FB7A-4171-A3B9-4852EF8F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D46C6734-2ABA-45BE-A126-0172D58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245C7B-AE96-4FF8-9F0D-A177656D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CalcRes">
            <a:extLst xmlns:a="http://schemas.openxmlformats.org/drawingml/2006/main">
              <a:ext uri="{FF2B5EF4-FFF2-40B4-BE49-F238E27FC236}">
                <a16:creationId xmlns:a16="http://schemas.microsoft.com/office/drawing/2014/main" id="{5A575773-4FBA-4036-94E8-B63B3722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</a:p>
        </p:txBody>
      </p:sp>
      <p:sp>
        <p:nvSpPr>
          <p:cNvPr id="119" name="【未命中主线】列出 Thread、通知、缓冲区、Channel 需求">
            <a:extLst xmlns:a="http://schemas.openxmlformats.org/drawingml/2006/main">
              <a:ext uri="{FF2B5EF4-FFF2-40B4-BE49-F238E27FC236}">
                <a16:creationId xmlns:a16="http://schemas.microsoft.com/office/drawing/2014/main" id="{678AC81D-EFCE-4C7A-81E3-E8D2D06B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【未命中主线】列出 Thread、通知、缓冲区、Channel 需求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0B0715-648D-4274-92A8-0C9C857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869622B1-4E80-434E-AA50-F3255AD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1E3FFE0-1207-4956-B4FC-821517C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9C8991C9-AD74-411E-90F5-1952D3A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124" name="进入 AICPU 专用资源申请；下一步在 P5">
            <a:extLst xmlns:a="http://schemas.openxmlformats.org/drawingml/2006/main">
              <a:ext uri="{FF2B5EF4-FFF2-40B4-BE49-F238E27FC236}">
                <a16:creationId xmlns:a16="http://schemas.microsoft.com/office/drawing/2014/main" id="{5412C0FA-F18E-4EFA-9467-286202B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 AICPU 专用资源申请；下一步在 P5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E0EF872-1BAC-4514-8BB8-154E762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这一次导出“用户 Thread”：设备完成时，要用它把完成通知发回用户流。">
            <a:extLst xmlns:a="http://schemas.openxmlformats.org/drawingml/2006/main">
              <a:ext uri="{FF2B5EF4-FFF2-40B4-BE49-F238E27FC236}">
                <a16:creationId xmlns:a16="http://schemas.microsoft.com/office/drawing/2014/main" id="{043358AE-0FDD-40AA-9C9C-C1BEE94C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这一次导出“用户 Thread”：设备完成时，要用它把完成通知发回用户流。</a:t>
            </a:r>
          </a:p>
        </p:txBody>
      </p:sp>
      <p:sp>
        <p:nvSpPr>
          <p:cNvPr id="127" name="资源命中只省掉资源创建，不省掉本次通信；它与 AICPU Task Cache 是两种不同缓存。">
            <a:extLst xmlns:a="http://schemas.openxmlformats.org/drawingml/2006/main">
              <a:ext uri="{FF2B5EF4-FFF2-40B4-BE49-F238E27FC236}">
                <a16:creationId xmlns:a16="http://schemas.microsoft.com/office/drawing/2014/main" id="{B612BCBB-6357-44E2-AB0A-863DA1E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资源命中只省掉资源创建，不省掉本次通信；它与 AICPU Task Cache 是两种不同缓存。</a:t>
            </a:r>
          </a:p>
        </p:txBody>
      </p:sp>
    </p:spTree>
    <p:extLst>
      <p:ext uri="{BB962C8B-B14F-4D97-AF65-F5344CB8AC3E}">
        <p14:creationId xmlns:p14="http://schemas.microsoft.com/office/powerpoint/2010/main" val="327512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04  取得资源：HCCL 按清单向 HCOMM 申请">
            <a:extLst xmlns:a="http://schemas.openxmlformats.org/drawingml/2006/main">
              <a:ext uri="{FF2B5EF4-FFF2-40B4-BE49-F238E27FC236}">
                <a16:creationId xmlns:a16="http://schemas.microsoft.com/office/drawing/2014/main" id="{5578044B-502D-46A4-8CAE-0027F6B2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  取得资源：HCCL 按清单向 HCOMM 申请</a:t>
            </a:r>
          </a:p>
        </p:txBody>
      </p:sp>
      <p:sp>
        <p:nvSpPr>
          <p:cNvPr id="2" name="承接 P4 的资源未命中主线。每条横线都表示 HCCL 调用 HCOMM；各 API 下方写返回什么。">
            <a:extLst xmlns:a="http://schemas.openxmlformats.org/drawingml/2006/main">
              <a:ext uri="{FF2B5EF4-FFF2-40B4-BE49-F238E27FC236}">
                <a16:creationId xmlns:a16="http://schemas.microsoft.com/office/drawing/2014/main" id="{E88FBF1C-2444-487F-B063-6C557C8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承接 P4 的资源未命中主线。每条横线都表示 HCCL 调用 HCOMM；各 API 下方写返回什么。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719B1B51-440B-4136-9D5F-328E64D1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51D67-7013-4175-B5F3-A09794F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5B34-227E-4055-B272-0E0A1128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013BF5FD-529A-4AAB-9B79-89D9A46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资源申请组织">
            <a:extLst xmlns:a="http://schemas.openxmlformats.org/drawingml/2006/main">
              <a:ext uri="{FF2B5EF4-FFF2-40B4-BE49-F238E27FC236}">
                <a16:creationId xmlns:a16="http://schemas.microsoft.com/office/drawing/2014/main" id="{E32CE7CC-4A72-4985-A529-68065AB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资源申请组织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C13B1-A079-4411-BC8B-CDA9611C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56A8B-013B-44A4-88E9-B28BDD8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D9533-34BF-4C0E-BF14-B79F3385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C4647-2BBB-46DA-99D0-B9F9B044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31F90-7E11-4DB2-8AF8-6D14D3F0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0ADF0-A061-4140-89F0-4E623664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42395F70-15F0-4731-BA7B-795082D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内存管理 / 通信域资源管理">
            <a:extLst xmlns:a="http://schemas.openxmlformats.org/drawingml/2006/main">
              <a:ext uri="{FF2B5EF4-FFF2-40B4-BE49-F238E27FC236}">
                <a16:creationId xmlns:a16="http://schemas.microsoft.com/office/drawing/2014/main" id="{8C4224F8-9487-4F4F-9E3E-21BB0EC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内存管理 / 通信域资源管理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29230-59CB-4DDC-8E0B-6142F90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316B9-2F09-4854-AE0D-398B5D6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D7B1-8173-4600-867F-C7CF286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65D1C-F1BD-4AB6-B928-28B46A0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22C5E-94D5-4F36-848B-7B51417A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EBCD7-7223-4066-9719-B36F694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BFF9F-8E7E-483B-96D0-8B2EBCCC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6D618-BDB6-46FE-9269-55614B9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28647-C305-4F13-AB1B-D70506F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22F5F-BDC7-4DFB-B4EC-2D9F8FE3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147CA8-79DF-47F1-8284-D368489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3C44B-C814-46FA-A5E2-42EDCAE8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21C92-4910-465F-BDC4-229662D2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F70043-27D5-4447-AE64-38B7D53B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F09EF0-E3CD-4CE8-94CD-AF71367B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F6C3A5-848D-4289-80C9-8FCF51AE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5EFC40-131A-47CB-BE1A-E7EECEF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A9C3F2-AC89-465C-8285-DD5C186D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58DEE6-9F0D-4EAA-B3C0-F04DE41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D8A20-6E80-4A2B-96C6-AC4D714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3CA38E-0EE6-4AF7-BE06-9DBA3AD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51AB46-EEE2-4434-BACF-A74C6876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7067FB-D077-4205-A47D-E361AFA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3636E8-A17E-4491-90E1-5D6066B8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9A25A2-4020-434C-982E-39E6FB8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0C9F0C-0E80-47EA-BCC5-7DE68198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718EFAFE-96E0-4A0B-9CC5-400D1045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438ECD-A30A-4E36-9FF1-599AC9E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728D53-E132-4E1C-BD93-76CF73B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1012FF-634E-404D-BB5B-07565748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D19B12-C9AA-4AFA-AB5D-3131CA3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00A62672-1E16-4AF7-BC83-CF8B563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6F792DFB-3D26-4860-96EB-F87A9C3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6322AD-51EC-4A8B-B6CB-0035EF1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F347F6C8-0A37-41B4-BA1D-249D1E2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EDBDB6-A098-45F3-865D-9EDD294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2910AA37-D080-4144-9A36-D3FCC89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0" name="按清单准备缓冲区、Thread 和 Channel">
            <a:extLst xmlns:a="http://schemas.openxmlformats.org/drawingml/2006/main">
              <a:ext uri="{FF2B5EF4-FFF2-40B4-BE49-F238E27FC236}">
                <a16:creationId xmlns:a16="http://schemas.microsoft.com/office/drawing/2014/main" id="{8629175F-0ABB-4090-9FB1-62EADF18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按清单准备缓冲区、Thread 和 Channel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E8F78F-10C5-4FBF-ABB9-7F631173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17B397E3-E19A-40D3-A37F-9645D7E9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5029FC-3924-415B-A356-5CA8EAC8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35CAE232-3F40-4926-9ADC-819B3B3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75" name="【内存】返回本 Rank CCL Buffer 地址与容量">
            <a:extLst xmlns:a="http://schemas.openxmlformats.org/drawingml/2006/main">
              <a:ext uri="{FF2B5EF4-FFF2-40B4-BE49-F238E27FC236}">
                <a16:creationId xmlns:a16="http://schemas.microsoft.com/office/drawing/2014/main" id="{C55EEF1F-ECEF-4320-A92D-4183861E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【内存】返回本 Rank CCL Buffer 地址与容量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C3A00D-BC30-4E62-9EC9-AE896A87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567C50-C784-44E9-AB4B-177BDCF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F1B2A6-64AD-45F7-A5C4-9A6D45A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5EE04BE9-2F01-4C42-9CBC-CB5761C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FC1CB7-106C-41C0-A581-BFC44471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GetThread">
            <a:extLst xmlns:a="http://schemas.openxmlformats.org/drawingml/2006/main">
              <a:ext uri="{FF2B5EF4-FFF2-40B4-BE49-F238E27FC236}">
                <a16:creationId xmlns:a16="http://schemas.microsoft.com/office/drawing/2014/main" id="{96B52023-1577-4422-A97F-3B0AFA55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</a:p>
        </p:txBody>
      </p:sp>
      <p:sp>
        <p:nvSpPr>
          <p:cNvPr id="83" name="组织本次算法的通信队列获取">
            <a:extLst xmlns:a="http://schemas.openxmlformats.org/drawingml/2006/main">
              <a:ext uri="{FF2B5EF4-FFF2-40B4-BE49-F238E27FC236}">
                <a16:creationId xmlns:a16="http://schemas.microsoft.com/office/drawing/2014/main" id="{B460D796-0034-45E9-BA62-96C18035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组织本次算法的通信队列获取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CEB220-DBCB-466D-82D8-42B6CED1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680129A1-523A-439E-8D5B-0AA1035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F2CB477-3871-432D-A74B-7EFE9B5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GetAicpuThread">
            <a:extLst xmlns:a="http://schemas.openxmlformats.org/drawingml/2006/main">
              <a:ext uri="{FF2B5EF4-FFF2-40B4-BE49-F238E27FC236}">
                <a16:creationId xmlns:a16="http://schemas.microsoft.com/office/drawing/2014/main" id="{8FF549A8-9B6F-4E17-AA9F-EAEC7206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88" name="准备设备主 Thread、从 Thread 和展开相关资源">
            <a:extLst xmlns:a="http://schemas.openxmlformats.org/drawingml/2006/main">
              <a:ext uri="{FF2B5EF4-FFF2-40B4-BE49-F238E27FC236}">
                <a16:creationId xmlns:a16="http://schemas.microsoft.com/office/drawing/2014/main" id="{54BEF246-196F-45BB-B6A5-2401A4E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准备设备主 Thread、从 Thread 和展开相关资源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4B994D-A0A1-4A25-852A-48F9C617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5">
            <a:extLst xmlns:a="http://schemas.openxmlformats.org/drawingml/2006/main">
              <a:ext uri="{FF2B5EF4-FFF2-40B4-BE49-F238E27FC236}">
                <a16:creationId xmlns:a16="http://schemas.microsoft.com/office/drawing/2014/main" id="{DA69AF28-E2B6-4F03-9490-4E129B71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2E27E6-9140-4CB4-ADE4-1F71227C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BDB1FBBF-E3A5-4F81-BC2F-9801866B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93" name="【域资源】按各 Thread 的通知等配置取得设备队列">
            <a:extLst xmlns:a="http://schemas.openxmlformats.org/drawingml/2006/main">
              <a:ext uri="{FF2B5EF4-FFF2-40B4-BE49-F238E27FC236}">
                <a16:creationId xmlns:a16="http://schemas.microsoft.com/office/drawing/2014/main" id="{2DD6BAEB-72FF-436A-9CB4-D3D535E3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【域资源】按各 Thread 的通知等配置取得设备队列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159F48-DEDD-4750-9F3D-862522CB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BE1CFD-3D66-4DC2-9B60-2692041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3599022" y="348853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E1AA57-4BF6-48F0-A462-532A2057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6">
            <a:extLst xmlns:a="http://schemas.openxmlformats.org/drawingml/2006/main">
              <a:ext uri="{FF2B5EF4-FFF2-40B4-BE49-F238E27FC236}">
                <a16:creationId xmlns:a16="http://schemas.microsoft.com/office/drawing/2014/main" id="{4D4013D2-8D4D-4C38-ACE9-67B72EC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9D970C2-149D-4F6A-BA9C-1688F94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651F5D36-B0B7-47A4-A11D-7B29ABF2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101" name="【替代分支】配置版不支持时，按统一通知数取得队列">
            <a:extLst xmlns:a="http://schemas.openxmlformats.org/drawingml/2006/main">
              <a:ext uri="{FF2B5EF4-FFF2-40B4-BE49-F238E27FC236}">
                <a16:creationId xmlns:a16="http://schemas.microsoft.com/office/drawing/2014/main" id="{42970D75-64E6-4A31-B47C-5B57F4F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【替代分支】配置版不支持时，按统一通知数取得队列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ADA3CC-1E9A-43C6-B637-C5DEA291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B92877-6516-44EE-9415-09D23103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3599022" y="395144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056C43-4AEF-49EE-825D-3BAE2C72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7">
            <a:extLst xmlns:a="http://schemas.openxmlformats.org/drawingml/2006/main">
              <a:ext uri="{FF2B5EF4-FFF2-40B4-BE49-F238E27FC236}">
                <a16:creationId xmlns:a16="http://schemas.microsoft.com/office/drawing/2014/main" id="{31B06EF8-A0B6-4047-AC27-9D7E0910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B3CEB0-EEB7-49A7-B071-E30D4F29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52488F49-CE96-40E3-9BAE-2D21D01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109" name="逐 Peer / 协议 / 端点组织 Channel 请求">
            <a:extLst xmlns:a="http://schemas.openxmlformats.org/drawingml/2006/main">
              <a:ext uri="{FF2B5EF4-FFF2-40B4-BE49-F238E27FC236}">
                <a16:creationId xmlns:a16="http://schemas.microsoft.com/office/drawing/2014/main" id="{1A58DAB6-AAB6-4F4A-A444-92E6037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 Peer / 协议 / 端点组织 Channel 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A8C392-1472-4A85-AA02-AE3B6E6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6300F5B1-31D2-418C-9987-68ED82A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B60198C-B30B-4BB2-A54A-89CE6C47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DBFBC4BE-9909-4238-A5FD-666F0B5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【域资源】取得本端到 Peer 的通道；未命中则进入 P6">
            <a:extLst xmlns:a="http://schemas.openxmlformats.org/drawingml/2006/main">
              <a:ext uri="{FF2B5EF4-FFF2-40B4-BE49-F238E27FC236}">
                <a16:creationId xmlns:a16="http://schemas.microsoft.com/office/drawing/2014/main" id="{6ED6249D-9FAE-44F8-936C-5EEBDA3F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【域资源】取得本端到 Peer 的通道；未命中则进入 P6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C42E95-E03D-463F-B5E2-0A1A63F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EA08683-BC95-47D6-9E14-061D9B12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3599022" y="487727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A46EDEB-104B-4789-977F-E49A3CC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9">
            <a:extLst xmlns:a="http://schemas.openxmlformats.org/drawingml/2006/main">
              <a:ext uri="{FF2B5EF4-FFF2-40B4-BE49-F238E27FC236}">
                <a16:creationId xmlns:a16="http://schemas.microsoft.com/office/drawing/2014/main" id="{45D19CD1-E918-4BCF-B1F8-DC8FBE4E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BF89B23-0605-40C5-B973-8245D0E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141595"/>
            <a:ext cx="52720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1" name="返回：设备主从 Thread、CCL 地址、逐 Peer 的 Channel 句柄">
            <a:extLst xmlns:a="http://schemas.openxmlformats.org/drawingml/2006/main">
              <a:ext uri="{FF2B5EF4-FFF2-40B4-BE49-F238E27FC236}">
                <a16:creationId xmlns:a16="http://schemas.microsoft.com/office/drawing/2014/main" id="{EB95B74E-9001-4B1B-92C1-45C6FF87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70170"/>
            <a:ext cx="5138738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返回：设备主从 Thread、CCL 地址、逐 Peer 的 Channel 句柄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CB0E559-A78D-4F3C-BE88-2DC85D1D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53444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249143B-8BAF-47FA-B24F-CD701878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53444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122" idx="1"/>
            <a:endCxn xmlns:a="http://schemas.openxmlformats.org/drawingml/2006/main" id="123" idx="3"/>
          </p:cNvCxnSpPr>
          <p:nvPr/>
        </p:nvCxnSpPr>
        <p:spPr>
          <a:xfrm xmlns:a="http://schemas.openxmlformats.org/drawingml/2006/main" flipH="1">
            <a:off x="6235066" y="5344954"/>
            <a:ext cx="290179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6761523-7051-4080-8A30-B93F6CCE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6" name="10">
            <a:extLst xmlns:a="http://schemas.openxmlformats.org/drawingml/2006/main">
              <a:ext uri="{FF2B5EF4-FFF2-40B4-BE49-F238E27FC236}">
                <a16:creationId xmlns:a16="http://schemas.microsoft.com/office/drawing/2014/main" id="{BA1269D0-A83C-4A5C-8BF0-5D8A2B41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8127FE-40F5-411F-9EE1-21D729AA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8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A7296E13-C20A-47E6-A380-E4681FF3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9" name="继续补全远端地址与属性；详见 P7">
            <a:extLst xmlns:a="http://schemas.openxmlformats.org/drawingml/2006/main">
              <a:ext uri="{FF2B5EF4-FFF2-40B4-BE49-F238E27FC236}">
                <a16:creationId xmlns:a16="http://schemas.microsoft.com/office/drawing/2014/main" id="{4D670AA0-1D76-4456-BE4F-1CBFD25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继续补全远端地址与属性；详见 P7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00D425-88A9-43DE-A668-C8E86FD7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HcclThreadAcquireWithConfig 与 HcclThreadAcquire 是能力替代关系，不是每次连续申请两遍。">
            <a:extLst xmlns:a="http://schemas.openxmlformats.org/drawingml/2006/main">
              <a:ext uri="{FF2B5EF4-FFF2-40B4-BE49-F238E27FC236}">
                <a16:creationId xmlns:a16="http://schemas.microsoft.com/office/drawing/2014/main" id="{6B3256EA-343C-43E2-A5D6-56F95448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 与 HcclThreadAcquire 是能力替代关系，不是每次连续申请两遍。</a:t>
            </a:r>
          </a:p>
        </p:txBody>
      </p:sp>
      <p:sp>
        <p:nvSpPr>
          <p:cNvPr id="132" name="通道首次建链见 P6；命中时复用已建通道。到这里仍未搬运本次用户输入数据。">
            <a:extLst xmlns:a="http://schemas.openxmlformats.org/drawingml/2006/main">
              <a:ext uri="{FF2B5EF4-FFF2-40B4-BE49-F238E27FC236}">
                <a16:creationId xmlns:a16="http://schemas.microsoft.com/office/drawing/2014/main" id="{83ECDFA9-A5E0-483D-B929-71E025F7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通道首次建链见 P6；命中时复用已建通道。到这里仍未搬运本次用户输入数据。</a:t>
            </a:r>
          </a:p>
        </p:txBody>
      </p:sp>
    </p:spTree>
    <p:extLst>
      <p:ext uri="{BB962C8B-B14F-4D97-AF65-F5344CB8AC3E}">
        <p14:creationId xmlns:p14="http://schemas.microsoft.com/office/powerpoint/2010/main" val="24267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05  建链：HCOMM 资源管理调底层资源接口">
            <a:extLst xmlns:a="http://schemas.openxmlformats.org/drawingml/2006/main">
              <a:ext uri="{FF2B5EF4-FFF2-40B4-BE49-F238E27FC236}">
                <a16:creationId xmlns:a16="http://schemas.microsoft.com/office/drawing/2014/main" id="{6826FE96-4185-4BDD-B919-1FFB66C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  建链：HCOMM 资源管理调底层资源接口</a:t>
            </a:r>
          </a:p>
        </p:txBody>
      </p:sp>
      <p:sp>
        <p:nvSpPr>
          <p:cNvPr id="2" name="放大 P5 的 HcclChannelAcquire。端点、注册内存、Channel 均可复用；下图为需要创建时的主线。">
            <a:extLst xmlns:a="http://schemas.openxmlformats.org/drawingml/2006/main">
              <a:ext uri="{FF2B5EF4-FFF2-40B4-BE49-F238E27FC236}">
                <a16:creationId xmlns:a16="http://schemas.microsoft.com/office/drawing/2014/main" id="{86BF3396-A133-493F-8D16-296F1B6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放大 P5 的 HcclChannelAcquire。端点、注册内存、Channel 均可复用；下图为需要创建时的主线。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D2B46C58-C25B-45CF-B3C7-73DA903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2EC07-57D2-4437-B015-C767074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685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6C02C-41B1-4E65-A416-CED72D14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6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4602BDFA-3AD2-4C4A-877E-11021AE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7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提出 Channel 请求">
            <a:extLst xmlns:a="http://schemas.openxmlformats.org/drawingml/2006/main">
              <a:ext uri="{FF2B5EF4-FFF2-40B4-BE49-F238E27FC236}">
                <a16:creationId xmlns:a16="http://schemas.microsoft.com/office/drawing/2014/main" id="{612B76F3-5185-41C8-B8DC-07E7C78F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2892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提出 Channel 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05FED-D2EB-4BED-9C85-BC13FDE5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BE624-BB5E-402F-9688-62078C52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68894-39CF-4C35-BA4F-E6C685B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D181B-4A95-41EC-BDD8-906DF98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31340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66CE7-531D-4F0A-B58C-4FB91CC5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009650"/>
            <a:ext cx="40545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0D17D-94C9-45C1-B44A-756EBE5B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009650"/>
            <a:ext cx="40545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 · 资源管理">
            <a:extLst xmlns:a="http://schemas.openxmlformats.org/drawingml/2006/main">
              <a:ext uri="{FF2B5EF4-FFF2-40B4-BE49-F238E27FC236}">
                <a16:creationId xmlns:a16="http://schemas.microsoft.com/office/drawing/2014/main" id="{470BE767-6C11-46A3-A781-4DAF0A21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00" y="1028700"/>
            <a:ext cx="39592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 · 资源管理</a:t>
            </a:r>
          </a:p>
        </p:txBody>
      </p:sp>
      <p:sp>
        <p:nvSpPr>
          <p:cNvPr id="17" name="MyRank / 通道批处理">
            <a:extLst xmlns:a="http://schemas.openxmlformats.org/drawingml/2006/main">
              <a:ext uri="{FF2B5EF4-FFF2-40B4-BE49-F238E27FC236}">
                <a16:creationId xmlns:a16="http://schemas.microsoft.com/office/drawing/2014/main" id="{4DD00594-F74C-4937-8959-62DDC7DF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275" y="1219200"/>
            <a:ext cx="39783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MyRank / 通道批处理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48C58-2B27-4B10-959D-2C7B1463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A04F-3DFB-44F9-8DAD-64284C3B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7976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C261B-1A63-4F29-8F85-0BE0CD72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57C18-D273-448B-AC65-C7C1B90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2492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AA82C-5ADD-40F0-9D2F-144DBC5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009650"/>
            <a:ext cx="40545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3FE60-43B1-4F30-BD5E-37B1B941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009650"/>
            <a:ext cx="40545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控制面 · 底层资源">
            <a:extLst xmlns:a="http://schemas.openxmlformats.org/drawingml/2006/main">
              <a:ext uri="{FF2B5EF4-FFF2-40B4-BE49-F238E27FC236}">
                <a16:creationId xmlns:a16="http://schemas.microsoft.com/office/drawing/2014/main" id="{07341391-008D-42C1-BD1B-96D7250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338" y="1028700"/>
            <a:ext cx="39592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 · 底层资源</a:t>
            </a:r>
          </a:p>
        </p:txBody>
      </p:sp>
      <p:sp>
        <p:nvSpPr>
          <p:cNvPr id="27" name="端点 / 内存注册 / 基础通道">
            <a:extLst xmlns:a="http://schemas.openxmlformats.org/drawingml/2006/main">
              <a:ext uri="{FF2B5EF4-FFF2-40B4-BE49-F238E27FC236}">
                <a16:creationId xmlns:a16="http://schemas.microsoft.com/office/drawing/2014/main" id="{29C9B017-E783-4527-8268-947F465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13" y="1219200"/>
            <a:ext cx="39783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端点 / 内存注册 / 基础通道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837F6-AB3C-4A07-9633-3366CB9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E58F57-E38A-46D5-BBE8-3CBAE39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85219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269424-F2B6-48E6-8C6E-5A797066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81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30A72-C8D2-4153-A079-FC3FF7E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81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879458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9CC34-A3DF-4DFB-AF83-BD5CBEC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318A4-B856-4DA1-BEB6-FEB6AF9B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4C4E5-262D-4971-903C-7770A3FA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061D5-A896-4C16-9DCA-DF38FA0D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769D8D-DBFB-4528-9150-030B7766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4BC591-BE35-4938-A9C2-27D1C29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7959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90A2E8-8097-4B3A-BF62-1C28E39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11A389-755F-41BC-A653-7F704B87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1817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EAEFFD-E0EF-4D6C-A077-6B284F8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F18A6-AB1B-453F-8B1F-92BB641B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5674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D14E75-F0BF-4ED9-ADE9-0966008A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9CC7D-1203-401A-8769-5F8E5773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2AE5EA-CAC7-4A48-9C91-F1F9DAEA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99347C-5DF6-4067-871C-DB5EF2B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33899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E2732E-9CBF-41AD-BC2E-12CBE4BF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74489C-EFAE-4408-B21A-8DF47E5C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2F760E-12AF-4638-B138-78385DDD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E8FE76-23FD-4C0D-A6BA-3FAAC4D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110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E44FF1-4574-4F49-B7DF-EBD3229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DE0571-5537-4686-A494-397FFE4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496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69FE05-CDD3-4296-803C-076F11D2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95B63B-7A7B-4F02-9CE2-B52FDF44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4882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DDD295-42B5-40C6-9556-5E5AC17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B3EE48-20AD-4BA2-B767-6D7A8114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267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AD05AC-BC80-4DF9-BD66-AFBE627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237FF9-C53B-4F93-8B9F-24814B9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829628" y="5653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3" name="顺序">
            <a:extLst xmlns:a="http://schemas.openxmlformats.org/drawingml/2006/main">
              <a:ext uri="{FF2B5EF4-FFF2-40B4-BE49-F238E27FC236}">
                <a16:creationId xmlns:a16="http://schemas.microsoft.com/office/drawing/2014/main" id="{B6E28A4E-F3E6-4AB9-A07E-4B8C534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CE6EE2-D1F4-4423-AC8F-8CD0B117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4C71C-3A27-4844-8B18-EF4D49D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E5B24E-3D98-4840-B7F6-2593BA0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2AB9FF-2460-4548-8E6D-4916E940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80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F157D0EF-3862-43B4-AFCC-6079F916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81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5807BA18-CF01-4714-B118-E76B28E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64C6B37-AA7F-43B6-A5E1-E8E5CE1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3" name="01">
            <a:extLst xmlns:a="http://schemas.openxmlformats.org/drawingml/2006/main">
              <a:ext uri="{FF2B5EF4-FFF2-40B4-BE49-F238E27FC236}">
                <a16:creationId xmlns:a16="http://schemas.microsoft.com/office/drawing/2014/main" id="{A36FAAAC-C1C6-44B2-A668-59886FC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591E6A-7DD2-4197-8026-C4FEC75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43827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5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4127F2A-2C82-4256-A4A8-B60B763B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45732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86" name="按请求查找或建立通道">
            <a:extLst xmlns:a="http://schemas.openxmlformats.org/drawingml/2006/main">
              <a:ext uri="{FF2B5EF4-FFF2-40B4-BE49-F238E27FC236}">
                <a16:creationId xmlns:a16="http://schemas.microsoft.com/office/drawing/2014/main" id="{0BBB6302-FE76-48FE-9094-2E31A305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61925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按请求查找或建立通道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1283D07-C123-4314-9445-8015A24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15978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C594D3-EDD7-4AF0-8B29-DFEDA3F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5978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313878" y="1598296"/>
            <a:ext cx="15975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2862B6-55D8-43F8-A560-2A7C2D3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2">
            <a:extLst xmlns:a="http://schemas.openxmlformats.org/drawingml/2006/main">
              <a:ext uri="{FF2B5EF4-FFF2-40B4-BE49-F238E27FC236}">
                <a16:creationId xmlns:a16="http://schemas.microsoft.com/office/drawing/2014/main" id="{0033DE7F-1397-484C-9B3F-845E995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62C3D00-B83E-43FC-B4D5-19848CD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82403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ECB946DF-C71C-49E4-9E98-449CFFC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84308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94" name="统筹一批 Peer 通道建立">
            <a:extLst xmlns:a="http://schemas.openxmlformats.org/drawingml/2006/main">
              <a:ext uri="{FF2B5EF4-FFF2-40B4-BE49-F238E27FC236}">
                <a16:creationId xmlns:a16="http://schemas.microsoft.com/office/drawing/2014/main" id="{DB48C384-6AF6-49B9-907A-A903623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00501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统筹一批 Peer 通道建立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101BFB-39F3-4BCA-91E8-D54D2CA3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6" name="03">
            <a:extLst xmlns:a="http://schemas.openxmlformats.org/drawingml/2006/main">
              <a:ext uri="{FF2B5EF4-FFF2-40B4-BE49-F238E27FC236}">
                <a16:creationId xmlns:a16="http://schemas.microsoft.com/office/drawing/2014/main" id="{502B4157-9387-479C-A336-A147A485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846913-B10D-4C54-A976-B378E57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220980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8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B301EEF6-8793-4125-A6A4-6DA7FAF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22885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99" name="准备双方交换控制信息的连接">
            <a:extLst xmlns:a="http://schemas.openxmlformats.org/drawingml/2006/main">
              <a:ext uri="{FF2B5EF4-FFF2-40B4-BE49-F238E27FC236}">
                <a16:creationId xmlns:a16="http://schemas.microsoft.com/office/drawing/2014/main" id="{6B6CB847-05B3-4D00-A2AF-A2689929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39077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准备双方交换控制信息的连接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5C09FA-448A-49EA-8808-E3C609BB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4">
            <a:extLst xmlns:a="http://schemas.openxmlformats.org/drawingml/2006/main">
              <a:ext uri="{FF2B5EF4-FFF2-40B4-BE49-F238E27FC236}">
                <a16:creationId xmlns:a16="http://schemas.microsoft.com/office/drawing/2014/main" id="{7C120FA2-41AC-4DFF-8DA7-EE2573D2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CCE736-452B-40A3-ABC0-A8EDC686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2595563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1E30BD19-B85C-4B2B-882E-EF47EB7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614613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104" name="逐项准备底层通道资源">
            <a:extLst xmlns:a="http://schemas.openxmlformats.org/drawingml/2006/main">
              <a:ext uri="{FF2B5EF4-FFF2-40B4-BE49-F238E27FC236}">
                <a16:creationId xmlns:a16="http://schemas.microsoft.com/office/drawing/2014/main" id="{1BCEEE7D-5120-464C-A412-A1EE4D9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776538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逐项准备底层通道资源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B6FEB8B-2902-4C83-846E-2D8698D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5">
            <a:extLst xmlns:a="http://schemas.openxmlformats.org/drawingml/2006/main">
              <a:ext uri="{FF2B5EF4-FFF2-40B4-BE49-F238E27FC236}">
                <a16:creationId xmlns:a16="http://schemas.microsoft.com/office/drawing/2014/main" id="{89A81939-4E96-48CF-BC04-E3676716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7D8D73-A229-4574-BE28-749C7A7D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298132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082F9087-A795-4D55-984A-5469BE2D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00037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109" name="缺少可用端点时创建通信端点">
            <a:extLst xmlns:a="http://schemas.openxmlformats.org/drawingml/2006/main">
              <a:ext uri="{FF2B5EF4-FFF2-40B4-BE49-F238E27FC236}">
                <a16:creationId xmlns:a16="http://schemas.microsoft.com/office/drawing/2014/main" id="{FEE5A146-A046-45A7-8872-A7A8211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16230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缺少可用端点时创建通信端点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BAB9F9-C229-464F-A101-3CC2FFC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1408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C54209-4650-402C-A600-E6BD8E5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1408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5825397" y="3141346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5874233-AE30-4F50-8687-189E01D1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4" name="06">
            <a:extLst xmlns:a="http://schemas.openxmlformats.org/drawingml/2006/main">
              <a:ext uri="{FF2B5EF4-FFF2-40B4-BE49-F238E27FC236}">
                <a16:creationId xmlns:a16="http://schemas.microsoft.com/office/drawing/2014/main" id="{E4986B40-1F9D-4760-A3A6-A71D374E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6EED82-152D-4BE3-BB82-07C1AC51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36708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6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E36238ED-9D30-4299-80A2-6938AF4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38613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117" name="启动端点监听，允许对端接入">
            <a:extLst xmlns:a="http://schemas.openxmlformats.org/drawingml/2006/main">
              <a:ext uri="{FF2B5EF4-FFF2-40B4-BE49-F238E27FC236}">
                <a16:creationId xmlns:a16="http://schemas.microsoft.com/office/drawing/2014/main" id="{F8EF4113-97A0-4A45-ABE8-EBE61DC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54806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启动端点监听，允许对端接入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F1289AD-0DE7-4E96-A0B0-523FBF4C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776C805-8B83-4CE6-A1ED-7F1D73F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825397" y="3527108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F9CD68-8863-4B0D-BA30-5F16672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2" name="07">
            <a:extLst xmlns:a="http://schemas.openxmlformats.org/drawingml/2006/main">
              <a:ext uri="{FF2B5EF4-FFF2-40B4-BE49-F238E27FC236}">
                <a16:creationId xmlns:a16="http://schemas.microsoft.com/office/drawing/2014/main" id="{A92BC7CE-5057-485F-81F6-4398234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CF73C5-E69D-4564-AC21-FD597874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75285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4" name="HcommMemReg">
            <a:extLst xmlns:a="http://schemas.openxmlformats.org/drawingml/2006/main">
              <a:ext uri="{FF2B5EF4-FFF2-40B4-BE49-F238E27FC236}">
                <a16:creationId xmlns:a16="http://schemas.microsoft.com/office/drawing/2014/main" id="{85E96E91-9B46-4EF0-A4A2-D59832B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77190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125" name="按需登记端点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187B8496-0823-4789-8DD7-2E55E35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93382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按需登记端点可访问的通信内存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7CF468-A0E6-4177-AAC9-F1DD0AE7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001E70A-ABCB-4A48-9B2B-3B8B7DF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5825397" y="3912871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067E2C-8F9C-4F16-991D-F6AFBB66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0" name="08">
            <a:extLst xmlns:a="http://schemas.openxmlformats.org/drawingml/2006/main">
              <a:ext uri="{FF2B5EF4-FFF2-40B4-BE49-F238E27FC236}">
                <a16:creationId xmlns:a16="http://schemas.microsoft.com/office/drawing/2014/main" id="{6E7EDE3D-E580-4825-B81F-15797952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33CE6D8-B9C8-405A-91DB-432A5A38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4138613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2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BEA492C8-8697-4575-8BF9-3900E69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4157663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133" name="创建集合通信使用的基础通道">
            <a:extLst xmlns:a="http://schemas.openxmlformats.org/drawingml/2006/main">
              <a:ext uri="{FF2B5EF4-FFF2-40B4-BE49-F238E27FC236}">
                <a16:creationId xmlns:a16="http://schemas.microsoft.com/office/drawing/2014/main" id="{B5B7D06E-8F99-4235-8203-5316722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4319588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创建集合通信使用的基础通道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4EF4AD-0751-4D44-8F4B-D2305C85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0F2BB74-E5C2-41E1-BF7A-D11754D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5825397" y="4298633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C1D8797-C61D-4B65-97FD-BEEFFA2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8" name="09">
            <a:extLst xmlns:a="http://schemas.openxmlformats.org/drawingml/2006/main">
              <a:ext uri="{FF2B5EF4-FFF2-40B4-BE49-F238E27FC236}">
                <a16:creationId xmlns:a16="http://schemas.microsoft.com/office/drawing/2014/main" id="{A31B6A52-8BDE-4E13-B1BB-A65E9F3F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8B4192A-8933-4E98-BA39-FF7BA89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452437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0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7BF8A128-6C05-45F1-A4A8-1DF4E913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54342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41" name="等待连接状态满足要求">
            <a:extLst xmlns:a="http://schemas.openxmlformats.org/drawingml/2006/main">
              <a:ext uri="{FF2B5EF4-FFF2-40B4-BE49-F238E27FC236}">
                <a16:creationId xmlns:a16="http://schemas.microsoft.com/office/drawing/2014/main" id="{47C714F2-4AD6-4E7B-8584-963005D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70535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等待连接状态满足要求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0603BA9-BAC0-4497-864D-BEB48DD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EB90B4AE-7CA5-4E76-8D7C-0307790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96E25BD-CD14-45F0-8AA9-CA7A759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491013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3B12F1EB-D42C-4ED6-A12D-8E47F18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92918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46" name="交换并校验双方建链参数">
            <a:extLst xmlns:a="http://schemas.openxmlformats.org/drawingml/2006/main">
              <a:ext uri="{FF2B5EF4-FFF2-40B4-BE49-F238E27FC236}">
                <a16:creationId xmlns:a16="http://schemas.microsoft.com/office/drawing/2014/main" id="{E96C308B-28D1-47AF-ADB5-049E3E67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09111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交换并校验双方建链参数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E60AB2-627C-47D9-AAF1-84EC71D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DB68453F-2948-4216-B516-78A373D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A7F1F5E-F849-47C9-9C63-3FC156F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529590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C0C89B90-4379-4BB5-9EBA-CF8841EA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31495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51" name="整理目标执行引擎可使用的 Channel">
            <a:extLst xmlns:a="http://schemas.openxmlformats.org/drawingml/2006/main">
              <a:ext uri="{FF2B5EF4-FFF2-40B4-BE49-F238E27FC236}">
                <a16:creationId xmlns:a16="http://schemas.microsoft.com/office/drawing/2014/main" id="{3AF0F70F-869F-44AD-973E-A09E1506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47687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整理目标执行引擎可使用的 Channel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EB45A4-C882-4F1C-8D5D-6C1612A0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3" name="12">
            <a:extLst xmlns:a="http://schemas.openxmlformats.org/drawingml/2006/main">
              <a:ext uri="{FF2B5EF4-FFF2-40B4-BE49-F238E27FC236}">
                <a16:creationId xmlns:a16="http://schemas.microsoft.com/office/drawing/2014/main" id="{C1386607-EEEB-4DA3-A9C6-E2C6A04A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4FDB698-61EE-40FF-BE53-9CC8B69E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81663"/>
            <a:ext cx="270180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5" name="Channel 句柄返回；继续 P7 补全描述">
            <a:extLst xmlns:a="http://schemas.openxmlformats.org/drawingml/2006/main">
              <a:ext uri="{FF2B5EF4-FFF2-40B4-BE49-F238E27FC236}">
                <a16:creationId xmlns:a16="http://schemas.microsoft.com/office/drawing/2014/main" id="{3B9BA8C4-BEEF-4394-A249-9B9B69A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0238"/>
            <a:ext cx="25684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Channel 句柄返回；继续 P7 补全描述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28C3AB1-296C-4406-AEE4-68C1E8D0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58459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44B6175-D858-4056-8C3B-79406047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825" y="58459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56" idx="1"/>
            <a:endCxn xmlns:a="http://schemas.openxmlformats.org/drawingml/2006/main" id="157" idx="3"/>
          </p:cNvCxnSpPr>
          <p:nvPr/>
        </p:nvCxnSpPr>
        <p:spPr>
          <a:xfrm xmlns:a="http://schemas.openxmlformats.org/drawingml/2006/main" flipH="1">
            <a:off x="3664778" y="5846446"/>
            <a:ext cx="21596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85AC601-EDF8-47BF-9CBC-A2A2CEC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HCOMM 管建链资源；HCCL 拿到可用 Channel 后再组织算法，建链本身不执行 AllToAll 数据交换。">
            <a:extLst xmlns:a="http://schemas.openxmlformats.org/drawingml/2006/main">
              <a:ext uri="{FF2B5EF4-FFF2-40B4-BE49-F238E27FC236}">
                <a16:creationId xmlns:a16="http://schemas.microsoft.com/office/drawing/2014/main" id="{6D554E71-BAAE-4ACC-BC17-05804863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管建链资源；HCCL 拿到可用 Channel 后再组织算法，建链本身不执行 AllToAll 数据交换。</a:t>
            </a:r>
          </a:p>
        </p:txBody>
      </p:sp>
      <p:sp>
        <p:nvSpPr>
          <p:cNvPr id="161" name="状态查询是内部 ChannelProcess::ChannelGetStatus；不要误写成 HcommChannelGetStatus。">
            <a:extLst xmlns:a="http://schemas.openxmlformats.org/drawingml/2006/main">
              <a:ext uri="{FF2B5EF4-FFF2-40B4-BE49-F238E27FC236}">
                <a16:creationId xmlns:a16="http://schemas.microsoft.com/office/drawing/2014/main" id="{6EF56833-D8A7-4984-8D80-E862183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状态查询是内部 ChannelProcess::ChannelGetStatus；不要误写成 HcommChannelGetStatus。</a:t>
            </a:r>
          </a:p>
        </p:txBody>
      </p:sp>
    </p:spTree>
    <p:extLst>
      <p:ext uri="{BB962C8B-B14F-4D97-AF65-F5344CB8AC3E}">
        <p14:creationId xmlns:p14="http://schemas.microsoft.com/office/powerpoint/2010/main" val="1764841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06  交付设备资源：打包的是句柄和地址，不是输入张量">
            <a:extLst xmlns:a="http://schemas.openxmlformats.org/drawingml/2006/main">
              <a:ext uri="{FF2B5EF4-FFF2-40B4-BE49-F238E27FC236}">
                <a16:creationId xmlns:a16="http://schemas.microsoft.com/office/drawing/2014/main" id="{B9F17A44-0628-4B3C-ABCB-BBA9C6B2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交付设备资源：打包的是句柄和地址，不是输入张量</a:t>
            </a:r>
          </a:p>
        </p:txBody>
      </p:sp>
      <p:sp>
        <p:nvSpPr>
          <p:cNvPr id="2" name="HCCL 补齐 Channel 说明并序列化；HCOMM 保存上下文，再把设备主 Thread 导出给 Host。">
            <a:extLst xmlns:a="http://schemas.openxmlformats.org/drawingml/2006/main">
              <a:ext uri="{FF2B5EF4-FFF2-40B4-BE49-F238E27FC236}">
                <a16:creationId xmlns:a16="http://schemas.microsoft.com/office/drawing/2014/main" id="{86427192-F4C9-470C-BFA5-FE24E72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补齐 Channel 说明并序列化；HCOMM 保存上下文，再把设备主 Thread 导出给 Host。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35726AE9-5424-4DDD-947D-A743BD40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AAF47-F288-47D4-BC92-FAFC60B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9512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BEF6-63D8-4599-9353-2046867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9512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B84EECF4-0769-4E9D-9E3A-BCD034D2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8559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描述整理 / 序列化">
            <a:extLst xmlns:a="http://schemas.openxmlformats.org/drawingml/2006/main">
              <a:ext uri="{FF2B5EF4-FFF2-40B4-BE49-F238E27FC236}">
                <a16:creationId xmlns:a16="http://schemas.microsoft.com/office/drawing/2014/main" id="{9FC0BAA8-3DF8-40B3-B67D-84AF37B6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8750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描述整理 / 序列化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24DA6-0878-42D3-965A-5E5352FF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C1159-C007-489C-BB43-88B64336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F11C6-3C9F-46C0-A07F-5A5D0D33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4A7D1-9762-42A8-95A8-58C5679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0477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505D-23AE-4D44-80DB-F3CB06B8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009650"/>
            <a:ext cx="39512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C11C6-06D1-4AB0-9E89-B3DB075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009650"/>
            <a:ext cx="39512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07631714-30F7-4AE3-9BB9-61488D62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537" y="1028700"/>
            <a:ext cx="38559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拓扑 / 域资源 / 内存查询">
            <a:extLst xmlns:a="http://schemas.openxmlformats.org/drawingml/2006/main">
              <a:ext uri="{FF2B5EF4-FFF2-40B4-BE49-F238E27FC236}">
                <a16:creationId xmlns:a16="http://schemas.microsoft.com/office/drawing/2014/main" id="{82F9902D-057A-470B-8366-7FFDA52A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12" y="1219200"/>
            <a:ext cx="38750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 / 域资源 / 内存查询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61B6C-C073-452E-A4C9-4111CFE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AEE37-CD66-42A0-A515-D74532AF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780389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8DFC4-D695-4693-B51A-CEE2677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67406-2C3D-400F-B35C-95BEC701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756007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3F158-AC07-4835-B3B0-6E16216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009650"/>
            <a:ext cx="3175101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BB3F-88A2-4258-BA4C-3324656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009650"/>
            <a:ext cx="3175101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底层资源">
            <a:extLst xmlns:a="http://schemas.openxmlformats.org/drawingml/2006/main">
              <a:ext uri="{FF2B5EF4-FFF2-40B4-BE49-F238E27FC236}">
                <a16:creationId xmlns:a16="http://schemas.microsoft.com/office/drawing/2014/main" id="{1C3CF5EF-B381-40C3-A9D2-BF1C773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774" y="1028700"/>
            <a:ext cx="307985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底层资源</a:t>
            </a:r>
          </a:p>
        </p:txBody>
      </p:sp>
      <p:sp>
        <p:nvSpPr>
          <p:cNvPr id="27" name="通道上的远端内存映射">
            <a:extLst xmlns:a="http://schemas.openxmlformats.org/drawingml/2006/main">
              <a:ext uri="{FF2B5EF4-FFF2-40B4-BE49-F238E27FC236}">
                <a16:creationId xmlns:a16="http://schemas.microsoft.com/office/drawing/2014/main" id="{E71FCDC2-227D-4DD5-87C4-7EEAEB2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49" y="1219200"/>
            <a:ext cx="3098901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通道上的远端内存映射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E8FF2-3CA9-4398-A5B1-C6AADEA2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8E033-21CA-4E3A-9349-BEC3A0D1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31626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0E137-0F78-4278-BB21-37F5C76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9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F65AE-E16A-4290-91F0-1638280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9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31917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E312A-770F-43D9-A385-0886DD92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794542-6938-4FF5-97D3-FF14802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762622-7651-4246-9F53-F1C14E26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45983B-F68F-427E-96F6-FA8A54EE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500421-D3BA-437D-AF43-B354ABB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94FBF9-28D3-4E1A-BEA7-EB46A96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3100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E01889-AB46-460A-B300-AC54C71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EFE037-C667-41CB-8314-5CF1254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25184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3A75AF-233E-4BFB-86AB-D6FCC4B3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927BBD-FF8C-493D-8129-2D1C183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67267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0344DB-3231-4B0B-8779-CD8E930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1A6B3-5C13-4438-81DB-961B8DA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09350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01CDBD-0D17-4605-BD62-D2FCD21B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598200-2208-4F65-82C7-02E3B00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51433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2B16FB-1DBF-461F-B955-FA6F79E6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CB9D56-7AB1-43DE-90B0-6A2D1A75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93516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EF54C6-9994-487E-A7DC-02DFBAE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11C115-BACC-43F0-A20B-88511FB8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35600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234C57-B509-42F5-A276-B92933B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99507D-B99D-4DA1-AFC7-02E7A2E9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77683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FD2F01-3DCC-43D7-B270-3E0D877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5E6665-09B2-494E-A3C6-7F87532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19766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FBDFC5-E3AE-4541-A441-E0650693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374AD7-9248-4488-8CF9-6D7D01F6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61849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顺序">
            <a:extLst xmlns:a="http://schemas.openxmlformats.org/drawingml/2006/main">
              <a:ext uri="{FF2B5EF4-FFF2-40B4-BE49-F238E27FC236}">
                <a16:creationId xmlns:a16="http://schemas.microsoft.com/office/drawing/2014/main" id="{C5D250D6-9DFB-4373-9BE5-B2233A2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9A3D05-640A-4A94-B9B2-51487962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5F1B9E-54B5-4228-A30B-3FEA73EE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0170B2-7CF3-455E-92AF-4B46D67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114BE49-FD63-4059-B109-954F043C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7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7384379B-9EBE-47BF-A8C1-C223D44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8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0137DEF6-6781-4CAB-88A3-8503C4B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AAFAEA-08CF-4D9F-BBEB-711CAD9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1">
            <a:extLst xmlns:a="http://schemas.openxmlformats.org/drawingml/2006/main">
              <a:ext uri="{FF2B5EF4-FFF2-40B4-BE49-F238E27FC236}">
                <a16:creationId xmlns:a16="http://schemas.microsoft.com/office/drawing/2014/main" id="{E6BB9CF3-D909-4A80-A5D1-11D93EC1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5F4051-5B34-46A3-84D6-A000CB71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26A09446-2FD7-48CD-9561-CD176C03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83" name="把 Channel 句柄补成算法可用描述">
            <a:extLst xmlns:a="http://schemas.openxmlformats.org/drawingml/2006/main">
              <a:ext uri="{FF2B5EF4-FFF2-40B4-BE49-F238E27FC236}">
                <a16:creationId xmlns:a16="http://schemas.microsoft.com/office/drawing/2014/main" id="{8FA3AB63-E018-4E83-8D7F-F9B1C1DB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Channel 句柄补成算法可用描述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B51013A-698F-45C2-8A0E-FD1C8506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2">
            <a:extLst xmlns:a="http://schemas.openxmlformats.org/drawingml/2006/main">
              <a:ext uri="{FF2B5EF4-FFF2-40B4-BE49-F238E27FC236}">
                <a16:creationId xmlns:a16="http://schemas.microsoft.com/office/drawing/2014/main" id="{F4E9C57A-DE3A-44C1-A36B-D269879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C061360-F099-4CE9-B675-B91D3BA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1859107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BDE009CC-50E6-4A90-BA3B-E9436266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1878157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88" name="【拓扑】查询已选择端点的属性">
            <a:extLst xmlns:a="http://schemas.openxmlformats.org/drawingml/2006/main">
              <a:ext uri="{FF2B5EF4-FFF2-40B4-BE49-F238E27FC236}">
                <a16:creationId xmlns:a16="http://schemas.microsoft.com/office/drawing/2014/main" id="{E9CFB750-3766-4497-A0B3-A74C156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040082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【拓扑】查询已选择端点的属性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578DA7-6A66-4537-A4F9-2BD6E9AB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4851D2-10FE-42A7-9385-37989F1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05246" y="2036662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5DEC46-F934-4E55-A8DA-379C868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3">
            <a:extLst xmlns:a="http://schemas.openxmlformats.org/drawingml/2006/main">
              <a:ext uri="{FF2B5EF4-FFF2-40B4-BE49-F238E27FC236}">
                <a16:creationId xmlns:a16="http://schemas.microsoft.com/office/drawing/2014/main" id="{66BD0856-F03A-4164-A24A-509D65C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699D48-E36E-4470-951E-E21351E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279939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B10D466F-2C5F-4EFD-A6F2-A8AE0C54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298989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96" name="【内存】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13D4B9E2-A1B2-452C-A56B-AABF4789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460914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【内存】查询远端 CCL 地址与大小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BA94B4-6757-4F8A-A735-EF69CA15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245701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EA2CF9-F0B4-4C37-ACB3-E5C03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45701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805246" y="2457493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D4229E-F1BF-4EE8-B3E9-AF2875B8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4">
            <a:extLst xmlns:a="http://schemas.openxmlformats.org/drawingml/2006/main">
              <a:ext uri="{FF2B5EF4-FFF2-40B4-BE49-F238E27FC236}">
                <a16:creationId xmlns:a16="http://schemas.microsoft.com/office/drawing/2014/main" id="{067E1DD7-6FD5-479D-A438-B93994E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3296A9-56CA-4AC8-A156-FF34C0F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49" y="2700770"/>
            <a:ext cx="2946501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1231B206-DA22-4647-94FD-163FD87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124" y="2719820"/>
            <a:ext cx="28131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104" name="返回基础通道上的远端内存映射">
            <a:extLst xmlns:a="http://schemas.openxmlformats.org/drawingml/2006/main">
              <a:ext uri="{FF2B5EF4-FFF2-40B4-BE49-F238E27FC236}">
                <a16:creationId xmlns:a16="http://schemas.microsoft.com/office/drawing/2014/main" id="{23AB0D7F-B3A4-4141-9F90-662E3115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124" y="2881745"/>
            <a:ext cx="2813151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返回基础通道上的远端内存映射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4D6FF2-61A9-4AAC-8E46-56F12B0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28778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AA47FA5-A2F0-43AD-9EE2-8AE1E68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49" y="28778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6756483" y="2878326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BA7BA71-571D-435E-84CC-6D358C9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9" name="05">
            <a:extLst xmlns:a="http://schemas.openxmlformats.org/drawingml/2006/main">
              <a:ext uri="{FF2B5EF4-FFF2-40B4-BE49-F238E27FC236}">
                <a16:creationId xmlns:a16="http://schemas.microsoft.com/office/drawing/2014/main" id="{89C3B6FC-96C1-42F2-9FFB-54FFE3A4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6C7DE9-1F13-4C40-80E8-1563A68A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1602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1" name="Serialize">
            <a:extLst xmlns:a="http://schemas.openxmlformats.org/drawingml/2006/main">
              <a:ext uri="{FF2B5EF4-FFF2-40B4-BE49-F238E27FC236}">
                <a16:creationId xmlns:a16="http://schemas.microsoft.com/office/drawing/2014/main" id="{4392EAEA-DDCC-4C73-98E7-5CC58EC2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0652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112" name="把 Thread、Channel、地址等编码成字节">
            <a:extLst xmlns:a="http://schemas.openxmlformats.org/drawingml/2006/main">
              <a:ext uri="{FF2B5EF4-FFF2-40B4-BE49-F238E27FC236}">
                <a16:creationId xmlns:a16="http://schemas.microsoft.com/office/drawing/2014/main" id="{67FCABF0-BEA9-40ED-B3F0-123457E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2577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Thread、Channel、地址等编码成字节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3EFF6E-6ED8-416A-A792-8CC2F1F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4" name="06">
            <a:extLst xmlns:a="http://schemas.openxmlformats.org/drawingml/2006/main">
              <a:ext uri="{FF2B5EF4-FFF2-40B4-BE49-F238E27FC236}">
                <a16:creationId xmlns:a16="http://schemas.microsoft.com/office/drawing/2014/main" id="{975E71DC-F7CF-44EC-B824-E29F6695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79A7E2-AEC6-49A4-850D-22662D51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42434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6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DAB200C7-C8B3-4D29-990A-3834C51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1484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17" name="组织资源上下文向 AICPU 的交付">
            <a:extLst xmlns:a="http://schemas.openxmlformats.org/drawingml/2006/main">
              <a:ext uri="{FF2B5EF4-FFF2-40B4-BE49-F238E27FC236}">
                <a16:creationId xmlns:a16="http://schemas.microsoft.com/office/drawing/2014/main" id="{18766551-4C4A-45D7-B54B-30DC96B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3409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组织资源上下文向 AICPU 的交付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981B05B-1D6A-4AE8-8E58-F41733EC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F7D74589-8C19-46DF-B34C-CC539C0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9A0B31-01EE-4310-B86A-9388082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3963266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B95325D5-CEC2-4F5A-9574-894734E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3982316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122" name="【域资源】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B17D7B46-08CB-4D9B-8F30-45BAF4B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144241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【域资源】取得设备上下文保存空间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60D1E20-EC8A-462D-8832-783CD102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0985FE-0115-41B1-81E8-F8B7CC1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05246" y="4140821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27D46D-8B8D-4DD3-9430-D7F774F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DEB50558-D5AD-401C-8DC9-94ECE50F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C721F6B-6A72-448C-9540-87DBC80A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384098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EB29544A-FDFE-4377-8075-1D7DE16D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403148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130" name="【域资源】复制已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82D9AC3E-6073-4076-BFE8-7D4EC5B7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565073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【域资源】复制已打包的资源描述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F9AEA95-AD8A-4732-BBC9-2D78CCD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A3E6D67-BE04-4D81-8318-569BA579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805246" y="4561653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CF1F444-4FD4-427A-B3E5-686C59D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5" name="09">
            <a:extLst xmlns:a="http://schemas.openxmlformats.org/drawingml/2006/main">
              <a:ext uri="{FF2B5EF4-FFF2-40B4-BE49-F238E27FC236}">
                <a16:creationId xmlns:a16="http://schemas.microsoft.com/office/drawing/2014/main" id="{C78593D8-B7F7-4906-AA47-E58DFA3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0FB4AD2-ABB6-4599-9E00-5FE57DD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04930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7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690BD5F7-C86C-447B-8EC5-92A6E99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23980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138" name="读取设备侧主 Thread 信息">
            <a:extLst xmlns:a="http://schemas.openxmlformats.org/drawingml/2006/main">
              <a:ext uri="{FF2B5EF4-FFF2-40B4-BE49-F238E27FC236}">
                <a16:creationId xmlns:a16="http://schemas.microsoft.com/office/drawing/2014/main" id="{9867E433-1952-4960-8BE0-FE3F0509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85905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读取设备侧主 Thread 信息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75C297F-B983-4300-A026-DB6661C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0" name="10">
            <a:extLst xmlns:a="http://schemas.openxmlformats.org/drawingml/2006/main">
              <a:ext uri="{FF2B5EF4-FFF2-40B4-BE49-F238E27FC236}">
                <a16:creationId xmlns:a16="http://schemas.microsoft.com/office/drawing/2014/main" id="{1B99675D-AD89-42C8-8069-93FF1942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F50D801-A44A-4771-9A31-E32891D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5225761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910F2D12-0179-4C55-8FDF-1B5C3104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5244811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43" name="设备主 Thread：AICPU_TS → CPU_TS">
            <a:extLst xmlns:a="http://schemas.openxmlformats.org/drawingml/2006/main">
              <a:ext uri="{FF2B5EF4-FFF2-40B4-BE49-F238E27FC236}">
                <a16:creationId xmlns:a16="http://schemas.microsoft.com/office/drawing/2014/main" id="{0F28AE3A-162E-4B93-A86E-1A7D845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5406736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设备主 Thread：AICPU_TS → CPU_TS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456B683-2389-4B3E-AA97-C252C1F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5402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119368D-FDDE-4C6A-BEDE-39F0C2C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5402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2805246" y="5403317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E3B515B-4718-4505-9448-4C7AE09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1D5E8D5B-1499-4F0C-B5A9-588FBCBC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9C71381-EF0C-4218-9D55-6DC8FAF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6593"/>
            <a:ext cx="36845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0" name="得到 Host 可通知设备主 Thread 的句柄">
            <a:extLst xmlns:a="http://schemas.openxmlformats.org/drawingml/2006/main">
              <a:ext uri="{FF2B5EF4-FFF2-40B4-BE49-F238E27FC236}">
                <a16:creationId xmlns:a16="http://schemas.microsoft.com/office/drawing/2014/main" id="{A51E1D36-E16F-4CD0-BC79-946CE5D6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5168"/>
            <a:ext cx="3551187" cy="29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得到 Host 可通知设备主 Thread 的句柄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19D3C20-6784-4176-B994-C2103B10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58284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7D1178D-8885-4A5F-9E4F-08002A0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62" y="58284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151" idx="1"/>
            <a:endCxn xmlns:a="http://schemas.openxmlformats.org/drawingml/2006/main" id="152" idx="3"/>
          </p:cNvCxnSpPr>
          <p:nvPr/>
        </p:nvCxnSpPr>
        <p:spPr>
          <a:xfrm xmlns:a="http://schemas.openxmlformats.org/drawingml/2006/main" flipH="1">
            <a:off x="4647515" y="5828911"/>
            <a:ext cx="210801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E3FF805-D41E-48A1-A41F-EB681742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5" name="两次导出方向相反：P4 导出用户 Thread 供设备通知完成；本页导出主 Thread 供 Host 通知输入就绪。">
            <a:extLst xmlns:a="http://schemas.openxmlformats.org/drawingml/2006/main">
              <a:ext uri="{FF2B5EF4-FFF2-40B4-BE49-F238E27FC236}">
                <a16:creationId xmlns:a16="http://schemas.microsoft.com/office/drawing/2014/main" id="{00234260-ED28-4DCD-A18D-86815329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两次导出方向相反：P4 导出用户 Thread 供设备通知完成；本页导出主 Thread 供 Host 通知输入就绪。</a:t>
            </a:r>
          </a:p>
        </p:txBody>
      </p:sp>
      <p:sp>
        <p:nvSpPr>
          <p:cNvPr id="156" name="后续发射在 P8。HcclEngineCtxCopy 复制资源元数据，不等于 sendBuf 的跨 Rank 传输。">
            <a:extLst xmlns:a="http://schemas.openxmlformats.org/drawingml/2006/main">
              <a:ext uri="{FF2B5EF4-FFF2-40B4-BE49-F238E27FC236}">
                <a16:creationId xmlns:a16="http://schemas.microsoft.com/office/drawing/2014/main" id="{42AD7F28-27A3-4D9C-977C-9D93C475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后续发射在 P8。HcclEngineCtxCopy 复制资源元数据，不等于 sendBuf 的跨 Rank 传输。</a:t>
            </a:r>
          </a:p>
        </p:txBody>
      </p:sp>
    </p:spTree>
    <p:extLst>
      <p:ext uri="{BB962C8B-B14F-4D97-AF65-F5344CB8AC3E}">
        <p14:creationId xmlns:p14="http://schemas.microsoft.com/office/powerpoint/2010/main" val="261360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07  Host 发射：输入通知 → ACL 启动 → 完成等待">
            <a:extLst xmlns:a="http://schemas.openxmlformats.org/drawingml/2006/main">
              <a:ext uri="{FF2B5EF4-FFF2-40B4-BE49-F238E27FC236}">
                <a16:creationId xmlns:a16="http://schemas.microsoft.com/office/drawing/2014/main" id="{DCD0F38C-481F-4F06-8C8D-1FA6B7E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  Host 发射：输入通知 → ACL 启动 → 完成等待</a:t>
            </a:r>
          </a:p>
        </p:txBody>
      </p:sp>
      <p:sp>
        <p:nvSpPr>
          <p:cNvPr id="2" name="下图是 Host 的 API 下发顺序；排入 Wait 不等于 Host CPU 在这里同步阻塞。">
            <a:extLst xmlns:a="http://schemas.openxmlformats.org/drawingml/2006/main">
              <a:ext uri="{FF2B5EF4-FFF2-40B4-BE49-F238E27FC236}">
                <a16:creationId xmlns:a16="http://schemas.microsoft.com/office/drawing/2014/main" id="{076AA15A-BEBB-4B5F-BAB0-9CB53E7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下图是 Host 的 API 下发顺序；排入 Wait 不等于 Host CPU 在这里同步阻塞。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90426535-A0C2-41FD-AC60-2520ED3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B570B-86E3-4418-8C85-E5CDA60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810D0-FF3C-406D-AD8B-8A90CC6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1B21F9F6-896A-4C57-A64D-59B1350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发射组织 / 条件按序启动">
            <a:extLst xmlns:a="http://schemas.openxmlformats.org/drawingml/2006/main">
              <a:ext uri="{FF2B5EF4-FFF2-40B4-BE49-F238E27FC236}">
                <a16:creationId xmlns:a16="http://schemas.microsoft.com/office/drawing/2014/main" id="{7DCB1CFD-C407-4026-9899-535C62E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发射组织 / 条件按序启动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7697E-0217-47F4-A9A0-486CD53E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D85A4-0B1D-4A77-9923-F94DC5A8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59EF7-E624-40F3-9EA6-6C23DD9B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CB864-99A6-4FC3-B4B8-5B24E5D1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7541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5768E-9448-4776-B52D-8A2C72E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93688-3770-4D4D-8040-54E4C565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72FB0DF4-7FF8-407F-B9FE-18C692A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7" name="参数包与 AICPU 发射">
            <a:extLst xmlns:a="http://schemas.openxmlformats.org/drawingml/2006/main">
              <a:ext uri="{FF2B5EF4-FFF2-40B4-BE49-F238E27FC236}">
                <a16:creationId xmlns:a16="http://schemas.microsoft.com/office/drawing/2014/main" id="{FF47DBA2-C3B7-480C-B030-D079EDF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参数包与 AICPU 发射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EAE6E-2FFE-42AD-83C1-9EB0A1B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758A2-8F54-488D-B3DC-82650A5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52167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1BF82-4779-43CC-AC0A-820AE39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6F9B0-5BE9-4B90-AE4A-567F84B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36794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9BC1B-11EF-4F7D-8A18-8B6217E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E60BB-1684-40DC-B37A-EAB163C7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45347146-C2D0-4FF3-B232-BDF3665F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控制：Thread 通知">
            <a:extLst xmlns:a="http://schemas.openxmlformats.org/drawingml/2006/main">
              <a:ext uri="{FF2B5EF4-FFF2-40B4-BE49-F238E27FC236}">
                <a16:creationId xmlns:a16="http://schemas.microsoft.com/office/drawing/2014/main" id="{922BBFF1-5531-4260-8394-8B6D035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25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同步控制：Thread 通知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3D0E0-6ED5-424D-8B80-D175F41C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D4152-8503-4372-9F9C-0F5BA45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21420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65F14-9049-4542-AD7B-E6FF48B0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291A6-9CA9-4F08-A721-98952BC9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06046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20007-3B15-4531-972E-2DB11E4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C03687-C315-4334-9B92-E2415FCA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CBA05-ED14-4C5F-931D-A8D1F77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EAA4D-1A30-4BF2-90C1-CCBE7E8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248BD-0920-4650-9111-F568663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09669-5D80-4836-A6F6-9CF39B2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3100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21863E-6879-4E10-88A0-E25FBA7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24400F-9525-4631-A011-E905272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25184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BEBE8D-2EE1-452A-A500-C869C33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66FBBE-795B-4905-A932-CBF4C51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67267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A0F20A-611E-4545-911C-EBA70D5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0D193D-EB79-42F7-AD41-6BB0500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09350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ABD7FC-7355-49EC-BD32-5F5F2E29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323F69-DBA5-4C7E-BE2E-AC8D70B6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51433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CE23F2-682D-490A-BFE8-9F6278F5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446FBB-3684-4A70-AA0F-7868297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93516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A4134A-6F7D-43EE-99A9-6002A2F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21E13C-1956-4982-8B8A-C01D969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35600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35C8FE-9546-4AC5-AF48-0610F03A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560EC9-89D2-4BE7-9071-84708D90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77683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A7B83B-C3B7-4F11-9A4A-C7A42CF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0AC20B-0376-4E70-BECD-ACF4C76B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19766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330F29-6E78-4D7D-B508-79C185C1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728593-C6C1-4E4F-85E6-45C8B4F4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61849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顺序">
            <a:extLst xmlns:a="http://schemas.openxmlformats.org/drawingml/2006/main">
              <a:ext uri="{FF2B5EF4-FFF2-40B4-BE49-F238E27FC236}">
                <a16:creationId xmlns:a16="http://schemas.microsoft.com/office/drawing/2014/main" id="{34BC9ED3-56E6-4C8B-9974-047E62B9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B1FB4E-794B-423B-9E64-54A125F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97B7DF-FAD3-4E7F-A98C-CF97629E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CB2242-B5AD-47C8-BEB1-42756965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49AC34-7BB8-4BCA-A1C2-1E69326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7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6BB3A5C2-F736-47E7-9B45-4266D86D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8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EB9BC48D-3F1A-43F1-847A-ED2A178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C295CC-7ED8-444F-A6C4-E7AD88FB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1">
            <a:extLst xmlns:a="http://schemas.openxmlformats.org/drawingml/2006/main">
              <a:ext uri="{FF2B5EF4-FFF2-40B4-BE49-F238E27FC236}">
                <a16:creationId xmlns:a16="http://schemas.microsoft.com/office/drawing/2014/main" id="{F52EE1DD-BC34-4CB1-AA3A-E80E1110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66DBB0-8EE9-4F1E-814C-5F303121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DBF40318-9B62-45F0-BC00-F48A17E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83" name="组织一次设备 Kernel 发射">
            <a:extLst xmlns:a="http://schemas.openxmlformats.org/drawingml/2006/main">
              <a:ext uri="{FF2B5EF4-FFF2-40B4-BE49-F238E27FC236}">
                <a16:creationId xmlns:a16="http://schemas.microsoft.com/office/drawing/2014/main" id="{D10C03FF-7484-49EA-8575-EB63062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组织一次设备 Kernel 发射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DE5B54C-AABD-4FE0-AC91-1D61F8E2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2">
            <a:extLst xmlns:a="http://schemas.openxmlformats.org/drawingml/2006/main">
              <a:ext uri="{FF2B5EF4-FFF2-40B4-BE49-F238E27FC236}">
                <a16:creationId xmlns:a16="http://schemas.microsoft.com/office/drawing/2014/main" id="{3254FFE8-DB4C-4DB2-9785-2D8FBFA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DFA2DC-856A-4978-8B11-116E7622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1859107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558B2464-8A3E-444D-9D7B-55E8EEE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1878157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88" name="用户流前置任务完成后通知设备主 Thread">
            <a:extLst xmlns:a="http://schemas.openxmlformats.org/drawingml/2006/main">
              <a:ext uri="{FF2B5EF4-FFF2-40B4-BE49-F238E27FC236}">
                <a16:creationId xmlns:a16="http://schemas.microsoft.com/office/drawing/2014/main" id="{5FA6591E-25C3-43E4-A70A-E715D56B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2040082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用户流前置任务完成后通知设备主 Thread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92F718F-4770-4D52-9337-AE762CF8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D38F363-585A-445A-B4A0-B1DE022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675891" y="2036662"/>
            <a:ext cx="56521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366ECD-6E1F-44C0-B4D0-26FA43CD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3">
            <a:extLst xmlns:a="http://schemas.openxmlformats.org/drawingml/2006/main">
              <a:ext uri="{FF2B5EF4-FFF2-40B4-BE49-F238E27FC236}">
                <a16:creationId xmlns:a16="http://schemas.microsoft.com/office/drawing/2014/main" id="{CCCCE6C7-3914-44CC-9DC8-77ACF76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6175B4-D5A2-49F8-93D4-AFB0DF3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79939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15F71553-50E8-4B3E-849B-CD1AD3F6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8989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96" name="按序启动能力开启时，准备同步关系">
            <a:extLst xmlns:a="http://schemas.openxmlformats.org/drawingml/2006/main">
              <a:ext uri="{FF2B5EF4-FFF2-40B4-BE49-F238E27FC236}">
                <a16:creationId xmlns:a16="http://schemas.microsoft.com/office/drawing/2014/main" id="{2DA59B2F-9D9A-4431-A5FF-7D17AFC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60914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按序启动能力开启时，准备同步关系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6FA52F-4D8B-423C-B5DA-5AC32F58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4">
            <a:extLst xmlns:a="http://schemas.openxmlformats.org/drawingml/2006/main">
              <a:ext uri="{FF2B5EF4-FFF2-40B4-BE49-F238E27FC236}">
                <a16:creationId xmlns:a16="http://schemas.microsoft.com/office/drawing/2014/main" id="{3ABC1E97-7CA2-4ABC-8FD7-977774B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7FFC3C3-4213-4673-9099-7F0C08FF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00770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CEBBFE91-E97B-4D64-878C-AD3E66D1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9820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01" name="构造设备入口和 Kernel 参数">
            <a:extLst xmlns:a="http://schemas.openxmlformats.org/drawingml/2006/main">
              <a:ext uri="{FF2B5EF4-FFF2-40B4-BE49-F238E27FC236}">
                <a16:creationId xmlns:a16="http://schemas.microsoft.com/office/drawing/2014/main" id="{D37F85BD-3283-4AC6-9600-8325F173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1745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构造设备入口和 Kernel 参数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CB89B25-8421-4D26-81D4-E5E2724C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5">
            <a:extLst xmlns:a="http://schemas.openxmlformats.org/drawingml/2006/main">
              <a:ext uri="{FF2B5EF4-FFF2-40B4-BE49-F238E27FC236}">
                <a16:creationId xmlns:a16="http://schemas.microsoft.com/office/drawing/2014/main" id="{DEE52F8C-6D3A-4E38-B087-9800603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7853BC-D4EC-48D3-ABA6-40C1F8D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21602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0CE548D5-1924-44F1-BB45-C751AB4D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140652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106" name="找到 HcclLaunchAicpuKernel 设备入口">
            <a:extLst xmlns:a="http://schemas.openxmlformats.org/drawingml/2006/main">
              <a:ext uri="{FF2B5EF4-FFF2-40B4-BE49-F238E27FC236}">
                <a16:creationId xmlns:a16="http://schemas.microsoft.com/office/drawing/2014/main" id="{4DB52687-8395-4C2F-B845-951D7732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302577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找到 HcclLaunchAicpuKernel 设备入口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6D07FE-B153-481E-935C-2A1D454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3298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823372-F80F-4B8A-8FF1-3F4CE0C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298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675891" y="3299158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1C99D4C-B988-4C94-B741-1EECE21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6">
            <a:extLst xmlns:a="http://schemas.openxmlformats.org/drawingml/2006/main">
              <a:ext uri="{FF2B5EF4-FFF2-40B4-BE49-F238E27FC236}">
                <a16:creationId xmlns:a16="http://schemas.microsoft.com/office/drawing/2014/main" id="{F38C7FEE-9DEB-4865-93BC-03390BE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E39A2B-9542-491A-AAA2-8729F2E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542434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3AA40629-3B81-4319-861A-AE120FD2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561484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114" name="创建本次 Kernel 参数包">
            <a:extLst xmlns:a="http://schemas.openxmlformats.org/drawingml/2006/main">
              <a:ext uri="{FF2B5EF4-FFF2-40B4-BE49-F238E27FC236}">
                <a16:creationId xmlns:a16="http://schemas.microsoft.com/office/drawing/2014/main" id="{BDDD8421-F923-45E6-BE69-11EAD77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723409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创建本次 Kernel 参数包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7ADFF4-718D-42EA-9EAD-03D0E55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371951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76386CE-A125-45A9-85B4-D3A9A5E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1951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675891" y="3719989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4237AE2-72FF-4D0E-8D5B-E23507A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E1A9E28F-44DF-436D-B95D-E884F9BD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24E6B9D-D82D-47C5-8ABA-1C0599F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3266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A58528CD-F1C2-484A-A065-D9B0ED73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982316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122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96561224-509B-4D3C-88CD-2C38463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144241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709AF78-1C96-47EA-8445-C89C353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705590D-9F58-4BFD-ABCA-39C4D1A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675891" y="4140821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52DB3F-E5FA-4A7C-B6DB-B99AE993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ECF1B901-01D7-46AF-8E86-662FC4BC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5019A80-B993-4244-BDC0-3EB8C05A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384098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EBDB5228-59CA-4156-B17C-E3C4B1CA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403148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30" name="完成 Kernel 参数包封装">
            <a:extLst xmlns:a="http://schemas.openxmlformats.org/drawingml/2006/main">
              <a:ext uri="{FF2B5EF4-FFF2-40B4-BE49-F238E27FC236}">
                <a16:creationId xmlns:a16="http://schemas.microsoft.com/office/drawing/2014/main" id="{216E7A86-E9D3-46B5-915B-7BF5F95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565073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完成 Kernel 参数包封装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7B90B4-BBCC-4904-ABF2-3A144EE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ECEADC-A31B-4FEA-A7A7-0941512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675891" y="4561653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4AE4824-D18A-4920-B070-74437F8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5" name="09">
            <a:extLst xmlns:a="http://schemas.openxmlformats.org/drawingml/2006/main">
              <a:ext uri="{FF2B5EF4-FFF2-40B4-BE49-F238E27FC236}">
                <a16:creationId xmlns:a16="http://schemas.microsoft.com/office/drawing/2014/main" id="{3F87C4B7-EE39-4495-8DCE-19C4772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18FCDEE-D4C9-4A94-AE2C-FF5DDCAF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804930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7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A6CC9005-761E-4B48-B0C2-B6BEADF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823980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38" name="提交 AICPU Kernel；设备入口详见 P9">
            <a:extLst xmlns:a="http://schemas.openxmlformats.org/drawingml/2006/main">
              <a:ext uri="{FF2B5EF4-FFF2-40B4-BE49-F238E27FC236}">
                <a16:creationId xmlns:a16="http://schemas.microsoft.com/office/drawing/2014/main" id="{A6478F47-802D-4C4D-86F0-C96CFCA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985905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提交 AICPU Kernel；设备入口详见 P9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F7B035D-DBEF-471F-AA42-BC440097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9820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23C9D3-85ED-4271-92E9-5FD326A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820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2675891" y="4982485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F4D3E44-7129-4363-A98E-8CC8D04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5C35C188-13C9-4519-A56B-E7C130E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FAB4E31-5E18-4D3A-89BE-07B6311D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25761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239240F0-1C36-464B-BD29-D6BDC18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4811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46" name="条件生效时完成发射后按序安排">
            <a:extLst xmlns:a="http://schemas.openxmlformats.org/drawingml/2006/main">
              <a:ext uri="{FF2B5EF4-FFF2-40B4-BE49-F238E27FC236}">
                <a16:creationId xmlns:a16="http://schemas.microsoft.com/office/drawing/2014/main" id="{99CDD8F0-EA52-4EDB-992D-A41E1FE5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06736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条件生效时完成发射后按序安排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31C5B3F-939E-41C2-ACD3-0B97522F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8C73228C-F6F6-42BE-8D82-AFDAAE7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090E6C5-7168-4A3E-82C6-C85B0247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5646593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FBD9CD5-F944-419A-AC48-664BE19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665643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51" name="在用户流排入完成等待；P13 最终通知解除">
            <a:extLst xmlns:a="http://schemas.openxmlformats.org/drawingml/2006/main">
              <a:ext uri="{FF2B5EF4-FFF2-40B4-BE49-F238E27FC236}">
                <a16:creationId xmlns:a16="http://schemas.microsoft.com/office/drawing/2014/main" id="{D772704A-CB23-4F1B-8A6F-F6B91D0C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827568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在用户流排入完成等待；P13 最终通知解除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DC94A71-4B93-4E7C-909C-24356AB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582367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16F2495-FA30-4C99-8E8A-140F860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582367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2675891" y="5824149"/>
            <a:ext cx="56521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FC8C24D-2856-432F-96D2-D5C7B4E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6" name="三件事顺序不能颠倒：先 Record 输入就绪，再 launch Kernel，最后在用户流排完成 Wait。">
            <a:extLst xmlns:a="http://schemas.openxmlformats.org/drawingml/2006/main">
              <a:ext uri="{FF2B5EF4-FFF2-40B4-BE49-F238E27FC236}">
                <a16:creationId xmlns:a16="http://schemas.microsoft.com/office/drawing/2014/main" id="{F47CC180-2246-4964-AC1A-7831793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三件事顺序不能颠倒：先 Record 输入就绪，再 launch Kernel，最后在用户流排完成 Wait。</a:t>
            </a:r>
          </a:p>
        </p:txBody>
      </p:sp>
      <p:sp>
        <p:nvSpPr>
          <p:cNvPr id="157" name="AllToAll 走内部 AicpuKernelLaunch；不要与其他路径的导出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09C713AB-2770-45BD-B474-A24459C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AllToAll 走内部 AicpuKernelLaunch；不要与其他路径的导出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279098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08  AICPU 入口：先恢复资源，再生成通信任务">
            <a:extLst xmlns:a="http://schemas.openxmlformats.org/drawingml/2006/main">
              <a:ext uri="{FF2B5EF4-FFF2-40B4-BE49-F238E27FC236}">
                <a16:creationId xmlns:a16="http://schemas.microsoft.com/office/drawing/2014/main" id="{883A9AAF-B786-4ECF-B3F7-EF51356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  AICPU 入口：先恢复资源，再生成通信任务</a:t>
            </a:r>
          </a:p>
        </p:txBody>
      </p:sp>
      <p:sp>
        <p:nvSpPr>
          <p:cNvPr id="2" name="承接 P8 的 Kernel 发射。HCCL 是设备侧调用者；右列仍是 HCOMM 数据面，不是另一套控制面。">
            <a:extLst xmlns:a="http://schemas.openxmlformats.org/drawingml/2006/main">
              <a:ext uri="{FF2B5EF4-FFF2-40B4-BE49-F238E27FC236}">
                <a16:creationId xmlns:a16="http://schemas.microsoft.com/office/drawing/2014/main" id="{9DB0FA62-50A6-4D0E-B340-356D2839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承接 P8 的 Kernel 发射。HCCL 是设备侧调用者；右列仍是 HCOMM 数据面，不是另一套控制面。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1BC6D9C1-2DC1-40B7-9F87-50C76DA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D21D2-D4E9-4C9C-9C4D-1E1E5922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BB1B9-D0A9-4038-AF7C-2CD997A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">
            <a:extLst xmlns:a="http://schemas.openxmlformats.org/drawingml/2006/main">
              <a:ext uri="{FF2B5EF4-FFF2-40B4-BE49-F238E27FC236}">
                <a16:creationId xmlns:a16="http://schemas.microsoft.com/office/drawing/2014/main" id="{671346AD-E3FC-49BD-AC4F-24026873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7" name="Kernel 入口 / 参数恢复 / 执行器">
            <a:extLst xmlns:a="http://schemas.openxmlformats.org/drawingml/2006/main">
              <a:ext uri="{FF2B5EF4-FFF2-40B4-BE49-F238E27FC236}">
                <a16:creationId xmlns:a16="http://schemas.microsoft.com/office/drawing/2014/main" id="{2C19A3FF-F45E-49CE-B95D-FECA643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Kernel 入口 / 参数恢复 / 执行器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95DF0-614B-4255-A695-7B068D89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74B0C-5598-448E-85E7-B08BEA9F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B1A4E-F3CB-4652-AFB1-86DC2C3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DCB55-44DF-4369-AE55-1819A94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3FC7B-8B44-4B85-9D09-B470DD4D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A3104-BA6E-4B61-9530-EDE99392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1206EC44-9315-4428-AA92-BB168FB1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7" name="执行控制 / 主 Thread 输入依赖">
            <a:extLst xmlns:a="http://schemas.openxmlformats.org/drawingml/2006/main">
              <a:ext uri="{FF2B5EF4-FFF2-40B4-BE49-F238E27FC236}">
                <a16:creationId xmlns:a16="http://schemas.microsoft.com/office/drawing/2014/main" id="{F2232355-8840-4968-B23E-88F97969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执行控制 / 主 Thread 输入依赖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D49EB-EB26-415F-A3BB-CE913779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B7F81-E0C1-4825-A3B5-75BFAE87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00DF4-E9BF-478B-9C55-623C98A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2FC01-A2EF-40DC-A0E6-BC1036B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463EB-ABC3-4EA7-8D23-C222DBC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E8D57-0DD5-4FB4-B33D-07BE891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0B08B-3555-46AA-89AC-A6E90371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E3B2E-0D37-4E1D-AAEA-CB969433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6021D-56E4-4C52-8DCC-D1C08D9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A9B7E-6E52-4230-9E9F-D5773472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8E3CB-AA98-4876-93D0-92ABA51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4AC77-D1E4-4F60-B52F-105FD36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C661A-68E4-4B49-9FF0-E55D28FE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20B9A-1268-44D3-9B03-C86675C1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EB8B7-FBAC-4586-8DD9-C190BD7D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F17EC2-65D7-44EF-B8EE-F7B72031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7D515D-CB32-4A2F-908F-A1E43332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FD5011-2FEE-496F-BA1E-61D2E07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DB4580-7F8E-470B-8412-613621A1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9E9EFE-1F30-41C5-A501-0BDF4345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E9A5F4-DD1E-4D94-B232-32A3315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1A826C-1C33-4CA3-B6BD-5B12DA8B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D6E8EE-A17D-47A7-B056-14D9CCC3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1DF690-5946-4A1C-9216-CEA566A8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DF4209-1068-441B-BA29-B44A96B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FD6F70-A7E4-45F5-B23B-9C6FA74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6A9E0837-7080-4119-B0BF-9BE4081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47F310-1C8F-469D-B301-EA6D2A1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85FAE4-A913-4DF4-B919-ECDA1CC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EC0F24-6207-490B-B7D3-2014FF1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BAD722-77A4-4A38-8F44-4FCF808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43294DD3-60C4-4270-ACE9-7E98E9F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883E1F2A-42E2-40B9-B3B9-058CA75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908AC1-B6C1-47AC-93AA-CB31552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FE30A702-FAE6-40CD-AD82-F1EB8AE1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E8C7C8-44A6-427D-85A9-448C818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C39393B6-37DA-41E9-BA1A-35F3B02C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70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2B585198-FFF4-4FAA-936F-146DFEDE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C0F1A2-4043-4F24-82DC-CA9AEE9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0DA62F20-6386-4DE8-8A1E-0C98489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954E06-42DB-4ACF-AC99-8FEFFB61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58AEDD2B-546F-47E3-8B44-6D174BF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75" name="取得本次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88913AA6-402E-45C3-A752-49A1CCE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取得本次通信域使用保护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8667FB-C589-49A1-B7D7-3B93DC4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0EFA47-4EB0-486E-BC34-D330CB57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B8B289-ED60-43EE-90F4-BD9ED45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0EA243D7-8509-4E35-B7CE-FC7D5033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CD2AF7-C2E7-4B16-AF65-88E9B441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627FE410-924D-451F-9CC5-11F7F13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83" name="按序启动能力开启时发送设备入口通知">
            <a:extLst xmlns:a="http://schemas.openxmlformats.org/drawingml/2006/main">
              <a:ext uri="{FF2B5EF4-FFF2-40B4-BE49-F238E27FC236}">
                <a16:creationId xmlns:a16="http://schemas.microsoft.com/office/drawing/2014/main" id="{BF5E2DFE-72B7-4BCD-8BB7-931DB54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按序启动能力开启时发送设备入口通知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173ECE-C6D2-4E15-8C9D-79F454F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1B80FDDA-E7A4-4C81-B256-ED2F0558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2ACB2F-1378-478C-BE35-6D441A65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2EFD75F5-9053-4FD2-9D7D-F577EF4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88" name="恢复 Host 打包的 Thread、Channel 与缓冲区描述">
            <a:extLst xmlns:a="http://schemas.openxmlformats.org/drawingml/2006/main">
              <a:ext uri="{FF2B5EF4-FFF2-40B4-BE49-F238E27FC236}">
                <a16:creationId xmlns:a16="http://schemas.microsoft.com/office/drawing/2014/main" id="{33DC4D0A-9982-4A80-8358-4D36880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 Host 打包的 Thread、Channel 与缓冲区描述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C58618E-3D8C-40F2-BFCC-36EA24B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5">
            <a:extLst xmlns:a="http://schemas.openxmlformats.org/drawingml/2006/main">
              <a:ext uri="{FF2B5EF4-FFF2-40B4-BE49-F238E27FC236}">
                <a16:creationId xmlns:a16="http://schemas.microsoft.com/office/drawing/2014/main" id="{3056EA45-9090-46B7-819F-800FCC7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5AB5ACD-CDDA-437F-8FED-B606DE2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02EDE42C-C029-48D2-927C-6C5BD8F7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93" name="恢复 counts、位移等变长数据的设备侧指针">
            <a:extLst xmlns:a="http://schemas.openxmlformats.org/drawingml/2006/main">
              <a:ext uri="{FF2B5EF4-FFF2-40B4-BE49-F238E27FC236}">
                <a16:creationId xmlns:a16="http://schemas.microsoft.com/office/drawing/2014/main" id="{5A79F663-DDA1-4D20-AFE1-04A9CA3E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 counts、位移等变长数据的设备侧指针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75F13FA-2CD2-41FA-82E3-9FB46A1E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5" name="06">
            <a:extLst xmlns:a="http://schemas.openxmlformats.org/drawingml/2006/main">
              <a:ext uri="{FF2B5EF4-FFF2-40B4-BE49-F238E27FC236}">
                <a16:creationId xmlns:a16="http://schemas.microsoft.com/office/drawing/2014/main" id="{EBDCB800-BD32-4B7D-A53D-5C83D78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96D809-BF3C-42A5-B430-FB57569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B99FE342-732D-4572-BCCB-E5FE946E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98" name="开始批量组织 / 提交通信任务">
            <a:extLst xmlns:a="http://schemas.openxmlformats.org/drawingml/2006/main">
              <a:ext uri="{FF2B5EF4-FFF2-40B4-BE49-F238E27FC236}">
                <a16:creationId xmlns:a16="http://schemas.microsoft.com/office/drawing/2014/main" id="{E0A1A268-5F50-4277-9DD7-0DE9909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开始批量组织 / 提交通信任务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CD59A6-05BB-4764-8DA2-DACA3F0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422BC4-2430-42F5-80BD-304579A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3599022" y="395144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80AD8B-DB2E-496B-A101-59262D8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7">
            <a:extLst xmlns:a="http://schemas.openxmlformats.org/drawingml/2006/main">
              <a:ext uri="{FF2B5EF4-FFF2-40B4-BE49-F238E27FC236}">
                <a16:creationId xmlns:a16="http://schemas.microsoft.com/office/drawing/2014/main" id="{7CD35E66-5501-4A97-8881-5964682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6C756CB-2687-410B-ABDB-3E6925DB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5569C737-3569-4EE3-962E-3C9B870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6" name="进入本次算子的设备侧任务编排">
            <a:extLst xmlns:a="http://schemas.openxmlformats.org/drawingml/2006/main">
              <a:ext uri="{FF2B5EF4-FFF2-40B4-BE49-F238E27FC236}">
                <a16:creationId xmlns:a16="http://schemas.microsoft.com/office/drawing/2014/main" id="{A8FC70C4-9386-4D7D-A33F-899851B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进入本次算子的设备侧任务编排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355DC0-0943-45F7-AD7E-D6658825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8" name="08">
            <a:extLst xmlns:a="http://schemas.openxmlformats.org/drawingml/2006/main">
              <a:ext uri="{FF2B5EF4-FFF2-40B4-BE49-F238E27FC236}">
                <a16:creationId xmlns:a16="http://schemas.microsoft.com/office/drawing/2014/main" id="{B7912590-28CC-45CD-84B2-7BB724E6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8188E2-6559-461B-AF3A-990252B8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0" name="HcommThreadNotifyWaitOnThreadWithDefaultTimeout">
            <a:extLst xmlns:a="http://schemas.openxmlformats.org/drawingml/2006/main">
              <a:ext uri="{FF2B5EF4-FFF2-40B4-BE49-F238E27FC236}">
                <a16:creationId xmlns:a16="http://schemas.microsoft.com/office/drawing/2014/main" id="{E42FD835-C643-4E84-A28B-9EC57B1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HcommThreadNotifyWaitOnThreadWithDefaultTimeout</a:t>
            </a:r>
          </a:p>
        </p:txBody>
      </p:sp>
      <p:sp>
        <p:nvSpPr>
          <p:cNvPr id="111" name="主 Thread 等 P8 的输入就绪通知；完成前不越过依赖">
            <a:extLst xmlns:a="http://schemas.openxmlformats.org/drawingml/2006/main">
              <a:ext uri="{FF2B5EF4-FFF2-40B4-BE49-F238E27FC236}">
                <a16:creationId xmlns:a16="http://schemas.microsoft.com/office/drawing/2014/main" id="{A4E0630B-90BD-4259-9269-B50294F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Thread 等 P8 的输入就绪通知；完成前不越过依赖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3F0CD8A-685C-4CF4-8DD4-600A37AB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76CF79-8553-4D9E-9C75-14CEACE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3599022" y="487727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F41BC5-383F-49BB-8F23-3163121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76D0417A-4F07-4892-BC13-C376A86B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04D405-9CEF-4A5A-A406-6728180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GetAlgExec">
            <a:extLst xmlns:a="http://schemas.openxmlformats.org/drawingml/2006/main">
              <a:ext uri="{FF2B5EF4-FFF2-40B4-BE49-F238E27FC236}">
                <a16:creationId xmlns:a16="http://schemas.microsoft.com/office/drawing/2014/main" id="{27CA6FAE-11EB-4FEB-8B74-E5992E4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19" name="取得 AICPU 侧算法执行器">
            <a:extLst xmlns:a="http://schemas.openxmlformats.org/drawingml/2006/main">
              <a:ext uri="{FF2B5EF4-FFF2-40B4-BE49-F238E27FC236}">
                <a16:creationId xmlns:a16="http://schemas.microsoft.com/office/drawing/2014/main" id="{86887DC6-A427-4B4E-9BFB-84365011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AICPU 侧算法执行器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6AA4527-B793-4645-B22D-A1DF635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0917B21A-4345-4FFE-BC43-361C616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7812610-D7E4-4BA2-AB08-7FB31C5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InsV2AlltoAllVSoleExecutor::Orchestrate">
            <a:extLst xmlns:a="http://schemas.openxmlformats.org/drawingml/2006/main">
              <a:ext uri="{FF2B5EF4-FFF2-40B4-BE49-F238E27FC236}">
                <a16:creationId xmlns:a16="http://schemas.microsoft.com/office/drawing/2014/main" id="{67CC6C4A-B5FA-4501-8655-0682F9B0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</a:p>
        </p:txBody>
      </p:sp>
      <p:sp>
        <p:nvSpPr>
          <p:cNvPr id="124" name="恢复各 Peer 的收发信息；转入 P10 的分块与轮次展开">
            <a:extLst xmlns:a="http://schemas.openxmlformats.org/drawingml/2006/main">
              <a:ext uri="{FF2B5EF4-FFF2-40B4-BE49-F238E27FC236}">
                <a16:creationId xmlns:a16="http://schemas.microsoft.com/office/drawing/2014/main" id="{798B8358-3F4D-4286-BB23-2924FBC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恢复各 Peer 的收发信息；转入 P10 的分块与轮次展开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024FCC-AF8B-4A27-90F7-580BAFC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这里“开始编排”不代表用户数据已经到对端；HCCL 生成任务，HCOMM 按 Thread 依赖执行。">
            <a:extLst xmlns:a="http://schemas.openxmlformats.org/drawingml/2006/main">
              <a:ext uri="{FF2B5EF4-FFF2-40B4-BE49-F238E27FC236}">
                <a16:creationId xmlns:a16="http://schemas.microsoft.com/office/drawing/2014/main" id="{685C2514-2626-43FF-99B5-4D187EF6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这里“开始编排”不代表用户数据已经到对端；HCCL 生成任务，HCOMM 按 Thread 依赖执行。</a:t>
            </a:r>
          </a:p>
        </p:txBody>
      </p:sp>
      <p:sp>
        <p:nvSpPr>
          <p:cNvPr id="127" name="旧能力用显式超时 HcommThreadNotifyWaitOnThread；两种 Wait 是兼容分支，不是连续等两次。">
            <a:extLst xmlns:a="http://schemas.openxmlformats.org/drawingml/2006/main">
              <a:ext uri="{FF2B5EF4-FFF2-40B4-BE49-F238E27FC236}">
                <a16:creationId xmlns:a16="http://schemas.microsoft.com/office/drawing/2014/main" id="{D9D6116D-336F-4451-A237-9050DDA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旧能力用显式超时 HcommThreadNotifyWaitOnThread；两种 Wait 是兼容分支，不是连续等两次。</a:t>
            </a:r>
          </a:p>
        </p:txBody>
      </p:sp>
    </p:spTree>
    <p:extLst>
      <p:ext uri="{BB962C8B-B14F-4D97-AF65-F5344CB8AC3E}">
        <p14:creationId xmlns:p14="http://schemas.microsoft.com/office/powerpoint/2010/main" val="1365379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09  算法展开：数据块 → 通信轮 → Peer → Channel → slice">
            <a:extLst xmlns:a="http://schemas.openxmlformats.org/drawingml/2006/main">
              <a:ext uri="{FF2B5EF4-FFF2-40B4-BE49-F238E27FC236}">
                <a16:creationId xmlns:a16="http://schemas.microsoft.com/office/drawing/2014/main" id="{16E9D8C9-5A43-4C2A-836C-230E712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  算法展开：数据块 → 通信轮 → Peer → Channel → slice</a:t>
            </a:r>
          </a:p>
        </p:txBody>
      </p:sp>
      <p:sp>
        <p:nvSpPr>
          <p:cNvPr id="2" name="上到下是当前数据块的编排；遇到更多块、轮、Peer 或非零 slice 时，执行相应循环体。">
            <a:extLst xmlns:a="http://schemas.openxmlformats.org/drawingml/2006/main">
              <a:ext uri="{FF2B5EF4-FFF2-40B4-BE49-F238E27FC236}">
                <a16:creationId xmlns:a16="http://schemas.microsoft.com/office/drawing/2014/main" id="{898E561C-0C67-49DA-9ED9-BADAD738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上到下是当前数据块的编排；遇到更多块、轮、Peer 或非零 slice 时，执行相应循环体。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A183DD1C-61B6-42A1-AED3-23A4558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1C100-2FCB-496A-B1BF-D73243A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05593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32574-D2A3-4E42-8287-9969B1B1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0559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执行器">
            <a:extLst xmlns:a="http://schemas.openxmlformats.org/drawingml/2006/main">
              <a:ext uri="{FF2B5EF4-FFF2-40B4-BE49-F238E27FC236}">
                <a16:creationId xmlns:a16="http://schemas.microsoft.com/office/drawing/2014/main" id="{C608DE80-353B-420F-B893-67305C1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1034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执行器</a:t>
            </a:r>
          </a:p>
        </p:txBody>
      </p:sp>
      <p:sp>
        <p:nvSpPr>
          <p:cNvPr id="7" name="外层容量分块">
            <a:extLst xmlns:a="http://schemas.openxmlformats.org/drawingml/2006/main">
              <a:ext uri="{FF2B5EF4-FFF2-40B4-BE49-F238E27FC236}">
                <a16:creationId xmlns:a16="http://schemas.microsoft.com/office/drawing/2014/main" id="{A0203E39-FF73-41FC-8621-70898C8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282939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外层容量分块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5F881-794C-49CB-87EA-F6E7324E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0F2F3-FC9D-4BA2-8830-B7160D1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D2AB7-19EC-495C-9FB6-E6D3DFED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3A39D-03F5-4C59-9D6A-2566B283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281949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CDB51-0195-423C-A289-F5D57333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009650"/>
            <a:ext cx="424943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AE17C-68A1-47BB-A4E5-0F75FDCF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009650"/>
            <a:ext cx="4249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CL AICPU · Mesh 模板">
            <a:extLst xmlns:a="http://schemas.openxmlformats.org/drawingml/2006/main">
              <a:ext uri="{FF2B5EF4-FFF2-40B4-BE49-F238E27FC236}">
                <a16:creationId xmlns:a16="http://schemas.microsoft.com/office/drawing/2014/main" id="{8E68BADA-9D04-4C1B-A407-2275D67A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893" y="1028700"/>
            <a:ext cx="415418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Mesh 模板</a:t>
            </a:r>
          </a:p>
        </p:txBody>
      </p:sp>
      <p:sp>
        <p:nvSpPr>
          <p:cNvPr id="17" name="当前块内的通信组织">
            <a:extLst xmlns:a="http://schemas.openxmlformats.org/drawingml/2006/main">
              <a:ext uri="{FF2B5EF4-FFF2-40B4-BE49-F238E27FC236}">
                <a16:creationId xmlns:a16="http://schemas.microsoft.com/office/drawing/2014/main" id="{E6E211F9-438B-401C-B402-84E7759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68" y="1219200"/>
            <a:ext cx="417323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当前块内的通信组织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87E80-323D-495F-AC33-B383DAC8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D2B54-12B5-4249-A3D3-EE97479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73474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9066C-595A-4088-A00A-985FAE7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C4091-1FA0-45A3-91C5-04E0368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5946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2AFF2-97D0-4B97-A996-8B1FBE9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009650"/>
            <a:ext cx="3922551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E6975-866D-41B0-A8D5-D707DF9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009650"/>
            <a:ext cx="3922551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6D42321F-7882-4A56-9E1A-F781D4E2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324" y="1028700"/>
            <a:ext cx="382730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控制 / 数据搬运">
            <a:extLst xmlns:a="http://schemas.openxmlformats.org/drawingml/2006/main">
              <a:ext uri="{FF2B5EF4-FFF2-40B4-BE49-F238E27FC236}">
                <a16:creationId xmlns:a16="http://schemas.microsoft.com/office/drawing/2014/main" id="{F7D85570-07EB-45F0-B42C-F9481C59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799" y="1219200"/>
            <a:ext cx="3846351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数据搬运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7E3BF-BA89-42B2-83EF-9540A3C8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509A0-A3D4-4B8E-B137-E7B2058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984176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26833-73F0-4743-92C8-76E5BAEC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97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B1978-D3AF-4F2E-938A-54A33C0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97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94545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611CD0-AED8-4970-874A-B2D2851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D10789-8664-46A6-881D-932BD5A0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A5E0D-D1D8-420F-B989-8765FA4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F76434-5131-4AFE-9319-28823B9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787AFA-4B33-441E-94BB-00DD7250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657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ED7C22-99C8-4398-A9AC-39FEA9D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657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7662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BD755D-4776-4A53-885D-C1795A22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21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E23334-19B2-4874-9EAA-8A90E86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21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12235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70A303-C957-4576-A542-9DCA819F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779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ADFC8D-8B22-46B7-9943-B5E1953A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779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47844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3D8DD7-A1EA-4447-A169-37A52B4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3405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2D5FA4-B977-422B-B3FA-27C7887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3405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283453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31BECD-E317-4E3A-BFDE-45ECDBE6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14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F1C53D-81D8-4544-86E9-5A9A4236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014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19061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2A0E80-5EA1-4104-9D13-536ECF5A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462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B97A99-FDDA-470C-8CA6-F1772C04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462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54670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E2AACA-7FA3-4238-9E97-130D1E06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02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1DE3E1-6C63-467B-A37C-C2C9833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02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390279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B0A054-1E8B-44EB-A2B1-0EB490AF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584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CFA9C2-34D9-4900-8523-CF9ED4A1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584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25888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BCB302-D1C0-44DE-B891-6262F94C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1449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8BBFCF-32DF-47F6-880C-B6D21062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1449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461497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4255E1-25FF-4162-B979-C70B4A7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705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7E3536-5AA5-4633-8159-33B2EF6D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705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497106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FCEC5E-3819-4E9B-AEC6-62E44A9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266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21F299-E85B-4A3E-B072-B654B02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266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829628" y="532715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0A0D54-CCEB-40F5-929B-71FD733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8276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8463B9-9D59-4EA9-9910-6DF92F7F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8276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829628" y="568323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6" name="顺序">
            <a:extLst xmlns:a="http://schemas.openxmlformats.org/drawingml/2006/main">
              <a:ext uri="{FF2B5EF4-FFF2-40B4-BE49-F238E27FC236}">
                <a16:creationId xmlns:a16="http://schemas.microsoft.com/office/drawing/2014/main" id="{1D414C6A-D1B2-4860-8426-BF30616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8355AF-97C9-40DB-87F4-3B79DC7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AF305A-97AC-4D74-BC54-0652097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2D9B59-FCCE-4D2A-934D-9B108CF2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DAF9EC-1357-46BE-A42C-0E8132CD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83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3D5944C0-D845-42B4-B805-86619FD8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84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D81F5603-0EA6-4AAB-B063-4507A0EA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94842A-0C2A-4A1E-9E48-C92D238D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6" name="01">
            <a:extLst xmlns:a="http://schemas.openxmlformats.org/drawingml/2006/main">
              <a:ext uri="{FF2B5EF4-FFF2-40B4-BE49-F238E27FC236}">
                <a16:creationId xmlns:a16="http://schemas.microsoft.com/office/drawing/2014/main" id="{95B4DE3C-7EBD-4EB8-83F3-13CEEAC9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6E16DB-E29B-45FE-A3EA-5F7BAA9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2676993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43E4A981-6BB6-47DB-862C-80C5C767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254364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89" name="按容量分块并推进用户 Buffer 偏移">
            <a:extLst xmlns:a="http://schemas.openxmlformats.org/drawingml/2006/main">
              <a:ext uri="{FF2B5EF4-FFF2-40B4-BE49-F238E27FC236}">
                <a16:creationId xmlns:a16="http://schemas.microsoft.com/office/drawing/2014/main" id="{9CB0AEB4-48F7-4EBC-9575-5CD55600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543643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按容量分块并推进用户 Buffer 偏移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FF442B-0B67-4E40-8570-E8F074B6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610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2">
            <a:extLst xmlns:a="http://schemas.openxmlformats.org/drawingml/2006/main">
              <a:ext uri="{FF2B5EF4-FFF2-40B4-BE49-F238E27FC236}">
                <a16:creationId xmlns:a16="http://schemas.microsoft.com/office/drawing/2014/main" id="{B8445B90-1413-45CD-8A55-AD4CA2B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610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789090-0448-41B4-A0C0-D73A659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1794363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28FBA099-B5F5-4DC9-9110-4979F94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1813413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94" name="计算当前模板所需中转空间">
            <a:extLst xmlns:a="http://schemas.openxmlformats.org/drawingml/2006/main">
              <a:ext uri="{FF2B5EF4-FFF2-40B4-BE49-F238E27FC236}">
                <a16:creationId xmlns:a16="http://schemas.microsoft.com/office/drawing/2014/main" id="{E23643AD-82ED-493D-AECA-A5C0773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1975338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计算当前模板所需中转空间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4C17CA3-2296-41C9-B786-694BFC3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19390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459164-79E7-4776-8C0C-CC0E16A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19390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2282425" y="1939547"/>
            <a:ext cx="156614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F46AE6B-84CC-4700-9CA4-DF5B46B6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712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9" name="03">
            <a:extLst xmlns:a="http://schemas.openxmlformats.org/drawingml/2006/main">
              <a:ext uri="{FF2B5EF4-FFF2-40B4-BE49-F238E27FC236}">
                <a16:creationId xmlns:a16="http://schemas.microsoft.com/office/drawing/2014/main" id="{D0767C0D-F28A-4A1F-9594-50607C2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712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9D5C68-1EE9-4165-996C-0EB2220F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150452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1" name="KernelRun → RunALLtoALL">
            <a:extLst xmlns:a="http://schemas.openxmlformats.org/drawingml/2006/main">
              <a:ext uri="{FF2B5EF4-FFF2-40B4-BE49-F238E27FC236}">
                <a16:creationId xmlns:a16="http://schemas.microsoft.com/office/drawing/2014/main" id="{0B26EF20-9FBF-41C8-B82A-C7F51E98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169502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 → RunALLtoALL</a:t>
            </a:r>
          </a:p>
        </p:txBody>
      </p:sp>
      <p:sp>
        <p:nvSpPr>
          <p:cNvPr id="102" name="处理当前块，组织通信轮次与收尾">
            <a:extLst xmlns:a="http://schemas.openxmlformats.org/drawingml/2006/main">
              <a:ext uri="{FF2B5EF4-FFF2-40B4-BE49-F238E27FC236}">
                <a16:creationId xmlns:a16="http://schemas.microsoft.com/office/drawing/2014/main" id="{78037114-FB38-4D60-A69C-675CC4EE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331427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处理当前块，组织通信轮次与收尾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929273-FA56-4BA2-82A2-DAB65ED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22951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9D06F3-9D74-4DAD-A168-CEAC86F1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2951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2282425" y="2295636"/>
            <a:ext cx="156614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5126EA-B571-4771-831C-C8F814C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321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7" name="04">
            <a:extLst xmlns:a="http://schemas.openxmlformats.org/drawingml/2006/main">
              <a:ext uri="{FF2B5EF4-FFF2-40B4-BE49-F238E27FC236}">
                <a16:creationId xmlns:a16="http://schemas.microsoft.com/office/drawing/2014/main" id="{71A3E0E4-641E-49CA-82DC-33B0641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321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D4C47C-D01C-4437-BDDC-B5A770E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506540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9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3D599FFF-BC38-42B9-B03D-C1E98D2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525590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110" name="计算覆盖全部远端 Rank 所需轮次数">
            <a:extLst xmlns:a="http://schemas.openxmlformats.org/drawingml/2006/main">
              <a:ext uri="{FF2B5EF4-FFF2-40B4-BE49-F238E27FC236}">
                <a16:creationId xmlns:a16="http://schemas.microsoft.com/office/drawing/2014/main" id="{01236053-1976-4D3D-B191-639506D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687515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计算覆盖全部远端 Rank 所需轮次数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0789E8B-331E-4D10-9C3E-E0D7555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2930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05">
            <a:extLst xmlns:a="http://schemas.openxmlformats.org/drawingml/2006/main">
              <a:ext uri="{FF2B5EF4-FFF2-40B4-BE49-F238E27FC236}">
                <a16:creationId xmlns:a16="http://schemas.microsoft.com/office/drawing/2014/main" id="{496711EC-8CD5-4DAF-A4A2-12CA3569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2930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4A083C9-6F3D-4C5E-8912-B25CFB2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862629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2748D643-8444-4CF3-B6C2-B03AD47E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881679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115" name="有从 Thread 时，组织开始同步">
            <a:extLst xmlns:a="http://schemas.openxmlformats.org/drawingml/2006/main">
              <a:ext uri="{FF2B5EF4-FFF2-40B4-BE49-F238E27FC236}">
                <a16:creationId xmlns:a16="http://schemas.microsoft.com/office/drawing/2014/main" id="{62990F3F-7C11-4C17-A10B-7993770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3043604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有从 Thread 时，组织开始同步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71CFA8-F376-4A1B-9AAE-ED565205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539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7" name="06">
            <a:extLst xmlns:a="http://schemas.openxmlformats.org/drawingml/2006/main">
              <a:ext uri="{FF2B5EF4-FFF2-40B4-BE49-F238E27FC236}">
                <a16:creationId xmlns:a16="http://schemas.microsoft.com/office/drawing/2014/main" id="{861630D1-12F9-4120-8684-CA5762A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539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9FC79D7-F061-45CD-9336-7C88215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218717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C772F5F-F0FC-48F3-B9D1-43A23A70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237767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20" name="主 Thread 发开始通知">
            <a:extLst xmlns:a="http://schemas.openxmlformats.org/drawingml/2006/main">
              <a:ext uri="{FF2B5EF4-FFF2-40B4-BE49-F238E27FC236}">
                <a16:creationId xmlns:a16="http://schemas.microsoft.com/office/drawing/2014/main" id="{81F4BFCA-CE76-4210-87AA-476A3C0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399692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Thread 发开始通知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56AF08-F0EB-440F-9E47-168783D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33634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A9BEC26-718B-4FF7-B92B-8B3BB287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3634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859937" y="3363901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0553C1C-1BE3-40FF-A508-6178C6F7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148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5" name="07">
            <a:extLst xmlns:a="http://schemas.openxmlformats.org/drawingml/2006/main">
              <a:ext uri="{FF2B5EF4-FFF2-40B4-BE49-F238E27FC236}">
                <a16:creationId xmlns:a16="http://schemas.microsoft.com/office/drawing/2014/main" id="{D8CF2CCE-C36E-42EB-8154-B4B58D9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148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231A6D-75E4-4A46-BF46-C60C397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574806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D4F02813-554E-49EB-89CB-538EBD99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593856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8" name="各从 Thread 等待主 Thread 放行">
            <a:extLst xmlns:a="http://schemas.openxmlformats.org/drawingml/2006/main">
              <a:ext uri="{FF2B5EF4-FFF2-40B4-BE49-F238E27FC236}">
                <a16:creationId xmlns:a16="http://schemas.microsoft.com/office/drawing/2014/main" id="{38B8042A-2762-480D-9B76-4D34A15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755781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各从 Thread 等待主 Thread 放行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94567D9-6615-4E9F-96B0-1D066D0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3719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3614F26-A525-4AFD-A3A9-BCDC608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719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5859937" y="3719990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3F58BF-871A-4E43-963C-75BA9D4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756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3" name="08">
            <a:extLst xmlns:a="http://schemas.openxmlformats.org/drawingml/2006/main">
              <a:ext uri="{FF2B5EF4-FFF2-40B4-BE49-F238E27FC236}">
                <a16:creationId xmlns:a16="http://schemas.microsoft.com/office/drawing/2014/main" id="{86A1B6A5-E4C6-480A-8135-4A6F507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756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EC6AA6A-4CFD-48F0-BA30-9A3C12D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3930894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5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8EFB3400-2652-4E81-BCA8-D546A47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3949944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36" name="计算本轮参与通信的 Peer">
            <a:extLst xmlns:a="http://schemas.openxmlformats.org/drawingml/2006/main">
              <a:ext uri="{FF2B5EF4-FFF2-40B4-BE49-F238E27FC236}">
                <a16:creationId xmlns:a16="http://schemas.microsoft.com/office/drawing/2014/main" id="{B97BB800-67BF-45AD-864D-A61A5727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111869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计算本轮参与通信的 Peer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DA77092-E075-4DDB-AAB6-66655264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365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8" name="09">
            <a:extLst xmlns:a="http://schemas.openxmlformats.org/drawingml/2006/main">
              <a:ext uri="{FF2B5EF4-FFF2-40B4-BE49-F238E27FC236}">
                <a16:creationId xmlns:a16="http://schemas.microsoft.com/office/drawing/2014/main" id="{DA420AFF-17AB-461A-B037-920CA847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365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7A30502-C565-4704-AA10-61EA5AE5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4286983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0" name="LocalCopyForMyRank">
            <a:extLst xmlns:a="http://schemas.openxmlformats.org/drawingml/2006/main">
              <a:ext uri="{FF2B5EF4-FFF2-40B4-BE49-F238E27FC236}">
                <a16:creationId xmlns:a16="http://schemas.microsoft.com/office/drawing/2014/main" id="{A471DFCE-AEC4-4A17-ACC0-3142DC5A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306033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</a:p>
        </p:txBody>
      </p:sp>
      <p:sp>
        <p:nvSpPr>
          <p:cNvPr id="141" name="第一轮处理发给自己的分片">
            <a:extLst xmlns:a="http://schemas.openxmlformats.org/drawingml/2006/main">
              <a:ext uri="{FF2B5EF4-FFF2-40B4-BE49-F238E27FC236}">
                <a16:creationId xmlns:a16="http://schemas.microsoft.com/office/drawing/2014/main" id="{D1867F8E-5B2A-4B22-A697-F2F30D3C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467958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第一轮处理发给自己的分片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3B5ACE4-3494-44D1-983A-21681EB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974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567AC532-DC4E-4218-89FA-7AE501C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974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7A07F3E-DAE8-4E01-9622-CD2EBD2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4643071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58C4B726-E5AD-4EBB-A99D-42B56B1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4662121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46" name="自分片直接 sendBuf → recvBuf">
            <a:extLst xmlns:a="http://schemas.openxmlformats.org/drawingml/2006/main">
              <a:ext uri="{FF2B5EF4-FFF2-40B4-BE49-F238E27FC236}">
                <a16:creationId xmlns:a16="http://schemas.microsoft.com/office/drawing/2014/main" id="{4E31F0BA-75BE-42F7-A1A5-1273E88D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4824046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自分片直接 sendBuf → recvBuf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80395E0-6A56-4963-8E4C-F367A57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478777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6398064-2062-444E-B59A-1CAB774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478777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47" idx="3"/>
            <a:endCxn xmlns:a="http://schemas.openxmlformats.org/drawingml/2006/main" id="148" idx="1"/>
          </p:cNvCxnSpPr>
          <p:nvPr/>
        </p:nvCxnSpPr>
        <p:spPr>
          <a:xfrm xmlns:a="http://schemas.openxmlformats.org/drawingml/2006/main">
            <a:off x="5859937" y="4788255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8A831BF-49BE-4CA8-9B99-CC15E12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583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1" name="11">
            <a:extLst xmlns:a="http://schemas.openxmlformats.org/drawingml/2006/main">
              <a:ext uri="{FF2B5EF4-FFF2-40B4-BE49-F238E27FC236}">
                <a16:creationId xmlns:a16="http://schemas.microsoft.com/office/drawing/2014/main" id="{391ED6B0-A6B1-4DAA-981E-8BB5E23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583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C799634-E11E-4EB7-9BD0-96605227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4999160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3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A89A9606-E15A-4EA9-88F7-C29FF4C5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018210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54" name="遍历本轮 Peer，按端口能力分配数据">
            <a:extLst xmlns:a="http://schemas.openxmlformats.org/drawingml/2006/main">
              <a:ext uri="{FF2B5EF4-FFF2-40B4-BE49-F238E27FC236}">
                <a16:creationId xmlns:a16="http://schemas.microsoft.com/office/drawing/2014/main" id="{B8812E7D-B45A-4E5F-AE31-882F99F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180135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遍历本轮 Peer，按端口能力分配数据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294FF6C-DDC8-450E-A733-FEAFA0E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2192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6" name="12">
            <a:extLst xmlns:a="http://schemas.openxmlformats.org/drawingml/2006/main">
              <a:ext uri="{FF2B5EF4-FFF2-40B4-BE49-F238E27FC236}">
                <a16:creationId xmlns:a16="http://schemas.microsoft.com/office/drawing/2014/main" id="{CCCEE6C0-68CE-4E9D-BA49-250C9CB8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2192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30419D-E8FB-4550-A332-7009457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5355248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8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A0DE0EC4-B256-4C11-992C-4A4BDDB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374298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59" name="逐 Channel 计算槽位和 slices">
            <a:extLst xmlns:a="http://schemas.openxmlformats.org/drawingml/2006/main">
              <a:ext uri="{FF2B5EF4-FFF2-40B4-BE49-F238E27FC236}">
                <a16:creationId xmlns:a16="http://schemas.microsoft.com/office/drawing/2014/main" id="{184F4C79-2D98-461B-A3AF-EC1F3A00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536223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 Channel 计算槽位和 slices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78ABAD0-D494-4E12-A967-309BEC1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7801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61" name="13">
            <a:extLst xmlns:a="http://schemas.openxmlformats.org/drawingml/2006/main">
              <a:ext uri="{FF2B5EF4-FFF2-40B4-BE49-F238E27FC236}">
                <a16:creationId xmlns:a16="http://schemas.microsoft.com/office/drawing/2014/main" id="{6DDEDB55-40F2-4E7F-9F2A-307DA44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7801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FD18C2F-E8AF-48CA-BD61-62F73FB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5711337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63" name="RunSendRecv → SendRecvWrite">
            <a:extLst xmlns:a="http://schemas.openxmlformats.org/drawingml/2006/main">
              <a:ext uri="{FF2B5EF4-FFF2-40B4-BE49-F238E27FC236}">
                <a16:creationId xmlns:a16="http://schemas.microsoft.com/office/drawing/2014/main" id="{39B0FBB6-47F4-45C2-9101-F124DC2C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730387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 → SendRecvWrite</a:t>
            </a:r>
          </a:p>
        </p:txBody>
      </p:sp>
      <p:sp>
        <p:nvSpPr>
          <p:cNvPr id="164" name="每个非零 slice 执行握手与写入，详见 P11">
            <a:extLst xmlns:a="http://schemas.openxmlformats.org/drawingml/2006/main">
              <a:ext uri="{FF2B5EF4-FFF2-40B4-BE49-F238E27FC236}">
                <a16:creationId xmlns:a16="http://schemas.microsoft.com/office/drawing/2014/main" id="{8CD32418-21AE-49E9-8CA5-4F4456D1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892312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每个非零 slice 执行握手与写入，详见 P11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1B3047A-81A4-416C-AD14-8BD2260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6" name="任务在选定 Thread 上排队；块内所有 Peer 编排后做 PostSync 汇合，再进入下一块。">
            <a:extLst xmlns:a="http://schemas.openxmlformats.org/drawingml/2006/main">
              <a:ext uri="{FF2B5EF4-FFF2-40B4-BE49-F238E27FC236}">
                <a16:creationId xmlns:a16="http://schemas.microsoft.com/office/drawing/2014/main" id="{051743AE-4E18-46E5-AB6A-C8783B0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任务在选定 Thread 上排队；块内所有 Peer 编排后做 PostSync 汇合，再进入下一块。</a:t>
            </a:r>
          </a:p>
        </p:txBody>
      </p:sp>
      <p:sp>
        <p:nvSpPr>
          <p:cNvPr id="167" name="CalcDataSplitByPortGroupCommon / CalcCclBuffIdx / BuildDataSlices 分别计算通道分片、CCL 槽位和 src/dst">
            <a:extLst xmlns:a="http://schemas.openxmlformats.org/drawingml/2006/main">
              <a:ext uri="{FF2B5EF4-FFF2-40B4-BE49-F238E27FC236}">
                <a16:creationId xmlns:a16="http://schemas.microsoft.com/office/drawing/2014/main" id="{6F680211-11B1-4798-A163-9CE7481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CalcDataSplitByPortGroupCommon / CalcCclBuffIdx / BuildDataSlices 分别计算通道分片、CCL 槽位和 src/dst/len，见 P12 与备注。</a:t>
            </a:r>
          </a:p>
        </p:txBody>
      </p:sp>
    </p:spTree>
    <p:extLst>
      <p:ext uri="{BB962C8B-B14F-4D97-AF65-F5344CB8AC3E}">
        <p14:creationId xmlns:p14="http://schemas.microsoft.com/office/powerpoint/2010/main" val="1474296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10  一个 Peer 的双向交换：先 ACK，再写，再等 DATA_SIGNAL">
            <a:extLst xmlns:a="http://schemas.openxmlformats.org/drawingml/2006/main">
              <a:ext uri="{FF2B5EF4-FFF2-40B4-BE49-F238E27FC236}">
                <a16:creationId xmlns:a16="http://schemas.microsoft.com/office/drawing/2014/main" id="{6F28B218-DBBF-4A2E-8A04-31D891B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  一个 Peer 的双向交换：先 ACK，再写，再等 DATA_SIGNAL</a:t>
            </a:r>
          </a:p>
        </p:txBody>
      </p:sp>
      <p:sp>
        <p:nvSpPr>
          <p:cNvPr id="2" name="左列是 Rank 0 的 HCCL；中列是本端调用的 HCOMM；右列表示 Rank 1 的通知 / 数据对应动作。">
            <a:extLst xmlns:a="http://schemas.openxmlformats.org/drawingml/2006/main">
              <a:ext uri="{FF2B5EF4-FFF2-40B4-BE49-F238E27FC236}">
                <a16:creationId xmlns:a16="http://schemas.microsoft.com/office/drawing/2014/main" id="{15B1966B-C3CD-4D5D-99C2-61042C3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左列是 Rank 0 的 HCCL；中列是本端调用的 HCOMM；右列表示 Rank 1 的通知 / 数据对应动作。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3345C9C3-2C2C-45D0-A00D-E8BBFCC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31A22-A4B4-48DC-A7D9-63B90E53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27954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91279-F986-498E-AC04-F60C881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27954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Rank 0">
            <a:extLst xmlns:a="http://schemas.openxmlformats.org/drawingml/2006/main">
              <a:ext uri="{FF2B5EF4-FFF2-40B4-BE49-F238E27FC236}">
                <a16:creationId xmlns:a16="http://schemas.microsoft.com/office/drawing/2014/main" id="{8BAF4FE5-4818-4E88-8ABC-403377DD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18429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Rank 0</a:t>
            </a:r>
          </a:p>
        </p:txBody>
      </p:sp>
      <p:sp>
        <p:nvSpPr>
          <p:cNvPr id="7" name="SendRecvWrite / PostCopy">
            <a:extLst xmlns:a="http://schemas.openxmlformats.org/drawingml/2006/main">
              <a:ext uri="{FF2B5EF4-FFF2-40B4-BE49-F238E27FC236}">
                <a16:creationId xmlns:a16="http://schemas.microsoft.com/office/drawing/2014/main" id="{4E0F6B7C-149A-419B-B00E-6DB38AB1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20334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SendRecvWrite / PostCopy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2064C-250B-4ED8-8161-3C5C9EE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54320-63AE-4250-9749-103C2896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D6A10-D6EC-483F-807E-40B5649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448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6D9E8-7A55-4F6A-ACEB-E52E74F0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44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68925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9B9D9-26E8-40E8-A9F4-45D24B5E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009650"/>
            <a:ext cx="429984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787FE-0E15-4FA8-8D43-7885822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009650"/>
            <a:ext cx="42998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 · Rank 0">
            <a:extLst xmlns:a="http://schemas.openxmlformats.org/drawingml/2006/main">
              <a:ext uri="{FF2B5EF4-FFF2-40B4-BE49-F238E27FC236}">
                <a16:creationId xmlns:a16="http://schemas.microsoft.com/office/drawing/2014/main" id="{E3DFEC2D-47F4-46E8-907C-DC48F664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845" y="1028700"/>
            <a:ext cx="420459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Rank 0</a:t>
            </a:r>
          </a:p>
        </p:txBody>
      </p:sp>
      <p:sp>
        <p:nvSpPr>
          <p:cNvPr id="17" name="同步控制 / 远端写 / 本地拷贝">
            <a:extLst xmlns:a="http://schemas.openxmlformats.org/drawingml/2006/main">
              <a:ext uri="{FF2B5EF4-FFF2-40B4-BE49-F238E27FC236}">
                <a16:creationId xmlns:a16="http://schemas.microsoft.com/office/drawing/2014/main" id="{6B277491-7982-46C4-A908-C8D0F185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320" y="1219200"/>
            <a:ext cx="422364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远端写 / 本地拷贝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29C05-72DC-4A6A-B0AB-A2661B8B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FBDD3-80A0-4A42-B2DF-1166097B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10869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D7D99-B69B-4594-9206-00897A4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144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DE4B8-3CF4-43E9-9996-92B61FF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14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58621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A6422-C826-44CE-AE95-9F8D718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009650"/>
            <a:ext cx="3498182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0CD65-CA3F-4803-8832-659C7938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009650"/>
            <a:ext cx="34981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对端 Rank 1">
            <a:extLst xmlns:a="http://schemas.openxmlformats.org/drawingml/2006/main">
              <a:ext uri="{FF2B5EF4-FFF2-40B4-BE49-F238E27FC236}">
                <a16:creationId xmlns:a16="http://schemas.microsoft.com/office/drawing/2014/main" id="{2FE6E1A3-1ACD-49D6-88AE-FAF4420C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693" y="1028700"/>
            <a:ext cx="3402932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对端 Rank 1</a:t>
            </a:r>
          </a:p>
        </p:txBody>
      </p:sp>
      <p:sp>
        <p:nvSpPr>
          <p:cNvPr id="27" name="通信对应关系，不是全局串行时钟">
            <a:extLst xmlns:a="http://schemas.openxmlformats.org/drawingml/2006/main">
              <a:ext uri="{FF2B5EF4-FFF2-40B4-BE49-F238E27FC236}">
                <a16:creationId xmlns:a16="http://schemas.microsoft.com/office/drawing/2014/main" id="{873FA703-0B72-4EEB-B8BE-C8D4B8A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168" y="1219200"/>
            <a:ext cx="3421982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通信对应关系，不是全局串行时钟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C1AA8-9BDF-4A70-BB15-C1E7C95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6CC2C-6C93-487E-BF20-0AEE566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0854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D0734-B63C-40F1-8E0D-39AFF79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E14E8C-8A6F-499E-BD23-99DF3BF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157636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89525-2459-4373-9DAA-B149783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ED11DF-D1F3-4B2C-847D-501FCA0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F4970-DE37-4997-8B77-83076DA5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E0F00D-CB5F-4B00-8AA3-D8BA1C5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470AF3-9FFF-4D63-904F-7644216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81D3B6-16C4-4A43-95C0-E08B825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2205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DB098F-9745-447F-A4D4-D13BA67E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71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6336F6-98EC-4E3B-A03B-2E5B4289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71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972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946E3-3446-47CD-A1D9-6994611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38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DA9F01-69C7-4C88-9DBD-84E5891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8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3739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1FB5C5-DF51-4D43-B8C9-8084ACBD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25F216-C28D-44A7-A6BA-DDE046C8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4505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8651C6-2E84-44CB-9754-97F3227C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72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77354C-7123-48BB-86F3-2ABE2F5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72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5272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顺序">
            <a:extLst xmlns:a="http://schemas.openxmlformats.org/drawingml/2006/main">
              <a:ext uri="{FF2B5EF4-FFF2-40B4-BE49-F238E27FC236}">
                <a16:creationId xmlns:a16="http://schemas.microsoft.com/office/drawing/2014/main" id="{03DAF7F8-6D73-4910-90EA-A6AEEB5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7EF6FB-EB81-4D82-82CB-BFE83171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45E0C-D1AF-4D16-8466-5167C678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C3BF75-21A6-4207-9F6F-29EEC5E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10F036-2A89-42CA-9391-73C26F4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2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6D7E2A75-A5EF-4C18-8955-D3861F2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3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F3DEC656-9273-4850-9250-08FA6BE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FF039E-DA45-4DAB-AAD3-6D70FB3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33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5" name="A">
            <a:extLst xmlns:a="http://schemas.openxmlformats.org/drawingml/2006/main">
              <a:ext uri="{FF2B5EF4-FFF2-40B4-BE49-F238E27FC236}">
                <a16:creationId xmlns:a16="http://schemas.microsoft.com/office/drawing/2014/main" id="{E9B2A090-099D-40C0-ABB3-9AF14DA0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33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117A1D-8237-4E37-B77F-3ADA8CBB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33525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7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8F877E0E-3E5E-4830-A484-4FA2409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71625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8" name="发接收准备通知">
            <a:extLst xmlns:a="http://schemas.openxmlformats.org/drawingml/2006/main">
              <a:ext uri="{FF2B5EF4-FFF2-40B4-BE49-F238E27FC236}">
                <a16:creationId xmlns:a16="http://schemas.microsoft.com/office/drawing/2014/main" id="{4E444B1A-5E24-445A-A840-891D078F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发接收准备通知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2CEA07-6042-44EA-A835-C5C8C8B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1466850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0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B9FC56D8-DFBB-4818-AA0D-0137A276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1485900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71" name="recvChannel / ACK：声明本端接收区可写">
            <a:extLst xmlns:a="http://schemas.openxmlformats.org/drawingml/2006/main">
              <a:ext uri="{FF2B5EF4-FFF2-40B4-BE49-F238E27FC236}">
                <a16:creationId xmlns:a16="http://schemas.microsoft.com/office/drawing/2014/main" id="{7C1825D3-3509-435F-A237-72513D1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1647825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recvChannel / ACK：声明本端接收区可写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63D2F6-ADB0-4A36-8A50-28F4433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17597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80977A-E7C4-46A1-AE6A-14C9938E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17597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994873" y="1760221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5" name="收到 Rank 0 的接收就绪 ACK">
            <a:extLst xmlns:a="http://schemas.openxmlformats.org/drawingml/2006/main">
              <a:ext uri="{FF2B5EF4-FFF2-40B4-BE49-F238E27FC236}">
                <a16:creationId xmlns:a16="http://schemas.microsoft.com/office/drawing/2014/main" id="{F2A3B0CD-A233-4F99-AEA0-CD110AD1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1819275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收到 Rank 0 的接收就绪 ACK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6F595E-E7A0-4BFF-AF94-BFEA0F5E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9964C5-41E8-4FA5-82A2-FC0B0DC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8294721" y="1667352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79" name="通知方向">
            <a:extLst xmlns:a="http://schemas.openxmlformats.org/drawingml/2006/main">
              <a:ext uri="{FF2B5EF4-FFF2-40B4-BE49-F238E27FC236}">
                <a16:creationId xmlns:a16="http://schemas.microsoft.com/office/drawing/2014/main" id="{B32AF06E-076E-4C25-B17D-90FA41B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1476375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通知方向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E63385-E983-4699-B374-217409D0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00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1" name="B">
            <a:extLst xmlns:a="http://schemas.openxmlformats.org/drawingml/2006/main">
              <a:ext uri="{FF2B5EF4-FFF2-40B4-BE49-F238E27FC236}">
                <a16:creationId xmlns:a16="http://schemas.microsoft.com/office/drawing/2014/main" id="{B36FE026-ECDF-491F-909E-231E4AA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00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02315A-CCEE-400F-A99B-238F9AB3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0288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83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9B14E0E2-57D1-4365-9083-587026A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8388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84" name="等对端准备好">
            <a:extLst xmlns:a="http://schemas.openxmlformats.org/drawingml/2006/main">
              <a:ext uri="{FF2B5EF4-FFF2-40B4-BE49-F238E27FC236}">
                <a16:creationId xmlns:a16="http://schemas.microsoft.com/office/drawing/2014/main" id="{932391D3-E5E8-40CF-A864-04467FC2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5563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等对端准备好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3DF52E-98D1-4479-BC9F-8838517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2233613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6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AB58DFB2-B0E7-4EA1-85E2-C2E977F9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2252663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87" name="sendChannel / ACK：等待对端允许写入">
            <a:extLst xmlns:a="http://schemas.openxmlformats.org/drawingml/2006/main">
              <a:ext uri="{FF2B5EF4-FFF2-40B4-BE49-F238E27FC236}">
                <a16:creationId xmlns:a16="http://schemas.microsoft.com/office/drawing/2014/main" id="{BCEAF71B-C253-4352-9842-B177DB8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2414588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 / ACK：等待对端允许写入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1ECD30-3321-4A60-914C-D567A19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25265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89BA3A4-C7AF-47C9-A0EE-819C22BD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25265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994873" y="2526983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1" name="发回自己的接收就绪 ACK">
            <a:extLst xmlns:a="http://schemas.openxmlformats.org/drawingml/2006/main">
              <a:ext uri="{FF2B5EF4-FFF2-40B4-BE49-F238E27FC236}">
                <a16:creationId xmlns:a16="http://schemas.microsoft.com/office/drawing/2014/main" id="{5DC7FB84-369D-4DF9-BC8E-B27B2B1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2586038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发回自己的接收就绪 ACK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5A6374-4DFA-455F-9B77-A4B4162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2433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0DC363-E44E-4AD2-B5C4-1B838F7B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2433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92" idx="1"/>
            <a:endCxn xmlns:a="http://schemas.openxmlformats.org/drawingml/2006/main" id="93" idx="3"/>
          </p:cNvCxnSpPr>
          <p:nvPr/>
        </p:nvCxnSpPr>
        <p:spPr>
          <a:xfrm xmlns:a="http://schemas.openxmlformats.org/drawingml/2006/main" flipH="1">
            <a:off x="8294721" y="2434115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5" name="到达通知满足本端 Wait">
            <a:extLst xmlns:a="http://schemas.openxmlformats.org/drawingml/2006/main">
              <a:ext uri="{FF2B5EF4-FFF2-40B4-BE49-F238E27FC236}">
                <a16:creationId xmlns:a16="http://schemas.microsoft.com/office/drawing/2014/main" id="{B6AF0982-F640-4D84-9286-FEEB71F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2243138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到达通知满足本端 Wait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D5908C-4022-4695-82FD-679C861C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7" name="C">
            <a:extLst xmlns:a="http://schemas.openxmlformats.org/drawingml/2006/main">
              <a:ext uri="{FF2B5EF4-FFF2-40B4-BE49-F238E27FC236}">
                <a16:creationId xmlns:a16="http://schemas.microsoft.com/office/drawing/2014/main" id="{555E8F21-F767-4F43-8FFE-23099AC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883C1E-C0F0-468F-8D90-AE5C90F4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99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0DE251D4-6B28-48C2-9F73-CDC35E8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00" name="安排非零 slice 的远端写">
            <a:extLst xmlns:a="http://schemas.openxmlformats.org/drawingml/2006/main">
              <a:ext uri="{FF2B5EF4-FFF2-40B4-BE49-F238E27FC236}">
                <a16:creationId xmlns:a16="http://schemas.microsoft.com/office/drawing/2014/main" id="{60B4B9A8-049B-4A1E-99B2-13827A19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安排非零 slice 的远端写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9AA80A-D058-46CC-8CD9-3B65E54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000375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2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01CAF7FF-178C-4D45-B4CD-DDA1062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019425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03" name="sendChannel：sendBuf[2] → 对端 CCL，8 字节">
            <a:extLst xmlns:a="http://schemas.openxmlformats.org/drawingml/2006/main">
              <a:ext uri="{FF2B5EF4-FFF2-40B4-BE49-F238E27FC236}">
                <a16:creationId xmlns:a16="http://schemas.microsoft.com/office/drawing/2014/main" id="{5E5F4A32-63C0-449A-B00F-CAA6576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181350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sendChannel：sendBuf[2] → 对端 CCL，8 字节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B0C054-7F67-4611-85C6-213B806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32932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C1E6BE-1735-4052-AC1E-BF94F81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2932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3994873" y="3293746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7" name="CCL 收到 Rank 0 的 [2,3]">
            <a:extLst xmlns:a="http://schemas.openxmlformats.org/drawingml/2006/main">
              <a:ext uri="{FF2B5EF4-FFF2-40B4-BE49-F238E27FC236}">
                <a16:creationId xmlns:a16="http://schemas.microsoft.com/office/drawing/2014/main" id="{E068AC2A-C6AA-4AD1-8828-39E77BC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3352800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CCL 收到 Rank 0 的 [2,3]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CFFC166-AE69-45EF-8310-725F2236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3E22C1-DC16-482B-ACFC-B3B2F23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8294721" y="3200877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1" name="用户字节流向">
            <a:extLst xmlns:a="http://schemas.openxmlformats.org/drawingml/2006/main">
              <a:ext uri="{FF2B5EF4-FFF2-40B4-BE49-F238E27FC236}">
                <a16:creationId xmlns:a16="http://schemas.microsoft.com/office/drawing/2014/main" id="{C5BD0E8B-657F-463E-B9F5-55A22DF2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3009900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用户字节流向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263EAD-F5A2-4DEA-BC8E-8176065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3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D">
            <a:extLst xmlns:a="http://schemas.openxmlformats.org/drawingml/2006/main">
              <a:ext uri="{FF2B5EF4-FFF2-40B4-BE49-F238E27FC236}">
                <a16:creationId xmlns:a16="http://schemas.microsoft.com/office/drawing/2014/main" id="{FA9F19DB-7364-4F09-BACB-371816F0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3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2FCED2-A063-4926-BE0D-8F6ED26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33813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15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C6F8A2C3-16A5-4CDF-9E3A-5EE266A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1913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16" name="安排数据阶段完成通知">
            <a:extLst xmlns:a="http://schemas.openxmlformats.org/drawingml/2006/main">
              <a:ext uri="{FF2B5EF4-FFF2-40B4-BE49-F238E27FC236}">
                <a16:creationId xmlns:a16="http://schemas.microsoft.com/office/drawing/2014/main" id="{7EB23D05-F45C-42D8-A50B-1B948AB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9088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安排数据阶段完成通知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73367A-D98D-4B44-BC0D-77B2B39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767138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D7885A2B-38BB-4467-844E-932F7A87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786188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19" name="sendChannel / DATA_SIGNAL：通知本端写阶段完成">
            <a:extLst xmlns:a="http://schemas.openxmlformats.org/drawingml/2006/main">
              <a:ext uri="{FF2B5EF4-FFF2-40B4-BE49-F238E27FC236}">
                <a16:creationId xmlns:a16="http://schemas.microsoft.com/office/drawing/2014/main" id="{4A818E4C-722C-4A80-8A42-6C24C812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948113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 / DATA_SIGNAL：通知本端写阶段完成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B3901B-B4A1-4503-8379-0377465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40600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47D91A-0D08-411C-B7F4-B4EB542D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0600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3994873" y="4060508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3" name="获知 Rank 0 → Rank 1 的写阶段完成">
            <a:extLst xmlns:a="http://schemas.openxmlformats.org/drawingml/2006/main">
              <a:ext uri="{FF2B5EF4-FFF2-40B4-BE49-F238E27FC236}">
                <a16:creationId xmlns:a16="http://schemas.microsoft.com/office/drawing/2014/main" id="{1E76D143-E81D-4E83-BE46-531AC80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4119563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获知 Rank 0 → Rank 1 的写阶段完成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70EE05D-CC2E-4248-B337-7AFC012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39671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56020FA-3820-42FD-85C9-3B4D0831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39671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8294721" y="3967640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7" name="通知方向">
            <a:extLst xmlns:a="http://schemas.openxmlformats.org/drawingml/2006/main">
              <a:ext uri="{FF2B5EF4-FFF2-40B4-BE49-F238E27FC236}">
                <a16:creationId xmlns:a16="http://schemas.microsoft.com/office/drawing/2014/main" id="{3B010E46-D14F-4097-94B9-3E54709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3776663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通知方向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7E00245-6744-4424-9351-B8F78623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00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9" name="E">
            <a:extLst xmlns:a="http://schemas.openxmlformats.org/drawingml/2006/main">
              <a:ext uri="{FF2B5EF4-FFF2-40B4-BE49-F238E27FC236}">
                <a16:creationId xmlns:a16="http://schemas.microsoft.com/office/drawing/2014/main" id="{D3BD7BE3-D196-4B7C-996C-5649C83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00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14E7F9-A275-4D4E-9AF6-EF419E54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00575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3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5DBB90DB-5471-4F51-B91D-2DDF730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32" name="等对端的反向发送完成">
            <a:extLst xmlns:a="http://schemas.openxmlformats.org/drawingml/2006/main">
              <a:ext uri="{FF2B5EF4-FFF2-40B4-BE49-F238E27FC236}">
                <a16:creationId xmlns:a16="http://schemas.microsoft.com/office/drawing/2014/main" id="{82968379-7BA6-44CE-978A-A9B3F98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等对端的反向发送完成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414053E-2A28-44CC-91E4-BE1C329B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533900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4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55DA4534-5992-48BC-95DE-6B0F8AB9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4552950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135" name="recvChannel / DATA_SIGNAL：等反向数据阶段完成">
            <a:extLst xmlns:a="http://schemas.openxmlformats.org/drawingml/2006/main">
              <a:ext uri="{FF2B5EF4-FFF2-40B4-BE49-F238E27FC236}">
                <a16:creationId xmlns:a16="http://schemas.microsoft.com/office/drawing/2014/main" id="{2A055B57-3C78-4EB7-9CF5-44E19AC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4714875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recvChannel / DATA_SIGNAL：等反向数据阶段完成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F13C670-43C1-4F4A-BC2A-1268627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48267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AC76AC1-E219-4DD7-A98D-656182D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8267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3994873" y="4827271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9" name="[10,11] 已写向 Rank 0；发完成通知">
            <a:extLst xmlns:a="http://schemas.openxmlformats.org/drawingml/2006/main">
              <a:ext uri="{FF2B5EF4-FFF2-40B4-BE49-F238E27FC236}">
                <a16:creationId xmlns:a16="http://schemas.microsoft.com/office/drawing/2014/main" id="{D9D40D0C-C3CB-4510-B67C-18B47BF8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4886325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[10,11] 已写向 Rank 0；发完成通知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FB3C2DC-9BAC-45D0-984D-95A4126A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6C3474-5881-4AFF-A9D5-5007C68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140" idx="1"/>
            <a:endCxn xmlns:a="http://schemas.openxmlformats.org/drawingml/2006/main" id="141" idx="3"/>
          </p:cNvCxnSpPr>
          <p:nvPr/>
        </p:nvCxnSpPr>
        <p:spPr>
          <a:xfrm xmlns:a="http://schemas.openxmlformats.org/drawingml/2006/main" flipH="1">
            <a:off x="8294721" y="4734402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3" name="到达通知满足本端 Wait">
            <a:extLst xmlns:a="http://schemas.openxmlformats.org/drawingml/2006/main">
              <a:ext uri="{FF2B5EF4-FFF2-40B4-BE49-F238E27FC236}">
                <a16:creationId xmlns:a16="http://schemas.microsoft.com/office/drawing/2014/main" id="{AFE579E5-D9E6-4D78-8DCD-42D05BFC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4543425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到达通知满足本端 Wait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8F54CFE-5C11-4DAC-97C0-82CC6330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7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5" name="F">
            <a:extLst xmlns:a="http://schemas.openxmlformats.org/drawingml/2006/main">
              <a:ext uri="{FF2B5EF4-FFF2-40B4-BE49-F238E27FC236}">
                <a16:creationId xmlns:a16="http://schemas.microsoft.com/office/drawing/2014/main" id="{584623A4-7D30-4B37-8C63-7E4BD57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7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F1DE0D7-FDF5-4832-B3D9-8C59D9ED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67338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47" name="PostCopy">
            <a:extLst xmlns:a="http://schemas.openxmlformats.org/drawingml/2006/main">
              <a:ext uri="{FF2B5EF4-FFF2-40B4-BE49-F238E27FC236}">
                <a16:creationId xmlns:a16="http://schemas.microsoft.com/office/drawing/2014/main" id="{98BD338E-FDFB-49D3-A748-FC55621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5438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148" name="在模板外层安排接收后拷贝">
            <a:extLst xmlns:a="http://schemas.openxmlformats.org/drawingml/2006/main">
              <a:ext uri="{FF2B5EF4-FFF2-40B4-BE49-F238E27FC236}">
                <a16:creationId xmlns:a16="http://schemas.microsoft.com/office/drawing/2014/main" id="{D34349B1-2543-4487-99B1-9809423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62613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在模板外层安排接收后拷贝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5BE0E46-8ED1-460A-BA57-001E69E9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5300663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20942BE8-10C3-41C8-A8E0-D68921CD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5319713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51" name="PostCopy：本地 CCL 的 [10,11] → recvBuf[2]">
            <a:extLst xmlns:a="http://schemas.openxmlformats.org/drawingml/2006/main">
              <a:ext uri="{FF2B5EF4-FFF2-40B4-BE49-F238E27FC236}">
                <a16:creationId xmlns:a16="http://schemas.microsoft.com/office/drawing/2014/main" id="{278F9193-B422-4E47-8314-300B3D45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5481638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PostCopy：本地 CCL 的 [10,11] → recvBuf[2]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D09C0B9-1BB1-4197-8A97-E07A0B7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55935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ED5A91-7AAB-4AEE-919C-56E1A608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55935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3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3994873" y="5594033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5" name="本端自己完成后拷贝；不发远端请求">
            <a:extLst xmlns:a="http://schemas.openxmlformats.org/drawingml/2006/main">
              <a:ext uri="{FF2B5EF4-FFF2-40B4-BE49-F238E27FC236}">
                <a16:creationId xmlns:a16="http://schemas.microsoft.com/office/drawing/2014/main" id="{CE690663-93C2-46F3-8AD8-E8C54FED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5653088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本端自己完成后拷贝；不发远端请求</a:t>
            </a:r>
          </a:p>
        </p:txBody>
      </p:sp>
      <p:sp>
        <p:nvSpPr>
          <p:cNvPr id="156" name="本地动作，无跨 Rank 箭头">
            <a:extLst xmlns:a="http://schemas.openxmlformats.org/drawingml/2006/main">
              <a:ext uri="{FF2B5EF4-FFF2-40B4-BE49-F238E27FC236}">
                <a16:creationId xmlns:a16="http://schemas.microsoft.com/office/drawing/2014/main" id="{7B45AFFE-5D01-44AE-8869-65D3B99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5310188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本地动作，无跨 Rank 箭头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75920E1-8301-4AFC-A117-611F7E9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8" name="A–E 位于 SendRecvWrite；F 由外层 PostCopy 调用。Wait 是本端等待通知，不是向对端发送一条请求。">
            <a:extLst xmlns:a="http://schemas.openxmlformats.org/drawingml/2006/main">
              <a:ext uri="{FF2B5EF4-FFF2-40B4-BE49-F238E27FC236}">
                <a16:creationId xmlns:a16="http://schemas.microsoft.com/office/drawing/2014/main" id="{00F3ABFC-551F-4698-AABF-ABFAC57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A–E 位于 SendRecvWrite；F 由外层 PostCopy 调用。Wait 是本端等待通知，不是向对端发送一条请求。</a:t>
            </a:r>
          </a:p>
        </p:txBody>
      </p:sp>
      <p:sp>
        <p:nvSpPr>
          <p:cNvPr id="159" name="黑线：调用 / 用户字节；红虚线：通知依赖。对端同样执行自己的发送与接收，两端可以并行。">
            <a:extLst xmlns:a="http://schemas.openxmlformats.org/drawingml/2006/main">
              <a:ext uri="{FF2B5EF4-FFF2-40B4-BE49-F238E27FC236}">
                <a16:creationId xmlns:a16="http://schemas.microsoft.com/office/drawing/2014/main" id="{C4CF7297-699E-41A6-81D6-A32A477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黑线：调用 / 用户字节；红虚线：通知依赖。对端同样执行自己的发送与接收，两端可以并行。</a:t>
            </a:r>
          </a:p>
        </p:txBody>
      </p:sp>
    </p:spTree>
    <p:extLst>
      <p:ext uri="{BB962C8B-B14F-4D97-AF65-F5344CB8AC3E}">
        <p14:creationId xmlns:p14="http://schemas.microsoft.com/office/powerpoint/2010/main" val="1894854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11  字节怎样落位：Write 内部与接收后拷贝">
            <a:extLst xmlns:a="http://schemas.openxmlformats.org/drawingml/2006/main">
              <a:ext uri="{FF2B5EF4-FFF2-40B4-BE49-F238E27FC236}">
                <a16:creationId xmlns:a16="http://schemas.microsoft.com/office/drawing/2014/main" id="{610C7BF5-A7F7-4294-825B-606B86FC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  字节怎样落位：Write 内部与接收后拷贝</a:t>
            </a:r>
          </a:p>
        </p:txBody>
      </p:sp>
      <p:sp>
        <p:nvSpPr>
          <p:cNvPr id="2" name="以 Rank 0 为本端：向 Rank 1 发 [2,3]；从 Rank 1 收 [10,11]。都是每对 2 个 FP32、8 字节。">
            <a:extLst xmlns:a="http://schemas.openxmlformats.org/drawingml/2006/main">
              <a:ext uri="{FF2B5EF4-FFF2-40B4-BE49-F238E27FC236}">
                <a16:creationId xmlns:a16="http://schemas.microsoft.com/office/drawing/2014/main" id="{532692D2-7EDA-4571-BB9C-7F2E98D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以 Rank 0 为本端：向 Rank 1 发 [2,3]；从 Rank 1 收 [10,11]。都是每对 2 个 FP32、8 字节。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9D51D975-44FB-4AC9-89AF-10C3E7FB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34604-E115-4755-B25B-163882EC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59661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4A0E-8EC4-4F71-B6DC-66839C1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5966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Mesh">
            <a:extLst xmlns:a="http://schemas.openxmlformats.org/drawingml/2006/main">
              <a:ext uri="{FF2B5EF4-FFF2-40B4-BE49-F238E27FC236}">
                <a16:creationId xmlns:a16="http://schemas.microsoft.com/office/drawing/2014/main" id="{5AEB7CA2-209B-4D6B-9BB2-FF15B8F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0136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Mesh</a:t>
            </a:r>
          </a:p>
        </p:txBody>
      </p:sp>
      <p:sp>
        <p:nvSpPr>
          <p:cNvPr id="7" name="计算分片地址 / 调用包装">
            <a:extLst xmlns:a="http://schemas.openxmlformats.org/drawingml/2006/main">
              <a:ext uri="{FF2B5EF4-FFF2-40B4-BE49-F238E27FC236}">
                <a16:creationId xmlns:a16="http://schemas.microsoft.com/office/drawing/2014/main" id="{C8BF0270-75D6-4876-B4F7-3A2A5AA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52041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计算分片地址 / 调用包装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3BB2A-43FA-4187-959F-31C052C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61297-9639-40F5-AF57-F9598AE8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411D0-C213-4A26-8701-4F160D1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88655-D7E4-49DD-8CC5-775B49B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2746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07BE0-8215-41F4-984D-7B68C8A6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009650"/>
            <a:ext cx="359661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F4952-634E-4C8A-B4CC-5950189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009650"/>
            <a:ext cx="35966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 · C 接口">
            <a:extLst xmlns:a="http://schemas.openxmlformats.org/drawingml/2006/main">
              <a:ext uri="{FF2B5EF4-FFF2-40B4-BE49-F238E27FC236}">
                <a16:creationId xmlns:a16="http://schemas.microsoft.com/office/drawing/2014/main" id="{31424810-C581-480D-AA55-456D8811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15" y="1028700"/>
            <a:ext cx="350136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C 接口</a:t>
            </a:r>
          </a:p>
        </p:txBody>
      </p:sp>
      <p:sp>
        <p:nvSpPr>
          <p:cNvPr id="17" name="句柄适配 / 批处理登记">
            <a:extLst xmlns:a="http://schemas.openxmlformats.org/drawingml/2006/main">
              <a:ext uri="{FF2B5EF4-FFF2-40B4-BE49-F238E27FC236}">
                <a16:creationId xmlns:a16="http://schemas.microsoft.com/office/drawing/2014/main" id="{DFE2EE47-171C-4AEF-A478-AAE5FF73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90" y="1219200"/>
            <a:ext cx="352041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句柄适配 / 批处理登记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20C30-DFA9-4F65-8111-86BB1A8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7B28D-D422-412F-A544-6E83AEC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42576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0312E-5435-4249-9ECF-AC7CF89B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2E8B1-01CE-4E9F-A7BF-123726D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2407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5EB08-43BE-4633-BC9E-B28DF829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009650"/>
            <a:ext cx="3884344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88D48-E1C4-4157-A069-AF53B37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009650"/>
            <a:ext cx="388434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 · 内部">
            <a:extLst xmlns:a="http://schemas.openxmlformats.org/drawingml/2006/main">
              <a:ext uri="{FF2B5EF4-FFF2-40B4-BE49-F238E27FC236}">
                <a16:creationId xmlns:a16="http://schemas.microsoft.com/office/drawing/2014/main" id="{CEB91121-B0D2-4A02-BDDC-2C79BA2C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531" y="1028700"/>
            <a:ext cx="378909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内部</a:t>
            </a:r>
          </a:p>
        </p:txBody>
      </p:sp>
      <p:sp>
        <p:nvSpPr>
          <p:cNvPr id="27" name="Thread / 传输实现">
            <a:extLst xmlns:a="http://schemas.openxmlformats.org/drawingml/2006/main">
              <a:ext uri="{FF2B5EF4-FFF2-40B4-BE49-F238E27FC236}">
                <a16:creationId xmlns:a16="http://schemas.microsoft.com/office/drawing/2014/main" id="{1253379D-E576-41DE-A243-A837E2D3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006" y="1219200"/>
            <a:ext cx="3808144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Thread / 传输实现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D699C-758C-401D-8A7A-F40017BC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AAAB2-1993-461F-809B-90F96E2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022383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66CE29-7870-4B06-836A-85A6F427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7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3CA00-65EA-4491-B141-CCBC84D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7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96455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ED7207-EED3-47DD-BC4F-6A23963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8F895-2711-4584-8437-8D315D6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E6C28D-B76C-413E-B17B-0DCCCCB7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5DF2D-7A5E-48EB-A98A-22C19E8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BBD7CD-8EEC-4385-9FE1-54345DA6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E6CDB7-4CB6-49D9-A12A-7E1A567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55B11-59C5-4F74-9AE3-B0C843A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DB2C42-267D-4324-B134-E3CB4826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EB44E3-D6A4-414D-8A7D-56535E1B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FFAA8E-412C-4376-B9F1-6DC4514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78D450-5C2C-4938-BF29-0F9DA6C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97A839-EF28-4C8D-ACE5-4B352E3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D21F4F-E8F4-4426-9D45-E725C53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5CDBDC-8F20-4162-9BAD-7BBAA62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EBC1B6-A10C-4506-887D-B1D868B4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2C8E74-F974-4D07-8A92-0FAB6E76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1EAD05-ED06-4266-B6DF-4F7743F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320712-6DCA-42FD-A13D-34DA6AA8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FF1D27-8FB0-4821-86F1-8E1B98EB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EB86C8-2503-4783-A6D7-CD162B38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15D873-CF52-4C7D-8DA7-CD17EB21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229A0A-2251-4DAD-BEC6-B97D21F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顺序">
            <a:extLst xmlns:a="http://schemas.openxmlformats.org/drawingml/2006/main">
              <a:ext uri="{FF2B5EF4-FFF2-40B4-BE49-F238E27FC236}">
                <a16:creationId xmlns:a16="http://schemas.microsoft.com/office/drawing/2014/main" id="{A8044011-B34A-4018-8155-961DA2D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00E0D8-175A-483C-B5AA-0C748E0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F880B5-0656-4CA5-BD59-BF4D6D4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A63ACF-011A-4875-948C-455545A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72CDF9-0BC4-4CAC-A90C-138389E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7C4013AA-A106-4335-8FF1-8159080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2DC93749-DCDC-4DEF-B32E-04CB92BF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3C32AE-3A5B-421D-A5E9-258BA2A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1">
            <a:extLst xmlns:a="http://schemas.openxmlformats.org/drawingml/2006/main">
              <a:ext uri="{FF2B5EF4-FFF2-40B4-BE49-F238E27FC236}">
                <a16:creationId xmlns:a16="http://schemas.microsoft.com/office/drawing/2014/main" id="{97E5178E-6A61-42AF-B8B8-C379D1C8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F97D30-2E28-4546-B115-F5B7395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CalcCclBuffIdx">
            <a:extLst xmlns:a="http://schemas.openxmlformats.org/drawingml/2006/main">
              <a:ext uri="{FF2B5EF4-FFF2-40B4-BE49-F238E27FC236}">
                <a16:creationId xmlns:a16="http://schemas.microsoft.com/office/drawing/2014/main" id="{8CD91B04-684A-4A08-8DC0-32939541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</a:p>
        </p:txBody>
      </p:sp>
      <p:sp>
        <p:nvSpPr>
          <p:cNvPr id="80" name="计算双方 CCL 槽位，不直接拿 Rank 当偏移">
            <a:extLst xmlns:a="http://schemas.openxmlformats.org/drawingml/2006/main">
              <a:ext uri="{FF2B5EF4-FFF2-40B4-BE49-F238E27FC236}">
                <a16:creationId xmlns:a16="http://schemas.microsoft.com/office/drawing/2014/main" id="{86C7E2D2-B780-4572-BC97-EE04827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计算双方 CCL 槽位，不直接拿 Rank 当偏移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6AF7FC-4680-4C55-9F77-3FE771F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2" name="02">
            <a:extLst xmlns:a="http://schemas.openxmlformats.org/drawingml/2006/main">
              <a:ext uri="{FF2B5EF4-FFF2-40B4-BE49-F238E27FC236}">
                <a16:creationId xmlns:a16="http://schemas.microsoft.com/office/drawing/2014/main" id="{5400E4FE-72FE-4D62-83CD-5AEDFCDE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265DA7-5328-4FC1-9343-E03926F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01190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4" name="BuildDataSlices">
            <a:extLst xmlns:a="http://schemas.openxmlformats.org/drawingml/2006/main">
              <a:ext uri="{FF2B5EF4-FFF2-40B4-BE49-F238E27FC236}">
                <a16:creationId xmlns:a16="http://schemas.microsoft.com/office/drawing/2014/main" id="{C3BEBC83-6B2D-4013-A5F3-777FE7E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0240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</a:p>
        </p:txBody>
      </p:sp>
      <p:sp>
        <p:nvSpPr>
          <p:cNvPr id="85" name="生成 src、dst、len；源为本端用户 sendBuf">
            <a:extLst xmlns:a="http://schemas.openxmlformats.org/drawingml/2006/main">
              <a:ext uri="{FF2B5EF4-FFF2-40B4-BE49-F238E27FC236}">
                <a16:creationId xmlns:a16="http://schemas.microsoft.com/office/drawing/2014/main" id="{258B6DE0-05DF-40D7-961D-A7B02DC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2165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生成 src、dst、len；源为本端用户 sendBuf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B9B97F-2312-4618-8A9C-D302D9F8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7" name="03">
            <a:extLst xmlns:a="http://schemas.openxmlformats.org/drawingml/2006/main">
              <a:ext uri="{FF2B5EF4-FFF2-40B4-BE49-F238E27FC236}">
                <a16:creationId xmlns:a16="http://schemas.microsoft.com/office/drawing/2014/main" id="{4A734783-9C68-4AA5-AD5B-2BAB238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0921B9-24DC-45C8-95DD-F74AC8B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36410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36DD682F-4483-47E6-B734-E2770BD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38315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90" name="src=sendBuf[2]；dst=Rank 1 CCL；len=8">
            <a:extLst xmlns:a="http://schemas.openxmlformats.org/drawingml/2006/main">
              <a:ext uri="{FF2B5EF4-FFF2-40B4-BE49-F238E27FC236}">
                <a16:creationId xmlns:a16="http://schemas.microsoft.com/office/drawing/2014/main" id="{BAAE0315-160E-4734-B6B2-68EB7ABC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54508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src=sendBuf[2]；dst=Rank 1 CCL；len=8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775C0C-5117-418A-BB57-1B47FBA3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584A9B5-C231-4D5E-8742-2A38737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627936" y="2562702"/>
            <a:ext cx="191165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CB8537-275C-4EA3-8919-B9A4127C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5" name="04">
            <a:extLst xmlns:a="http://schemas.openxmlformats.org/drawingml/2006/main">
              <a:ext uri="{FF2B5EF4-FFF2-40B4-BE49-F238E27FC236}">
                <a16:creationId xmlns:a16="http://schemas.microsoft.com/office/drawing/2014/main" id="{6154D7CD-1F84-4283-B9E0-2F2A4E6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AD5D65-D3DC-4226-B624-80F8C148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827020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7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8331FA92-8013-43FC-BA1E-8648EF0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846070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98" name="把 Channel 句柄还原为实际通道对象">
            <a:extLst xmlns:a="http://schemas.openxmlformats.org/drawingml/2006/main">
              <a:ext uri="{FF2B5EF4-FFF2-40B4-BE49-F238E27FC236}">
                <a16:creationId xmlns:a16="http://schemas.microsoft.com/office/drawing/2014/main" id="{D296C9DF-D190-41CB-8740-FAC08E4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007995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Channel 句柄还原为实际通道对象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7976375-E5F2-4F39-A531-5917B1DE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0" name="05">
            <a:extLst xmlns:a="http://schemas.openxmlformats.org/drawingml/2006/main">
              <a:ext uri="{FF2B5EF4-FFF2-40B4-BE49-F238E27FC236}">
                <a16:creationId xmlns:a16="http://schemas.microsoft.com/office/drawing/2014/main" id="{6CF7CBAA-A24A-4F49-9F8E-F75ED998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95E24D-9351-4816-8989-0885D24A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328993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2" name="AddThread">
            <a:extLst xmlns:a="http://schemas.openxmlformats.org/drawingml/2006/main">
              <a:ext uri="{FF2B5EF4-FFF2-40B4-BE49-F238E27FC236}">
                <a16:creationId xmlns:a16="http://schemas.microsoft.com/office/drawing/2014/main" id="{164CFCFF-D21D-4792-81A6-EB89451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30898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103" name="登记参与本批任务的通信 Thread">
            <a:extLst xmlns:a="http://schemas.openxmlformats.org/drawingml/2006/main">
              <a:ext uri="{FF2B5EF4-FFF2-40B4-BE49-F238E27FC236}">
                <a16:creationId xmlns:a16="http://schemas.microsoft.com/office/drawing/2014/main" id="{52FB4793-EC3F-4F67-9E99-10760799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47091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登记参与本批任务的通信 Thread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0133D3-A2A8-455B-A14B-3A53CF95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5" name="06">
            <a:extLst xmlns:a="http://schemas.openxmlformats.org/drawingml/2006/main">
              <a:ext uri="{FF2B5EF4-FFF2-40B4-BE49-F238E27FC236}">
                <a16:creationId xmlns:a16="http://schemas.microsoft.com/office/drawing/2014/main" id="{2D296CAE-4536-4C7C-A0C3-2174666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83E1E7-2E42-411C-A9FE-2C803876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375285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7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CAE534F5-BCA7-4DFB-BF5E-ED6FD1F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377190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108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37D2AFC1-7BC8-4548-BC3D-7874BCEE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393382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590FE8-C78A-4BB0-9FF9-0932A55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233C92-B3E3-40DF-AF0A-9FA1405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224551" y="395144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40D34D-F9ED-416D-AC17-F9B8527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07">
            <a:extLst xmlns:a="http://schemas.openxmlformats.org/drawingml/2006/main">
              <a:ext uri="{FF2B5EF4-FFF2-40B4-BE49-F238E27FC236}">
                <a16:creationId xmlns:a16="http://schemas.microsoft.com/office/drawing/2014/main" id="{06C0556A-EAEB-420E-A652-C5C82EB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3185CC-15AE-43FF-81E8-E454498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215765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5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80D8B118-89C0-42D6-A873-3221EF87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234815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116" name="BaseTransportLiteImpl：构造本地源访问描述">
            <a:extLst xmlns:a="http://schemas.openxmlformats.org/drawingml/2006/main">
              <a:ext uri="{FF2B5EF4-FFF2-40B4-BE49-F238E27FC236}">
                <a16:creationId xmlns:a16="http://schemas.microsoft.com/office/drawing/2014/main" id="{80252B39-3BE6-43BC-8CFA-8764D6C6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396740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BaseTransportLiteImpl：构造本地源访问描述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354E64F-BEE7-4CF9-B990-6082CEE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40D99A-A88D-4172-AE31-6B1A23E9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6224551" y="4414362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ECE691-3763-4A6C-8529-F0A63D81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08">
            <a:extLst xmlns:a="http://schemas.openxmlformats.org/drawingml/2006/main">
              <a:ext uri="{FF2B5EF4-FFF2-40B4-BE49-F238E27FC236}">
                <a16:creationId xmlns:a16="http://schemas.microsoft.com/office/drawing/2014/main" id="{7DBE7502-AE8B-4926-A0A8-E9519103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04C868B-9B35-4B25-9D37-E2497888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67868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399CC4D1-4118-4C37-9161-1B5B3D00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69773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124" name="交给选定传输实现，提交远端写任务">
            <a:extLst xmlns:a="http://schemas.openxmlformats.org/drawingml/2006/main">
              <a:ext uri="{FF2B5EF4-FFF2-40B4-BE49-F238E27FC236}">
                <a16:creationId xmlns:a16="http://schemas.microsoft.com/office/drawing/2014/main" id="{462A152A-FD9B-492F-A373-F66B1AD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85965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交给选定传输实现，提交远端写任务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81AEC3-8AED-4FED-B608-A103DD29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4D3955-9328-429D-9641-B8FFF93E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6224551" y="487727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C20FAF-B87E-4E8A-B83C-8D97762A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9" name="09">
            <a:extLst xmlns:a="http://schemas.openxmlformats.org/drawingml/2006/main">
              <a:ext uri="{FF2B5EF4-FFF2-40B4-BE49-F238E27FC236}">
                <a16:creationId xmlns:a16="http://schemas.microsoft.com/office/drawing/2014/main" id="{EADD5342-C22D-4FA0-AEBA-4DAF9DF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EC5338F-B639-44D7-BCEA-139ED5B3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514159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1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8F831350-0E59-4341-B141-5DAEBA4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516064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32" name="反向接收完成后：本地 CCL → recvBuf[2]">
            <a:extLst xmlns:a="http://schemas.openxmlformats.org/drawingml/2006/main">
              <a:ext uri="{FF2B5EF4-FFF2-40B4-BE49-F238E27FC236}">
                <a16:creationId xmlns:a16="http://schemas.microsoft.com/office/drawing/2014/main" id="{767E2E80-1FBE-40C2-B5D6-4245F9C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532257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反向接收完成后：本地 CCL → recvBuf[2]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6BA486A-5ED4-4A77-B6BE-7B186FDF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ED7E6DE-B4CF-44E5-8B54-B6B579D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2627936" y="5340192"/>
            <a:ext cx="191165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6D77830-F620-476E-992C-6481EEBB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7" name="10">
            <a:extLst xmlns:a="http://schemas.openxmlformats.org/drawingml/2006/main">
              <a:ext uri="{FF2B5EF4-FFF2-40B4-BE49-F238E27FC236}">
                <a16:creationId xmlns:a16="http://schemas.microsoft.com/office/drawing/2014/main" id="{51C8E269-C339-4C0D-B67F-BDFCC3AC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CC6BB5C-3DF6-4053-86E6-20D9B65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560451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9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0EC67F7A-F50D-4307-AA4B-4805B586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562356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40" name="在所选任务流安排 [10,11] 的本地复制">
            <a:extLst xmlns:a="http://schemas.openxmlformats.org/drawingml/2006/main">
              <a:ext uri="{FF2B5EF4-FFF2-40B4-BE49-F238E27FC236}">
                <a16:creationId xmlns:a16="http://schemas.microsoft.com/office/drawing/2014/main" id="{D7E8DB21-8414-407E-AE9E-039E7DC0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578548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在所选任务流安排 [10,11] 的本地复制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AABF7F3-C39E-443F-BF07-E361C4B8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F457D9A-C460-47BD-9088-A291BFF8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6224551" y="580310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03B86CD-0C06-4E83-8CC5-27ED46E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5" name="最终 Rank 0 recvBuf = [0,1 | 10,11 | 20,21 | 30,31]；其中 [0,1] 是 P10 的本地自分片。">
            <a:extLst xmlns:a="http://schemas.openxmlformats.org/drawingml/2006/main">
              <a:ext uri="{FF2B5EF4-FFF2-40B4-BE49-F238E27FC236}">
                <a16:creationId xmlns:a16="http://schemas.microsoft.com/office/drawing/2014/main" id="{A05EF35A-BEBB-43DF-AB4F-2EDA5F7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最终 Rank 0 recvBuf = [0,1 | 10,11 | 20,21 | 30,31]；其中 [0,1] 是 P10 的本地自分片。</a:t>
            </a:r>
          </a:p>
        </p:txBody>
      </p:sp>
      <p:sp>
        <p:nvSpPr>
          <p:cNvPr id="146" name="第9行是 PostCopy 在等到反向 DATA_SIGNAL 后触发，不是第8行 Write 返回就立刻读取接收数据。更深传输随协议而变。">
            <a:extLst xmlns:a="http://schemas.openxmlformats.org/drawingml/2006/main">
              <a:ext uri="{FF2B5EF4-FFF2-40B4-BE49-F238E27FC236}">
                <a16:creationId xmlns:a16="http://schemas.microsoft.com/office/drawing/2014/main" id="{051298CA-2E79-4A7F-87BD-8320917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第9行是 PostCopy 在等到反向 DATA_SIGNAL 后触发，不是第8行 Write 返回就立刻读取接收数据。更深传输随协议而变。</a:t>
            </a:r>
          </a:p>
        </p:txBody>
      </p:sp>
    </p:spTree>
    <p:extLst>
      <p:ext uri="{BB962C8B-B14F-4D97-AF65-F5344CB8AC3E}">
        <p14:creationId xmlns:p14="http://schemas.microsoft.com/office/powerpoint/2010/main" val="2096980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12  完成：从 Thread 汇合，最终通知放行用户流">
            <a:extLst xmlns:a="http://schemas.openxmlformats.org/drawingml/2006/main">
              <a:ext uri="{FF2B5EF4-FFF2-40B4-BE49-F238E27FC236}">
                <a16:creationId xmlns:a16="http://schemas.microsoft.com/office/drawing/2014/main" id="{D8CF71E5-75A3-4ACB-AD7C-A5D7D192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完成：从 Thread 汇合，最终通知放行用户流</a:t>
            </a:r>
          </a:p>
        </p:txBody>
      </p:sp>
      <p:sp>
        <p:nvSpPr>
          <p:cNvPr id="2" name="左至右区分“谁下发 API”“API 排了什么依赖”“上层何时能继续”，不是把主从 Thread 当成不同库。">
            <a:extLst xmlns:a="http://schemas.openxmlformats.org/drawingml/2006/main">
              <a:ext uri="{FF2B5EF4-FFF2-40B4-BE49-F238E27FC236}">
                <a16:creationId xmlns:a16="http://schemas.microsoft.com/office/drawing/2014/main" id="{F5BB005B-F562-48BD-894F-573C084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左至右区分“谁下发 API”“API 排了什么依赖”“上层何时能继续”，不是把主从 Thread 当成不同库。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E1A57417-450B-4580-B7A2-220C6B5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0334D-34F2-4FB8-BF10-BFDBB3DA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20123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C83DD-CF18-42DF-94F5-E4704DBE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2012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">
            <a:extLst xmlns:a="http://schemas.openxmlformats.org/drawingml/2006/main">
              <a:ext uri="{FF2B5EF4-FFF2-40B4-BE49-F238E27FC236}">
                <a16:creationId xmlns:a16="http://schemas.microsoft.com/office/drawing/2014/main" id="{AA3135E5-38FC-4406-8CCE-4CF91C9D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2487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7" name="当前块收尾 / Kernel 收尾">
            <a:extLst xmlns:a="http://schemas.openxmlformats.org/drawingml/2006/main">
              <a:ext uri="{FF2B5EF4-FFF2-40B4-BE49-F238E27FC236}">
                <a16:creationId xmlns:a16="http://schemas.microsoft.com/office/drawing/2014/main" id="{B46FB9F9-6980-476C-8665-9711A7B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54392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当前块收尾 / Kernel 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B2AC1-3650-4BD3-8E6E-7DE518C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E12E1-030B-4676-B7A3-5F5E943D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0E673-F605-45F9-BD54-5D42044B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F538D-6C0C-4011-813B-015BFEC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3921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6364F-7B63-48FE-97E2-9CEADB3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009650"/>
            <a:ext cx="4199342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ED3BA-8CB1-4F96-B6B4-AB33CE3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009650"/>
            <a:ext cx="419934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8864CB2F-F03F-4A59-ACD5-778B65DD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423" y="1028700"/>
            <a:ext cx="4104092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7" name="同步控制 / 执行控制">
            <a:extLst xmlns:a="http://schemas.openxmlformats.org/drawingml/2006/main">
              <a:ext uri="{FF2B5EF4-FFF2-40B4-BE49-F238E27FC236}">
                <a16:creationId xmlns:a16="http://schemas.microsoft.com/office/drawing/2014/main" id="{796719EF-B65C-42CF-9C9D-7016BE0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898" y="1219200"/>
            <a:ext cx="4123142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执行控制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E3326-E436-4B35-A012-845F836C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823F8-F11A-402C-B8B3-FFD79EA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44927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434A4-74E8-42D6-AC79-ED3AAB4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28DD4-171D-4562-9FBA-2A554986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5489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C8C60-BC7D-43AF-A2A5-0E84ACBA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009650"/>
            <a:ext cx="32581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F5CE9-9A52-4CE9-BE7C-3E1907BD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009650"/>
            <a:ext cx="32581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用户 stream / Thread">
            <a:extLst xmlns:a="http://schemas.openxmlformats.org/drawingml/2006/main">
              <a:ext uri="{FF2B5EF4-FFF2-40B4-BE49-F238E27FC236}">
                <a16:creationId xmlns:a16="http://schemas.microsoft.com/office/drawing/2014/main" id="{724DC5B9-36A8-415E-8D10-E2D9136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65" y="1028700"/>
            <a:ext cx="31628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 stream / Thread</a:t>
            </a:r>
          </a:p>
        </p:txBody>
      </p:sp>
      <p:sp>
        <p:nvSpPr>
          <p:cNvPr id="27" name="P8 已排入完成 Wait">
            <a:extLst xmlns:a="http://schemas.openxmlformats.org/drawingml/2006/main">
              <a:ext uri="{FF2B5EF4-FFF2-40B4-BE49-F238E27FC236}">
                <a16:creationId xmlns:a16="http://schemas.microsoft.com/office/drawing/2014/main" id="{0C89586C-F312-4695-A0BE-0B62383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240" y="1219200"/>
            <a:ext cx="31819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P8 已排入完成 Wait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5DD6E-E057-4D59-BC6C-B6E1D88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1FA35-DA2D-4D3A-9F05-DACCE48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64861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0C7580-0653-49C4-AC5A-B0C60117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9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87FC9D-C65D-4F79-898F-A7B0F78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9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27767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7BCB1E-6579-4BAA-A07B-D05CAE5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A1D29-659E-499A-9D28-91FC574B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AF80C-8CB4-46A6-8C51-4170276B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7AC4C-74DD-4DF4-9E4A-6AEBE9CF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0D4D9-B633-48E0-B642-DB1451A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0F13C-2606-41FE-BA9D-96F92F8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36DD0-693F-4484-8A93-4269F36B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94FCF-FF3C-4E6B-8E22-A79579C9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C50E1-575B-453A-9500-11E16B2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604EFD-ACC2-4F33-A1BC-36B5D61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2C55A4-4F86-4F16-AF49-70E9EB58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2C7FD4-585F-4325-B7DE-71B39D7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76BB5B-79B0-4235-9D38-8996FF7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772FBC-1F1C-4AA8-B60E-F8180221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EBF9DB-D740-46F1-96DE-0B746D1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D1F171-7443-48C3-88F8-BD7C4B9F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DF181C-E94E-45DB-BA5A-97C5638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0BB036-F878-475F-B55C-8E08212A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E4016F-619B-48FB-85AD-093E00DB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76392F-F5A4-4DD8-BD8C-FCFDA28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AABF40-FA7E-4B8A-9829-94B2E7E6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B68112-3BA0-4AD2-AAFD-A25FE7E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顺序">
            <a:extLst xmlns:a="http://schemas.openxmlformats.org/drawingml/2006/main">
              <a:ext uri="{FF2B5EF4-FFF2-40B4-BE49-F238E27FC236}">
                <a16:creationId xmlns:a16="http://schemas.microsoft.com/office/drawing/2014/main" id="{A852D36D-2B5F-458A-9D0D-32433D4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570043-0D4A-472B-B9A2-C83D278C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A11D49-8373-4B03-852B-ACF700BC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CF6F1C-3FDD-4329-B827-CDBF4D7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1D9DC9-5B66-441F-BE2E-51BB6BE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E51BF97F-16FD-409F-9194-A610FA2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1E7F4954-815B-4634-BE7C-0DB5677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4D89F5-6000-46EE-BD0B-788947D9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1">
            <a:extLst xmlns:a="http://schemas.openxmlformats.org/drawingml/2006/main">
              <a:ext uri="{FF2B5EF4-FFF2-40B4-BE49-F238E27FC236}">
                <a16:creationId xmlns:a16="http://schemas.microsoft.com/office/drawing/2014/main" id="{9EBDA1D3-DC5A-45D8-88D9-408402C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F63878-BA3B-47B8-8481-34DC478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391523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237F1758-3957-4B88-ABF8-F500ACDF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2581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80" name="有从 Thread 时，组织当前数据块的汇合">
            <a:extLst xmlns:a="http://schemas.openxmlformats.org/drawingml/2006/main">
              <a:ext uri="{FF2B5EF4-FFF2-40B4-BE49-F238E27FC236}">
                <a16:creationId xmlns:a16="http://schemas.microsoft.com/office/drawing/2014/main" id="{03221DD5-5165-4324-89DE-5123E75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25817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有从 Thread 时，组织当前数据块的汇合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9A1BCE-C90A-4B5B-982D-5302EC2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2" name="02">
            <a:extLst xmlns:a="http://schemas.openxmlformats.org/drawingml/2006/main">
              <a:ext uri="{FF2B5EF4-FFF2-40B4-BE49-F238E27FC236}">
                <a16:creationId xmlns:a16="http://schemas.microsoft.com/office/drawing/2014/main" id="{7F0029A7-E854-4583-8D2C-D23D82F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0C171E-5E02-465A-B0F7-9CA5276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1901190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6FAB7E-82F9-4ECD-8699-176DA23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1920240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5" name="先在主 Thread 排入：等参与的从 Thread">
            <a:extLst xmlns:a="http://schemas.openxmlformats.org/drawingml/2006/main">
              <a:ext uri="{FF2B5EF4-FFF2-40B4-BE49-F238E27FC236}">
                <a16:creationId xmlns:a16="http://schemas.microsoft.com/office/drawing/2014/main" id="{00F379CE-5817-4352-AC3D-4F71BAF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082165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先在主 Thread 排入：等参与的从 Thread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6C0794-50AF-48AF-AC97-3007A5B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3B728C-3784-40AB-97E2-30742C92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639689" y="2099787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8776B6-F550-4433-8110-E33E2B2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3">
            <a:extLst xmlns:a="http://schemas.openxmlformats.org/drawingml/2006/main">
              <a:ext uri="{FF2B5EF4-FFF2-40B4-BE49-F238E27FC236}">
                <a16:creationId xmlns:a16="http://schemas.microsoft.com/office/drawing/2014/main" id="{1553951A-85C0-4427-9854-D24285F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CB9131-B932-4514-8C4A-9FF338C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36410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C8E21484-DC1B-46EA-AAD0-E3248D1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38315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93" name="再在从 Thread 排入：工作结束后通知主 Thread">
            <a:extLst xmlns:a="http://schemas.openxmlformats.org/drawingml/2006/main">
              <a:ext uri="{FF2B5EF4-FFF2-40B4-BE49-F238E27FC236}">
                <a16:creationId xmlns:a16="http://schemas.microsoft.com/office/drawing/2014/main" id="{1D2C0A71-DE0E-4B9A-BB35-1946348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54508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再在从 Thread 排入：工作结束后通知主 Thread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BF4F16-6838-4286-9185-8930339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5435B02-C863-43EB-8677-EFDBE8A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2639689" y="2562702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51250B-F1F2-4BB3-AB4A-237AA880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4">
            <a:extLst xmlns:a="http://schemas.openxmlformats.org/drawingml/2006/main">
              <a:ext uri="{FF2B5EF4-FFF2-40B4-BE49-F238E27FC236}">
                <a16:creationId xmlns:a16="http://schemas.microsoft.com/office/drawing/2014/main" id="{BE0D4963-206E-46CF-A5C2-2EA6EEF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802E0E-5F78-49F8-B929-46D228F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3391523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31553D1C-B579-446B-A089-FE454E5A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32581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101" name="还有下一块就继续；所有块编排后才退出">
            <a:extLst xmlns:a="http://schemas.openxmlformats.org/drawingml/2006/main">
              <a:ext uri="{FF2B5EF4-FFF2-40B4-BE49-F238E27FC236}">
                <a16:creationId xmlns:a16="http://schemas.microsoft.com/office/drawing/2014/main" id="{996CF3DF-F550-4B21-8B56-6465CBD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325817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还有下一块就继续；所有块编排后才退出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1B3BD9-851B-44F3-9FC1-44562E3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5">
            <a:extLst xmlns:a="http://schemas.openxmlformats.org/drawingml/2006/main">
              <a:ext uri="{FF2B5EF4-FFF2-40B4-BE49-F238E27FC236}">
                <a16:creationId xmlns:a16="http://schemas.microsoft.com/office/drawing/2014/main" id="{67A0D494-A316-4A18-8BBD-8786B3A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4C4CB5-B409-4A06-8321-697FFFA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28993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080862D3-DC43-4135-99BC-AA245FDE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30898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06" name="设备主 Thread 排算子完成通知；目标为用户 Thread">
            <a:extLst xmlns:a="http://schemas.openxmlformats.org/drawingml/2006/main">
              <a:ext uri="{FF2B5EF4-FFF2-40B4-BE49-F238E27FC236}">
                <a16:creationId xmlns:a16="http://schemas.microsoft.com/office/drawing/2014/main" id="{7BC51411-6CE2-4CAC-AC43-C523822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47091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设备主 Thread 排算子完成通知；目标为用户 Thread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49E5F3-BD55-4BC2-AD87-E170D79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C701CD-1DE7-4644-A10E-4E56819F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639689" y="3488531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B813B38-6CA1-43F9-82C6-5E79D5DF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6">
            <a:extLst xmlns:a="http://schemas.openxmlformats.org/drawingml/2006/main">
              <a:ext uri="{FF2B5EF4-FFF2-40B4-BE49-F238E27FC236}">
                <a16:creationId xmlns:a16="http://schemas.microsoft.com/office/drawing/2014/main" id="{2BEA5514-9D76-42A0-BEF9-0C56FEB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1702F16-57E7-42A9-AD00-11F4436C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752850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97D5650B-C025-409B-A23B-4AEA8E4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771900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114" name="结束批模式，提交尚未交出的任务">
            <a:extLst xmlns:a="http://schemas.openxmlformats.org/drawingml/2006/main">
              <a:ext uri="{FF2B5EF4-FFF2-40B4-BE49-F238E27FC236}">
                <a16:creationId xmlns:a16="http://schemas.microsoft.com/office/drawing/2014/main" id="{48442629-E7F9-4D01-8B35-0F6B7DE2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933825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结束批模式，提交尚未交出的任务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97DEC44-2346-42AA-98A6-935DD03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0076D7F-0AC4-421E-9C47-CCAC44E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639689" y="3951447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771A994-1BB9-4A4D-8532-73D5FB1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E8FC170C-A930-45D6-8047-47B45080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20FC3F0-034C-469A-A88F-0653741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421576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DBC7C609-2908-4343-99F2-10AD5CE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423481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122" name="退出本次域使用保护；不销毁通信域">
            <a:extLst xmlns:a="http://schemas.openxmlformats.org/drawingml/2006/main">
              <a:ext uri="{FF2B5EF4-FFF2-40B4-BE49-F238E27FC236}">
                <a16:creationId xmlns:a16="http://schemas.microsoft.com/office/drawing/2014/main" id="{E0E8F970-A18C-498C-84D3-FE7ED385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439674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退出本次域使用保护；不销毁通信域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075590A-2A98-44BE-81C3-34C95B9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57ECB49-D62C-4F94-8FDB-58B082B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639689" y="4414362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19EB63D-D66C-4ACB-8F56-29B6702E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FC5E81F9-5EDB-44CD-8853-10A19E4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F2C42FD-80EC-4A0F-A4B5-4D1FB802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4678680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完成通知依赖被满足">
            <a:extLst xmlns:a="http://schemas.openxmlformats.org/drawingml/2006/main">
              <a:ext uri="{FF2B5EF4-FFF2-40B4-BE49-F238E27FC236}">
                <a16:creationId xmlns:a16="http://schemas.microsoft.com/office/drawing/2014/main" id="{C4694C09-97A4-4CF2-A38D-0EB9D0B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4697730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完成通知依赖被满足</a:t>
            </a:r>
          </a:p>
        </p:txBody>
      </p:sp>
      <p:sp>
        <p:nvSpPr>
          <p:cNvPr id="130" name="全程通信与汇合先完成，用户流上的 Wait 才放行">
            <a:extLst xmlns:a="http://schemas.openxmlformats.org/drawingml/2006/main">
              <a:ext uri="{FF2B5EF4-FFF2-40B4-BE49-F238E27FC236}">
                <a16:creationId xmlns:a16="http://schemas.microsoft.com/office/drawing/2014/main" id="{F484E7D9-8208-4E9D-8E99-47523A60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4859655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全程通信与汇合先完成，用户流上的 Wait 才放行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0D986EB-DBFA-48B3-A1D7-E631F3C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2F68F55-DBCB-4743-B758-55670C2B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6549422" y="4877277"/>
            <a:ext cx="22130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34" name="设备主 Thread 的最终通知">
            <a:extLst xmlns:a="http://schemas.openxmlformats.org/drawingml/2006/main">
              <a:ext uri="{FF2B5EF4-FFF2-40B4-BE49-F238E27FC236}">
                <a16:creationId xmlns:a16="http://schemas.microsoft.com/office/drawing/2014/main" id="{E1BA79BD-9F6A-43FB-A9BD-AC3759A7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94" y="4695825"/>
            <a:ext cx="211872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设备主 Thread 的最终通知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6C19924-5053-440E-BED3-FFF77E5E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6" name="09">
            <a:extLst xmlns:a="http://schemas.openxmlformats.org/drawingml/2006/main">
              <a:ext uri="{FF2B5EF4-FFF2-40B4-BE49-F238E27FC236}">
                <a16:creationId xmlns:a16="http://schemas.microsoft.com/office/drawing/2014/main" id="{91475976-B8D5-4E69-9AFB-BCDE0C6B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B91BB1-DB5F-489D-AE49-D260E93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5141595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8" name="用户流后续任务继续">
            <a:extLst xmlns:a="http://schemas.openxmlformats.org/drawingml/2006/main">
              <a:ext uri="{FF2B5EF4-FFF2-40B4-BE49-F238E27FC236}">
                <a16:creationId xmlns:a16="http://schemas.microsoft.com/office/drawing/2014/main" id="{05D34D08-DD41-4679-8FCF-3AB828D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160645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用户流后续任务继续</a:t>
            </a:r>
          </a:p>
        </p:txBody>
      </p:sp>
      <p:sp>
        <p:nvSpPr>
          <p:cNvPr id="139" name="此后同一 stream 的任务可使用 recvBuf">
            <a:extLst xmlns:a="http://schemas.openxmlformats.org/drawingml/2006/main">
              <a:ext uri="{FF2B5EF4-FFF2-40B4-BE49-F238E27FC236}">
                <a16:creationId xmlns:a16="http://schemas.microsoft.com/office/drawing/2014/main" id="{D612DB40-7AD6-4B90-B378-8C5830E8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322570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此后同一 stream 的任务可使用 recvBuf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67C95A9-C31B-4F27-88FE-B5211FA6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1" name="10">
            <a:extLst xmlns:a="http://schemas.openxmlformats.org/drawingml/2006/main">
              <a:ext uri="{FF2B5EF4-FFF2-40B4-BE49-F238E27FC236}">
                <a16:creationId xmlns:a16="http://schemas.microsoft.com/office/drawing/2014/main" id="{A841DE1D-DB31-46B3-A221-5DCF45E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FEC7EDB-0D11-44D5-BB11-0814B577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5604510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3" name="需要 Host 读取结果时">
            <a:extLst xmlns:a="http://schemas.openxmlformats.org/drawingml/2006/main">
              <a:ext uri="{FF2B5EF4-FFF2-40B4-BE49-F238E27FC236}">
                <a16:creationId xmlns:a16="http://schemas.microsoft.com/office/drawing/2014/main" id="{273E563B-3E06-4DB3-9929-BBA3B07E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623560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需要 Host 读取结果时</a:t>
            </a:r>
          </a:p>
        </p:txBody>
      </p:sp>
      <p:sp>
        <p:nvSpPr>
          <p:cNvPr id="144" name="由上层实际的流同步机制保证；不猜具体框架 API">
            <a:extLst xmlns:a="http://schemas.openxmlformats.org/drawingml/2006/main">
              <a:ext uri="{FF2B5EF4-FFF2-40B4-BE49-F238E27FC236}">
                <a16:creationId xmlns:a16="http://schemas.microsoft.com/office/drawing/2014/main" id="{5BAAF83B-6F33-4ED7-83AE-9C4A9C9F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785485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由上层实际的流同步机制保证；不猜具体框架 API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6C4077-E15C-4693-BB9D-D396D34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API 返回 ≠ 全网完成；BatchModeEnd / ReleaseComm 返回，也不单独代表所有 Rank 的通信已经结束。">
            <a:extLst xmlns:a="http://schemas.openxmlformats.org/drawingml/2006/main">
              <a:ext uri="{FF2B5EF4-FFF2-40B4-BE49-F238E27FC236}">
                <a16:creationId xmlns:a16="http://schemas.microsoft.com/office/drawing/2014/main" id="{AFA90322-5511-4312-866B-5B677D3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API 返回 ≠ 全网完成；BatchModeEnd / ReleaseComm 返回，也不单独代表所有 Rank 的通信已经结束。</a:t>
            </a:r>
          </a:p>
        </p:txBody>
      </p:sp>
      <p:sp>
        <p:nvSpPr>
          <p:cNvPr id="147" name="主 Wait 可以先下发、从 Record 后下发；它们的设备执行依赖保证汇合。无从 Thread 时省掉主从同步。">
            <a:extLst xmlns:a="http://schemas.openxmlformats.org/drawingml/2006/main">
              <a:ext uri="{FF2B5EF4-FFF2-40B4-BE49-F238E27FC236}">
                <a16:creationId xmlns:a16="http://schemas.microsoft.com/office/drawing/2014/main" id="{B504C15B-618A-421B-BC47-43B3F68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Wait 可以先下发、从 Record 后下发；它们的设备执行依赖保证汇合。无从 Thread 时省掉主从同步。</a:t>
            </a:r>
          </a:p>
        </p:txBody>
      </p:sp>
    </p:spTree>
    <p:extLst>
      <p:ext uri="{BB962C8B-B14F-4D97-AF65-F5344CB8AC3E}">
        <p14:creationId xmlns:p14="http://schemas.microsoft.com/office/powerpoint/2010/main" val="913436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2026-09-27T13:47:09.4920000Z</dcterms:created>
  <dcterms:modified xsi:type="dcterms:W3CDTF">2026-09-27T13:47:09.4920000Z</dcterms:modified>
</coreProperties>
</file>