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56c337eb9447e" /><Relationship Type="http://schemas.openxmlformats.org/officeDocument/2006/relationships/extended-properties" Target="/docProps/app.xml" Id="Raba25a6989784830" /><Relationship Type="http://schemas.openxmlformats.org/officeDocument/2006/relationships/officeDocument" Target="/ppt/presentation.xml" Id="R1f058a27d644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2564a7e7244b9"/>
  </p:sldMasterIdLst>
  <p:notesMasterIdLst>
    <p:notesMasterId xmlns:r="http://schemas.openxmlformats.org/officeDocument/2006/relationships" r:id="R7aaac73ea5c54803"/>
  </p:notesMasterIdLst>
  <p:sldIdLst>
    <p:sldId xmlns:r="http://schemas.openxmlformats.org/officeDocument/2006/relationships" id="256" r:id="R9565ee6b12234972"/>
    <p:sldId xmlns:r="http://schemas.openxmlformats.org/officeDocument/2006/relationships" id="257" r:id="R7b45c8779ddd4806"/>
    <p:sldId xmlns:r="http://schemas.openxmlformats.org/officeDocument/2006/relationships" id="258" r:id="R06269c766c53441b"/>
    <p:sldId xmlns:r="http://schemas.openxmlformats.org/officeDocument/2006/relationships" id="259" r:id="Rdb9e924d2e5e4e83"/>
    <p:sldId xmlns:r="http://schemas.openxmlformats.org/officeDocument/2006/relationships" id="260" r:id="R8c27a2fee885422b"/>
    <p:sldId xmlns:r="http://schemas.openxmlformats.org/officeDocument/2006/relationships" id="261" r:id="R689cc909a1fd4239"/>
    <p:sldId xmlns:r="http://schemas.openxmlformats.org/officeDocument/2006/relationships" id="262" r:id="R39008e2a318e485d"/>
    <p:sldId xmlns:r="http://schemas.openxmlformats.org/officeDocument/2006/relationships" id="263" r:id="Ra6848ba5268d41b9"/>
    <p:sldId xmlns:r="http://schemas.openxmlformats.org/officeDocument/2006/relationships" id="264" r:id="R04869d0e365e4a39"/>
    <p:sldId xmlns:r="http://schemas.openxmlformats.org/officeDocument/2006/relationships" id="265" r:id="R30bbda7729ac4b7f"/>
    <p:sldId xmlns:r="http://schemas.openxmlformats.org/officeDocument/2006/relationships" id="266" r:id="R3009a6f66f0f4b55"/>
    <p:sldId xmlns:r="http://schemas.openxmlformats.org/officeDocument/2006/relationships" id="267" r:id="Rcb0d0f0e0e7845d6"/>
    <p:sldId xmlns:r="http://schemas.openxmlformats.org/officeDocument/2006/relationships" id="268" r:id="Rfdf2811df5b142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6409f094c1470f" /><Relationship Type="http://schemas.openxmlformats.org/officeDocument/2006/relationships/slideMaster" Target="/ppt/slideMasters/slideMaster1.xml" Id="R2ca2564a7e7244b9" /><Relationship Type="http://schemas.openxmlformats.org/officeDocument/2006/relationships/notesMaster" Target="/ppt/notesMasters/notesMaster1.xml" Id="R7aaac73ea5c54803" /><Relationship Type="http://schemas.openxmlformats.org/officeDocument/2006/relationships/presProps" Target="/ppt/presProps.xml" Id="Rf2f3a04673be4e24" /><Relationship Type="http://schemas.openxmlformats.org/officeDocument/2006/relationships/tableStyles" Target="/ppt/tableStyles.xml" Id="R258e8ba1bb804bd2" /><Relationship Type="http://schemas.openxmlformats.org/officeDocument/2006/relationships/slide" Target="/ppt/slides/slide1.xml" Id="R9565ee6b12234972" /><Relationship Type="http://schemas.openxmlformats.org/officeDocument/2006/relationships/slide" Target="/ppt/slides/slide2.xml" Id="R7b45c8779ddd4806" /><Relationship Type="http://schemas.openxmlformats.org/officeDocument/2006/relationships/slide" Target="/ppt/slides/slide3.xml" Id="R06269c766c53441b" /><Relationship Type="http://schemas.openxmlformats.org/officeDocument/2006/relationships/slide" Target="/ppt/slides/slide4.xml" Id="Rdb9e924d2e5e4e83" /><Relationship Type="http://schemas.openxmlformats.org/officeDocument/2006/relationships/slide" Target="/ppt/slides/slide5.xml" Id="R8c27a2fee885422b" /><Relationship Type="http://schemas.openxmlformats.org/officeDocument/2006/relationships/slide" Target="/ppt/slides/slide6.xml" Id="R689cc909a1fd4239" /><Relationship Type="http://schemas.openxmlformats.org/officeDocument/2006/relationships/slide" Target="/ppt/slides/slide7.xml" Id="R39008e2a318e485d" /><Relationship Type="http://schemas.openxmlformats.org/officeDocument/2006/relationships/slide" Target="/ppt/slides/slide8.xml" Id="Ra6848ba5268d41b9" /><Relationship Type="http://schemas.openxmlformats.org/officeDocument/2006/relationships/slide" Target="/ppt/slides/slide9.xml" Id="R04869d0e365e4a39" /><Relationship Type="http://schemas.openxmlformats.org/officeDocument/2006/relationships/slide" Target="/ppt/slides/slide10.xml" Id="R30bbda7729ac4b7f" /><Relationship Type="http://schemas.openxmlformats.org/officeDocument/2006/relationships/slide" Target="/ppt/slides/slide11.xml" Id="R3009a6f66f0f4b55" /><Relationship Type="http://schemas.openxmlformats.org/officeDocument/2006/relationships/slide" Target="/ppt/slides/slide12.xml" Id="Rcb0d0f0e0e7845d6" /><Relationship Type="http://schemas.openxmlformats.org/officeDocument/2006/relationships/slide" Target="/ppt/slides/slide13.xml" Id="Rfdf2811df5b1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bdcd639ed5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13b966b8d4736" /><Relationship Type="http://schemas.openxmlformats.org/officeDocument/2006/relationships/notesMaster" Target="/ppt/notesMasters/notesMaster1.xml" Id="R192a2951e2034b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41f9a1a2e41e8" /><Relationship Type="http://schemas.openxmlformats.org/officeDocument/2006/relationships/notesMaster" Target="/ppt/notesMasters/notesMaster1.xml" Id="R3ed5109005b244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6fbb8a6424680" /><Relationship Type="http://schemas.openxmlformats.org/officeDocument/2006/relationships/notesMaster" Target="/ppt/notesMasters/notesMaster1.xml" Id="Rd36e32bf32334e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3c0e0b874d483c" /><Relationship Type="http://schemas.openxmlformats.org/officeDocument/2006/relationships/notesMaster" Target="/ppt/notesMasters/notesMaster1.xml" Id="R89c1063cabfc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abdfeb91bd4a51" /><Relationship Type="http://schemas.openxmlformats.org/officeDocument/2006/relationships/notesMaster" Target="/ppt/notesMasters/notesMaster1.xml" Id="R48870e9ba53d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1cd0843684085" /><Relationship Type="http://schemas.openxmlformats.org/officeDocument/2006/relationships/notesMaster" Target="/ppt/notesMasters/notesMaster1.xml" Id="Rdf22964f0ece4c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5e191d35194cb4" /><Relationship Type="http://schemas.openxmlformats.org/officeDocument/2006/relationships/notesMaster" Target="/ppt/notesMasters/notesMaster1.xml" Id="R68ad0f21923847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230d6722864e75" /><Relationship Type="http://schemas.openxmlformats.org/officeDocument/2006/relationships/notesMaster" Target="/ppt/notesMasters/notesMaster1.xml" Id="R3d713f4b8a1f42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a396f261e048f8" /><Relationship Type="http://schemas.openxmlformats.org/officeDocument/2006/relationships/notesMaster" Target="/ppt/notesMasters/notesMaster1.xml" Id="R8ffad252df5a47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04dfd7ccb4a88" /><Relationship Type="http://schemas.openxmlformats.org/officeDocument/2006/relationships/notesMaster" Target="/ppt/notesMasters/notesMaster1.xml" Id="R9a3b5f071b3042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23fda83a2f4b12" /><Relationship Type="http://schemas.openxmlformats.org/officeDocument/2006/relationships/notesMaster" Target="/ppt/notesMasters/notesMaster1.xml" Id="Rc57d4b203d754f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8bed2a80544013" /><Relationship Type="http://schemas.openxmlformats.org/officeDocument/2006/relationships/notesMaster" Target="/ppt/notesMasters/notesMaster1.xml" Id="R9323611b858049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5f104b04664f63" /><Relationship Type="http://schemas.openxmlformats.org/officeDocument/2006/relationships/notesMaster" Target="/ppt/notesMasters/notesMaster1.xml" Id="R3196840949ab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0626996ce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ba88911c84084" /><Relationship Type="http://schemas.openxmlformats.org/officeDocument/2006/relationships/slideLayout" Target="/ppt/slideLayouts/slideLayout1.xml" Id="Re99afbbb038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afbbb038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9f8397c974651" /><Relationship Type="http://schemas.openxmlformats.org/officeDocument/2006/relationships/notesSlide" Target="/ppt/notesSlides/notesSlide1.xml" Id="R385d176f361b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83d059df4617" /><Relationship Type="http://schemas.openxmlformats.org/officeDocument/2006/relationships/notesSlide" Target="/ppt/notesSlides/notesSlide2.xml" Id="Rf7eea8599eba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cca747544a32" /><Relationship Type="http://schemas.openxmlformats.org/officeDocument/2006/relationships/notesSlide" Target="/ppt/notesSlides/notesSlide3.xml" Id="R541d3c27daa9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a8af81e84be3" /><Relationship Type="http://schemas.openxmlformats.org/officeDocument/2006/relationships/notesSlide" Target="/ppt/notesSlides/notesSlide4.xml" Id="R514bbcc80bff4b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e8ff68414c01" /><Relationship Type="http://schemas.openxmlformats.org/officeDocument/2006/relationships/notesSlide" Target="/ppt/notesSlides/notesSlide5.xml" Id="Rc2707c8bac44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ed3add7a44db" /><Relationship Type="http://schemas.openxmlformats.org/officeDocument/2006/relationships/notesSlide" Target="/ppt/notesSlides/notesSlide6.xml" Id="R45c30f4c1d99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1c4f41a9c45fc" /><Relationship Type="http://schemas.openxmlformats.org/officeDocument/2006/relationships/notesSlide" Target="/ppt/notesSlides/notesSlide7.xml" Id="R8c212ed6656445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c548f23314436" /><Relationship Type="http://schemas.openxmlformats.org/officeDocument/2006/relationships/notesSlide" Target="/ppt/notesSlides/notesSlide8.xml" Id="R191aad59d9f44e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53edd53394074" /><Relationship Type="http://schemas.openxmlformats.org/officeDocument/2006/relationships/notesSlide" Target="/ppt/notesSlides/notesSlide9.xml" Id="Rdc7bcb9751724c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572927abd497e" /><Relationship Type="http://schemas.openxmlformats.org/officeDocument/2006/relationships/notesSlide" Target="/ppt/notesSlides/notesSlide10.xml" Id="R33b4fa1b151a49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3beaefeb4c99" /><Relationship Type="http://schemas.openxmlformats.org/officeDocument/2006/relationships/notesSlide" Target="/ppt/notesSlides/notesSlide11.xml" Id="R57b0f404c26543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d8bce208443c7" /><Relationship Type="http://schemas.openxmlformats.org/officeDocument/2006/relationships/notesSlide" Target="/ppt/notesSlides/notesSlide12.xml" Id="Rccd04b0e6f9c48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d8581053d4b45" /><Relationship Type="http://schemas.openxmlformats.org/officeDocument/2006/relationships/notesSlide" Target="/ppt/notesSlides/notesSlide13.xml" Id="Rb97c94bb6c0d4c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参数、配置、拓扑：P2–3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缓存、资源与建链：P4–7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发射流程：P8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入口、算法、字节路径：P9–12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完成依赖：P13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7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2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2026-09-27T14:25:03.0360000Z</dcterms:created>
  <dcterms:modified xsi:type="dcterms:W3CDTF">2026-09-27T14:25:03.0360000Z</dcterms:modified>
</coreProperties>
</file>