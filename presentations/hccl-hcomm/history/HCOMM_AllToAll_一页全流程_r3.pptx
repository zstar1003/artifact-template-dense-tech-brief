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1233572a3347d0" /><Relationship Type="http://schemas.openxmlformats.org/officeDocument/2006/relationships/extended-properties" Target="/docProps/app.xml" Id="Rad496fae5f6148d7" /><Relationship Type="http://schemas.openxmlformats.org/officeDocument/2006/relationships/officeDocument" Target="/ppt/presentation.xml" Id="Rdb464ff1fae249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ad08752cd44cb"/>
  </p:sldMasterIdLst>
  <p:notesMasterIdLst>
    <p:notesMasterId xmlns:r="http://schemas.openxmlformats.org/officeDocument/2006/relationships" r:id="R7d61f911a5a64c75"/>
  </p:notesMasterIdLst>
  <p:sldIdLst>
    <p:sldId xmlns:r="http://schemas.openxmlformats.org/officeDocument/2006/relationships" id="256" r:id="R7f0af726074349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5956eb48f94e44" /><Relationship Type="http://schemas.openxmlformats.org/officeDocument/2006/relationships/slideMaster" Target="/ppt/slideMasters/slideMaster1.xml" Id="R669ad08752cd44cb" /><Relationship Type="http://schemas.openxmlformats.org/officeDocument/2006/relationships/notesMaster" Target="/ppt/notesMasters/notesMaster1.xml" Id="R7d61f911a5a64c75" /><Relationship Type="http://schemas.openxmlformats.org/officeDocument/2006/relationships/presProps" Target="/ppt/presProps.xml" Id="R1bdf1849e05d40d0" /><Relationship Type="http://schemas.openxmlformats.org/officeDocument/2006/relationships/tableStyles" Target="/ppt/tableStyles.xml" Id="R2fe9b61433b04471" /><Relationship Type="http://schemas.openxmlformats.org/officeDocument/2006/relationships/slide" Target="/ppt/slides/slide1.xml" Id="R7f0af726074349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a6b3d858a8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53fec3264c454b" /><Relationship Type="http://schemas.openxmlformats.org/officeDocument/2006/relationships/notesMaster" Target="/ppt/notesMasters/notesMaster1.xml" Id="R83de3fc1bf8f4f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AllToAll 一页全流程，按①至⑨阅读。左右是同一流程的连续两段，不是两种方案。每个分区内，左泳道为 HCCL 调用方，右泳道为被调 HCOMM 能力。⑤单独列明 ACL Runtime。跨泳道箭头表示调用，竖向红线表示 Host 提交后进入设备入口。图上的顺序主要表达任务生成和依赖，不能当作全局硬件完成时间。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适用条件：Ascend 950，AICPU_TS，OPBASE，多 Rank、非零数据、普通内存、普通 InsTempAlltoAllVMesh1D Write 路径。通信域和用户 stream 已存在。本图以 Host 资源缓存未命中且 Task Cache 关闭解释正常主线。没有使用插件算法、PCIe Read、多 Jetty、对称窗口或 CCU 分支。源码基线 hccl 170ddeec539b4d693028ce6e0cf5c58933e4d46d，hcomm 87ce550f8f7c584e0ed89b0ec56699553d9c332d。未执行真实设备实验。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上层调用方名称尚未确认，因此不将 STL 写成已确认源码模块。示例：4 个 Rank，各自调用 HcclAlltoAll(sendBuf,2,HCCL_DATA_TYPE_FP32,recvBuf,2,HCCL_DATA_TYPE_FP32,comm,stream)。每个 Rank 共 8 个 FP32。R0 输入 0..7，R1 输入 10..17，R2 输入 20..27，R3 输入 30..37。R0 收到各 Rank 第0份，输出 [0,1,10,11,20,21,30,31]。R0 发往R1的 [2,3] 起始于sendBuf[2]。反向R1发来 [10,11]，最终到R0 recvBuf[2]。CCL槽位是内部计算的中转位置，不可直接等同Rank编号。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GetRankSize/GetCommName/GetRankId 按不同调用点提供成员/域信息。AllToAll 借用 AllToAllV 内部框架，但 opType 仍是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SelectAicpuAlgo 的完整成员归属是 AlltoAllAutoSelector::SelectAicpuAlgo。本例小数据在对应 MESH_1D/CLOS 分支选 AicpuAllToAllSoleMeshSingleChannel。拓扑缓存未命中时按构图逻辑调用所需 RankGraph 查询，图中若干查询不是强制的唯一顺序。全部接口及含义见下方完整讲解。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先 GetAlgExec，再绑定用户 Thread 并导出，再 HcclGetAlgRes。HcclThreadExportToCommEngine 首次把 CPU_TS 用户 Thread 导出给 AICPU，供完成通知使用。ThreadAcquireWithConfig 能力不支持时，替代接口 HcclThreadAcquire 按统一通知数获取资源，两者不是顺序必调。HcclGetHcclBuffer 属于内存管理，Thread/ChannelAcquire/EngineCtx 属于通信域资源管理。缓存命中可跳过相应重建，不会免除本次数据通信。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建链完整顺序：MyRank::CreateChannels 统筹建立；BatchCreateSockets 创建控制连接；BatchCreateChannels 创建或复用端点、内存与基础通道，其中 HcommEndpointCreate 创建端点、HcommEndpointStartListen 监听、HcommMemReg 注册通信内存、HcommCollectiveChannelCreate 创建集合通信基础通道；BatchConnectChannels 通过内部 ChannelProcess::ChannelGetStatus 检查连接状态；BatchExchangeAndCheckConsistency 交换校验两端参数；FinalizeChannelsByEngine 整理 AICPU 能用的最终句柄。前述 EndpointMgr/RankPair/EndpointPair 内有缓存。不存在“每次必定全部重新创建”的假设。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④ BuildChannelInfo 还通过 HcclRankGraphGetEndpointInfo 查询端点带宽/Die属性，用于分片。HcclChannelGetHcclBuffer 内部以 HcommChannelGetRemoteMems 获取远端内存映射。逻辑上补齐地址属于资源准备，在序列化前完成。Serialize 对象为 AlgResourceCtxSerializable。HcclEngineCtxCreate/Copy 属通信域资源管理，复制的是元数据，不是用户输入。GetMainThreadInfo 后还会第二次 HcclThreadExportToCommEngine，把 AICPU 主Thread导出给CPU_TS，供Host就绪通知使用。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⑤ HcclAicpuKernelEntranceLaunch 调用内部 AicpuKernelLaunch。AllToAll 经这个内部函数直接调用 ACL 的BinaryGetFunction、KernelArgsInit/Append/Finalize、LaunchKernelWithConfig，不把导出 HcclAicpuKernelLaunch 错列为本例必经项。保序能力条件满足时还执行 HcclOrderLaunchToOrderStream（发射前建立顺序依赖）、HcclOrderLaunchToKernelStream（发射后衔接）、设备 HcclOrderLaunchNotifyRecord（设备入口通知）。具体语义见下方完整讲解。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⑥ Kernel 先 AcquireComm，恢复资源及变长参数，BatchModeStart，再 OpOrchestrate。OpOrchestrate 可设置资源等待/Notify超时，再排入输入依赖并取得算法执行器。HcommThreadNotifyWaitOnThread 与 HcommThreadNotifyWaitOnThreadWithDefaultTimeout（默认超时）为能力兼容替代项。Channel Wait 亦同理，由 HcommChannelNotifyWaitOnThreadWithDefaultTimeout 替代携带显式超时版本。图用不带默认后缀的代表名说明同一依赖，不表示两个依次调用。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⑦ 实际模板局部顺序：KernelRun → RunALLtoALL → CalcCommLoops → 存在从Thread时 PreSyncInterThreads → 每轮 CalcCommRankSetForOneLoop → 首轮 LocalCopyForMyRank → RunSendRecvByLoop。PreSync 是主 Record 后从 Wait。执行器 OrchestrateLoop 外层按大块循环，模板内层按轮/Peer/Channel执行。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SendRecvWrite 内 A-E 顺序为接收方向 ACK Record、发送方向 ACK Wait、非零slice Write、发送方向 DATA_SIGNAL Record、接收方向 DATA_SIGNAL Wait。第F项不在 SendRecvWrite 内，由外层模板 PostCopy → LocalCopy 包装调用 HcommLocalCopyOnThread。通知API提交任务而非CPU阻塞等待。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Write 950适配内部：UnwrapChannelHandle 解包 → AddThread 记录执行Thread → Thread::GetStreamLitePtr 取得StreamLite → BaseTransportLiteImpl::BuildLocRmaBufferLite 构造本地访问描述 → BaseTransportLiteImpl::Write 提交传输。再向下取决于Channel协议，不把某个UB分支固定推广到所有950。LocalCopy进入 Thread::LocalCopy，不等同网络远端写。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⑨ PostSync 源码先在主Thread排Wait，再给从Thread排Record。全部块完成编排后才返回Kernel，主Thread最终Record通知Host，再BatchModeEnd、ReleaseComm。Host Wait在⑤之后已提前入队。HcclAlltoAll CPU函数返回或某个Record函数返回，均不等于所有数据已到达。用户流的完成依赖满足后，后续工作才能安全使用输出。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别对照：控制面包括通信域资源管理、内存、拓扑、算子编排、底层通信资源。此链路的主要集合算法编排位于HCCL内部；底层Endpoint/CollectiveChannelCreate属于底层通信资源，MemReg属于内存。数据面用到搬运（Write/LocalCopy）、同步（Thread/Channel Notify）、执行控制（Acquire/ReleaseComm、BatchStart/End）。没有归约数值计算，没有CCU C++操作。Hccl前缀不必然代表HCCL实现，所属泳道根据源码归属而定。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完整逐函数讲解与来源（保留原分析以便演讲查询）：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 AllToAll 的输入输出</a:t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上层调用进来后，HCCL 先把请求整理完整</a:t>
            </a:r>
          </a:p>
          <a:p xmlns:a="http://schemas.openxmlformats.org/drawingml/2006/main">
            <a:r>
              <a:t>[上层调用 HCCL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>[HCCL Host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>[HCCL 调 HCOMM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>[HCCL 调 HCOMM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>[HCCL 调 HCOMM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>[HCCL Host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>[HCCL Host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>[HCCL Host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>[HCCL Host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HCCL 查询配置和拓扑，决定由哪个算法来做</a:t>
            </a:r>
          </a:p>
          <a:p xmlns:a="http://schemas.openxmlformats.org/drawingml/2006/main">
            <a:r>
              <a:t>[HCCL Host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>[HCCL 调 HCOMM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>[HCCL Host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>[HCCL Host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>[HCCL 调 HCOMM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>[HCCL Host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>[HCCL 调 HCOMM 控制面 / 域资源] HcclEngineCtxGet：先查已有的拓扑上下文。命中则直接恢复已有说明。未命中才查询拓扑并保存，具体查询逐项解释在本页备注对应专题。</a:t>
            </a:r>
          </a:p>
          <a:p xmlns:a="http://schemas.openxmlformats.org/drawingml/2006/main">
            <a:r>
              <a:t>[HCCL Host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>[HCCL Host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>来源索引：entry, selector,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HCCL 先绑定用户流，再计算缺少哪些资源</a:t>
            </a:r>
          </a:p>
          <a:p xmlns:a="http://schemas.openxmlformats.org/drawingml/2006/main">
            <a:r>
              <a:t>[HCCL Host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>[HCCL 调 HCOMM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>[HCCL 调 HCOMM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>[HCCL Host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>[HCCL Host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>[HCCL Host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>[HCCL 调 HCOMM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>[HCCL Host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>[HCCL Host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>来源索引：common, executor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HCCL 向 HCOMM 取得缓冲区、线程和通道</a:t>
            </a:r>
          </a:p>
          <a:p xmlns:a="http://schemas.openxmlformats.org/drawingml/2006/main">
            <a:r>
              <a:t>[HCCL Host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>[HCCL Host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>[HCCL 调 HCOMM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>[HCCL Host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>[HCCL Host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>[HCCL 调 HCOMM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>[HCCL 调 HCOMM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>[HCCL Host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>[HCCL 调 HCOMM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>来源索引：common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HcclChannelAcquire 内部具体怎样建链</a:t>
            </a:r>
          </a:p>
          <a:p xmlns:a="http://schemas.openxmlformats.org/drawingml/2006/main">
            <a:r>
              <a:t>[HCOMM 内部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>[HCOMM 内部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>[HCOMM 内部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>[HCOMM 内部调用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>[HCOMM 内部调用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>[HCOMM 内部调用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>[HCOMM 内部调用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>[HCOMM 内部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>[HCOMM 内部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>[HCOMM 内部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>来源索引：channel,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Host 整理资源，把设备执行所需信息交过去</a:t>
            </a:r>
          </a:p>
          <a:p xmlns:a="http://schemas.openxmlformats.org/drawingml/2006/main">
            <a:r>
              <a:t>[HCCL Host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>[HCCL 调 HCOMM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>[HCCL 调 HCOMM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>[HCOMM 内部调用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>[HCCL Host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>[HCCL Host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>[HCCL 调 HCOMM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>[HCCL 调 HCOMM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>[HCCL 调 HCOMM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>来源索引：common, channel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Host 发输入就绪通知，再通过 ACL 启动 AICPU</a:t>
            </a:r>
          </a:p>
          <a:p xmlns:a="http://schemas.openxmlformats.org/drawingml/2006/main">
            <a:r>
              <a:t>[HCCL Host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>[HCCL 调 HCOMM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>[HCCL Host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>[HCCL Host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>[HCCL 调 ACL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>[HCCL 调 ACL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>[HCCL 调 ACL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>[HCCL 调 ACL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>[HCCL 调 ACL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>[HCCL Host 内部函数] HcclOrderLaunchToKernelStream：完成发射后的按序同步安排。随后还要把“等待本次通信完成”的任务排入用户流，具体完成关系见本页备注对应专题。</a:t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>来源索引：common, 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AICPU 收到任务后，恢复参数并进入算法编排</a:t>
            </a:r>
          </a:p>
          <a:p xmlns:a="http://schemas.openxmlformats.org/drawingml/2006/main">
            <a:r>
              <a:t>[ACL 启动 HCCL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>[HCCL 调 HCOMM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>[HCCL AICPU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>[HCCL AICPU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>[HCCL AICPU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>[HCCL 调 HCOMM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>[HCCL AICPU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>[HCCL 调 HCOMM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>[HCCL 调 HCOMM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>[HCCL AICPU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开启时还有查找/录制/重放路径，见本页备注对应专题。</a:t>
            </a:r>
          </a:p>
          <a:p xmlns:a="http://schemas.openxmlformats.org/drawingml/2006/main">
            <a:r>
              <a:t>来源索引：kernel,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AICPU 先确定块大小，再让主从 Thread 按顺序开始</a:t>
            </a:r>
          </a:p>
          <a:p xmlns:a="http://schemas.openxmlformats.org/drawingml/2006/main">
            <a:r>
              <a:t>[HCCL AICPU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>[HCCL AICPU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>[HCCL AICPU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>[HCCL AICPU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>[HCCL AICPU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>[HCCL AICPU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>[HCCL AICPU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>[HCCL 调 HCOMM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>[HCCL 调 HCOMM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>来源索引：executor,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逐个 Peer 计算：发哪一片、走哪个通道、放到哪里</a:t>
            </a:r>
          </a:p>
          <a:p xmlns:a="http://schemas.openxmlformats.org/drawingml/2006/main">
            <a:r>
              <a:t>[HCCL AICPU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>[HCCL AICPU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>[HCCL 调 HCOMM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>[HCCL AICPU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>[HCCL AICPU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>[HCCL AICPU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>[HCCL AICPU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>[HCCL AICPU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>[HCCL AICPU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>[HCCL AICPU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>来源索引：template,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 0 与 Rank 1 的双向通信</a:t>
            </a:r>
          </a:p>
          <a:p xmlns:a="http://schemas.openxmlformats.org/drawingml/2006/main">
            <a:r>
              <a:t>[HCCL 调 HCOMM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>[HCCL 调 HCOMM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>[HCCL 调 HCOMM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>[HCCL 调 HCOMM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>[HCCL 调 HCOMM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>[HCCL 调 HCOMM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>来源索引：wrapper, template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所有 Peer 的任务排好后，怎样通知上层可以继续</a:t>
            </a:r>
          </a:p>
          <a:p xmlns:a="http://schemas.openxmlformats.org/drawingml/2006/main">
            <a:r>
              <a:t>[HCCL AICPU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>[HCCL 调 HCOMM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>[HCCL 调 HCOMM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>[HCCL AICPU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>[HCCL 调 HCOMM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>[HCCL 调 HCOMM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>[HCCL 调 HCOMM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>[Host 已排入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>来源索引：kernel,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1. HcommWriteOnThread 里面还做了什么</a:t>
            </a:r>
          </a:p>
          <a:p xmlns:a="http://schemas.openxmlformats.org/drawingml/2006/main">
            <a:r>
              <a:t>[HCCL 调 HCOMM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>[HCOMM 数据面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>[HCOMM 数据面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>[HCOMM 数据面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>[HCOMM 传输层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>[HCOMM 传输层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>[HCOMM 数据面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>[HCOMM 数据面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>来源索引：primitive,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2. 拓扑查询里的每个接口分别回答什么</a:t>
            </a:r>
          </a:p>
          <a:p xmlns:a="http://schemas.openxmlformats.org/drawingml/2006/main">
            <a:r>
              <a:t>[HCCL 调 HCOMM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>[HCCL 调 HCOMM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>[HCCL 调 HCOMM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>[HCCL 调 HCOMM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>[HCCL 调 HCOMM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>[HCCL 调 HCOMM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>[HCCL 调 HCOMM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>[HCCL 调 HCOMM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>[HCCL 调 HCOMM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>[HCCL 调 HCOMM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>来源索引：topo,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3. 再运行一次时，哪些步骤可能省掉或改变</a:t>
            </a:r>
          </a:p>
          <a:p xmlns:a="http://schemas.openxmlformats.org/drawingml/2006/main">
            <a:r>
              <a:t>[HCCL 调 HCOMM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>[HCCL 调 HCOMM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>[HCCL 调 HCOMM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>[HCCL 调 HCOMM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>[HCCL 调 HCOMM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>[HCCL 调 HCOMM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>[HCCL 调 HCOMM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>[HCCL 调 HCOMM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>[HCCL 调 HCOMM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>来源索引：common, 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文件：hccl/src/ops/all_to_all_v/all_to_all_v.cc:23–80,410–420,641–850；hccl/src/ops/all_to_all_v/selector/alltoall_auto_selector.cc:131–188；hccl/src/ops/op_common/op_common.cc:780–918,1005–1214,1285–1429,1670–1845,2000–2091；hcomm/src/coll_communicator_mgr/resource_mgr/local/my_rank/my_rank.cc:675–850,1228–1303；hcomm/src/base_comm/resources/endpoint_pairs/endpoint_pair.cc:199；hcomm/src/coll_communicator_mgr/resource_mgr/local/my_rank/endpoints/endpoint_mgr.cc:138；hccl/src/ops/op_common/algorithm/template/aicpu/kernel_launch.cc:276–327,348–628,912–950；hccl/src/ops/all_to_all_v/algorithm/executor/ins_v2_all_to_all_v_sole_executor.cc:113–380,562；hccl/src/ops/all_to_all_v/algorithm/template/aicpu/ins_temp_all_to_all_v_mesh_1D.cc:167–420；hccl/src/ops/op_common/algorithm/template/wrapper/alg_data_trans_wrapper.cc:428–472,880,1010–1080；hccl/src/common/hcomm_dlsym/hcomm_primitives_dl.cc:176；hcomm/src/base_comm/primitives/api_c_adpt/aicpu_ts_primitives_c_adpt.cc:495–535,1118；hcomm/include/hccl/hccl_rank_graph.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8e5fbad7c45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061f0cda3146bf" /><Relationship Type="http://schemas.openxmlformats.org/officeDocument/2006/relationships/slideLayout" Target="/ppt/slideLayouts/slideLayout1.xml" Id="Rac0158412fc34c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0158412fc34c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c1f710aad451b" /><Relationship Type="http://schemas.openxmlformats.org/officeDocument/2006/relationships/notesSlide" Target="/ppt/notesSlides/notesSlide1.xml" Id="R6edf6ba855db46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" name="AllToAll 跨层执行全流程">
            <a:extLst xmlns:a="http://schemas.openxmlformats.org/drawingml/2006/main">
              <a:ext uri="{FF2B5EF4-FFF2-40B4-BE49-F238E27FC236}">
                <a16:creationId xmlns:a16="http://schemas.microsoft.com/office/drawing/2014/main" id="{390369E2-7752-4077-B10E-D4364B6C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跨层执行全流程</a:t>
            </a:r>
          </a:p>
        </p:txBody>
      </p:sp>
      <p:sp>
        <p:nvSpPr>
          <p:cNvPr id="2" name="前提：通信域和用户流已就绪，首次准备算法资源&#10;普通内存、非 PCIe，关闭任务缓存；按本例 Write 路径展开">
            <a:extLst xmlns:a="http://schemas.openxmlformats.org/drawingml/2006/main">
              <a:ext uri="{FF2B5EF4-FFF2-40B4-BE49-F238E27FC236}">
                <a16:creationId xmlns:a16="http://schemas.microsoft.com/office/drawing/2014/main" id="{FFD6570D-69B7-4EB2-84D1-9CED38D3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前提：通信域和用户流已就绪，首次准备算法资源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普通内存、非 PCIe，关闭任务缓存；按本例 Write 路径展开</a:t>
            </a:r>
          </a:p>
        </p:txBody>
      </p:sp>
      <p:sp>
        <p:nvSpPr>
          <p:cNvPr id="3" name="Ascend 950 / AICPU_TS / 单算子 OPBASE / 普通 Mesh Write">
            <a:extLst xmlns:a="http://schemas.openxmlformats.org/drawingml/2006/main">
              <a:ext uri="{FF2B5EF4-FFF2-40B4-BE49-F238E27FC236}">
                <a16:creationId xmlns:a16="http://schemas.microsoft.com/office/drawing/2014/main" id="{F1CB1F57-4B79-4CA2-ACA5-E093BD78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5300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单算子 OPBASE / 普通 Mesh Write</a:t>
            </a:r>
          </a:p>
        </p:txBody>
      </p:sp>
      <p:sp>
        <p:nvSpPr>
          <p:cNvPr id="4" name="读图：左侧①–⑤向下，再接右侧⑥–⑨向下">
            <a:extLst xmlns:a="http://schemas.openxmlformats.org/drawingml/2006/main">
              <a:ext uri="{FF2B5EF4-FFF2-40B4-BE49-F238E27FC236}">
                <a16:creationId xmlns:a16="http://schemas.microsoft.com/office/drawing/2014/main" id="{60466D94-3760-4B73-BD24-30435762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95300"/>
            <a:ext cx="4067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读图：左侧①–⑤向下，再接右侧⑥–⑨向下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0C107-9E2F-4BF8-88A6-A79F0358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42950"/>
            <a:ext cx="5734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" name="Host：接收请求、准备资源、提交设备任务">
            <a:extLst xmlns:a="http://schemas.openxmlformats.org/drawingml/2006/main">
              <a:ext uri="{FF2B5EF4-FFF2-40B4-BE49-F238E27FC236}">
                <a16:creationId xmlns:a16="http://schemas.microsoft.com/office/drawing/2014/main" id="{1E86EC18-2689-4442-9DFA-213835C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762000"/>
            <a:ext cx="557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Host：接收请求、准备资源、提交设备任务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C238B-6A54-4CCA-8AD6-3EA5F81A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742950"/>
            <a:ext cx="58007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" name="AICPU：展开算法，HCOMM：执行同步与搬运">
            <a:extLst xmlns:a="http://schemas.openxmlformats.org/drawingml/2006/main">
              <a:ext uri="{FF2B5EF4-FFF2-40B4-BE49-F238E27FC236}">
                <a16:creationId xmlns:a16="http://schemas.microsoft.com/office/drawing/2014/main" id="{595C1CE8-CA25-43B1-823F-9BC28B71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762000"/>
            <a:ext cx="5629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AICPU：展开算法，HCOMM：执行同步与搬运</a:t>
            </a:r>
          </a:p>
        </p:txBody>
      </p:sp>
      <p:sp>
        <p:nvSpPr>
          <p:cNvPr id="9" name="HCCL Host（调度与资源组织）">
            <a:extLst xmlns:a="http://schemas.openxmlformats.org/drawingml/2006/main">
              <a:ext uri="{FF2B5EF4-FFF2-40B4-BE49-F238E27FC236}">
                <a16:creationId xmlns:a16="http://schemas.microsoft.com/office/drawing/2014/main" id="{CE944253-DF23-41CB-8C03-514EEF16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9906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Host（调度与资源组织）</a:t>
            </a:r>
          </a:p>
        </p:txBody>
      </p:sp>
      <p:sp>
        <p:nvSpPr>
          <p:cNvPr id="10" name="HCOMM（返回资源 / 状态 / 地址）">
            <a:extLst xmlns:a="http://schemas.openxmlformats.org/drawingml/2006/main">
              <a:ext uri="{FF2B5EF4-FFF2-40B4-BE49-F238E27FC236}">
                <a16:creationId xmlns:a16="http://schemas.microsoft.com/office/drawing/2014/main" id="{112804A6-D2E1-48BC-AF97-5943BA65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906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HCOMM（返回资源 / 状态 / 地址）</a:t>
            </a:r>
          </a:p>
        </p:txBody>
      </p:sp>
      <p:sp>
        <p:nvSpPr>
          <p:cNvPr id="11" name="HCCL AICPU（算法编排）">
            <a:extLst xmlns:a="http://schemas.openxmlformats.org/drawingml/2006/main">
              <a:ext uri="{FF2B5EF4-FFF2-40B4-BE49-F238E27FC236}">
                <a16:creationId xmlns:a16="http://schemas.microsoft.com/office/drawing/2014/main" id="{B2585C47-74B2-4ADB-B3F9-63D8F4F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990600"/>
            <a:ext cx="2628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AICPU（算法编排）</a:t>
            </a:r>
          </a:p>
        </p:txBody>
      </p:sp>
      <p:sp>
        <p:nvSpPr>
          <p:cNvPr id="12" name="HCOMM 数据面（任务入队）">
            <a:extLst xmlns:a="http://schemas.openxmlformats.org/drawingml/2006/main">
              <a:ext uri="{FF2B5EF4-FFF2-40B4-BE49-F238E27FC236}">
                <a16:creationId xmlns:a16="http://schemas.microsoft.com/office/drawing/2014/main" id="{8FEC8282-5637-408A-8D01-38F9F757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90600"/>
            <a:ext cx="2781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数据面（任务入队）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EEBAD-BE1E-4532-B28A-5B8807E3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6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2C488-6E18-494E-8C33-511E95F5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000852" y="1163003"/>
            <a:ext cx="0" cy="4371022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CDFD9"/>
            </a:solidFill>
            <a:prstDash val="dash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EAE7A-46AD-44A1-B4A7-483354E7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6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AB6CB-0823-4178-AE26-1EBDE910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9020652" y="1163003"/>
            <a:ext cx="0" cy="4980622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CDFD9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AFF82-D892-4ADD-AD7D-58793D8A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6205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①  上层调用方下发 AllToAll，HCCL 整理请求">
            <a:extLst xmlns:a="http://schemas.openxmlformats.org/drawingml/2006/main">
              <a:ext uri="{FF2B5EF4-FFF2-40B4-BE49-F238E27FC236}">
                <a16:creationId xmlns:a16="http://schemas.microsoft.com/office/drawing/2014/main" id="{33EE62AB-4C63-49D0-A77D-A636673C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7157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 上层调用方下发 AllToAll，HCCL 整理请求</a:t>
            </a:r>
          </a:p>
        </p:txBody>
      </p:sp>
      <p:sp>
        <p:nvSpPr>
          <p:cNvPr id="2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E14509F-A929-4B6A-87FC-C9D2686C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36207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每个 Rank 向各 Rank 发送等长数据</a:t>
            </a:r>
          </a:p>
        </p:txBody>
      </p:sp>
      <p:sp>
        <p:nvSpPr>
          <p:cNvPr id="2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F32A086-8D6D-4D3C-B654-E5ABC1FB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47923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检查指针、类型和数量</a:t>
            </a:r>
          </a:p>
        </p:txBody>
      </p:sp>
      <p:sp>
        <p:nvSpPr>
          <p:cNvPr id="2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AAAAC30-C18C-4F4D-B97E-A988461F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596390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生成每个 Rank 的数量和位移</a:t>
            </a:r>
          </a:p>
        </p:txBody>
      </p:sp>
      <p:sp>
        <p:nvSpPr>
          <p:cNvPr id="2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A864D55-AAA8-44A1-B5E2-0985E9DA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713548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复用非原地 AllToAllV 实现</a:t>
            </a:r>
          </a:p>
        </p:txBody>
      </p:sp>
      <p:sp>
        <p:nvSpPr>
          <p:cNvPr id="2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30B3FDE-1E97-454D-B170-0808BABB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83070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组织参数与调度</a:t>
            </a:r>
          </a:p>
        </p:txBody>
      </p:sp>
      <p:sp>
        <p:nvSpPr>
          <p:cNvPr id="2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9CC851C-77FC-4518-BBE0-488AD0A6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94786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封装地址、数量、流</a:t>
            </a:r>
          </a:p>
        </p:txBody>
      </p:sp>
      <p:sp>
        <p:nvSpPr>
          <p:cNvPr id="27" name="控制面：成员拓扑 / 通信域信息">
            <a:extLst xmlns:a="http://schemas.openxmlformats.org/drawingml/2006/main">
              <a:ext uri="{FF2B5EF4-FFF2-40B4-BE49-F238E27FC236}">
                <a16:creationId xmlns:a16="http://schemas.microsoft.com/office/drawing/2014/main" id="{EBF8D2F9-0635-4566-8349-64A770D3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62075"/>
            <a:ext cx="26574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控制面：成员拓扑 / 通信域信息</a:t>
            </a:r>
          </a:p>
        </p:txBody>
      </p:sp>
      <p:sp>
        <p:nvSpPr>
          <p:cNvPr id="2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038A33DF-0235-4CDA-BA05-91BF5C83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取得成员数，本例为 4</a:t>
            </a:r>
          </a:p>
        </p:txBody>
      </p:sp>
      <p:sp>
        <p:nvSpPr>
          <p:cNvPr id="2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86F2C25-22B5-48F7-AA40-B08371B9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91628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  <a:r>
              <a: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取得域名，用于资源查找</a:t>
            </a:r>
          </a:p>
        </p:txBody>
      </p:sp>
      <p:sp>
        <p:nvSpPr>
          <p:cNvPr id="3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40F8150-E0F3-428D-B2C5-E7ADDB8D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06880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  <a:r>
              <a: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取得本端编号，本例为 0</a:t>
            </a:r>
          </a:p>
        </p:txBody>
      </p:sp>
      <p:sp>
        <p:nvSpPr>
          <p:cNvPr id="31" name="数量 [2,2,2,2]，位移 [0,2,4,6]（元素）&#10;仍为 ALLTOALL，内部借用 AllToAllV 框架">
            <a:extLst xmlns:a="http://schemas.openxmlformats.org/drawingml/2006/main">
              <a:ext uri="{FF2B5EF4-FFF2-40B4-BE49-F238E27FC236}">
                <a16:creationId xmlns:a16="http://schemas.microsoft.com/office/drawing/2014/main" id="{D6F51491-C82A-469F-96D7-2DED47D8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数量 [2,2,2,2]，位移 [0,2,4,6]（元素）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仍为 ALLTOALL，内部借用 AllToAllV 框架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829140-1C1D-4AEA-A463-BE4A84C1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8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C8700E-C7EE-4FB3-A0FC-798B71C4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8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2915603" y="15816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5" name="查询">
            <a:extLst xmlns:a="http://schemas.openxmlformats.org/drawingml/2006/main">
              <a:ext uri="{FF2B5EF4-FFF2-40B4-BE49-F238E27FC236}">
                <a16:creationId xmlns:a16="http://schemas.microsoft.com/office/drawing/2014/main" id="{18C7A91F-91C6-43EF-9273-82CB6167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5732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查询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C04CAD-3872-45CA-BF72-482A4C70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3360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7" name="②  读取展开配置和拓扑，选定普通 Mesh 算法">
            <a:extLst xmlns:a="http://schemas.openxmlformats.org/drawingml/2006/main">
              <a:ext uri="{FF2B5EF4-FFF2-40B4-BE49-F238E27FC236}">
                <a16:creationId xmlns:a16="http://schemas.microsoft.com/office/drawing/2014/main" id="{011EFD29-51C2-4C5A-9D0E-F973C99C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14312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 读取展开配置和拓扑，选定普通 Mesh 算法</a:t>
            </a:r>
          </a:p>
        </p:txBody>
      </p:sp>
      <p:sp>
        <p:nvSpPr>
          <p:cNvPr id="3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D768D3C-22AB-4017-A6F6-32E6173B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33362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判断采用 AICPU_TS</a:t>
            </a:r>
          </a:p>
        </p:txBody>
      </p:sp>
      <p:sp>
        <p:nvSpPr>
          <p:cNvPr id="3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8B1B635-AD9E-4C16-87CC-00F628F1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45078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进入算法选择与分发</a:t>
            </a:r>
          </a:p>
        </p:txBody>
      </p:sp>
      <p:sp>
        <p:nvSpPr>
          <p:cNvPr id="4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0A76EB5-841E-4408-A152-F274B6D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567940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Selector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综合拓扑、数据量与配置</a:t>
            </a:r>
          </a:p>
        </p:txBody>
      </p:sp>
      <p:sp>
        <p:nvSpPr>
          <p:cNvPr id="4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8EB7A13-063A-4F53-A4EB-781BA1DA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685098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HcclCalcTopoInfo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取得拓扑上下文</a:t>
            </a:r>
          </a:p>
        </p:txBody>
      </p:sp>
      <p:sp>
        <p:nvSpPr>
          <p:cNvPr id="4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3F456EA-09B4-43A4-B976-F1716863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80225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选定 Mesh 单 Channel 算法</a:t>
            </a:r>
          </a:p>
        </p:txBody>
      </p:sp>
      <p:sp>
        <p:nvSpPr>
          <p:cNvPr id="4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2B5398D-3E4F-4EA5-82AB-582DD89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91941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准备执行所需资源</a:t>
            </a:r>
          </a:p>
        </p:txBody>
      </p:sp>
      <p:sp>
        <p:nvSpPr>
          <p:cNvPr id="4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3E9BCA3-96E8-4BE4-9358-40743A7C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读取通信域配置</a:t>
            </a:r>
          </a:p>
        </p:txBody>
      </p:sp>
      <p:sp>
        <p:nvSpPr>
          <p:cNvPr id="4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699F525-184B-46D1-BEF5-F58D3006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0783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能力支持时检查域状态</a:t>
            </a:r>
          </a:p>
        </p:txBody>
      </p:sp>
      <p:sp>
        <p:nvSpPr>
          <p:cNvPr id="4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26673FC-FE35-4263-960A-89A40904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67940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查找可复用的拓扑上下文</a:t>
            </a:r>
          </a:p>
        </p:txBody>
      </p:sp>
      <p:sp>
        <p:nvSpPr>
          <p:cNvPr id="4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E81F378-8840-4A57-93EA-39453718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5098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查询网络层</a:t>
            </a:r>
          </a:p>
        </p:txBody>
      </p:sp>
      <p:sp>
        <p:nvSpPr>
          <p:cNvPr id="4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ABE29E8-6D28-449C-B595-6F50D780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2255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查询分层成员</a:t>
            </a:r>
          </a:p>
        </p:txBody>
      </p:sp>
      <p:sp>
        <p:nvSpPr>
          <p:cNvPr id="4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CF8E63D-7426-44E9-A6B7-8FC0BBB4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9413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 Rank 间链路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6E5B2C-C72C-43A2-B996-E2F72C25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725607-9EC4-44B8-8073-14C291C7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2915603" y="255317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3" name="查询">
            <a:extLst xmlns:a="http://schemas.openxmlformats.org/drawingml/2006/main">
              <a:ext uri="{FF2B5EF4-FFF2-40B4-BE49-F238E27FC236}">
                <a16:creationId xmlns:a16="http://schemas.microsoft.com/office/drawing/2014/main" id="{BB200CF0-C09D-4E3F-8BDE-750E7BC7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2887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查询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6AC4BB-A6C6-491C-BBE3-225E9982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6705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③  绑定用户流，申请 Thread / Buffer / Channel 并建链">
            <a:extLst xmlns:a="http://schemas.openxmlformats.org/drawingml/2006/main">
              <a:ext uri="{FF2B5EF4-FFF2-40B4-BE49-F238E27FC236}">
                <a16:creationId xmlns:a16="http://schemas.microsoft.com/office/drawing/2014/main" id="{B19ACC77-33AB-4903-B924-995BAD46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07657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  绑定用户流，申请 Thread / Buffer / Channel 并建链</a:t>
            </a:r>
          </a:p>
        </p:txBody>
      </p:sp>
      <p:sp>
        <p:nvSpPr>
          <p:cNvPr id="5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04E086E-79CD-4EC0-A76E-F9FDE07E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26707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按算法名取得执行器</a:t>
            </a:r>
          </a:p>
        </p:txBody>
      </p:sp>
      <p:sp>
        <p:nvSpPr>
          <p:cNvPr id="5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A7CBCFC-4F01-4758-B9DD-7E1B641F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38328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获取或复用算法资源</a:t>
            </a:r>
          </a:p>
        </p:txBody>
      </p:sp>
      <p:sp>
        <p:nvSpPr>
          <p:cNvPr id="5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0F4C0697-5D86-4757-A1A0-FF05F26A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49948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GetAlgoMeta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读取算法属性</a:t>
            </a:r>
          </a:p>
        </p:txBody>
      </p:sp>
      <p:sp>
        <p:nvSpPr>
          <p:cNvPr id="5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B003905-C3E3-42A2-9763-8905C743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61569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判断能否复用已存资源</a:t>
            </a:r>
          </a:p>
        </p:txBody>
      </p:sp>
      <p:sp>
        <p:nvSpPr>
          <p:cNvPr id="6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32B41B0-13F4-4210-97B5-B3209FC2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73189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构造算法通信分组</a:t>
            </a:r>
          </a:p>
        </p:txBody>
      </p:sp>
      <p:sp>
        <p:nvSpPr>
          <p:cNvPr id="6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E37D3F6-D71A-4B22-B37F-62A8F9F3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84810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 Thread、通知槽和 Channel 需求</a:t>
            </a:r>
          </a:p>
        </p:txBody>
      </p:sp>
      <p:sp>
        <p:nvSpPr>
          <p:cNvPr id="6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F6272C9-DDB9-44D7-99C6-16B389C8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96430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 AICPU 资源准备</a:t>
            </a:r>
          </a:p>
        </p:txBody>
      </p:sp>
      <p:sp>
        <p:nvSpPr>
          <p:cNvPr id="6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65992DC-6856-497C-A95B-A57D216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08051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按需求清单申请</a:t>
            </a:r>
          </a:p>
        </p:txBody>
      </p:sp>
      <p:sp>
        <p:nvSpPr>
          <p:cNvPr id="6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B51EE6C-B2BA-4E2E-995F-1D38B0CA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19671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组织主从通信任务队列</a:t>
            </a:r>
          </a:p>
        </p:txBody>
      </p:sp>
      <p:sp>
        <p:nvSpPr>
          <p:cNvPr id="6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DF7DE88-AEFD-413C-AFCF-1FA94A56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31292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 AICPU / 展开 Thread</a:t>
            </a:r>
          </a:p>
        </p:txBody>
      </p:sp>
      <p:sp>
        <p:nvSpPr>
          <p:cNvPr id="6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92D07CB-CFC3-49CA-8D13-001E7FAF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42912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组织与各 Peer 的建链请求</a:t>
            </a:r>
          </a:p>
        </p:txBody>
      </p:sp>
      <p:sp>
        <p:nvSpPr>
          <p:cNvPr id="6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DF116E1-8FDE-4F31-BB2A-7471E0A4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54533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补齐远端地址、协议等信息</a:t>
            </a:r>
          </a:p>
        </p:txBody>
      </p:sp>
      <p:sp>
        <p:nvSpPr>
          <p:cNvPr id="6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6D0454C-929A-4BB4-AFA9-6217DD5E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67075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绑定用户 stream</a:t>
            </a:r>
          </a:p>
        </p:txBody>
      </p:sp>
      <p:sp>
        <p:nvSpPr>
          <p:cNvPr id="6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1207690-700C-4D04-9099-8EFADD11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80423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用户流转设备视图</a:t>
            </a:r>
          </a:p>
        </p:txBody>
      </p:sp>
      <p:sp>
        <p:nvSpPr>
          <p:cNvPr id="7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6DCC6E4-4ECC-4FE3-93BE-359C659A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3770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查算法资源，未命中继续</a:t>
            </a:r>
          </a:p>
        </p:txBody>
      </p:sp>
      <p:sp>
        <p:nvSpPr>
          <p:cNvPr id="7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87D1302-0FED-4851-A15C-A1449C83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7117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取得本端 CCL 中转区</a:t>
            </a:r>
          </a:p>
        </p:txBody>
      </p:sp>
      <p:sp>
        <p:nvSpPr>
          <p:cNvPr id="7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764DF00-285D-4712-9C43-8C30FB71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20465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获取主从 Thread</a:t>
            </a:r>
          </a:p>
        </p:txBody>
      </p:sp>
      <p:sp>
        <p:nvSpPr>
          <p:cNvPr id="7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BC4D5BA-7C67-4673-BBC2-41D96C58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33812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取得到各 Peer 的通道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302C681-6C62-4020-9ECA-7938A25C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413282E-852C-4475-9741-FEAD738F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95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2915603" y="34961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7" name="申请">
            <a:extLst xmlns:a="http://schemas.openxmlformats.org/drawingml/2006/main">
              <a:ext uri="{FF2B5EF4-FFF2-40B4-BE49-F238E27FC236}">
                <a16:creationId xmlns:a16="http://schemas.microsoft.com/office/drawing/2014/main" id="{4A9F25A4-D0C5-46D3-AFD5-A542D939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71850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申请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19C8A20-B711-4CEE-8B27-3582E1DA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981450"/>
            <a:ext cx="2724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C908B"/>
            </a:solidFill>
          </a:ln>
        </p:spPr>
      </p:sp>
      <p:sp>
        <p:nvSpPr>
          <p:cNvPr id="79" name="MyRank::CreateChannels：统筹建链（按需复用）">
            <a:extLst xmlns:a="http://schemas.openxmlformats.org/drawingml/2006/main">
              <a:ext uri="{FF2B5EF4-FFF2-40B4-BE49-F238E27FC236}">
                <a16:creationId xmlns:a16="http://schemas.microsoft.com/office/drawing/2014/main" id="{B7B59CE5-6964-49D0-8B73-05A83652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2628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9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MyRank::CreateChannels：统筹建链（按需复用）</a:t>
            </a:r>
          </a:p>
        </p:txBody>
      </p:sp>
      <p:sp>
        <p:nvSpPr>
          <p:cNvPr id="8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18C542B-1618-46AC-A617-E1CC7B2E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24325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  <a:r>
              <a: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建立建链控制连接</a:t>
            </a:r>
          </a:p>
        </p:txBody>
      </p:sp>
      <p:sp>
        <p:nvSpPr>
          <p:cNvPr id="8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7D8F63D-A79E-4631-B846-5CEBD7EC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17670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  <a:r>
              <a: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组织端点、内存和通道创建</a:t>
            </a:r>
          </a:p>
        </p:txBody>
      </p:sp>
      <p:sp>
        <p:nvSpPr>
          <p:cNvPr id="8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970DBF17-25C1-4AF3-A71D-A27E5888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11015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  <a:r>
              <a: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建端点</a:t>
            </a:r>
          </a:p>
        </p:txBody>
      </p:sp>
      <p:sp>
        <p:nvSpPr>
          <p:cNvPr id="8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96A6D2F-F5D4-4927-9493-5AC3BF25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04360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  <a:r>
              <a: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开始监听</a:t>
            </a:r>
          </a:p>
        </p:txBody>
      </p:sp>
      <p:sp>
        <p:nvSpPr>
          <p:cNvPr id="8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0A14CF7-AF14-416D-93EA-5E7FECF3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97705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  <a:r>
              <a: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注册通信内存</a:t>
            </a:r>
          </a:p>
        </p:txBody>
      </p:sp>
      <p:sp>
        <p:nvSpPr>
          <p:cNvPr id="8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8F8A36A-5EFB-4CD4-A297-28ABC248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91050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  <a:r>
              <a: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创建基础通道</a:t>
            </a:r>
          </a:p>
        </p:txBody>
      </p:sp>
      <p:sp>
        <p:nvSpPr>
          <p:cNvPr id="8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B821877-A3CB-429F-8602-D3A0DE0E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84395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  <a:r>
              <a: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检查连接状态</a:t>
            </a:r>
          </a:p>
        </p:txBody>
      </p:sp>
      <p:sp>
        <p:nvSpPr>
          <p:cNvPr id="8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6F3781E-8CB6-43B2-999A-28FD853E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77740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  <a:r>
              <a: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校验两端参数</a:t>
            </a:r>
          </a:p>
        </p:txBody>
      </p:sp>
      <p:sp>
        <p:nvSpPr>
          <p:cNvPr id="8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0CBA4DC-9B4D-4B8A-A15D-BABF863A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71085"/>
            <a:ext cx="2628900" cy="9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  <a:r>
              <a:rPr sz="70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整理引擎可用句柄</a:t>
            </a:r>
          </a:p>
        </p:txBody>
      </p:sp>
      <p:sp>
        <p:nvSpPr>
          <p:cNvPr id="89" name="Thread = 通信任务队列；Channel = 对端通道&#10;CCL Buffer = 通信中转区，建链不搬本次输入">
            <a:extLst xmlns:a="http://schemas.openxmlformats.org/drawingml/2006/main">
              <a:ext uri="{FF2B5EF4-FFF2-40B4-BE49-F238E27FC236}">
                <a16:creationId xmlns:a16="http://schemas.microsoft.com/office/drawing/2014/main" id="{9A0952E8-DCF0-44AE-B3A8-3E2B41B2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686300"/>
            <a:ext cx="2638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Thread = 通信任务队列；Channel = 对端通道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CCL Buffer = 通信中转区，建链不搬本次输入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088AC06-3D17-44DC-8B25-7726494D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1015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1" name="④  把资源描述交给 AICPU，用户数据尚未开始搬运">
            <a:extLst xmlns:a="http://schemas.openxmlformats.org/drawingml/2006/main">
              <a:ext uri="{FF2B5EF4-FFF2-40B4-BE49-F238E27FC236}">
                <a16:creationId xmlns:a16="http://schemas.microsoft.com/office/drawing/2014/main" id="{E23A6BDD-63FB-4AAE-9BE9-828D02FC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01967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  把资源描述交给 AICPU，用户数据尚未开始搬运</a:t>
            </a:r>
          </a:p>
        </p:txBody>
      </p:sp>
      <p:sp>
        <p:nvSpPr>
          <p:cNvPr id="9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577D474-3651-448A-8516-F7BE06CE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210175"/>
            <a:ext cx="2638425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打包 Thread、Channel 和地址信息</a:t>
            </a:r>
          </a:p>
        </p:txBody>
      </p:sp>
      <p:sp>
        <p:nvSpPr>
          <p:cNvPr id="9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AF863E7-FE79-4856-A997-FD93D5F6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325428"/>
            <a:ext cx="2638425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交付设备资源上下文</a:t>
            </a:r>
          </a:p>
        </p:txBody>
      </p:sp>
      <p:sp>
        <p:nvSpPr>
          <p:cNvPr id="9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014F3E1-CC5B-4DE7-9640-C8A4163C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0175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取得远端 CCL 地址</a:t>
            </a:r>
          </a:p>
        </p:txBody>
      </p:sp>
      <p:sp>
        <p:nvSpPr>
          <p:cNvPr id="9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B18A31E-4E36-4F37-BD6D-4DD0E97D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25428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创建设备上下文空间</a:t>
            </a:r>
          </a:p>
        </p:txBody>
      </p:sp>
      <p:sp>
        <p:nvSpPr>
          <p:cNvPr id="9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ED5F8F2-A8A0-4798-A9FB-F85096E2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40680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复制资源描述到上下文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FAD97E4-0C57-49EE-98E3-56329F82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9944783-A773-41F2-B31C-7CAA9E5B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2915603" y="53916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0" name="交付">
            <a:extLst xmlns:a="http://schemas.openxmlformats.org/drawingml/2006/main">
              <a:ext uri="{FF2B5EF4-FFF2-40B4-BE49-F238E27FC236}">
                <a16:creationId xmlns:a16="http://schemas.microsoft.com/office/drawing/2014/main" id="{46C26AA0-4FDC-49F8-8006-0167BE72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6732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F11290-CD6D-4696-AC36-36083264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72125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2" name="⑤  Host 发就绪通知，通过 ACL Runtime 启动设备入口">
            <a:extLst xmlns:a="http://schemas.openxmlformats.org/drawingml/2006/main">
              <a:ext uri="{FF2B5EF4-FFF2-40B4-BE49-F238E27FC236}">
                <a16:creationId xmlns:a16="http://schemas.microsoft.com/office/drawing/2014/main" id="{696DADD3-B7FB-4DB9-83AF-BDFF02B1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  Host 发就绪通知，通过 ACL Runtime 启动设备入口</a:t>
            </a:r>
          </a:p>
        </p:txBody>
      </p:sp>
      <p:sp>
        <p:nvSpPr>
          <p:cNvPr id="103" name="HCCL  HcclAicpuKernelEntranceLaunch：组织就绪与等待 / AicpuKernelLaunch：构造发射">
            <a:extLst xmlns:a="http://schemas.openxmlformats.org/drawingml/2006/main">
              <a:ext uri="{FF2B5EF4-FFF2-40B4-BE49-F238E27FC236}">
                <a16:creationId xmlns:a16="http://schemas.microsoft.com/office/drawing/2014/main" id="{BE17090E-0996-4662-827D-ED0F24EC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77215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 HcclAicpuKernelEntranceLaunch：组织就绪与等待 / AicpuKernelLaunch：构造发射</a:t>
            </a:r>
          </a:p>
        </p:txBody>
      </p:sp>
      <p:sp>
        <p:nvSpPr>
          <p:cNvPr id="104" name="HCOMM  HcommThreadNotifyRecordOnThread：先排入输入就绪通知">
            <a:extLst xmlns:a="http://schemas.openxmlformats.org/drawingml/2006/main">
              <a:ext uri="{FF2B5EF4-FFF2-40B4-BE49-F238E27FC236}">
                <a16:creationId xmlns:a16="http://schemas.microsoft.com/office/drawing/2014/main" id="{73EBD031-C79F-4970-9C02-F596986F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92455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 HcommThreadNotifyRecordOnThread：先排入输入就绪通知</a:t>
            </a:r>
          </a:p>
        </p:txBody>
      </p:sp>
      <p:sp>
        <p:nvSpPr>
          <p:cNvPr id="105" name="ACL  aclrtBinaryGetFunction：找入口  /  aclrtKernelArgsInit：创建参数包">
            <a:extLst xmlns:a="http://schemas.openxmlformats.org/drawingml/2006/main">
              <a:ext uri="{FF2B5EF4-FFF2-40B4-BE49-F238E27FC236}">
                <a16:creationId xmlns:a16="http://schemas.microsoft.com/office/drawing/2014/main" id="{594652EF-5480-47EC-93E3-E0C8512D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07695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 aclrtBinaryGetFunction：找入口  /  aclrtKernelArgsInit：创建参数包</a:t>
            </a:r>
          </a:p>
        </p:txBody>
      </p:sp>
      <p:sp>
        <p:nvSpPr>
          <p:cNvPr id="106" name="aclrtKernelArgsAppend：追加参数  /  aclrtKernelArgsFinalize：封装完成">
            <a:extLst xmlns:a="http://schemas.openxmlformats.org/drawingml/2006/main">
              <a:ext uri="{FF2B5EF4-FFF2-40B4-BE49-F238E27FC236}">
                <a16:creationId xmlns:a16="http://schemas.microsoft.com/office/drawing/2014/main" id="{2FE58DB4-21A1-48AB-BFD7-E4CDE99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219825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aclrtKernelArgsAppend：追加参数  /  aclrtKernelArgsFinalize：封装完成</a:t>
            </a:r>
          </a:p>
        </p:txBody>
      </p:sp>
      <p:sp>
        <p:nvSpPr>
          <p:cNvPr id="107" name="aclrtLaunchKernelWithConfig：提交 Kernel；Host 随后排入完成 Wait（见⑨）">
            <a:extLst xmlns:a="http://schemas.openxmlformats.org/drawingml/2006/main">
              <a:ext uri="{FF2B5EF4-FFF2-40B4-BE49-F238E27FC236}">
                <a16:creationId xmlns:a16="http://schemas.microsoft.com/office/drawing/2014/main" id="{523821D9-E62E-4778-8BD5-0405C884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36270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aclrtLaunchKernelWithConfig：提交 Kernel；Host 随后排入完成 Wait（见⑨）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E962561-3701-4319-85D2-D475BAD1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41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CBF386C-AA08-4EA9-A48E-EB67E0AA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41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3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5925503" y="64203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1C25"/>
            </a:solidFill>
            <a:prstDash val="solid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D4ADD50-74F8-482E-A79C-E2D749B7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41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2B1DE26-142D-4D7B-93EF-31E85E12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25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111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6067902" y="1258253"/>
            <a:ext cx="0" cy="5161597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1C25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C68DAA7-5364-4A8F-B4C0-06976068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25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F826CDB-AC77-4916-8E92-C1B40640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5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6068378" y="125777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F1171D1-B5DF-4029-8FFD-6C8AE361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162050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8" name="⑥  设备进入 HCCL Kernel，恢复参数和资源">
            <a:extLst xmlns:a="http://schemas.openxmlformats.org/drawingml/2006/main">
              <a:ext uri="{FF2B5EF4-FFF2-40B4-BE49-F238E27FC236}">
                <a16:creationId xmlns:a16="http://schemas.microsoft.com/office/drawing/2014/main" id="{748F031F-3B14-4902-BCFE-0442B9DC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171575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⑥  设备进入 HCCL Kernel，恢复参数和资源</a:t>
            </a:r>
          </a:p>
        </p:txBody>
      </p:sp>
      <p:sp>
        <p:nvSpPr>
          <p:cNvPr id="11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85E1F13-6ECD-4530-A47E-030FC99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7160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设备执行入口</a:t>
            </a:r>
          </a:p>
        </p:txBody>
      </p:sp>
      <p:sp>
        <p:nvSpPr>
          <p:cNvPr id="12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0C2064B-5AE3-4127-9A19-FB4C051B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95425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 Thread / Channel / 地址</a:t>
            </a:r>
          </a:p>
        </p:txBody>
      </p:sp>
      <p:sp>
        <p:nvSpPr>
          <p:cNvPr id="12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B37FCBF-8B13-43DA-AC7A-3E0CE0E4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恢复数量、位移指针</a:t>
            </a:r>
          </a:p>
        </p:txBody>
      </p:sp>
      <p:sp>
        <p:nvSpPr>
          <p:cNvPr id="12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E4957BC-458E-45B1-BAD4-33FD933D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43075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开始组织通信任务</a:t>
            </a:r>
          </a:p>
        </p:txBody>
      </p:sp>
      <p:sp>
        <p:nvSpPr>
          <p:cNvPr id="12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ADCD800-9AE5-4C32-AF6C-B2CBCB79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取得设备侧算法执行器</a:t>
            </a:r>
          </a:p>
        </p:txBody>
      </p:sp>
      <p:sp>
        <p:nvSpPr>
          <p:cNvPr id="12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D754711-CBBC-45E0-8A85-D8C4A961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71600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保护本次通信域使用</a:t>
            </a:r>
          </a:p>
        </p:txBody>
      </p:sp>
      <p:sp>
        <p:nvSpPr>
          <p:cNvPr id="12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4D50E19-F071-4CA1-8382-542223A8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95425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开启批量任务提交</a:t>
            </a:r>
          </a:p>
        </p:txBody>
      </p:sp>
      <p:sp>
        <p:nvSpPr>
          <p:cNvPr id="12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17CFDE1-7F91-403D-ADE3-8BED7AA6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等输入就绪</a:t>
            </a:r>
          </a:p>
        </p:txBody>
      </p:sp>
      <p:sp>
        <p:nvSpPr>
          <p:cNvPr id="127" name="Wait 在主 Thread 入队，满足后才能用输入。&#10;Thread 是通信任务队列句柄，不等于 OS 线程。">
            <a:extLst xmlns:a="http://schemas.openxmlformats.org/drawingml/2006/main">
              <a:ext uri="{FF2B5EF4-FFF2-40B4-BE49-F238E27FC236}">
                <a16:creationId xmlns:a16="http://schemas.microsoft.com/office/drawing/2014/main" id="{7A8BFA7F-AE1C-4039-A060-79E450EB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19275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Wait 在主 Thread 入队，满足后才能用输入。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Thread 是通信任务队列句柄，不等于 OS 线程。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0603CAB-B4FD-4FF3-9FDF-F8B588B3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C06E9EC-E7E0-4547-9516-DFBEB391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8935403" y="17054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1" name="调用">
            <a:extLst xmlns:a="http://schemas.openxmlformats.org/drawingml/2006/main">
              <a:ext uri="{FF2B5EF4-FFF2-40B4-BE49-F238E27FC236}">
                <a16:creationId xmlns:a16="http://schemas.microsoft.com/office/drawing/2014/main" id="{591D85D5-4775-47CF-904F-542C6CDA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调用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35ABF3A-6625-4CC3-966D-FED52E50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81225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3" name="⑦  执行器分块，Mesh 模板决定本轮和谁交换">
            <a:extLst xmlns:a="http://schemas.openxmlformats.org/drawingml/2006/main">
              <a:ext uri="{FF2B5EF4-FFF2-40B4-BE49-F238E27FC236}">
                <a16:creationId xmlns:a16="http://schemas.microsoft.com/office/drawing/2014/main" id="{EA8E7F0E-1E41-41B1-B68D-EF76F443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 执行器分块，Mesh 模板决定本轮和谁交换</a:t>
            </a:r>
          </a:p>
        </p:txBody>
      </p:sp>
      <p:sp>
        <p:nvSpPr>
          <p:cNvPr id="134" name="执行器：InsV2AlltoAllVSoleExecutor">
            <a:extLst xmlns:a="http://schemas.openxmlformats.org/drawingml/2006/main">
              <a:ext uri="{FF2B5EF4-FFF2-40B4-BE49-F238E27FC236}">
                <a16:creationId xmlns:a16="http://schemas.microsoft.com/office/drawing/2014/main" id="{18D54C1E-05D4-4777-AC2F-35A6ECA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90775"/>
            <a:ext cx="26574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执行器：InsV2AlltoAllVSoleExecutor</a:t>
            </a:r>
          </a:p>
        </p:txBody>
      </p:sp>
      <p:sp>
        <p:nvSpPr>
          <p:cNvPr id="13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5131F5B-DE11-4CFE-99BA-EFCC9DCD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恢复每个 Peer 的收发信息</a:t>
            </a:r>
          </a:p>
        </p:txBody>
      </p:sp>
      <p:sp>
        <p:nvSpPr>
          <p:cNvPr id="13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0B38002-BDA9-44E4-BF7E-0462FD54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54618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按容量分块，逐块调用模板</a:t>
            </a:r>
          </a:p>
        </p:txBody>
      </p:sp>
      <p:sp>
        <p:nvSpPr>
          <p:cNvPr id="13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0692F88-F7D4-4EAF-913D-A730B5D7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75585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计算中转空间需求</a:t>
            </a:r>
          </a:p>
        </p:txBody>
      </p:sp>
      <p:sp>
        <p:nvSpPr>
          <p:cNvPr id="138" name="模板：InsTempAlltoAllVMesh1D">
            <a:extLst xmlns:a="http://schemas.openxmlformats.org/drawingml/2006/main">
              <a:ext uri="{FF2B5EF4-FFF2-40B4-BE49-F238E27FC236}">
                <a16:creationId xmlns:a16="http://schemas.microsoft.com/office/drawing/2014/main" id="{7B87FC86-0526-493E-B3D8-CC6C35CE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24175"/>
            <a:ext cx="26574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模板：InsTempAlltoAllVMesh1D</a:t>
            </a:r>
          </a:p>
        </p:txBody>
      </p:sp>
      <p:sp>
        <p:nvSpPr>
          <p:cNvPr id="13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9CC899B-D374-4FFF-9ABA-AFC691B8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57525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准备当前块和协议分支</a:t>
            </a:r>
          </a:p>
        </p:txBody>
      </p:sp>
      <p:sp>
        <p:nvSpPr>
          <p:cNvPr id="14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B20F537-A972-4ED5-B937-33C0A9EA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78493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RunALLtoALL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组织本块各轮通信</a:t>
            </a:r>
          </a:p>
        </p:txBody>
      </p:sp>
      <p:sp>
        <p:nvSpPr>
          <p:cNvPr id="14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A0BEAA3-479D-4C86-8557-D0A5DE49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99460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计算轮次数</a:t>
            </a:r>
          </a:p>
        </p:txBody>
      </p:sp>
      <p:sp>
        <p:nvSpPr>
          <p:cNvPr id="14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4541DD9-63E4-4FD8-BA28-03475E8B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0427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选出本轮 Peer</a:t>
            </a:r>
          </a:p>
        </p:txBody>
      </p:sp>
      <p:sp>
        <p:nvSpPr>
          <p:cNvPr id="14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9FFD85E-85B9-4E5D-BEE6-7AD9FF96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1395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首轮处理自己的分片</a:t>
            </a:r>
          </a:p>
        </p:txBody>
      </p:sp>
      <p:sp>
        <p:nvSpPr>
          <p:cNvPr id="144" name="PreSyncInterThreads：多 Thread 时先同步">
            <a:extLst xmlns:a="http://schemas.openxmlformats.org/drawingml/2006/main">
              <a:ext uri="{FF2B5EF4-FFF2-40B4-BE49-F238E27FC236}">
                <a16:creationId xmlns:a16="http://schemas.microsoft.com/office/drawing/2014/main" id="{F3480E89-F97E-4E72-AD24-54ABE931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2781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PreSyncInterThreads：多 Thread 时先同步</a:t>
            </a:r>
          </a:p>
        </p:txBody>
      </p:sp>
      <p:sp>
        <p:nvSpPr>
          <p:cNvPr id="14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6166B03-324E-4F5F-A767-A377F5C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主通知从</a:t>
            </a:r>
          </a:p>
        </p:txBody>
      </p:sp>
      <p:sp>
        <p:nvSpPr>
          <p:cNvPr id="14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82C0834-991B-4BC9-9B37-35659E6F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95575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从等待主</a:t>
            </a:r>
          </a:p>
        </p:txBody>
      </p:sp>
      <p:sp>
        <p:nvSpPr>
          <p:cNvPr id="147" name="主流的输入依赖传给从流后，再编排各轮。">
            <a:extLst xmlns:a="http://schemas.openxmlformats.org/drawingml/2006/main">
              <a:ext uri="{FF2B5EF4-FFF2-40B4-BE49-F238E27FC236}">
                <a16:creationId xmlns:a16="http://schemas.microsoft.com/office/drawing/2014/main" id="{0AB4C6DE-00ED-4E95-B9AB-5412FB20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781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主流的输入依赖传给从流后，再编排各轮。</a:t>
            </a:r>
          </a:p>
        </p:txBody>
      </p:sp>
      <p:sp>
        <p:nvSpPr>
          <p:cNvPr id="14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5B36DE6-6E7B-4C86-BC29-238DFF42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自己的份直接拷到输出</a:t>
            </a:r>
          </a:p>
        </p:txBody>
      </p:sp>
      <p:sp>
        <p:nvSpPr>
          <p:cNvPr id="149" name="Rank 0：sendBuf[0] 的 [0,1]&#10;拷入 recvBuf[0]，共 8 字节，不走网络。">
            <a:extLst xmlns:a="http://schemas.openxmlformats.org/drawingml/2006/main">
              <a:ext uri="{FF2B5EF4-FFF2-40B4-BE49-F238E27FC236}">
                <a16:creationId xmlns:a16="http://schemas.microsoft.com/office/drawing/2014/main" id="{911BAD50-7084-4CE2-96F6-9748E228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0：sendBuf[0] 的 [0,1]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拷入 recvBuf[0]，共 8 字节，不走网络。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2BF36F6-DC67-4B86-8A5C-5CBE995B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EE8B48B-2F2E-45D5-9789-01E6CFA2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5" name=""/>
          <p:cNvCxnSpPr>
            <a:stCxn xmlns:a="http://schemas.openxmlformats.org/drawingml/2006/main" id="150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8935403" y="327707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3" name="本拷">
            <a:extLst xmlns:a="http://schemas.openxmlformats.org/drawingml/2006/main">
              <a:ext uri="{FF2B5EF4-FFF2-40B4-BE49-F238E27FC236}">
                <a16:creationId xmlns:a16="http://schemas.microsoft.com/office/drawing/2014/main" id="{C8C0DECA-1421-4E2D-AA6D-A4B57A16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5277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本拷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C63DCCF-5E13-496D-8899-E04334C2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24275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5" name="⑧  每轮逐 Peer、逐 Channel，先握手再搬运">
            <a:extLst xmlns:a="http://schemas.openxmlformats.org/drawingml/2006/main">
              <a:ext uri="{FF2B5EF4-FFF2-40B4-BE49-F238E27FC236}">
                <a16:creationId xmlns:a16="http://schemas.microsoft.com/office/drawing/2014/main" id="{54543B05-7EA5-4E69-A13B-D5BF8CBC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⑧  每轮逐 Peer、逐 Channel，先握手再搬运</a:t>
            </a:r>
          </a:p>
        </p:txBody>
      </p:sp>
      <p:sp>
        <p:nvSpPr>
          <p:cNvPr id="15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88E56F1-D38E-4E64-820F-2B175354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382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遍历本轮 Peer</a:t>
            </a:r>
          </a:p>
        </p:txBody>
      </p:sp>
      <p:sp>
        <p:nvSpPr>
          <p:cNvPr id="15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F0228D5-3BB6-4CAC-9811-09AD79DC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955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按端口切片</a:t>
            </a:r>
          </a:p>
        </p:txBody>
      </p:sp>
      <p:sp>
        <p:nvSpPr>
          <p:cNvPr id="15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2B65FAA-53DE-41E4-8AF1-DB5DD4C0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8528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逐 Channel 组织任务</a:t>
            </a:r>
          </a:p>
        </p:txBody>
      </p:sp>
      <p:sp>
        <p:nvSpPr>
          <p:cNvPr id="15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F8E3A51-2A09-4121-9F08-26B8DA05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1101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定位双方 CCL 槽位</a:t>
            </a:r>
          </a:p>
        </p:txBody>
      </p:sp>
      <p:sp>
        <p:nvSpPr>
          <p:cNvPr id="16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1D83473-5019-4639-9DD9-73D5634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674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算源、目的、长度</a:t>
            </a:r>
          </a:p>
        </p:txBody>
      </p:sp>
      <p:sp>
        <p:nvSpPr>
          <p:cNvPr id="16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27B5258-320B-4953-8CBA-0A21D2CB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247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选用当前协议的收发包装</a:t>
            </a:r>
          </a:p>
        </p:txBody>
      </p:sp>
      <p:sp>
        <p:nvSpPr>
          <p:cNvPr id="16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EA422BB-B488-41FA-BB5C-3FFCDD1B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820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生成右侧 A–E 握手与写入</a:t>
            </a:r>
          </a:p>
        </p:txBody>
      </p:sp>
      <p:sp>
        <p:nvSpPr>
          <p:cNvPr id="16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EC07321-D2D6-4F6D-A5D3-6AA60E5D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393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调用右侧 F，把收到的数据移出 CCL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90494C6-3098-4D12-92BE-3160D248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24300"/>
            <a:ext cx="28098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5" name="A  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B62BF836-CCD8-4AC9-84C5-B8A03A72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  HcommChannelNotifyRecordOnThread</a:t>
            </a:r>
          </a:p>
        </p:txBody>
      </p:sp>
      <p:sp>
        <p:nvSpPr>
          <p:cNvPr id="166" name="发 ACK：告诉对端，我已准备好接收">
            <a:extLst xmlns:a="http://schemas.openxmlformats.org/drawingml/2006/main">
              <a:ext uri="{FF2B5EF4-FFF2-40B4-BE49-F238E27FC236}">
                <a16:creationId xmlns:a16="http://schemas.microsoft.com/office/drawing/2014/main" id="{8A9B80CA-3CFC-485C-B429-049F5281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4431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 ACK：告诉对端，我已准备好接收</a:t>
            </a:r>
          </a:p>
        </p:txBody>
      </p:sp>
      <p:sp>
        <p:nvSpPr>
          <p:cNvPr id="167" name="B  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BCB08B14-F8A3-4A3C-81AE-D45E899D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5290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  HcommChannelNotifyWaitOnThread</a:t>
            </a:r>
          </a:p>
        </p:txBody>
      </p:sp>
      <p:sp>
        <p:nvSpPr>
          <p:cNvPr id="168" name="等 ACK：对端可接收后，才允许写">
            <a:extLst xmlns:a="http://schemas.openxmlformats.org/drawingml/2006/main">
              <a:ext uri="{FF2B5EF4-FFF2-40B4-BE49-F238E27FC236}">
                <a16:creationId xmlns:a16="http://schemas.microsoft.com/office/drawing/2014/main" id="{459A3D24-E00A-432B-94F0-7CB3C2C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5386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 ACK：对端可接收后，才允许写</a:t>
            </a:r>
          </a:p>
        </p:txBody>
      </p:sp>
      <p:sp>
        <p:nvSpPr>
          <p:cNvPr id="169" name="C  HcommWriteOnThread">
            <a:extLst xmlns:a="http://schemas.openxmlformats.org/drawingml/2006/main">
              <a:ext uri="{FF2B5EF4-FFF2-40B4-BE49-F238E27FC236}">
                <a16:creationId xmlns:a16="http://schemas.microsoft.com/office/drawing/2014/main" id="{6A788561-A295-4CCF-8621-04EE31A1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6245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  HcommWriteOnThread</a:t>
            </a:r>
          </a:p>
        </p:txBody>
      </p:sp>
      <p:sp>
        <p:nvSpPr>
          <p:cNvPr id="170" name="写数据：sendBuf[2] 的 [2,3] 到 Rank 1 CCL">
            <a:extLst xmlns:a="http://schemas.openxmlformats.org/drawingml/2006/main">
              <a:ext uri="{FF2B5EF4-FFF2-40B4-BE49-F238E27FC236}">
                <a16:creationId xmlns:a16="http://schemas.microsoft.com/office/drawing/2014/main" id="{A0E8285D-793F-4130-96A7-EA230E5E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6341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写数据：sendBuf[2] 的 [2,3] 到 Rank 1 CCL</a:t>
            </a:r>
          </a:p>
        </p:txBody>
      </p:sp>
      <p:sp>
        <p:nvSpPr>
          <p:cNvPr id="171" name="D  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3C391CC6-C2BA-4FE1-AD19-F4B1BEBA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7200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  HcommChannelNotifyRecordOnThread</a:t>
            </a:r>
          </a:p>
        </p:txBody>
      </p:sp>
      <p:sp>
        <p:nvSpPr>
          <p:cNvPr id="172" name="发 DATA_SIGNAL：通知对端本阶段写完">
            <a:extLst xmlns:a="http://schemas.openxmlformats.org/drawingml/2006/main">
              <a:ext uri="{FF2B5EF4-FFF2-40B4-BE49-F238E27FC236}">
                <a16:creationId xmlns:a16="http://schemas.microsoft.com/office/drawing/2014/main" id="{25F78E7F-42F3-4DA7-A977-3FB52CCE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7296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 DATA_SIGNAL：通知对端本阶段写完</a:t>
            </a:r>
          </a:p>
        </p:txBody>
      </p:sp>
      <p:sp>
        <p:nvSpPr>
          <p:cNvPr id="173" name="E  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3D17A702-A34D-452E-9B03-9A1B743A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8155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E  HcommChannelNotifyWaitOnThread</a:t>
            </a:r>
          </a:p>
        </p:txBody>
      </p:sp>
      <p:sp>
        <p:nvSpPr>
          <p:cNvPr id="174" name="等 DATA_SIGNAL：确认反向数据到达">
            <a:extLst xmlns:a="http://schemas.openxmlformats.org/drawingml/2006/main">
              <a:ext uri="{FF2B5EF4-FFF2-40B4-BE49-F238E27FC236}">
                <a16:creationId xmlns:a16="http://schemas.microsoft.com/office/drawing/2014/main" id="{82CC9BCA-C792-4952-8BE7-032AE51E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8251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 DATA_SIGNAL：确认反向数据到达</a:t>
            </a:r>
          </a:p>
        </p:txBody>
      </p:sp>
      <p:sp>
        <p:nvSpPr>
          <p:cNvPr id="175" name="F  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0A097446-5BAB-4DBF-B19B-79520F8F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9110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  HcommLocalCopyOnThread</a:t>
            </a:r>
          </a:p>
        </p:txBody>
      </p:sp>
      <p:sp>
        <p:nvSpPr>
          <p:cNvPr id="176" name="本拷：本地 CCL 的 [10,11] 到 recvBuf[2]">
            <a:extLst xmlns:a="http://schemas.openxmlformats.org/drawingml/2006/main">
              <a:ext uri="{FF2B5EF4-FFF2-40B4-BE49-F238E27FC236}">
                <a16:creationId xmlns:a16="http://schemas.microsoft.com/office/drawing/2014/main" id="{974064CD-34E7-47F7-A90B-AA4F7E6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9206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本拷：本地 CCL 的 [10,11] 到 recvBuf[2]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F011A6A-3097-49CF-9BEB-96FFBED0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763B4AB-8C9D-4EA1-AD06-93ECB657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33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2" name=""/>
          <p:cNvCxnSpPr>
            <a:stCxn xmlns:a="http://schemas.openxmlformats.org/drawingml/2006/main" id="177" idx="3"/>
            <a:endCxn xmlns:a="http://schemas.openxmlformats.org/drawingml/2006/main" id="178" idx="1"/>
          </p:cNvCxnSpPr>
          <p:nvPr/>
        </p:nvCxnSpPr>
        <p:spPr>
          <a:xfrm xmlns:a="http://schemas.openxmlformats.org/drawingml/2006/main">
            <a:off x="8935403" y="473440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80" name="展开">
            <a:extLst xmlns:a="http://schemas.openxmlformats.org/drawingml/2006/main">
              <a:ext uri="{FF2B5EF4-FFF2-40B4-BE49-F238E27FC236}">
                <a16:creationId xmlns:a16="http://schemas.microsoft.com/office/drawing/2014/main" id="{7A719D24-7D6B-4059-948C-9EED2266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10100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</a:t>
            </a:r>
          </a:p>
        </p:txBody>
      </p:sp>
      <p:sp>
        <p:nvSpPr>
          <p:cNvPr id="181" name="Rank 0 发 [2,3] 给 Rank 1，接回 [10,11]。&#10;多轮 / 多块时重复本段，直至覆盖所有数据。">
            <a:extLst xmlns:a="http://schemas.openxmlformats.org/drawingml/2006/main">
              <a:ext uri="{FF2B5EF4-FFF2-40B4-BE49-F238E27FC236}">
                <a16:creationId xmlns:a16="http://schemas.microsoft.com/office/drawing/2014/main" id="{BF51DBFD-727F-4DF3-B252-A4676263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91100"/>
            <a:ext cx="2638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 发 [2,3] 给 Rank 1，接回 [10,11]。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多轮 / 多块时重复本段，直至覆盖所有数据。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56037BF-F7BF-48AD-AE85-33681FDB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267325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3" name="⑨  等齐本块工作，所有块结束后通知用户流">
            <a:extLst xmlns:a="http://schemas.openxmlformats.org/drawingml/2006/main">
              <a:ext uri="{FF2B5EF4-FFF2-40B4-BE49-F238E27FC236}">
                <a16:creationId xmlns:a16="http://schemas.microsoft.com/office/drawing/2014/main" id="{37BFFA01-D309-40B7-BD81-F24DADD2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76850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⑨  等齐本块工作，所有块结束后通知用户流</a:t>
            </a:r>
          </a:p>
        </p:txBody>
      </p:sp>
      <p:sp>
        <p:nvSpPr>
          <p:cNvPr id="18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4E3F242-66A9-40CB-84DE-05894040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76875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 Thread 汇合从 Thread</a:t>
            </a:r>
          </a:p>
        </p:txBody>
      </p:sp>
      <p:sp>
        <p:nvSpPr>
          <p:cNvPr id="18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7D6FC0C-EE17-42F2-8C60-B45ACD26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0070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还有块则回⑦，否则返回 Kernel</a:t>
            </a:r>
          </a:p>
        </p:txBody>
      </p:sp>
      <p:sp>
        <p:nvSpPr>
          <p:cNvPr id="186" name="本块收尾：主流先排入 Wait，&#10;从流再排入 Record，依赖满足后主流继续。">
            <a:extLst xmlns:a="http://schemas.openxmlformats.org/drawingml/2006/main">
              <a:ext uri="{FF2B5EF4-FFF2-40B4-BE49-F238E27FC236}">
                <a16:creationId xmlns:a16="http://schemas.microsoft.com/office/drawing/2014/main" id="{83A863F1-148D-4267-B9B8-5D3248B1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819775"/>
            <a:ext cx="2638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本块收尾：主流先排入 Wait，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从流再排入 Record，依赖满足后主流继续。</a:t>
            </a:r>
          </a:p>
        </p:txBody>
      </p:sp>
      <p:sp>
        <p:nvSpPr>
          <p:cNvPr id="18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9529A28-E6C6-4AA4-AF7A-5C8D6E73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76875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6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主等从完成</a:t>
            </a:r>
          </a:p>
        </p:txBody>
      </p:sp>
      <p:sp>
        <p:nvSpPr>
          <p:cNvPr id="18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83933BF-DD29-4737-A799-6F2DB4E4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97843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6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从通知主</a:t>
            </a:r>
          </a:p>
        </p:txBody>
      </p:sp>
      <p:sp>
        <p:nvSpPr>
          <p:cNvPr id="18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6B9FA55-AACA-4770-9CED-3A122089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8810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6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主通知用户流</a:t>
            </a:r>
          </a:p>
        </p:txBody>
      </p:sp>
      <p:sp>
        <p:nvSpPr>
          <p:cNvPr id="19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68B3798-4118-4F65-B4E2-39A2DF73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39778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76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结束批模式，提交剩余任务</a:t>
            </a:r>
          </a:p>
        </p:txBody>
      </p:sp>
      <p:sp>
        <p:nvSpPr>
          <p:cNvPr id="19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05AD8488-D49D-4AF1-9A62-3E0B2C00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60745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76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退出使用保护，不销毁域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EFABDE8-A5B1-4AD4-BE40-9ED0AEF3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C691162-CC31-469F-8826-D85C4E9C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7" name=""/>
          <p:cNvCxnSpPr>
            <a:stCxn xmlns:a="http://schemas.openxmlformats.org/drawingml/2006/main" id="192" idx="3"/>
            <a:endCxn xmlns:a="http://schemas.openxmlformats.org/drawingml/2006/main" id="193" idx="1"/>
          </p:cNvCxnSpPr>
          <p:nvPr/>
        </p:nvCxnSpPr>
        <p:spPr>
          <a:xfrm xmlns:a="http://schemas.openxmlformats.org/drawingml/2006/main">
            <a:off x="8935403" y="560117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95" name="汇合">
            <a:extLst xmlns:a="http://schemas.openxmlformats.org/drawingml/2006/main">
              <a:ext uri="{FF2B5EF4-FFF2-40B4-BE49-F238E27FC236}">
                <a16:creationId xmlns:a16="http://schemas.microsoft.com/office/drawing/2014/main" id="{7E8D6B50-A874-48D2-ACFB-94926947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7687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汇合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F4F7C28-0E0F-476E-892A-06E85F3B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153150"/>
            <a:ext cx="5695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97" name="Host：HcommThreadNotifyWaitOnThread 等待设备完成通知">
            <a:extLst xmlns:a="http://schemas.openxmlformats.org/drawingml/2006/main">
              <a:ext uri="{FF2B5EF4-FFF2-40B4-BE49-F238E27FC236}">
                <a16:creationId xmlns:a16="http://schemas.microsoft.com/office/drawing/2014/main" id="{72A39714-B1DC-4463-A307-179671C3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81725"/>
            <a:ext cx="558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Host：HcommThreadNotifyWaitOnThread 等待设备完成通知</a:t>
            </a:r>
          </a:p>
        </p:txBody>
      </p:sp>
      <p:sp>
        <p:nvSpPr>
          <p:cNvPr id="198" name="⑤ 发射后就已入队；等待满足后，用户流后续任务才能使用 recvBuf。">
            <a:extLst xmlns:a="http://schemas.openxmlformats.org/drawingml/2006/main">
              <a:ext uri="{FF2B5EF4-FFF2-40B4-BE49-F238E27FC236}">
                <a16:creationId xmlns:a16="http://schemas.microsoft.com/office/drawing/2014/main" id="{606336A8-CAC2-498B-9D9E-46E2060F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334125"/>
            <a:ext cx="558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⑤ 发射后就已入队；等待满足后，用户流后续任务才能使用 recvBuf。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A099DA9-7E58-42A1-96C3-FC71B803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09D48FB-0C2A-4800-AF1A-43E1CDEE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199" idx="3"/>
            <a:endCxn xmlns:a="http://schemas.openxmlformats.org/drawingml/2006/main" id="200" idx="1"/>
          </p:cNvCxnSpPr>
          <p:nvPr/>
        </p:nvCxnSpPr>
        <p:spPr>
          <a:xfrm xmlns:a="http://schemas.openxmlformats.org/drawingml/2006/main">
            <a:off x="191453" y="6572727"/>
            <a:ext cx="118100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C908B"/>
            </a:solidFill>
            <a:prstDash val="solid"/>
          </a:ln>
        </p:spPr>
      </p:cxnSp>
      <p:sp>
        <p:nvSpPr>
          <p:cNvPr id="202" name="4 Rank 示例：每对发 2 个 FP32；Rank 0 最终输出 [0,1,10,11,20,21,30,31]。下标从 0 开始。">
            <a:extLst xmlns:a="http://schemas.openxmlformats.org/drawingml/2006/main">
              <a:ext uri="{FF2B5EF4-FFF2-40B4-BE49-F238E27FC236}">
                <a16:creationId xmlns:a16="http://schemas.microsoft.com/office/drawing/2014/main" id="{8F9BE6DB-37CD-4C6B-8DC2-77DBC355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19875"/>
            <a:ext cx="789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4 Rank 示例：每对发 2 个 FP32；Rank 0 最终输出 [0,1,10,11,20,21,30,31]。下标从 0 开始。</a:t>
            </a:r>
          </a:p>
        </p:txBody>
      </p:sp>
      <p:sp>
        <p:nvSpPr>
          <p:cNvPr id="203" name="源码静态主线，未上板验证。完整来源 / 分支说明见备注。">
            <a:extLst xmlns:a="http://schemas.openxmlformats.org/drawingml/2006/main">
              <a:ext uri="{FF2B5EF4-FFF2-40B4-BE49-F238E27FC236}">
                <a16:creationId xmlns:a16="http://schemas.microsoft.com/office/drawing/2014/main" id="{715EE80C-254A-49B2-B43C-E7B54A6B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619875"/>
            <a:ext cx="3762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源码静态主线，未上板验证。完整来源 / 分支说明见备注。</a:t>
            </a:r>
          </a:p>
        </p:txBody>
      </p:sp>
    </p:spTree>
    <p:extLst>
      <p:ext uri="{BB962C8B-B14F-4D97-AF65-F5344CB8AC3E}">
        <p14:creationId xmlns:p14="http://schemas.microsoft.com/office/powerpoint/2010/main" val="639633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2026-09-27T12:36:48.7490000Z</dcterms:created>
  <dcterms:modified xsi:type="dcterms:W3CDTF">2026-09-27T12:36:48.7490000Z</dcterms:modified>
</coreProperties>
</file>