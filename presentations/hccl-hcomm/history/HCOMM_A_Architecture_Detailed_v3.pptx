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e964c8c41b74120" /><Relationship Type="http://schemas.openxmlformats.org/officeDocument/2006/relationships/extended-properties" Target="/docProps/app.xml" Id="Red7146ea90a6486b" /><Relationship Type="http://schemas.openxmlformats.org/officeDocument/2006/relationships/officeDocument" Target="/ppt/presentation.xml" Id="R86665727454f4ac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f641f00fde24f50"/>
  </p:sldMasterIdLst>
  <p:notesMasterIdLst>
    <p:notesMasterId xmlns:r="http://schemas.openxmlformats.org/officeDocument/2006/relationships" r:id="R141b67dcbf52499c"/>
  </p:notesMasterIdLst>
  <p:sldIdLst>
    <p:sldId xmlns:r="http://schemas.openxmlformats.org/officeDocument/2006/relationships" id="256" r:id="Ra6b1a8bd48a54fbf"/>
    <p:sldId xmlns:r="http://schemas.openxmlformats.org/officeDocument/2006/relationships" id="257" r:id="R9132301f981a4393"/>
    <p:sldId xmlns:r="http://schemas.openxmlformats.org/officeDocument/2006/relationships" id="258" r:id="R21c33679bd2843ca"/>
    <p:sldId xmlns:r="http://schemas.openxmlformats.org/officeDocument/2006/relationships" id="259" r:id="Rcf17518cb0fe495a"/>
    <p:sldId xmlns:r="http://schemas.openxmlformats.org/officeDocument/2006/relationships" id="260" r:id="Re4b378d2ad7c41e4"/>
    <p:sldId xmlns:r="http://schemas.openxmlformats.org/officeDocument/2006/relationships" id="261" r:id="R463abebfb8e84782"/>
    <p:sldId xmlns:r="http://schemas.openxmlformats.org/officeDocument/2006/relationships" id="262" r:id="R4b0f7ab42d1d4c79"/>
    <p:sldId xmlns:r="http://schemas.openxmlformats.org/officeDocument/2006/relationships" id="263" r:id="R0b8f8f90880043e7"/>
    <p:sldId xmlns:r="http://schemas.openxmlformats.org/officeDocument/2006/relationships" id="264" r:id="R0af663dc183a47b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42b69eb7a642a7" /><Relationship Type="http://schemas.openxmlformats.org/officeDocument/2006/relationships/slideMaster" Target="/ppt/slideMasters/slideMaster1.xml" Id="R2f641f00fde24f50" /><Relationship Type="http://schemas.openxmlformats.org/officeDocument/2006/relationships/notesMaster" Target="/ppt/notesMasters/notesMaster1.xml" Id="R141b67dcbf52499c" /><Relationship Type="http://schemas.openxmlformats.org/officeDocument/2006/relationships/presProps" Target="/ppt/presProps.xml" Id="Ra9fb7addc139498e" /><Relationship Type="http://schemas.openxmlformats.org/officeDocument/2006/relationships/tableStyles" Target="/ppt/tableStyles.xml" Id="R174eb1445a814cf6" /><Relationship Type="http://schemas.openxmlformats.org/officeDocument/2006/relationships/slide" Target="/ppt/slides/slide1.xml" Id="Ra6b1a8bd48a54fbf" /><Relationship Type="http://schemas.openxmlformats.org/officeDocument/2006/relationships/slide" Target="/ppt/slides/slide2.xml" Id="R9132301f981a4393" /><Relationship Type="http://schemas.openxmlformats.org/officeDocument/2006/relationships/slide" Target="/ppt/slides/slide3.xml" Id="R21c33679bd2843ca" /><Relationship Type="http://schemas.openxmlformats.org/officeDocument/2006/relationships/slide" Target="/ppt/slides/slide4.xml" Id="Rcf17518cb0fe495a" /><Relationship Type="http://schemas.openxmlformats.org/officeDocument/2006/relationships/slide" Target="/ppt/slides/slide5.xml" Id="Re4b378d2ad7c41e4" /><Relationship Type="http://schemas.openxmlformats.org/officeDocument/2006/relationships/slide" Target="/ppt/slides/slide6.xml" Id="R463abebfb8e84782" /><Relationship Type="http://schemas.openxmlformats.org/officeDocument/2006/relationships/slide" Target="/ppt/slides/slide7.xml" Id="R4b0f7ab42d1d4c79" /><Relationship Type="http://schemas.openxmlformats.org/officeDocument/2006/relationships/slide" Target="/ppt/slides/slide8.xml" Id="R0b8f8f90880043e7" /><Relationship Type="http://schemas.openxmlformats.org/officeDocument/2006/relationships/slide" Target="/ppt/slides/slide9.xml" Id="R0af663dc183a47b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dd5fef436b044f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3d51b93f4804e25" /><Relationship Type="http://schemas.openxmlformats.org/officeDocument/2006/relationships/notesMaster" Target="/ppt/notesMasters/notesMaster1.xml" Id="R4e611cbdf1b44ca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e778cadf5424ae6" /><Relationship Type="http://schemas.openxmlformats.org/officeDocument/2006/relationships/notesMaster" Target="/ppt/notesMasters/notesMaster1.xml" Id="R9fb6ed17c0e1402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46f0ba3009c4d0b" /><Relationship Type="http://schemas.openxmlformats.org/officeDocument/2006/relationships/notesMaster" Target="/ppt/notesMasters/notesMaster1.xml" Id="R0aaca0a8bf6c4c8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695f00dbe664ddb" /><Relationship Type="http://schemas.openxmlformats.org/officeDocument/2006/relationships/notesMaster" Target="/ppt/notesMasters/notesMaster1.xml" Id="R8d5b5011f2c7440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28fb53da7ea40f8" /><Relationship Type="http://schemas.openxmlformats.org/officeDocument/2006/relationships/notesMaster" Target="/ppt/notesMasters/notesMaster1.xml" Id="R4aad89a27cbf4f9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a206fbf889f43fb" /><Relationship Type="http://schemas.openxmlformats.org/officeDocument/2006/relationships/notesMaster" Target="/ppt/notesMasters/notesMaster1.xml" Id="R8de3eaa96d634d2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b30e9e4424c49fc" /><Relationship Type="http://schemas.openxmlformats.org/officeDocument/2006/relationships/notesMaster" Target="/ppt/notesMasters/notesMaster1.xml" Id="R6c47033083cb4cc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8200a9aa9234c2e" /><Relationship Type="http://schemas.openxmlformats.org/officeDocument/2006/relationships/notesMaster" Target="/ppt/notesMasters/notesMaster1.xml" Id="R64df7f0eb76e44e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8dfb40e008947ca" /><Relationship Type="http://schemas.openxmlformats.org/officeDocument/2006/relationships/notesMaster" Target="/ppt/notesMasters/notesMaster1.xml" Id="Rf588ffe760474f5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本页是职责与资源交接图，横向同层表示并列职责，并不表示左侧四类控制面资源在一次调用里严格串行。HCOMM C1 的 Thread / Channel 是域级获取接口，C5 是内部下钻的基础资源。L2/L3 与控制面/数据面是独立分类维度。图中的短数据面名称完整符号见备注中的分类清单。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源码证据与完整接口释义</a:t>
            </a:r>
          </a:p>
          <a:p xmlns:a="http://schemas.openxmlformats.org/drawingml/2006/main">
            <a:r>
              <a:t>分析范围与分类口径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用户确认的范围：Ascend 950、AICPU_TS、单算子 OPBASE。</a:t>
            </a:r>
          </a:p>
          <a:p xmlns:a="http://schemas.openxmlformats.org/drawingml/2006/main">
            <a:r>
              <a:t>- 源码基线：HCCL `170ddeec539b4d693028ce6e0cf5c58933e4d46d`，HCOMM `87ce550f8f7c584e0ed89b0ec56699553d9c332d`。没有拉取新版本，也没有上板采集运行时 trace。</a:t>
            </a:r>
          </a:p>
          <a:p xmlns:a="http://schemas.openxmlformats.org/drawingml/2006/main">
            <a:r>
              <a:t>- 具体展开例子：多 Rank、非零 count、普通 Mesh 模板 `InsTempAlltoAllVMesh1D`、普通用户内存（未命中对称内存）、未使用算法插件。正文先解释资源缺失且任务缓存关闭的路径，再列条件变化。</a:t>
            </a:r>
          </a:p>
          <a:p xmlns:a="http://schemas.openxmlformats.org/drawingml/2006/main">
            <a:r>
              <a:t>- 这是一份有源码证据的静态调用分析。设备/模式仍不能唯一决定算法和每次 API 调用次数，还需要拓扑、协议、数据量、配置及缓存状态。</a:t>
            </a:r>
          </a:p>
          <a:p xmlns:a="http://schemas.openxmlformats.org/drawingml/2006/main">
            <a:r>
              <a:t>- 下文按用户提供的五类控制面、五类数据面组织。它是**功能归类**，不是声称仓库官方目录恰好就是这十类。官方目录首先区分控制面/数据面，再按通信域资源、基础资源以及 CPU/CCU 编程模型组织。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三个互相独立的维度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**控制面/数据面**：前者准备、配置和管理资源，后者执行本次通信的搬运、计算、同步及任务提交。</a:t>
            </a:r>
          </a:p>
          <a:p xmlns:a="http://schemas.openxmlformats.org/drawingml/2006/main">
            <a:r>
              <a:t>2. **L2/L3**：HCOMM 的通信域管理层与基础通信层。二者都可以提供控制面接口，不能把 L2/L3 等同于控制面/数据面。</a:t>
            </a:r>
          </a:p>
          <a:p xmlns:a="http://schemas.openxmlformats.org/drawingml/2006/main">
            <a:r>
              <a:t>3. **调用者/实现者**：`HcclChannelAcquire`、`HcclEngineCtxGet` 等虽然以 Hccl 开头，但实现属于 HCOMM。`HcclExecOp`、`HcclGetThread`、`HcclAicpuKernelEntranceLaunch` 则是 HCCL 内部函数。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来源：[官方 API 目录](./hcomm/docs/zh/api_ref/comm_opdev/README.md)、[架构分层](./hcomm/docs/zh/architecture/architecture-brief.md:253)。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十类接口的边界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表中列典型接口/接口族，不是整个仓库的完整 API 清单。每个接口以主要管理对象或主要动作确定主类，必要时增加第二用途标签。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编号 / 类别 | 管什么、做什么 | 典型接口 | 本例关系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C1 控制面 / 通信域资源管理 | 通信域生命周期、域配置、域内 Thread/Channel/EngineCtx 的获取与复用 | `HcclCommInitRootInfoConfig`、`HcclCommDestroy`、`HcclGetCommName`、`HcclConfigGetInfo`、`HcclCommGetStatus`、`HcclEngineCtx*`、`HcclThreadAcquire*`、`HcclThreadExportToCommEngine`、`HcclDedicatedThreadAcquire`、`HcclChannelAcquire`、`HcclChannelDestroy`、`HcclCommAddExchangeInfo`、`HcclCommGetExchangeInfo` | 使用已创建的 comm。初始化/销毁不属于每次 AllToAll。资源缺失时获取，命中后复用 |</a:t>
            </a:r>
          </a:p>
          <a:p xmlns:a="http://schemas.openxmlformats.org/drawingml/2006/main">
            <a:r>
              <a:t>| C2 控制面 / 内存管理 | 获取通信缓冲区、注册内存、建立或查询远端可访问映射 | `HcclGetHcclBuffer`、`HcclChannelGetHcclBuffer`、`HcclCommMemReg`、`HcclChannelGetRemoteMems`、`HcclCommSymWinGet`、`HcommMemReg/Unreg/Export/Import/Unimport`、`HcommChannelGetRemoteMems` | 普通内存路径用 CCL Buffer，底层按需注册。不能认定每次直接调用 `HcclCommMemReg` |</a:t>
            </a:r>
          </a:p>
          <a:p xmlns:a="http://schemas.openxmlformats.org/drawingml/2006/main">
            <a:r>
              <a:t>| C3 控制面 / 拓扑管理 | 查询成员、网络层、拓扑实例、端点属性及 Rank 间链路 | `HcclGetRankId/Size`、`HcclRankGraphGetLayers`、`HcclRankGraphGetRanksByLayer`、`HcclRankGraphGetInstSizeListByLayer`、`HcclRankGraphGetTopoInstsByLayer`、`HcclRankGraphGetTopoType`、`HcclRankGraphGetRanksByTopoInst`、`HcclRankGraphGetEndpointNum/Desc/Info`、`HcclRankGraphGetLinks` | 为 Selector 和 ChannelDesc 提供依据。拓扑缓存命中可跳过重建 |</a:t>
            </a:r>
          </a:p>
          <a:p xmlns:a="http://schemas.openxmlformats.org/drawingml/2006/main">
            <a:r>
              <a:t>| C4 控制面 / 算子编排 | 注册/组织/发射算子任务、分组提交、Kernel 生命周期 | `HcclGroupStart/End/StatusGet`、`HcclAicpuKernelLaunch`、`HcclTaskRegister/UnRegister`、`HcommCcuKernelRegisterStart/Register/RegisterEnd`、`HcommCcuKernelLaunch` | 本例算法编排在 HCCL 内部。收尾上报可查询 `HcclGroupStatusGet`。P2P 专用 launch、DPU 回调、CCU launch 不在该主链 |</a:t>
            </a:r>
          </a:p>
          <a:p xmlns:a="http://schemas.openxmlformats.org/drawingml/2006/main">
            <a:r>
              <a:t>| C5 控制面 / 底层通信资源管理 | 不依赖集合算法的 Endpoint、基础 Channel、基础 Thread 等资源 | `HcommEndpointCreate/Destroy/StartListen`、`HcommChannelCreate`、`HcommCollectiveChannelCreate`、`HcommChannelGetStatus/Destroy`、`HcommThreadAlloc/Free`、`HcommThreadResGetInfo` | 通常由 HCOMM 内部管理器间接触发。当前集合建链用 `HcommCollectiveChannelCreate` |</a:t>
            </a:r>
          </a:p>
          <a:p xmlns:a="http://schemas.openxmlformats.org/drawingml/2006/main">
            <a:r>
              <a:t>| D1 数据面 / 数据搬运 | 传输原始字节，不做数值归约 | `HcommLocalCopyOnThread`、`HcommWriteOnThread`、`HcommReadOnThread`、相应 Nbi 变体、`HcommBatchTransferOnThread`、`HcommWriteWithNotifyOnThread` | Mesh 主路径命中 LocalCopy 和 Write，PCIe 分支替换为 Read。融合 Notify 另有同步用途 |</a:t>
            </a:r>
          </a:p>
          <a:p xmlns:a="http://schemas.openxmlformats.org/drawingml/2006/main">
            <a:r>
              <a:t>| D2 数据面 / 数据计算 | 归约计算，可能与搬运融合 | `HcommLocalReduceOnThread`、`HcommReadReduceOnThread`、`HcommWriteReduceOnThread`、`HcommWriteReduceWithNotifyOnThread` | AllToAll 只重排/交换数据，该模板没有调用这些归约原语 |</a:t>
            </a:r>
          </a:p>
          <a:p xmlns:a="http://schemas.openxmlformats.org/drawingml/2006/main">
            <a:r>
              <a:t>| D3 数据面 / 同步控制 | Thread/Rank 握手、等待、顺序和完成约束 | `HcommThreadNotifyRecordOnThread`、`HcommThreadNotifyWaitOnThread`、`HcommChannelNotifyRecordOnThread`、`HcommChannelNotifyWaitOnThread`、两种 `*WithDefaultTimeout`、`HcommSetNotifyWaitTimeOut`、`HcommAclrtNotify*`、`HcommChannelFenceOnThread`、`HcommChannelDrainOnThread` | 本例命中 Thread/Channel Notify。Fence/Drain/ACL Notify 不能直接列成每次必调 |</a:t>
            </a:r>
          </a:p>
          <a:p xmlns:a="http://schemas.openxmlformats.org/drawingml/2006/main">
            <a:r>
              <a:t>| D4 数据面 / 执行控制 | 运行中通信域使用保护、批量任务下发、任务缓存录制与重放 | `HcommAcquireComm/ReleaseComm`、`HcommBatchModeStart/End`、`HcommSetLaunchMode`、`HcommThreadResAcquireTimeOut`、`HcommAicpuTsTaskCacheLookup/Start/End/Execute/Clear` | Acquire/Release 与 Batch Start/End 属主干，Cache 受条件约束 |</a:t>
            </a:r>
          </a:p>
          <a:p xmlns:a="http://schemas.openxmlformats.org/drawingml/2006/main">
            <a:r>
              <a:t>| D5 数据面 / CCU C++ 数据面操作 | 以 C++ DSL 描述 CCU 指令、变量、地址、数据动作和控制流 | `AscendC::ccu` 下的 `Read/Write/LocalCopy/ReadReduce/WriteReduce/LocalReduce`、Notify/Event、`Variable/Address/LocalAddr/RemoteAddr`、`Load/Store/LoadArg`、`Loop/LoopGroup`、`CCU_IF/CCU_WHILE` | AICPU_TS 分支不进入此接口族。该类属于编程模型，与 D1–D4 的功能维度交叉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容易混淆的归类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`HcclEngineCtxCopy`：复制的是算法资源描述和上下文，主类仍为 **C1**。不要因名字含 Copy 就把它当作 AllToAll 用户数据搬运。</a:t>
            </a:r>
          </a:p>
          <a:p xmlns:a="http://schemas.openxmlformats.org/drawingml/2006/main">
            <a:r>
              <a:t>- `HcclGetHcclBuffer`：官方目录放在“通信域资源管理”；本报告按管理对象细分到 **C2**，并保留 L2 属性。</a:t>
            </a:r>
          </a:p>
          <a:p xmlns:a="http://schemas.openxmlformats.org/drawingml/2006/main">
            <a:r>
              <a:t>- `HcclConfigGetInfo(...OP_EXPANSION_MODE...)`：API 主类为 **C1**，这次查询的用途是帮助 HCCL 决定执行模式。`HcclGetOpExpansionMode` 本身不是 HCOMM 导出 API。</a:t>
            </a:r>
          </a:p>
          <a:p xmlns:a="http://schemas.openxmlformats.org/drawingml/2006/main">
            <a:r>
              <a:t>- `HcommAcquireComm/ReleaseComm`：保护 AICPU 正在使用的通信域，属于 **D4**；不是创建/销毁通信域。</a:t>
            </a:r>
          </a:p>
          <a:p xmlns:a="http://schemas.openxmlformats.org/drawingml/2006/main">
            <a:r>
              <a:t>- `HcommBatchModeStart/End` 与 `HcommBatchTransferOnThread` 不同。前者是任务提交模式（D4），后者是批量数据搬运接口（D1）。使用批模式不意味着调用了批量搬运 API。</a:t>
            </a:r>
          </a:p>
          <a:p xmlns:a="http://schemas.openxmlformats.org/drawingml/2006/main">
            <a:r>
              <a:t>- 一个 API 存在声明，不等于所有引擎均支持。例如当前 AICPU 适配文件中的 `HcommFenceOnThread` 返回 `HCCL_E_NOT_SUPPORT`，不能放入“已执行清单”。</a:t>
            </a:r>
          </a:p>
          <a:p xmlns:a="http://schemas.openxmlformats.org/drawingml/2006/main">
            <a:r>
              <a:t>- DFX/Profiling 是横切能力，单独标注，不硬塞成搬运或算子编排。下面的主链不穷举所有日志、DFX、错误处理与销毁分支。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来源：[L2 资源头文件](./hcomm/include/hccl/hccl_res.h)、[基础资源](./hcomm/include/hcomm_res.h)、[P2P Kernel launch](./hcomm/include/hccl/hccl_launch.h:144)、[CPU 数据面目录](./hcomm/docs/zh/api_ref/comm_opdev/data_plane_api/cpu-cpu_ts-aicpu_ts/README.md)、[CCU 目录](./hcomm/docs/zh/api_ref/comm_opdev/data_plane_api/ccu/index.md)、[Acquire/Release 与不支持的 Fence](./hcomm/src/base_comm/primitives/api_c_adpt/aicpu_ts_primitives_c_adpt.cc:1118)。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汇报时的简短结论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Ascend 950 的 AICPU_TS AllToAll 先通过 HCOMM 的控制面查询域配置与拓扑，获取/复用 Thread、Channel、CCL Buffer 和引擎上下文；HCCL 在 AICPU 上用 Executor/Template 组织每个 Peer 的交换，再调用 HCOMM 的搬运、同步、批量提交接口。普通 Mesh 的核心是 LocalCopy、Write（PCIe 分支为 Read）与 Thread/Channel Notify。该算子不使用归约原语，也不进入 CCU C++ 数据面。精确调用集合必须同时标明拓扑、协议、对称内存及两层缓存状态。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基线：HCCL 170ddeec539b4d693028ce6e0cf5c58933e4d46d；HCOMM 87ce550f8f7c584e0ed89b0ec56699553d9c332d。静态分析，未上板 trace。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本页是折叠后的四泳道图。先沿左半页自上而下读 01–06，红色折线表示 ACL 发射的跨端交接，再沿右半页读 07–12。每一行左边是 HCCL 的处理，右边是其涉及的接口或具体产物，短横箭头表示该阶段的子调用，不是所有右列 API 在左列全部结束后才调用。行内 API 之间的准确先后以明示箭头和本备注为准。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01：HcclAlltoAll 在新流程分支进行 CheckAlltoAllInputPara，查询 rankSize/commName/rankId，校验 tag/count/type/rank，ConvertAlltoAllParam 构造 sendCounts/recvCounts/sdispls/rdispls。经 AlltoAllVOutPlace → AlltoAllVOutPlaceCommon，PreCheckSymmetricMemory 可调用 HcclCommSymWinGet（版本、算子和模式满足时探测，不等于成功命中窗口）。AlltoAllVConstructOpParam 包装输入/输出指针、长度、stream、mode、engine、varData；HcclGetOpExpansionMode 内调用 HcclConfigGetInfo。AlltoAllVExecDispatch 再调用 Selector。AllToAll 复用 AllToAllV 的参数和执行基础设施，并不把 opType 改成 ALLTOALLV。</a:t>
            </a:r>
          </a:p>
          <a:p xmlns:a="http://schemas.openxmlformats.org/drawingml/2006/main">
            <a:r>
              <a:t>02：HcclCalcTopoInfo 先 HcclEngineCtxGet；拓扑 miss 时 InitRankInfo 查询成员、层级、实例、链路等，Serialize 后 HcclEngineCtxCreate 保存。普通 Mesh 分支选择 AicpuAllToAllSoleMesh 或 AicpuAllToAllSoleMeshSingleChannel，两者都注册到普通 Mesh Template；不同选择器/配置可改变结果。</a:t>
            </a:r>
          </a:p>
          <a:p xmlns:a="http://schemas.openxmlformats.org/drawingml/2006/main">
            <a:r>
              <a:t>03–05：HcclExecOp 在 HcclGetAlgRes 之前 AcquireWithStream 并将 CPU_TS Thread 导出给 AICPU。TryReuseResource 命中算法上下文时不再执行 CalcRes/申请等；不是说之后完全没有任何控制面调用。miss 时 GetAlgoMeta、CalcAlgHierarchyInfoV2、CalcRes 生成 resourceRequest；HcclAllocAlgResourceAICPU 先本地 Buffer，再 Thread，再 Channel。BuildChannelInfo 还调用 HcclRankGraphGetEndpointInfo〔C3〕；远端 Buffer 查询内调 HcommChannelGetRemoteMems〔C2〕。Serialize 后 HcclEngineCtxCreate/Copy 复制资源元数据到设备。回到 HcclExecOp 再把 AICPU 主 Thread 导出到 CPU_TS。DFX、能力检测及一致性检查是横切调用。</a:t>
            </a:r>
          </a:p>
          <a:p xmlns:a="http://schemas.openxmlformats.org/drawingml/2006/main">
            <a:r>
              <a:t>06：Host 的 HcommThreadNotifyRecordOnThread(cpuTsThread, exportedCpuTsThread, notifyNumOnMainThread-1) 先入队；可选保序后 AicpuKernelLaunch 组 ACL 参数，调用 aclrtLaunchKernelWithConfig；Host 侧随后通过 HcclThreadNotifyWaitOnThreadDefault 对应完成通知入队等待。HcclAicpuKernelLaunch 公开 API 当前仅 Send/Recv 分支调用，不应画成 AllToAll 必经。</a:t>
            </a:r>
          </a:p>
          <a:p xmlns:a="http://schemas.openxmlformats.org/drawingml/2006/main">
            <a:r>
              <a:t>07：HcclLaunchAicpuKernel 先 HcommAcquireComm；按能力发保序通知/检查状态。设备 g_cacheManager 命中时可复用反序列化结果；否则 DeserializeResCtx 后缓存。RestoreVarDataAlltoAllV 修复变长数组的指针。随后 BatchModeStart、DFX 和 KernelStartTask。</a:t>
            </a:r>
          </a:p>
          <a:p xmlns:a="http://schemas.openxmlformats.org/drawingml/2006/main">
            <a:r>
              <a:t>08：TaskCache 关闭则直接 OpOrchestrate。可选超时接口后 Wait Host-ready。GetAlgExec 取得 executor 并调用 Orchestrate。任务缓存命中则 Execute 刷新地址并重放，跳过 08–11 的本次逐条展开；运行生命周期仍保留。</a:t>
            </a:r>
          </a:p>
          <a:p xmlns:a="http://schemas.openxmlformats.org/drawingml/2006/main">
            <a:r>
              <a:t>09–10：Executor::Orchestrate 恢复映射、数据类型、counts/displs。OrchestrateLoop 受 CCL scratch 与 UB_MAX_DATA_SIZE 限制进行外层分块，按每 Peer 剩余 counts 更新本轮描述，逐块 KernelRun。KernelRun 检查 IsPcieProtocol，普通非 PCIe 是 Write；RunALLtoALL 在多线程时 PreSync，然后按通信轮次 CalcCommRankSetForOneLoop。自分片在首通信轮 LocalCopyForMyRank。RunSendRecvByLoop 对 Peer 分割端口组数据，RunSendRecvByChannel 计算 CCL 槽和 queIdx，构造 src/dst/remoteOffset 的 DataSlices，再 RunSendRecv。双向非零调用 SendRecvWrite，仅发送/接收则分别 SendWrite/RecvWrite。</a:t>
            </a:r>
          </a:p>
          <a:p xmlns:a="http://schemas.openxmlformats.org/drawingml/2006/main">
            <a:r>
              <a:t>11：SendRecvWrite 的精确顺序是 recvChannel Record(ACK)、sendChannel Wait(ACK)、sendChannel Write 每个非零 slice、sendChannel Record(DATA_SIGNAL)、recvChannel Wait(DATA_SIGNAL)。普通内存 Write 分支在上层模板 PostCopy 才把本地 CCL 拷到 userOut。不能把 PostCopy 算成 SendRecvWrite 内部第六个调用。</a:t>
            </a:r>
          </a:p>
          <a:p xmlns:a="http://schemas.openxmlformats.org/drawingml/2006/main">
            <a:r>
              <a:t>12：PostSyncInterThreads 源码在主 Thread 上先排 Wait，再在从 Thread 排 Record；它们建立依赖，不要误说 C++ 调用先 Record 后 Wait。最终 Kernel 在算法主 Thread 上 Record 到 exportedAicpuTsThread，Host 步骤06入队的 Wait 消费此通知；随后 ProfilingEnd/DeviceOp、BatchModeEnd、ReleaseComm。API 返回/Kernel CPU 返回不等于所有 Rank 全局同步完成。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星号展开：HcommThreadNotifyWaitOnThreadWithDefaultTimeout 或 HcommThreadNotifyWaitOnThread(...timeout)；HcommChannelNotifyWaitOnThreadWithDefaultTimeout 或 HcommChannelNotifyWaitOnThread(...timeout)，由 hcomm_primitives_dl.cc 的能力判断二选一。源码包装器分别 HcclThreadNotifyWaitOnThreadDefault、HcclChannelNotifyWaitOnThreadDefault。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本页省略的仅是横切校验、日志、Profiler、异常返回与其它引擎分支，主要功能调用已在第3–4页展开。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共同范围：Ascend 950；CANN 新流程；AICPU_TS；OPBASE；多 Rank 且非零数据；普通 Mesh（含普通 MeshSingleChannel）；非 PCIe；普通用户内存；没有插件接管；主图为算法资源 miss、Task Cache 关闭。图上“可选”不属于每次必经路径。功能性正常路径为主，参数校验、DFX、日志、错误回滚详见备注，不声称穷尽每一个辅助函数。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基线：hccl 170ddeec539b4d693028ce6e0cf5c58933e4d46d；hcomm 87ce550f8f7c584e0ed89b0ec56699553d9c332d。静态源码分析，未上板 trace。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已有完整分类与源代码定位：</a:t>
            </a:r>
          </a:p>
          <a:p xmlns:a="http://schemas.openxmlformats.org/drawingml/2006/main">
            <a:r>
              <a:t># HCOMM API 分类与 Ascend 950 AICPU_TS AllToAll 调用链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1. 分析范围与分类口径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用户确认的范围：Ascend 950、AICPU_TS、单算子 OPBASE。</a:t>
            </a:r>
          </a:p>
          <a:p xmlns:a="http://schemas.openxmlformats.org/drawingml/2006/main">
            <a:r>
              <a:t>- 源码基线：HCCL `170ddeec539b4d693028ce6e0cf5c58933e4d46d`，HCOMM `87ce550f8f7c584e0ed89b0ec56699553d9c332d`。没有拉取新版本，也没有上板采集运行时 trace。</a:t>
            </a:r>
          </a:p>
          <a:p xmlns:a="http://schemas.openxmlformats.org/drawingml/2006/main">
            <a:r>
              <a:t>- 具体展开例子：多 Rank、非零 count、普通 Mesh 模板 `InsTempAlltoAllVMesh1D`、普通用户内存（未命中对称内存）、未使用算法插件。正文先解释资源缺失且任务缓存关闭的路径，再列条件变化。</a:t>
            </a:r>
          </a:p>
          <a:p xmlns:a="http://schemas.openxmlformats.org/drawingml/2006/main">
            <a:r>
              <a:t>- 这是一份有源码证据的静态调用分析。设备/模式仍不能唯一决定算法和每次 API 调用次数，还需要拓扑、协议、数据量、配置及缓存状态。</a:t>
            </a:r>
          </a:p>
          <a:p xmlns:a="http://schemas.openxmlformats.org/drawingml/2006/main">
            <a:r>
              <a:t>- 下文按用户提供的五类控制面、五类数据面组织。它是**功能归类**，不是声称仓库官方目录恰好就是这十类。官方目录首先区分控制面/数据面，再按通信域资源、基础资源以及 CPU/CCU 编程模型组织。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三个互相独立的维度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**控制面/数据面**：前者准备、配置和管理资源，后者执行本次通信的搬运、计算、同步及任务提交。</a:t>
            </a:r>
          </a:p>
          <a:p xmlns:a="http://schemas.openxmlformats.org/drawingml/2006/main">
            <a:r>
              <a:t>2. **L2/L3**：HCOMM 的通信域管理层与基础通信层。二者都可以提供控制面接口，不能把 L2/L3 等同于控制面/数据面。</a:t>
            </a:r>
          </a:p>
          <a:p xmlns:a="http://schemas.openxmlformats.org/drawingml/2006/main">
            <a:r>
              <a:t>3. **调用者/实现者**：`HcclChannelAcquire`、`HcclEngineCtxGet` 等虽然以 Hccl 开头，但实现属于 HCOMM。`HcclExecOp`、`HcclGetThread`、`HcclAicpuKernelEntranceLaunch` 则是 HCCL 内部函数。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来源：[官方 API 目录](./hcomm/docs/zh/api_ref/comm_opdev/README.md)、[架构分层](./hcomm/docs/zh/architecture/architecture-brief.md:253)。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2. 十类接口的边界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表中列典型接口/接口族，不是整个仓库的完整 API 清单。每个接口以主要管理对象或主要动作确定主类，必要时增加第二用途标签。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编号 / 类别 | 管什么、做什么 | 典型接口 | 本例关系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C1 控制面 / 通信域资源管理 | 通信域生命周期、域配置、域内 Thread/Channel/EngineCtx 的获取与复用 | `HcclCommInitRootInfoConfig`、`HcclCommDestroy`、`HcclGetCommName`、`HcclConfigGetInfo`、`HcclCommGetStatus`、`HcclEngineCtx*`、`HcclThreadAcquire*`、`HcclThreadExportToCommEngine`、`HcclDedicatedThreadAcquire`、`HcclChannelAcquire`、`HcclChannelDestroy`、`HcclCommAddExchangeInfo`、`HcclCommGetExchangeInfo` | 使用已创建的 comm。初始化/销毁不属于每次 AllToAll。资源缺失时获取，命中后复用 |</a:t>
            </a:r>
          </a:p>
          <a:p xmlns:a="http://schemas.openxmlformats.org/drawingml/2006/main">
            <a:r>
              <a:t>| C2 控制面 / 内存管理 | 获取通信缓冲区、注册内存、建立或查询远端可访问映射 | `HcclGetHcclBuffer`、`HcclChannelGetHcclBuffer`、`HcclCommMemReg`、`HcclChannelGetRemoteMems`、`HcclCommSymWinGet`、`HcommMemReg/Unreg/Export/Import/Unimport`、`HcommChannelGetRemoteMems` | 普通内存路径用 CCL Buffer，底层按需注册。不能认定每次直接调用 `HcclCommMemReg` |</a:t>
            </a:r>
          </a:p>
          <a:p xmlns:a="http://schemas.openxmlformats.org/drawingml/2006/main">
            <a:r>
              <a:t>| C3 控制面 / 拓扑管理 | 查询成员、网络层、拓扑实例、端点属性及 Rank 间链路 | `HcclGetRankId/Size`、`HcclRankGraphGetLayers`、`HcclRankGraphGetRanksByLayer`、`HcclRankGraphGetInstSizeListByLayer`、`HcclRankGraphGetTopoInstsByLayer`、`HcclRankGraphGetTopoType`、`HcclRankGraphGetRanksByTopoInst`、`HcclRankGraphGetEndpointNum/Desc/Info`、`HcclRankGraphGetLinks` | 为 Selector 和 ChannelDesc 提供依据。拓扑缓存命中可跳过重建 |</a:t>
            </a:r>
          </a:p>
          <a:p xmlns:a="http://schemas.openxmlformats.org/drawingml/2006/main">
            <a:r>
              <a:t>| C4 控制面 / 算子编排 | 注册/组织/发射算子任务、分组提交、Kernel 生命周期 | `HcclGroupStart/End/StatusGet`、`HcclAicpuKernelLaunch`、`HcclTaskRegister/UnRegister`、`HcommCcuKernelRegisterStart/Register/RegisterEnd`、`HcommCcuKernelLaunch` | 本例算法编排在 HCCL 内部。收尾上报可查询 `HcclGroupStatusGet`。P2P 专用 launch、DPU 回调、CCU launch 不在该主链 |</a:t>
            </a:r>
          </a:p>
          <a:p xmlns:a="http://schemas.openxmlformats.org/drawingml/2006/main">
            <a:r>
              <a:t>| C5 控制面 / 底层通信资源管理 | 不依赖集合算法的 Endpoint、基础 Channel、基础 Thread 等资源 | `HcommEndpointCreate/Destroy/StartListen`、`HcommChannelCreate`、`HcommCollectiveChannelCreate`、`HcommChannelGetStatus/Destroy`、`HcommThreadAlloc/Free`、`HcommThreadResGetInfo` | 通常由 HCOMM 内部管理器间接触发。当前集合建链用 `HcommCollectiveChannelCreate` |</a:t>
            </a:r>
          </a:p>
          <a:p xmlns:a="http://schemas.openxmlformats.org/drawingml/2006/main">
            <a:r>
              <a:t>| D1 数据面 / 数据搬运 | 传输原始字节，不做数值归约 | `HcommLocalCopyOnThread`、`HcommWriteOnThread`、`HcommReadOnThread`、相应 Nbi 变体、`HcommBatchTransferOnThread`、`HcommWriteWithNotifyOnThread` | Mesh 主路径命中 LocalCopy 和 Write，PCIe 分支替换为 Read。融合 Notify 另有同步用途 |</a:t>
            </a:r>
          </a:p>
          <a:p xmlns:a="http://schemas.openxmlformats.org/drawingml/2006/main">
            <a:r>
              <a:t>| D2 数据面 / 数据计算 | 归约计算，可能与搬运融合 | `HcommLocalReduceOnThread`、`HcommReadReduceOnThread`、`HcommWriteReduceOnThread`、`HcommWriteReduceWithNotifyOnThread` | AllToAll 只重排/交换数据，该模板没有调用这些归约原语 |</a:t>
            </a:r>
          </a:p>
          <a:p xmlns:a="http://schemas.openxmlformats.org/drawingml/2006/main">
            <a:r>
              <a:t>| D3 数据面 / 同步控制 | Thread/Rank 握手、等待、顺序和完成约束 | `HcommThreadNotifyRecordOnThread`、`HcommThreadNotifyWaitOnThread`、`HcommChannelNotifyRecordOnThread`、`HcommChannelNotifyWaitOnThread`、两种 `*WithDefaultTimeout`、`HcommSetNotifyWaitTimeOut`、`HcommAclrtNotify*`、`HcommChannelFenceOnThread`、`HcommChannelDrainOnThread` | 本例命中 Thread/Channel Notify。Fence/Drain/ACL Notify 不能直接列成每次必调 |</a:t>
            </a:r>
          </a:p>
          <a:p xmlns:a="http://schemas.openxmlformats.org/drawingml/2006/main">
            <a:r>
              <a:t>| D4 数据面 / 执行控制 | 运行中通信域使用保护、批量任务下发、任务缓存录制与重放 | `HcommAcquireComm/ReleaseComm`、`HcommBatchModeStart/End`、`HcommSetLaunchMode`、`HcommThreadResAcquireTimeOut`、`HcommAicpuTsTaskCacheLookup/Start/End/Execute/Clear` | Acquire/Release 与 Batch Start/End 属主干，Cache 受条件约束 |</a:t>
            </a:r>
          </a:p>
          <a:p xmlns:a="http://schemas.openxmlformats.org/drawingml/2006/main">
            <a:r>
              <a:t>| D5 数据面 / CCU C++ 数据面操作 | 以 C++ DSL 描述 CCU 指令、变量、地址、数据动作和控制流 | `AscendC::ccu` 下的 `Read/Write/LocalCopy/ReadReduce/WriteReduce/LocalReduce`、Notify/Event、`Variable/Address/LocalAddr/RemoteAddr`、`Load/Store/LoadArg`、`Loop/LoopGroup`、`CCU_IF/CCU_WHILE` | AICPU_TS 分支不进入此接口族。该类属于编程模型，与 D1–D4 的功能维度交叉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容易混淆的归类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`HcclEngineCtxCopy`：复制的是算法资源描述和上下文，主类仍为 **C1**。不要因名字含 Copy 就把它当作 AllToAll 用户数据搬运。</a:t>
            </a:r>
          </a:p>
          <a:p xmlns:a="http://schemas.openxmlformats.org/drawingml/2006/main">
            <a:r>
              <a:t>- `HcclGetHcclBuffer`：官方目录放在“通信域资源管理”；本报告按管理对象细分到 **C2**，并保留 L2 属性。</a:t>
            </a:r>
          </a:p>
          <a:p xmlns:a="http://schemas.openxmlformats.org/drawingml/2006/main">
            <a:r>
              <a:t>- `HcclConfigGetInfo(...OP_EXPANSION_MODE...)`：API 主类为 **C1**，这次查询的用途是帮助 HCCL 决定执行模式。`HcclGetOpExpansionMode` 本身不是 HCOMM 导出 API。</a:t>
            </a:r>
          </a:p>
          <a:p xmlns:a="http://schemas.openxmlformats.org/drawingml/2006/main">
            <a:r>
              <a:t>- `HcommAcquireComm/ReleaseComm`：保护 AICPU 正在使用的通信域，属于 **D4**；不是创建/销毁通信域。</a:t>
            </a:r>
          </a:p>
          <a:p xmlns:a="http://schemas.openxmlformats.org/drawingml/2006/main">
            <a:r>
              <a:t>- `HcommBatchModeStart/End` 与 `HcommBatchTransferOnThread` 不同。前者是任务提交模式（D4），后者是批量数据搬运接口（D1）。使用批模式不意味着调用了批量搬运 API。</a:t>
            </a:r>
          </a:p>
          <a:p xmlns:a="http://schemas.openxmlformats.org/drawingml/2006/main">
            <a:r>
              <a:t>- 一个 API 存在声明，不等于所有引擎均支持。例如当前 AICPU 适配文件中的 `HcommFenceOnThread` 返回 `HCCL_E_NOT_SUPPORT`，不能放入“已执行清单”。</a:t>
            </a:r>
          </a:p>
          <a:p xmlns:a="http://schemas.openxmlformats.org/drawingml/2006/main">
            <a:r>
              <a:t>- DFX/Profiling 是横切能力，单独标注，不硬塞成搬运或算子编排。下面的主链不穷举所有日志、DFX、错误处理与销毁分支。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来源：[L2 资源头文件](./hcomm/include/hccl/hccl_res.h)、[基础资源](./hcomm/include/hcomm_res.h)、[P2P Kernel launch](./hcomm/include/hccl/hccl_launch.h:144)、[CPU 数据面目录](./hcomm/docs/zh/api_ref/comm_opdev/data_plane_api/cpu-cpu_ts-aicpu_ts/README.md)、[CCU 目录](./hcomm/docs/zh/api_ref/comm_opdev/data_plane_api/ccu/index.md)、[Acquire/Release 与不支持的 Fence](./hcomm/src/base_comm/primitives/api_c_adpt/aicpu_ts_primitives_c_adpt.cc:1118)。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3. AllToAll 如何选到本例算法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HcclAlltoAll                                      [HCCL 对外入口]</a:t>
            </a:r>
          </a:p>
          <a:p xmlns:a="http://schemas.openxmlformats.org/drawingml/2006/main">
            <a:r>
              <a:t>  ├─ HcclGetRankSize / HcclGetRankId                [C3，HCOMM]</a:t>
            </a:r>
          </a:p>
          <a:p xmlns:a="http://schemas.openxmlformats.org/drawingml/2006/main">
            <a:r>
              <a:t>  ├─ HcclGetCommName                               [C1，HCOMM]</a:t>
            </a:r>
          </a:p>
          <a:p xmlns:a="http://schemas.openxmlformats.org/drawingml/2006/main">
            <a:r>
              <a:t>  ├─ ConvertAlltoAllParam                          [HCCL 内部]</a:t>
            </a:r>
          </a:p>
          <a:p xmlns:a="http://schemas.openxmlformats.org/drawingml/2006/main">
            <a:r>
              <a:t>  │    把等长 AllToAll 参数变为 counts/displacements 四组向量</a:t>
            </a:r>
          </a:p>
          <a:p xmlns:a="http://schemas.openxmlformats.org/drawingml/2006/main">
            <a:r>
              <a:t>  └─ AlltoAllVOutPlace → AlltoAllVOutPlaceCommon     [HCCL 内部]</a:t>
            </a:r>
          </a:p>
          <a:p xmlns:a="http://schemas.openxmlformats.org/drawingml/2006/main">
            <a:r>
              <a:t>       ├─ PreCheckSymmetricMemory</a:t>
            </a:r>
          </a:p>
          <a:p xmlns:a="http://schemas.openxmlformats.org/drawingml/2006/main">
            <a:r>
              <a:t>       │    └─ HcclCommSymWinGet                    [C2，9.1+ 等条件满足时探测]</a:t>
            </a:r>
          </a:p>
          <a:p xmlns:a="http://schemas.openxmlformats.org/drawingml/2006/main">
            <a:r>
              <a:t>       ├─ AlltoAllVConstructOpParam                 [HCCL 内部，opType 仍为 ALLTOALL]</a:t>
            </a:r>
          </a:p>
          <a:p xmlns:a="http://schemas.openxmlformats.org/drawingml/2006/main">
            <a:r>
              <a:t>       ├─ HcclGetOpExpansionMode                    [HCCL 内部]</a:t>
            </a:r>
          </a:p>
          <a:p xmlns:a="http://schemas.openxmlformats.org/drawingml/2006/main">
            <a:r>
              <a:t>       │    └─ HcclConfigGetInfo                    [C1，读取展开模式]</a:t>
            </a:r>
          </a:p>
          <a:p xmlns:a="http://schemas.openxmlformats.org/drawingml/2006/main">
            <a:r>
              <a:t>       └─ AlltoAllVExecDispatch</a:t>
            </a:r>
          </a:p>
          <a:p xmlns:a="http://schemas.openxmlformats.org/drawingml/2006/main">
            <a:r>
              <a:t>            ├─ Selector                             [HCCL 内部]</a:t>
            </a:r>
          </a:p>
          <a:p xmlns:a="http://schemas.openxmlformats.org/drawingml/2006/main">
            <a:r>
              <a:t>            │    ├─ HcclCommGetStatus               [C1，接口支持时]</a:t>
            </a:r>
          </a:p>
          <a:p xmlns:a="http://schemas.openxmlformats.org/drawingml/2006/main">
            <a:r>
              <a:t>            │    ├─ HcclCalcTopoInfo                 [HCCL 内部]</a:t>
            </a:r>
          </a:p>
          <a:p xmlns:a="http://schemas.openxmlformats.org/drawingml/2006/main">
            <a:r>
              <a:t>            │    │    ├─ HcclEngineCtxGet            [C1，查拓扑缓存]</a:t>
            </a:r>
          </a:p>
          <a:p xmlns:a="http://schemas.openxmlformats.org/drawingml/2006/main">
            <a:r>
              <a:t>            │    │    └─ 未命中：RankGraph 查询 → HcclEngineCtxCreate</a:t>
            </a:r>
          </a:p>
          <a:p xmlns:a="http://schemas.openxmlformats.org/drawingml/2006/main">
            <a:r>
              <a:t>            │    └─ 选择框架 → AlltoAllAutoSelector::SelectAicpuAlgo</a:t>
            </a:r>
          </a:p>
          <a:p xmlns:a="http://schemas.openxmlformats.org/drawingml/2006/main">
            <a:r>
              <a:t>            │         （该自动选择器分支命中时；还存在其它选择/配置分支）</a:t>
            </a:r>
          </a:p>
          <a:p xmlns:a="http://schemas.openxmlformats.org/drawingml/2006/main">
            <a:r>
              <a:t>            └─ HcclExecOp                          [HCCL 内部]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普通 `MESH_1D/CLOS` 的 Selector 分支：每 Rank 总发送字节数大于 `150 * 1024 * 1024` 时选 `AicpuAllToAllSoleMesh`，否则选 `AicpuAllToAllSoleMeshSingleChannel`。两者都注册到 `InsV2AlltoAllVSoleExecutor&lt;TopoMatchOneLevel, InsTempAlltoAllVMesh1D&gt;`。因此“不同算法名”在这里主要改变 Channel/Thread 数和分片，不必然改变 API 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`MESH_1D_CLOS` 还有 MultiJetty/Concurrent 等分支；这不是所有 AICPU AllToAll 必经同一个模板。rankSize=1、count=0、旧版本兼容和插件分支也不能混入本例主链。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来源：[入口与参数转换](./hccl/src/ops/all_to_all_v/all_to_all_v.cc:23)、[调度](./hccl/src/ops/all_to_all_v/all_to_all_v.cc:730)、[AICPU 算法选择](./hccl/src/ops/all_to_all_v/selector/alltoall_auto_selector.cc:131)、[模板注册](./hccl/src/ops/all_to_all_v/algorithm/executor/ins_v2_all_to_all_v_sole_executor.cc:562)。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4. 控制面实际命中的接口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HCOMM 接口 | 类别 / 层 | 由谁触发、得到什么 | 条件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`HcclGetCommName`、`HcclConfigGetInfo`、`HcclCommGetStatus` | C1 / L2 | 入口及 Selector 获取域名、配置、READY 状态 | 状态与配置能力检查按源码分支 |</a:t>
            </a:r>
          </a:p>
          <a:p xmlns:a="http://schemas.openxmlformats.org/drawingml/2006/main">
            <a:r>
              <a:t>| `HcclGetRankSize`、`HcclGetRankId` | C3 / L2 | 构建 counts/displacements、选择 Peer | 本例主干，可能在不同调用点重复 |</a:t>
            </a:r>
          </a:p>
          <a:p xmlns:a="http://schemas.openxmlformats.org/drawingml/2006/main">
            <a:r>
              <a:t>| `HcclEngineCtxGet` | C1 / L2 | 查拓扑、算法资源、主线程和展开线程上下文 | 查询会发生，是否创建由缓存结果决定 |</a:t>
            </a:r>
          </a:p>
          <a:p xmlns:a="http://schemas.openxmlformats.org/drawingml/2006/main">
            <a:r>
              <a:t>| `HcclEngineCtxCreate`、`HcclEngineCtxCopy` | C1 / L2 | 保存拓扑/Thread 元信息，序列化算法资源并复制到 AICPU | 相关资源不存在时 |</a:t>
            </a:r>
          </a:p>
          <a:p xmlns:a="http://schemas.openxmlformats.org/drawingml/2006/main">
            <a:r>
              <a:t>| `HcclRankGraphGetLayers`、`HcclRankGraphGetInstSizeListByLayer`、`HcclRankGraphGetRanksByLayer` | C3 / L2 | `InitRankInfo/CalcTopoShape` 形成网络层及成员信息 | 需要构建/查询拓扑时 |</a:t>
            </a:r>
          </a:p>
          <a:p xmlns:a="http://schemas.openxmlformats.org/drawingml/2006/main">
            <a:r>
              <a:t>| `HcclRankGraphGetTopoInstsByLayer`、`HcclRankGraphGetTopoType`、`HcclRankGraphGetRanksByTopoInst` | C3 / L2 | 查询实例、形态、实例成员 | 按实际拓扑构建分支 |</a:t>
            </a:r>
          </a:p>
          <a:p xmlns:a="http://schemas.openxmlformats.org/drawingml/2006/main">
            <a:r>
              <a:t>| `HcclRankGraphGetEndpointNum`、`HcclRankGraphGetEndpointDesc`、`HcclRankGraphGetEndpointInfo` | C3 / L2 | 端点枚举及属性，回填带宽系数/Die 等 | 构建拓扑与 ChannelInfo 时 |</a:t>
            </a:r>
          </a:p>
          <a:p xmlns:a="http://schemas.openxmlformats.org/drawingml/2006/main">
            <a:r>
              <a:t>| `HcclRankGraphGetLinks` | C3 / L2 | `CalcChannelRequestMesh1D` 等查询本 Rank 与 Peer 的可用链路 | Channel 请求计算时 |</a:t>
            </a:r>
          </a:p>
          <a:p xmlns:a="http://schemas.openxmlformats.org/drawingml/2006/main">
            <a:r>
              <a:t>| `HcclThreadAcquireWithStream` | C1 / L2 | 将用户 stream 关联为 CPU_TS Thread | 每次执行入口获取，可内部复用 |</a:t>
            </a:r>
          </a:p>
          <a:p xmlns:a="http://schemas.openxmlformats.org/drawingml/2006/main">
            <a:r>
              <a:t>| `HcclThreadExportToCommEngine` | C1 / L2，包间接口 | CPU_TS Thread 导出到 AICPU_TS，AICPU 主 Thread 导出到 CPU_TS | 建立 Host/Device 通知关系，不是创建通信域 |</a:t>
            </a:r>
          </a:p>
          <a:p xmlns:a="http://schemas.openxmlformats.org/drawingml/2006/main">
            <a:r>
              <a:t>| `HcclGetHcclBuffer` | C2 / L2 | 获取本地 CCL 中转缓冲区 | 算法资源分配、交换信息构造等调用点 |</a:t>
            </a:r>
          </a:p>
          <a:p xmlns:a="http://schemas.openxmlformats.org/drawingml/2006/main">
            <a:r>
              <a:t>| `HcclThreadAcquireWithConfig` | C1 / L2 | 为 AICPU 主/从 Thread 及展开 Thread 申请资源，设置 Notify 数量 | 接口支持且需要资源时 |</a:t>
            </a:r>
          </a:p>
          <a:p xmlns:a="http://schemas.openxmlformats.org/drawingml/2006/main">
            <a:r>
              <a:t>| `HcclThreadAcquire` | C1 / L2 | 获取 Thread 的兼容接口 | 与上行的配置版是能力分支，不是前后两步 |</a:t>
            </a:r>
          </a:p>
          <a:p xmlns:a="http://schemas.openxmlformats.org/drawingml/2006/main">
            <a:r>
              <a:t>| `HcclCommAddExchangeInfo`、`HcclCommGetExchangeInfo` | C1 / L2，包间接口 | 建链前注入、建链后读取算子参数一致性信息 | 首次一致性检查且接口支持 |</a:t>
            </a:r>
          </a:p>
          <a:p xmlns:a="http://schemas.openxmlformats.org/drawingml/2006/main">
            <a:r>
              <a:t>| `HcclChannelAcquire` | C1 / L2 | 根据 ChannelDesc、engine 获取 Peer ChannelHandle | 算法资源/通道不存在时，不保证每次物理建链 |</a:t>
            </a:r>
          </a:p>
          <a:p xmlns:a="http://schemas.openxmlformats.org/drawingml/2006/main">
            <a:r>
              <a:t>| `HcclChannelGetHcclBuffer` | C2 / L2 | 取得各 Channel 对应的远端 CCL Buffer 地址和大小 | 新构造 ChannelInfo 时 |</a:t>
            </a:r>
          </a:p>
          <a:p xmlns:a="http://schemas.openxmlformats.org/drawingml/2006/main">
            <a:r>
              <a:t>| `HcclDedicatedThreadAcquire` | C1 / L2 | 获取 Host/Device 保序 Thread | OrderLaunch 能力支持且保序路径需要 |</a:t>
            </a:r>
          </a:p>
          <a:p xmlns:a="http://schemas.openxmlformats.org/drawingml/2006/main">
            <a:r>
              <a:t>| `HcclThreadResGetInfo`、`HcommThreadResGetInfo` | C1 / L2，C5 / L3 | 从 Thread 取 stream，用于 Kernel 发射及保序 | 按接口能力与线程类型走分支 |</a:t>
            </a:r>
          </a:p>
          <a:p xmlns:a="http://schemas.openxmlformats.org/drawingml/2006/main">
            <a:r>
              <a:t>| `HcclGroupStatusGet` | C4 / L2 | `ReportOpProfilingInfo` 查询 group 状态 | 接口支持时；查询不意味着主动调用 GroupStart/End |</a:t>
            </a:r>
          </a:p>
          <a:p xmlns:a="http://schemas.openxmlformats.org/drawingml/2006/main">
            <a:r>
              <a:t>| `HcclCommSymWinGet` | C2 / L2 | 运行前探测用户缓冲区是否在对称窗口内 | HCOMM 9.1+ 的 AllToAll OPBASE 分支，探测未命中仍可继续普通路径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来源：[资源主干与复用](./hccl/src/ops/op_common/op_common.cc:780)、[拓扑缓存](./hccl/src/ops/op_common/op_common.cc:1285)、[AICPU 资源](./hccl/src/ops/op_common/op_common.cc:1670)、[拓扑构建](./hccl/src/ops/op_common/topo_info/topo_host.cc:75)、[按序发射](./hccl/src/ops/op_common/order_launch.cc:152)、[一致性检查](./hccl/src/common/inconsistent_check.cc:52)。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HcclChannelAcquire 内部怎么落到 C2/C5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ops_hccl::HcclGetChannelImpl                          [内部组织函数]</a:t>
            </a:r>
          </a:p>
          <a:p xmlns:a="http://schemas.openxmlformats.org/drawingml/2006/main">
            <a:r>
              <a:t>  ├─ AddExchangeInfo → HcclCommAddExchangeInfo         [C1，按条件]</a:t>
            </a:r>
          </a:p>
          <a:p xmlns:a="http://schemas.openxmlformats.org/drawingml/2006/main">
            <a:r>
              <a:t>  └─ HcclChannelAcquire                              [HCOMM L2 / C1]</a:t>
            </a:r>
          </a:p>
          <a:p xmlns:a="http://schemas.openxmlformats.org/drawingml/2006/main">
            <a:r>
              <a:t>       └─ MyRank::CreateChannels                      [内部方法]</a:t>
            </a:r>
          </a:p>
          <a:p xmlns:a="http://schemas.openxmlformats.org/drawingml/2006/main">
            <a:r>
              <a:t>            ├─ BatchCreateSockets                    [控制连接准备，内部方法]</a:t>
            </a:r>
          </a:p>
          <a:p xmlns:a="http://schemas.openxmlformats.org/drawingml/2006/main">
            <a:r>
              <a:t>            ├─ BatchCreateChannels</a:t>
            </a:r>
          </a:p>
          <a:p xmlns:a="http://schemas.openxmlformats.org/drawingml/2006/main">
            <a:r>
              <a:t>            │    ├─ EndpointMgr::Get</a:t>
            </a:r>
          </a:p>
          <a:p xmlns:a="http://schemas.openxmlformats.org/drawingml/2006/main">
            <a:r>
              <a:t>            │    │    └─ HcommEndpointCreate          [C5，Endpoint 缓存未命中]</a:t>
            </a:r>
          </a:p>
          <a:p xmlns:a="http://schemas.openxmlformats.org/drawingml/2006/main">
            <a:r>
              <a:t>            │    ├─ HcommEndpointStartListen          [C5]</a:t>
            </a:r>
          </a:p>
          <a:p xmlns:a="http://schemas.openxmlformats.org/drawingml/2006/main">
            <a:r>
              <a:t>            │    ├─ PrepareMemHandles</a:t>
            </a:r>
          </a:p>
          <a:p xmlns:a="http://schemas.openxmlformats.org/drawingml/2006/main">
            <a:r>
              <a:t>            │    │    └─ RegisterCommMemsToEndpoint</a:t>
            </a:r>
          </a:p>
          <a:p xmlns:a="http://schemas.openxmlformats.org/drawingml/2006/main">
            <a:r>
              <a:t>            │    │         └─ HcommMemReg             [C2，内存注册未命中]</a:t>
            </a:r>
          </a:p>
          <a:p xmlns:a="http://schemas.openxmlformats.org/drawingml/2006/main">
            <a:r>
              <a:t>            │    └─ RankPair / EndpointPair::CreateChannel</a:t>
            </a:r>
          </a:p>
          <a:p xmlns:a="http://schemas.openxmlformats.org/drawingml/2006/main">
            <a:r>
              <a:t>            │         ├─ HcommCollectiveChannelCreate [C5，Channel 缓存未命中]</a:t>
            </a:r>
          </a:p>
          <a:p xmlns:a="http://schemas.openxmlformats.org/drawingml/2006/main">
            <a:r>
              <a:t>            │         └─ 复用旧 Channel               [不是重复新建]</a:t>
            </a:r>
          </a:p>
          <a:p xmlns:a="http://schemas.openxmlformats.org/drawingml/2006/main">
            <a:r>
              <a:t>            ├─ BatchConnectChannels</a:t>
            </a:r>
          </a:p>
          <a:p xmlns:a="http://schemas.openxmlformats.org/drawingml/2006/main">
            <a:r>
              <a:t>            │    └─ ChannelProcess::ChannelGetStatus  [内部方法，轮询状态]</a:t>
            </a:r>
          </a:p>
          <a:p xmlns:a="http://schemas.openxmlformats.org/drawingml/2006/main">
            <a:r>
              <a:t>            ├─ BatchExchangeAndCheckConsistency       [950 一致性交换]</a:t>
            </a:r>
          </a:p>
          <a:p xmlns:a="http://schemas.openxmlformats.org/drawingml/2006/main">
            <a:r>
              <a:t>            └─ FinalizeChannelsByEngine               [AICPU 侧 Channel 句柄准备]</a:t>
            </a:r>
          </a:p>
          <a:p xmlns:a="http://schemas.openxmlformats.org/drawingml/2006/main">
            <a:r>
              <a:t>ops_hccl::BuildChannelInfo</a:t>
            </a:r>
          </a:p>
          <a:p xmlns:a="http://schemas.openxmlformats.org/drawingml/2006/main">
            <a:r>
              <a:t>  ├─ HcclRankGraphGetEndpointInfo                     [C3]</a:t>
            </a:r>
          </a:p>
          <a:p xmlns:a="http://schemas.openxmlformats.org/drawingml/2006/main">
            <a:r>
              <a:t>  └─ HcclChannelGetHcclBuffer                         [C2]</a:t>
            </a:r>
          </a:p>
          <a:p xmlns:a="http://schemas.openxmlformats.org/drawingml/2006/main">
            <a:r>
              <a:t>       └─ HcommChannelGetRemoteMems                   [C2 / L3，查询映射]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这里状态轮询直接调用的是 `ChannelProcess::ChannelGetStatus` 内部方法，不能画成“必经导出 API `HcommChannelGetStatus`”。同理，集合建链实际入口是 `HcommCollectiveChannelCreate`，不要替换为名字近似的 `HcommChannelCreate`。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普通 AICPU Thread 的资源管理也不必经过导出 API `HcommThreadAlloc`：ThreadMgr 可以内部 `CreateThread → Init`。`HcommThreadAlloc` 有明确的专用/保序线程创建调用点，只按对应条件列入 C5。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来源：[ChannelAcquire 实现](./hcomm/src/coll_communicator_mgr/api_c_adpt/coll_comm_res_c_adpt.cc:755)、[建链总流程](./hcomm/src/coll_communicator_mgr/resource_mgr/local/my_rank/my_rank.cc:1228)、[Endpoint/内存/Channel 准备](./hcomm/src/coll_communicator_mgr/resource_mgr/local/my_rank/my_rank.cc:675)、[EndpointPair 复用](./hcomm/src/base_comm/resources/endpoint_pairs/endpoint_pair.cc:199)、[内存注册](./hcomm/src/coll_communicator_mgr/resource_mgr/local/my_rank/endpoints/endpoint_mgr.cc:138)、[远端缓冲区查询](./hcomm/src/coll_communicator_mgr/resource_mgr/local/my_rank/my_rank.cc:1303)、[Thread 内部分配](./hcomm/src/coll_communicator_mgr/resource_mgr/local/my_rank/comm_engine/threads/thread_manager.cc:198)。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5. 数据面真实顺序：普通 Mesh Write 分支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选择非 PCIe、普通内存、没有 Task Cache 重放的例子。以下是调用与任务依赖，不表示所有动作都在 Host 同步完成。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Host：HcclAicpuKernelEntranceLaunch                    [HCCL 内部]</a:t>
            </a:r>
          </a:p>
          <a:p xmlns:a="http://schemas.openxmlformats.org/drawingml/2006/main">
            <a:r>
              <a:t>  ├─ HcommThreadNotifyRecordOnThread                  [D3，Host 数据就绪]</a:t>
            </a:r>
          </a:p>
          <a:p xmlns:a="http://schemas.openxmlformats.org/drawingml/2006/main">
            <a:r>
              <a:t>  ├─ OrderLaunch 的 Thread 获取与 Notify              [C1/C5/D3，条件路径]</a:t>
            </a:r>
          </a:p>
          <a:p xmlns:a="http://schemas.openxmlformats.org/drawingml/2006/main">
            <a:r>
              <a:t>  ├─ AicpuKernelLaunch → aclrtLaunchKernel*            [HCCL → ACL，非 HCOMM API]</a:t>
            </a:r>
          </a:p>
          <a:p xmlns:a="http://schemas.openxmlformats.org/drawingml/2006/main">
            <a:r>
              <a:t>  └─ HcommThreadNotifyWaitOnThread[WithDefaultTimeout] [D3，用户流等待完成]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AICPU：HcclLaunchAicpuKernel                          [HCCL Kernel 入口]</a:t>
            </a:r>
          </a:p>
          <a:p xmlns:a="http://schemas.openxmlformats.org/drawingml/2006/main">
            <a:r>
              <a:t>  ├─ HcommAcquireComm                                [D4，取得通信域使用保护]</a:t>
            </a:r>
          </a:p>
          <a:p xmlns:a="http://schemas.openxmlformats.org/drawingml/2006/main">
            <a:r>
              <a:t>  ├─ HcommBatchModeStart                             [D4，进入批量下发]</a:t>
            </a:r>
          </a:p>
          <a:p xmlns:a="http://schemas.openxmlformats.org/drawingml/2006/main">
            <a:r>
              <a:t>  ├─ OpOrchestrate                                   [HCCL 内部]</a:t>
            </a:r>
          </a:p>
          <a:p xmlns:a="http://schemas.openxmlformats.org/drawingml/2006/main">
            <a:r>
              <a:t>  │    ├─ HcommThreadResAcquireTimeOut                [D4，能力支持时设置资源等待超时]</a:t>
            </a:r>
          </a:p>
          <a:p xmlns:a="http://schemas.openxmlformats.org/drawingml/2006/main">
            <a:r>
              <a:t>  │    ├─ HcommSetNotifyWaitTimeOut                   [D3，能力支持时设置默认等待超时]</a:t>
            </a:r>
          </a:p>
          <a:p xmlns:a="http://schemas.openxmlformats.org/drawingml/2006/main">
            <a:r>
              <a:t>  │    ├─ Thread Notify Wait                         [D3，等待 Host 就绪]</a:t>
            </a:r>
          </a:p>
          <a:p xmlns:a="http://schemas.openxmlformats.org/drawingml/2006/main">
            <a:r>
              <a:t>  │    └─ InsV2AlltoAllVSoleExecutor::Orchestrate</a:t>
            </a:r>
          </a:p>
          <a:p xmlns:a="http://schemas.openxmlformats.org/drawingml/2006/main">
            <a:r>
              <a:t>  │         └─ OrchestrateLoop → InsTempAlltoAllVMesh1D::KernelRun</a:t>
            </a:r>
          </a:p>
          <a:p xmlns:a="http://schemas.openxmlformats.org/drawingml/2006/main">
            <a:r>
              <a:t>  │              └─ RunALLtoALL</a:t>
            </a:r>
          </a:p>
          <a:p xmlns:a="http://schemas.openxmlformats.org/drawingml/2006/main">
            <a:r>
              <a:t>  │                   ├─ PreSyncInterThreads         [D3，主流通知从流，从流等待]</a:t>
            </a:r>
          </a:p>
          <a:p xmlns:a="http://schemas.openxmlformats.org/drawingml/2006/main">
            <a:r>
              <a:t>  │                   ├─ LocalCopyForMyRank          [D1，本 Rank 自己的分片]</a:t>
            </a:r>
          </a:p>
          <a:p xmlns:a="http://schemas.openxmlformats.org/drawingml/2006/main">
            <a:r>
              <a:t>  │                   ├─ 每个轮次 / Peer / Channel：</a:t>
            </a:r>
          </a:p>
          <a:p xmlns:a="http://schemas.openxmlformats.org/drawingml/2006/main">
            <a:r>
              <a:t>  │                   │    ├─ SendRecvWrite          [展开见下表]</a:t>
            </a:r>
          </a:p>
          <a:p xmlns:a="http://schemas.openxmlformats.org/drawingml/2006/main">
            <a:r>
              <a:t>  │                   │    └─ PostCopy               [D1，CCL Buffer → 用户输出]</a:t>
            </a:r>
          </a:p>
          <a:p xmlns:a="http://schemas.openxmlformats.org/drawingml/2006/main">
            <a:r>
              <a:t>  │                   └─ PostSyncInterThreads        [D3，从流完成，主流汇合]</a:t>
            </a:r>
          </a:p>
          <a:p xmlns:a="http://schemas.openxmlformats.org/drawingml/2006/main">
            <a:r>
              <a:t>  ├─ HcommThreadNotifyRecordOnThread                  [D3，通知用户流完成]</a:t>
            </a:r>
          </a:p>
          <a:p xmlns:a="http://schemas.openxmlformats.org/drawingml/2006/main">
            <a:r>
              <a:t>  ├─ HcommBatchModeEnd                               [D4，结束批模式并提交剩余任务]</a:t>
            </a:r>
          </a:p>
          <a:p xmlns:a="http://schemas.openxmlformats.org/drawingml/2006/main">
            <a:r>
              <a:t>  └─ HcommReleaseComm                                [D4，释放使用保护]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一个 Peer 的双向发送：每个 API 都展开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对于 Rank i 与 Rank j，双方执行同样的握手。`ACK` 表示接收缓冲区准备好，`DATA_SIGNAL` 表示本方向传输阶段完成。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顺序 | HCOMM API | 类别 | Rank i 的动作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1 | `HcommChannelNotifyRecordOnThread(thread, recvChannel, ACK)` | D3 | 告诉 Rank j：我已经可以接收 |</a:t>
            </a:r>
          </a:p>
          <a:p xmlns:a="http://schemas.openxmlformats.org/drawingml/2006/main">
            <a:r>
              <a:t>| 2 | `HcommChannelNotifyWaitOnThread* (thread, sendChannel, ACK)` | D3 | 等待 Rank j 准备好接收 |</a:t>
            </a:r>
          </a:p>
          <a:p xmlns:a="http://schemas.openxmlformats.org/drawingml/2006/main">
            <a:r>
              <a:t>| 3 | `HcommWriteOnThread(thread, sendChannel, dst, src, len)` | D1 | 把本地用户输入中属于 j 的分片写入 j 的 CCL Buffer |</a:t>
            </a:r>
          </a:p>
          <a:p xmlns:a="http://schemas.openxmlformats.org/drawingml/2006/main">
            <a:r>
              <a:t>| 4 | `HcommChannelNotifyRecordOnThread(thread, sendChannel, DATA_SIGNAL)` | D3 | 告诉 Rank j：向你传输的这一阶段已完成 |</a:t>
            </a:r>
          </a:p>
          <a:p xmlns:a="http://schemas.openxmlformats.org/drawingml/2006/main">
            <a:r>
              <a:t>| 5 | `HcommChannelNotifyWaitOnThread* (thread, recvChannel, DATA_SIGNAL)` | D3 | 等待 Rank j 向我传输的阶段完成 |</a:t>
            </a:r>
          </a:p>
          <a:p xmlns:a="http://schemas.openxmlformats.org/drawingml/2006/main">
            <a:r>
              <a:t>| 6 | `HcommLocalCopyOnThread(thread, userOut, localCclBuffer, len)` | D1 | 把收到的 j 分片从本地 CCL Buffer 拷入用户输出的对应位置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1–5 步属于 `SendRecvWrite`，第 6 步是上层模板紧接其后的 `PostCopy`，不是 `SendRecvWrite` 内部的第六步。大数据和多 Channel 会重复这些操作。零字节 slice 可以跳过搬运。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PPT 中的 `i.CCL[j]` / `i.userOut[j]` 是“与 Peer j 对应的逻辑分片”示意，不是声明源码使用固定下标 j 寻址。实际 CCL 槽位和偏移由 `CalcCclBuffIdx`、Channel 分片以及 counts/displacements 共同计算。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`*` 表示精确导出符号有能力分支：HCCL 的 Wait 包装层优先调用 `HcommChannelNotifyWaitOnThreadWithDefaultTimeout`，不支持时回退 `HcommChannelNotifyWaitOnThread(...timeout)`。Thread Wait 同理。二者不是依次调用。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 950 的适配实现中，`HcommWriteOnThread` 解包 Channel 后进入 `BaseTransportLiteImpl::BuildLocRmaBufferLite` 与 `Write(...StreamLite)`；`HcommLocalCopyOnThread` 调 `Thread::LocalCopy`。它们是任务/传输提交路径，API 返回不应解读为整个集合通信已全局完成。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来源：[Kernel 主干](./hccl/src/ops/op_common/algorithm/template/aicpu/kernel_launch.cc:348)、[Template 总流程](./hccl/src/ops/all_to_all_v/algorithm/template/aicpu/ins_temp_all_to_all_v_mesh_1D.cc:217)、[SendRecvWrite](./hccl/src/ops/op_common/algorithm/template/wrapper/alg_data_trans_wrapper.cc:428)、[PostCopy 条件](./hccl/src/ops/all_to_all_v/algorithm/template/aicpu/ins_temp_all_to_all_v_mesh_1D.cc:370)、[LocalCopy](./hccl/src/ops/op_common/algorithm/template/wrapper/alg_data_trans_wrapper.cc:880)、[Wait 符号选择](./hccl/src/common/hcomm_dlsym/hcomm_primitives_dl.cc:176)、[950 Write 实现](./hcomm/src/base_comm/primitives/api_c_adpt/aicpu_ts_primitives_c_adpt.cc:495)。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6. 条件变化后，接口如何变化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改变的条件 | 变化 | 不应误解为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普通 Mesh 模板发现 PCIe 链路 | `isDmaRead_=true`，先 `PreCopy` 把输入放入本地 CCL Buffer，`SendRecvRead` 用 `HcommReadOnThread` 从对端读到用户输出，再做完成握手 | 同一份数据同时必经 Read 和 Write |</a:t>
            </a:r>
          </a:p>
          <a:p xmlns:a="http://schemas.openxmlformats.org/drawingml/2006/main">
            <a:r>
              <a:t>| 单 Channel 改为多 Channel | 仍可使用相同 Mesh 模板和原语，增加 Thread/Channel/分片/Notify 组织 | 每个不同算法名都要调用完全不同的 HCOMM API |</a:t>
            </a:r>
          </a:p>
          <a:p xmlns:a="http://schemas.openxmlformats.org/drawingml/2006/main">
            <a:r>
              <a:t>| MeshClos MultiJetty | 切换到 `InsTempUbxAlltoAllVMesh1D`。某些分支用 `SendRecvBatchRead`，可走 `HcommBatchTransferOnThread`，能力不支持有回退 | 普通 Mesh 一定调用 BatchTransfer |</a:t>
            </a:r>
          </a:p>
          <a:p xmlns:a="http://schemas.openxmlformats.org/drawingml/2006/main">
            <a:r>
              <a:t>| 对称内存命中 | 复用注册的窗口与远端地址，可跳过部分 CCL 中转 PreCopy/PostCopy，Peer 数据直接访问 | 所有 AllToAll 都必须每次注册用户输入/输出 |</a:t>
            </a:r>
          </a:p>
          <a:p xmlns:a="http://schemas.openxmlformats.org/drawingml/2006/main">
            <a:r>
              <a:t>| 拓扑/算法资源缓存命中 | `HcclEngineCtxGet` 成功后跳过相应拓扑重建/CalcRes/建链等步骤 | 每次执行都创建 Endpoint/Channel |</a:t>
            </a:r>
          </a:p>
          <a:p xmlns:a="http://schemas.openxmlformats.org/drawingml/2006/main">
            <a:r>
              <a:t>| Task Cache 开启且 miss | `HcommAicpuTsTaskCacheLookup → Start → OpOrchestrate → End`，首次仍生成原语任务 | 第一次启用缓存就能跳过展开 |</a:t>
            </a:r>
          </a:p>
          <a:p xmlns:a="http://schemas.openxmlformats.org/drawingml/2006/main">
            <a:r>
              <a:t>| Task Cache 开启且 hit | `Lookup → Execute`，刷新地址并重放任务，跳过本次 `OpOrchestrate` | 没调用逐条原语 API 就没做数据通信 |</a:t>
            </a:r>
          </a:p>
          <a:p xmlns:a="http://schemas.openxmlformats.org/drawingml/2006/main">
            <a:r>
              <a:t>| Task Cache 录制出错/清理 | `HcommAicpuTsTaskCacheClear` | 每次都必须执行 Clear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Task Cache 在此基线要求相应开关、950、支持的算子/拓扑等条件，排除 MC2、OFFLOAD、ACL graph、重叠输入输出等场景。**资源缓存与任务缓存是两层不同的缓存**。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来源：[Read/Write 分支](./hccl/src/ops/all_to_all_v/algorithm/template/aicpu/ins_temp_all_to_all_v_mesh_1D.cc:167)、[SendRecvRead](./hccl/src/ops/op_common/algorithm/template/wrapper/alg_data_trans_wrapper.cc:652)、[MultiJetty 的 BatchRead](./hccl/src/ops/all_to_all_v/algorithm/template/aicpu/ins_temp_ubx_all_to_all_v_mesh_1D.cc:327)、[缓存分支](./hccl/src/ops/op_common/algorithm/template/aicpu/kernel_launch.cc:499)、[缓存资格](./hccl/src/ops/op_common/algorithm/template/aicpu/task_cache/aicpu_task_cache_policy.cc:18)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7. 本例不应标成“已调用”的接口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D2 的 LocalReduce/ReadReduce/WriteReduce：普通 AllToAll 没有归约语义，该模板未调用。</a:t>
            </a:r>
          </a:p>
          <a:p xmlns:a="http://schemas.openxmlformats.org/drawingml/2006/main">
            <a:r>
              <a:t>- D5 CCU C++ DSL 以及 `HcommCcuKernelRegister* / HcommCcuKernelLaunch`：未走 CCU。</a:t>
            </a:r>
          </a:p>
          <a:p xmlns:a="http://schemas.openxmlformats.org/drawingml/2006/main">
            <a:r>
              <a:t>- `HcclAicpuKernelLaunch`：当前 HCCL 调用条件限定 Send/Recv，本例 AllToAll 不经过它。</a:t>
            </a:r>
          </a:p>
          <a:p xmlns:a="http://schemas.openxmlformats.org/drawingml/2006/main">
            <a:r>
              <a:t>- `HcclTaskRegister`：该调用点在 CPU/DPU engine 分支，本例 AICPU_TS 不经过它。</a:t>
            </a:r>
          </a:p>
          <a:p xmlns:a="http://schemas.openxmlformats.org/drawingml/2006/main">
            <a:r>
              <a:t>- `HcclCommMemReg`：不能直接从“算子要访问用户内存”推断必调，本例普通 OPBASE 资源函数没有该直接调用。底层 CCL Buffer 的 `HcommMemReg` 是另一回事。</a:t>
            </a:r>
          </a:p>
          <a:p xmlns:a="http://schemas.openxmlformats.org/drawingml/2006/main">
            <a:r>
              <a:t>- `HcommChannelCreate` / `HcommChannelGetStatus`：不能用通用公开 API 的名字替代本例实际的 `HcommCollectiveChannelCreate` / `ChannelProcess::ChannelGetStatus`。</a:t>
            </a:r>
          </a:p>
          <a:p xmlns:a="http://schemas.openxmlformats.org/drawingml/2006/main">
            <a:r>
              <a:t>- `HcommBatchTransferOnThread`、WriteWithNotify、Nbi、Fence、Drain：不是所选普通 Mesh Write 包装器的必经调用。</a:t>
            </a:r>
          </a:p>
          <a:p xmlns:a="http://schemas.openxmlformats.org/drawingml/2006/main">
            <a:r>
              <a:t>- `HcclCommInit*` / `HcclCommDestroy`：通信域生命周期属于外围工作，不是把 AllToAll 主链从创建一直画到销毁。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当前可见的辅助观测调用包括 `HcclDfxRegOpInfoByCommId`、`HcommProfilingReportKernelStartTask`、`HcommProfilingReportKernelEndTask`、`HcommProfilingReportDeviceOp`、`HcclProfilingReportOp` 等。它们属于 DFX/Profiling 横切能力，和十类主通信功能分开标注。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8. 汇报时的简短结论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Ascend 950 的 AICPU_TS AllToAll 先通过 HCOMM 的控制面查询域配置与拓扑，获取/复用 Thread、Channel、CCL Buffer 和引擎上下文；HCCL 在 AICPU 上用 Executor/Template 组织每个 Peer 的交换，再调用 HCOMM 的搬运、同步、批量提交接口。普通 Mesh 的核心是 LocalCopy、Write（PCIe 分支为 Read）与 Thread/Channel Notify。该算子不使用归约原语，也不进入 CCU C++ 数据面。精确调用集合必须同时标明拓扑、协议、对称内存及两层缓存状态。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本页将总图左半页放大，严格区分函数所在仓库与接口分类。Hccl* 前缀不等于都由 HCCL 仓库实现。右列标 C1/C2/C3 的公开接口归 HCOMM；HcclGetOpExpansionMode、HcclGetAlgRes 等是 HCCL 内部函数。右列第①行“OpExpansionMode → ConfigGetInfo”特意同时列内部包装器和实际接口。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① HcclAlltoAll 还执行 InitEnvConfig、CheckAlltoAllInputPara、HcclCheckTag、HcomCheckUserRank、CheckCount、CheckDataType。为避免把错误路径与主要调用混在一起，这些放入备注。原路径在硬件版本小于9或非新OutPlace条件回落旧实现。count全0、单Rank、其它engine分别有提前返回或独立分支。</a:t>
            </a:r>
          </a:p>
          <a:p xmlns:a="http://schemas.openxmlformats.org/drawingml/2006/main">
            <a:r>
              <a:t>② 当前拓扑查询 API 的具体子集取决于拓扑与缓存；GetLayers / GetInstSizeByLayer / GetInstTopoTypeByLayer / GetRanksByLayer / GetLinks 是 HcclRankGraphGet* 家族的例举，不是任意设备都按此表逐个调用的承诺；其它与此调用有关的 GetRankSize / GetRankId / GetEndpointInfo 见本页及后续页。各自完整定义及源行在附带报告中。</a:t>
            </a:r>
          </a:p>
          <a:p xmlns:a="http://schemas.openxmlformats.org/drawingml/2006/main">
            <a:r>
              <a:t>③ HcclExecOp 首先可能被 plugin 接管，也有fallbackCtx路径，此处不画入正常主链。GetAlgoMeta 在 HcclGetAlgRes 中位于 TryReuseResource 之前。TryReuseResource 命中将 resCtxSequence 设为已有设备上下文；后续仍会获取主线程信息、反向导出、发射Kernel，不能推导“控制面调用为零”。</a:t>
            </a:r>
          </a:p>
          <a:p xmlns:a="http://schemas.openxmlformats.org/drawingml/2006/main">
            <a:r>
              <a:t>④ CalcRes 最终调用算法 Template::CalcRes，资源需求包含线程、通知与各Peer通道。HcclGetThreadWithConfig 根据接口能力选择 WithConfig 或旧 Acquire。GetUnfoldThreadInfo 可命中已缓存unfold资源；主/从线程不是每次必重新新建。</a:t>
            </a:r>
          </a:p>
          <a:p xmlns:a="http://schemas.openxmlformats.org/drawingml/2006/main">
            <a:r>
              <a:t>⑤ AddExchangeInfo 仅在相关能力和检查需求满足时 HcclCommAddExchangeInfo。HcclChannelAcquire 内部可命中每个Endpoint、已注册内存或Channel的对象缓存，因此“算法资源miss”不意味着所有基础对象都必新建。BuildChannelInfo 读取 HcclRankGraphGetEndpointInfo、HcclChannelGetHcclBuffer；后者内部 HcommChannelGetRemoteMems 取得远端映射。连接状态查询在 MyRank 流程中为 ChannelProcess::ChannelGetStatus 内部方法，不是导出 HcommChannelGetStatus。</a:t>
            </a:r>
          </a:p>
          <a:p xmlns:a="http://schemas.openxmlformats.org/drawingml/2006/main">
            <a:r>
              <a:t>⑥ HcclEngineCtxCopy 管理元数据，归C1；不得因函数里有Copy就归成payload数据搬运D1。资源上下文缓存的生命周期长于一次算子运行。</a:t>
            </a:r>
          </a:p>
          <a:p xmlns:a="http://schemas.openxmlformats.org/drawingml/2006/main">
            <a:r>
              <a:t>⑦ 这里是两个不同方向的Thread导出：第③行把用户流CPU Thread导出给AICPU用于完成Record；第⑦行把算法AICPU主Thread导出给CPU用于Host-ready Record。Host-ready的notify索引是notifyNumOnMainThread-1。</a:t>
            </a:r>
          </a:p>
          <a:p xmlns:a="http://schemas.openxmlformats.org/drawingml/2006/main">
            <a:r>
              <a:t>⑧ AicpuKernelLaunch 为 HCCL 内部函数。其具体ACL调用是 aclrtBinaryGetFunction(入口名HcclLaunchAicpuKernel)、aclrtKernelArgsInit、Append(&amp;param,sizeof(OpParam)+varMemSize)、Finalize、aclrtLaunchKernelWithConfig。HcclThreadResGetInfo 获取unfold stream；接口缺失/不支持时使用用户stream。HcclAicpuKernelLaunch 导出API此调用点仅Send/Recv，不用于当前AllToAll分支。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可选保序的完整子链：HcclOrderLaunchToOrderStream 检查 HcclDedicatedThreadAcquire 能力，按需要获取Host ORDER_OPBASE和设备order线程，将Host order Thread导出给AICPU；HcommThreadNotifyRecordOnThread(hostOrder,unfold,0) + HcommThreadNotifyWaitOnThread(unfold,0)。Kernel进入后 HcclOrderLaunchNotifyRecord 通过HcommThreadNotifyRecordOnThread(deviceOrder,exportedHostOrder,1)通知Host；HcclOrderLaunchToKernelStream在Host order Thread上Wait notify1。无对应能力/句柄可跳过。图模式ACL event分支不属于本页OPBASE。</a:t>
            </a:r>
          </a:p>
          <a:p xmlns:a="http://schemas.openxmlformats.org/drawingml/2006/main">
            <a:r>
              <a:t>超时：HcclSetNotifyWaitTimeOut包装器按能力调用HcommSetNotifyWaitTimeOut；Wait包装器在HcommThreadNotifyWaitOnThreadWithDefaultTimeout与显式timeout版HcommThreadNotifyWaitOnThread之间选择。</a:t>
            </a:r>
          </a:p>
          <a:p xmlns:a="http://schemas.openxmlformats.org/drawingml/2006/main">
            <a:r>
              <a:t>横切：HcclDfxRegOpInfoByCommId、ReportOpProfilingInfo、HcclReportAicpuKernel；部分能力条件下HcclGroupStatusGet。没有把它们画作改变payload流向的阶段。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共同范围：Ascend 950；CANN 新流程；AICPU_TS；OPBASE；多 Rank 且非零数据；普通 Mesh（含普通 MeshSingleChannel）；非 PCIe；普通用户内存；没有插件接管；主图为算法资源 miss、Task Cache 关闭。图上“可选”不属于每次必经路径。功能性正常路径为主，参数校验、DFX、日志、错误回滚详见备注，不声称穷尽每一个辅助函数。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基线：hccl 170ddeec539b4d693028ce6e0cf5c58933e4d46d；hcomm 87ce550f8f7c584e0ed89b0ec56699553d9c332d。静态源码分析，未上板 trace。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已有完整分类与源代码定位：</a:t>
            </a:r>
          </a:p>
          <a:p xmlns:a="http://schemas.openxmlformats.org/drawingml/2006/main">
            <a:r>
              <a:t># HCOMM API 分类与 Ascend 950 AICPU_TS AllToAll 调用链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1. 分析范围与分类口径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用户确认的范围：Ascend 950、AICPU_TS、单算子 OPBASE。</a:t>
            </a:r>
          </a:p>
          <a:p xmlns:a="http://schemas.openxmlformats.org/drawingml/2006/main">
            <a:r>
              <a:t>- 源码基线：HCCL `170ddeec539b4d693028ce6e0cf5c58933e4d46d`，HCOMM `87ce550f8f7c584e0ed89b0ec56699553d9c332d`。没有拉取新版本，也没有上板采集运行时 trace。</a:t>
            </a:r>
          </a:p>
          <a:p xmlns:a="http://schemas.openxmlformats.org/drawingml/2006/main">
            <a:r>
              <a:t>- 具体展开例子：多 Rank、非零 count、普通 Mesh 模板 `InsTempAlltoAllVMesh1D`、普通用户内存（未命中对称内存）、未使用算法插件。正文先解释资源缺失且任务缓存关闭的路径，再列条件变化。</a:t>
            </a:r>
          </a:p>
          <a:p xmlns:a="http://schemas.openxmlformats.org/drawingml/2006/main">
            <a:r>
              <a:t>- 这是一份有源码证据的静态调用分析。设备/模式仍不能唯一决定算法和每次 API 调用次数，还需要拓扑、协议、数据量、配置及缓存状态。</a:t>
            </a:r>
          </a:p>
          <a:p xmlns:a="http://schemas.openxmlformats.org/drawingml/2006/main">
            <a:r>
              <a:t>- 下文按用户提供的五类控制面、五类数据面组织。它是**功能归类**，不是声称仓库官方目录恰好就是这十类。官方目录首先区分控制面/数据面，再按通信域资源、基础资源以及 CPU/CCU 编程模型组织。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三个互相独立的维度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**控制面/数据面**：前者准备、配置和管理资源，后者执行本次通信的搬运、计算、同步及任务提交。</a:t>
            </a:r>
          </a:p>
          <a:p xmlns:a="http://schemas.openxmlformats.org/drawingml/2006/main">
            <a:r>
              <a:t>2. **L2/L3**：HCOMM 的通信域管理层与基础通信层。二者都可以提供控制面接口，不能把 L2/L3 等同于控制面/数据面。</a:t>
            </a:r>
          </a:p>
          <a:p xmlns:a="http://schemas.openxmlformats.org/drawingml/2006/main">
            <a:r>
              <a:t>3. **调用者/实现者**：`HcclChannelAcquire`、`HcclEngineCtxGet` 等虽然以 Hccl 开头，但实现属于 HCOMM。`HcclExecOp`、`HcclGetThread`、`HcclAicpuKernelEntranceLaunch` 则是 HCCL 内部函数。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来源：[官方 API 目录](./hcomm/docs/zh/api_ref/comm_opdev/README.md)、[架构分层](./hcomm/docs/zh/architecture/architecture-brief.md:253)。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2. 十类接口的边界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表中列典型接口/接口族，不是整个仓库的完整 API 清单。每个接口以主要管理对象或主要动作确定主类，必要时增加第二用途标签。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编号 / 类别 | 管什么、做什么 | 典型接口 | 本例关系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C1 控制面 / 通信域资源管理 | 通信域生命周期、域配置、域内 Thread/Channel/EngineCtx 的获取与复用 | `HcclCommInitRootInfoConfig`、`HcclCommDestroy`、`HcclGetCommName`、`HcclConfigGetInfo`、`HcclCommGetStatus`、`HcclEngineCtx*`、`HcclThreadAcquire*`、`HcclThreadExportToCommEngine`、`HcclDedicatedThreadAcquire`、`HcclChannelAcquire`、`HcclChannelDestroy`、`HcclCommAddExchangeInfo`、`HcclCommGetExchangeInfo` | 使用已创建的 comm。初始化/销毁不属于每次 AllToAll。资源缺失时获取，命中后复用 |</a:t>
            </a:r>
          </a:p>
          <a:p xmlns:a="http://schemas.openxmlformats.org/drawingml/2006/main">
            <a:r>
              <a:t>| C2 控制面 / 内存管理 | 获取通信缓冲区、注册内存、建立或查询远端可访问映射 | `HcclGetHcclBuffer`、`HcclChannelGetHcclBuffer`、`HcclCommMemReg`、`HcclChannelGetRemoteMems`、`HcclCommSymWinGet`、`HcommMemReg/Unreg/Export/Import/Unimport`、`HcommChannelGetRemoteMems` | 普通内存路径用 CCL Buffer，底层按需注册。不能认定每次直接调用 `HcclCommMemReg` |</a:t>
            </a:r>
          </a:p>
          <a:p xmlns:a="http://schemas.openxmlformats.org/drawingml/2006/main">
            <a:r>
              <a:t>| C3 控制面 / 拓扑管理 | 查询成员、网络层、拓扑实例、端点属性及 Rank 间链路 | `HcclGetRankId/Size`、`HcclRankGraphGetLayers`、`HcclRankGraphGetRanksByLayer`、`HcclRankGraphGetInstSizeListByLayer`、`HcclRankGraphGetTopoInstsByLayer`、`HcclRankGraphGetTopoType`、`HcclRankGraphGetRanksByTopoInst`、`HcclRankGraphGetEndpointNum/Desc/Info`、`HcclRankGraphGetLinks` | 为 Selector 和 ChannelDesc 提供依据。拓扑缓存命中可跳过重建 |</a:t>
            </a:r>
          </a:p>
          <a:p xmlns:a="http://schemas.openxmlformats.org/drawingml/2006/main">
            <a:r>
              <a:t>| C4 控制面 / 算子编排 | 注册/组织/发射算子任务、分组提交、Kernel 生命周期 | `HcclGroupStart/End/StatusGet`、`HcclAicpuKernelLaunch`、`HcclTaskRegister/UnRegister`、`HcommCcuKernelRegisterStart/Register/RegisterEnd`、`HcommCcuKernelLaunch` | 本例算法编排在 HCCL 内部。收尾上报可查询 `HcclGroupStatusGet`。P2P 专用 launch、DPU 回调、CCU launch 不在该主链 |</a:t>
            </a:r>
          </a:p>
          <a:p xmlns:a="http://schemas.openxmlformats.org/drawingml/2006/main">
            <a:r>
              <a:t>| C5 控制面 / 底层通信资源管理 | 不依赖集合算法的 Endpoint、基础 Channel、基础 Thread 等资源 | `HcommEndpointCreate/Destroy/StartListen`、`HcommChannelCreate`、`HcommCollectiveChannelCreate`、`HcommChannelGetStatus/Destroy`、`HcommThreadAlloc/Free`、`HcommThreadResGetInfo` | 通常由 HCOMM 内部管理器间接触发。当前集合建链用 `HcommCollectiveChannelCreate` |</a:t>
            </a:r>
          </a:p>
          <a:p xmlns:a="http://schemas.openxmlformats.org/drawingml/2006/main">
            <a:r>
              <a:t>| D1 数据面 / 数据搬运 | 传输原始字节，不做数值归约 | `HcommLocalCopyOnThread`、`HcommWriteOnThread`、`HcommReadOnThread`、相应 Nbi 变体、`HcommBatchTransferOnThread`、`HcommWriteWithNotifyOnThread` | Mesh 主路径命中 LocalCopy 和 Write，PCIe 分支替换为 Read。融合 Notify 另有同步用途 |</a:t>
            </a:r>
          </a:p>
          <a:p xmlns:a="http://schemas.openxmlformats.org/drawingml/2006/main">
            <a:r>
              <a:t>| D2 数据面 / 数据计算 | 归约计算，可能与搬运融合 | `HcommLocalReduceOnThread`、`HcommReadReduceOnThread`、`HcommWriteReduceOnThread`、`HcommWriteReduceWithNotifyOnThread` | AllToAll 只重排/交换数据，该模板没有调用这些归约原语 |</a:t>
            </a:r>
          </a:p>
          <a:p xmlns:a="http://schemas.openxmlformats.org/drawingml/2006/main">
            <a:r>
              <a:t>| D3 数据面 / 同步控制 | Thread/Rank 握手、等待、顺序和完成约束 | `HcommThreadNotifyRecordOnThread`、`HcommThreadNotifyWaitOnThread`、`HcommChannelNotifyRecordOnThread`、`HcommChannelNotifyWaitOnThread`、两种 `*WithDefaultTimeout`、`HcommSetNotifyWaitTimeOut`、`HcommAclrtNotify*`、`HcommChannelFenceOnThread`、`HcommChannelDrainOnThread` | 本例命中 Thread/Channel Notify。Fence/Drain/ACL Notify 不能直接列成每次必调 |</a:t>
            </a:r>
          </a:p>
          <a:p xmlns:a="http://schemas.openxmlformats.org/drawingml/2006/main">
            <a:r>
              <a:t>| D4 数据面 / 执行控制 | 运行中通信域使用保护、批量任务下发、任务缓存录制与重放 | `HcommAcquireComm/ReleaseComm`、`HcommBatchModeStart/End`、`HcommSetLaunchMode`、`HcommThreadResAcquireTimeOut`、`HcommAicpuTsTaskCacheLookup/Start/End/Execute/Clear` | Acquire/Release 与 Batch Start/End 属主干，Cache 受条件约束 |</a:t>
            </a:r>
          </a:p>
          <a:p xmlns:a="http://schemas.openxmlformats.org/drawingml/2006/main">
            <a:r>
              <a:t>| D5 数据面 / CCU C++ 数据面操作 | 以 C++ DSL 描述 CCU 指令、变量、地址、数据动作和控制流 | `AscendC::ccu` 下的 `Read/Write/LocalCopy/ReadReduce/WriteReduce/LocalReduce`、Notify/Event、`Variable/Address/LocalAddr/RemoteAddr`、`Load/Store/LoadArg`、`Loop/LoopGroup`、`CCU_IF/CCU_WHILE` | AICPU_TS 分支不进入此接口族。该类属于编程模型，与 D1–D4 的功能维度交叉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容易混淆的归类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`HcclEngineCtxCopy`：复制的是算法资源描述和上下文，主类仍为 **C1**。不要因名字含 Copy 就把它当作 AllToAll 用户数据搬运。</a:t>
            </a:r>
          </a:p>
          <a:p xmlns:a="http://schemas.openxmlformats.org/drawingml/2006/main">
            <a:r>
              <a:t>- `HcclGetHcclBuffer`：官方目录放在“通信域资源管理”；本报告按管理对象细分到 **C2**，并保留 L2 属性。</a:t>
            </a:r>
          </a:p>
          <a:p xmlns:a="http://schemas.openxmlformats.org/drawingml/2006/main">
            <a:r>
              <a:t>- `HcclConfigGetInfo(...OP_EXPANSION_MODE...)`：API 主类为 **C1**，这次查询的用途是帮助 HCCL 决定执行模式。`HcclGetOpExpansionMode` 本身不是 HCOMM 导出 API。</a:t>
            </a:r>
          </a:p>
          <a:p xmlns:a="http://schemas.openxmlformats.org/drawingml/2006/main">
            <a:r>
              <a:t>- `HcommAcquireComm/ReleaseComm`：保护 AICPU 正在使用的通信域，属于 **D4**；不是创建/销毁通信域。</a:t>
            </a:r>
          </a:p>
          <a:p xmlns:a="http://schemas.openxmlformats.org/drawingml/2006/main">
            <a:r>
              <a:t>- `HcommBatchModeStart/End` 与 `HcommBatchTransferOnThread` 不同。前者是任务提交模式（D4），后者是批量数据搬运接口（D1）。使用批模式不意味着调用了批量搬运 API。</a:t>
            </a:r>
          </a:p>
          <a:p xmlns:a="http://schemas.openxmlformats.org/drawingml/2006/main">
            <a:r>
              <a:t>- 一个 API 存在声明，不等于所有引擎均支持。例如当前 AICPU 适配文件中的 `HcommFenceOnThread` 返回 `HCCL_E_NOT_SUPPORT`，不能放入“已执行清单”。</a:t>
            </a:r>
          </a:p>
          <a:p xmlns:a="http://schemas.openxmlformats.org/drawingml/2006/main">
            <a:r>
              <a:t>- DFX/Profiling 是横切能力，单独标注，不硬塞成搬运或算子编排。下面的主链不穷举所有日志、DFX、错误处理与销毁分支。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来源：[L2 资源头文件](./hcomm/include/hccl/hccl_res.h)、[基础资源](./hcomm/include/hcomm_res.h)、[P2P Kernel launch](./hcomm/include/hccl/hccl_launch.h:144)、[CPU 数据面目录](./hcomm/docs/zh/api_ref/comm_opdev/data_plane_api/cpu-cpu_ts-aicpu_ts/README.md)、[CCU 目录](./hcomm/docs/zh/api_ref/comm_opdev/data_plane_api/ccu/index.md)、[Acquire/Release 与不支持的 Fence](./hcomm/src/base_comm/primitives/api_c_adpt/aicpu_ts_primitives_c_adpt.cc:1118)。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3. AllToAll 如何选到本例算法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HcclAlltoAll                                      [HCCL 对外入口]</a:t>
            </a:r>
          </a:p>
          <a:p xmlns:a="http://schemas.openxmlformats.org/drawingml/2006/main">
            <a:r>
              <a:t>  ├─ HcclGetRankSize / HcclGetRankId                [C3，HCOMM]</a:t>
            </a:r>
          </a:p>
          <a:p xmlns:a="http://schemas.openxmlformats.org/drawingml/2006/main">
            <a:r>
              <a:t>  ├─ HcclGetCommName                               [C1，HCOMM]</a:t>
            </a:r>
          </a:p>
          <a:p xmlns:a="http://schemas.openxmlformats.org/drawingml/2006/main">
            <a:r>
              <a:t>  ├─ ConvertAlltoAllParam                          [HCCL 内部]</a:t>
            </a:r>
          </a:p>
          <a:p xmlns:a="http://schemas.openxmlformats.org/drawingml/2006/main">
            <a:r>
              <a:t>  │    把等长 AllToAll 参数变为 counts/displacements 四组向量</a:t>
            </a:r>
          </a:p>
          <a:p xmlns:a="http://schemas.openxmlformats.org/drawingml/2006/main">
            <a:r>
              <a:t>  └─ AlltoAllVOutPlace → AlltoAllVOutPlaceCommon     [HCCL 内部]</a:t>
            </a:r>
          </a:p>
          <a:p xmlns:a="http://schemas.openxmlformats.org/drawingml/2006/main">
            <a:r>
              <a:t>       ├─ PreCheckSymmetricMemory</a:t>
            </a:r>
          </a:p>
          <a:p xmlns:a="http://schemas.openxmlformats.org/drawingml/2006/main">
            <a:r>
              <a:t>       │    └─ HcclCommSymWinGet                    [C2，9.1+ 等条件满足时探测]</a:t>
            </a:r>
          </a:p>
          <a:p xmlns:a="http://schemas.openxmlformats.org/drawingml/2006/main">
            <a:r>
              <a:t>       ├─ AlltoAllVConstructOpParam                 [HCCL 内部，opType 仍为 ALLTOALL]</a:t>
            </a:r>
          </a:p>
          <a:p xmlns:a="http://schemas.openxmlformats.org/drawingml/2006/main">
            <a:r>
              <a:t>       ├─ HcclGetOpExpansionMode                    [HCCL 内部]</a:t>
            </a:r>
          </a:p>
          <a:p xmlns:a="http://schemas.openxmlformats.org/drawingml/2006/main">
            <a:r>
              <a:t>       │    └─ HcclConfigGetInfo                    [C1，读取展开模式]</a:t>
            </a:r>
          </a:p>
          <a:p xmlns:a="http://schemas.openxmlformats.org/drawingml/2006/main">
            <a:r>
              <a:t>       └─ AlltoAllVExecDispatch</a:t>
            </a:r>
          </a:p>
          <a:p xmlns:a="http://schemas.openxmlformats.org/drawingml/2006/main">
            <a:r>
              <a:t>            ├─ Selector                             [HCCL 内部]</a:t>
            </a:r>
          </a:p>
          <a:p xmlns:a="http://schemas.openxmlformats.org/drawingml/2006/main">
            <a:r>
              <a:t>            │    ├─ HcclCommGetStatus               [C1，接口支持时]</a:t>
            </a:r>
          </a:p>
          <a:p xmlns:a="http://schemas.openxmlformats.org/drawingml/2006/main">
            <a:r>
              <a:t>            │    ├─ HcclCalcTopoInfo                 [HCCL 内部]</a:t>
            </a:r>
          </a:p>
          <a:p xmlns:a="http://schemas.openxmlformats.org/drawingml/2006/main">
            <a:r>
              <a:t>            │    │    ├─ HcclEngineCtxGet            [C1，查拓扑缓存]</a:t>
            </a:r>
          </a:p>
          <a:p xmlns:a="http://schemas.openxmlformats.org/drawingml/2006/main">
            <a:r>
              <a:t>            │    │    └─ 未命中：RankGraph 查询 → HcclEngineCtxCreate</a:t>
            </a:r>
          </a:p>
          <a:p xmlns:a="http://schemas.openxmlformats.org/drawingml/2006/main">
            <a:r>
              <a:t>            │    └─ 选择框架 → AlltoAllAutoSelector::SelectAicpuAlgo</a:t>
            </a:r>
          </a:p>
          <a:p xmlns:a="http://schemas.openxmlformats.org/drawingml/2006/main">
            <a:r>
              <a:t>            │         （该自动选择器分支命中时；还存在其它选择/配置分支）</a:t>
            </a:r>
          </a:p>
          <a:p xmlns:a="http://schemas.openxmlformats.org/drawingml/2006/main">
            <a:r>
              <a:t>            └─ HcclExecOp                          [HCCL 内部]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普通 `MESH_1D/CLOS` 的 Selector 分支：每 Rank 总发送字节数大于 `150 * 1024 * 1024` 时选 `AicpuAllToAllSoleMesh`，否则选 `AicpuAllToAllSoleMeshSingleChannel`。两者都注册到 `InsV2AlltoAllVSoleExecutor&lt;TopoMatchOneLevel, InsTempAlltoAllVMesh1D&gt;`。因此“不同算法名”在这里主要改变 Channel/Thread 数和分片，不必然改变 API 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`MESH_1D_CLOS` 还有 MultiJetty/Concurrent 等分支；这不是所有 AICPU AllToAll 必经同一个模板。rankSize=1、count=0、旧版本兼容和插件分支也不能混入本例主链。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来源：[入口与参数转换](./hccl/src/ops/all_to_all_v/all_to_all_v.cc:23)、[调度](./hccl/src/ops/all_to_all_v/all_to_all_v.cc:730)、[AICPU 算法选择](./hccl/src/ops/all_to_all_v/selector/alltoall_auto_selector.cc:131)、[模板注册](./hccl/src/ops/all_to_all_v/algorithm/executor/ins_v2_all_to_all_v_sole_executor.cc:562)。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4. 控制面实际命中的接口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HCOMM 接口 | 类别 / 层 | 由谁触发、得到什么 | 条件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`HcclGetCommName`、`HcclConfigGetInfo`、`HcclCommGetStatus` | C1 / L2 | 入口及 Selector 获取域名、配置、READY 状态 | 状态与配置能力检查按源码分支 |</a:t>
            </a:r>
          </a:p>
          <a:p xmlns:a="http://schemas.openxmlformats.org/drawingml/2006/main">
            <a:r>
              <a:t>| `HcclGetRankSize`、`HcclGetRankId` | C3 / L2 | 构建 counts/displacements、选择 Peer | 本例主干，可能在不同调用点重复 |</a:t>
            </a:r>
          </a:p>
          <a:p xmlns:a="http://schemas.openxmlformats.org/drawingml/2006/main">
            <a:r>
              <a:t>| `HcclEngineCtxGet` | C1 / L2 | 查拓扑、算法资源、主线程和展开线程上下文 | 查询会发生，是否创建由缓存结果决定 |</a:t>
            </a:r>
          </a:p>
          <a:p xmlns:a="http://schemas.openxmlformats.org/drawingml/2006/main">
            <a:r>
              <a:t>| `HcclEngineCtxCreate`、`HcclEngineCtxCopy` | C1 / L2 | 保存拓扑/Thread 元信息，序列化算法资源并复制到 AICPU | 相关资源不存在时 |</a:t>
            </a:r>
          </a:p>
          <a:p xmlns:a="http://schemas.openxmlformats.org/drawingml/2006/main">
            <a:r>
              <a:t>| `HcclRankGraphGetLayers`、`HcclRankGraphGetInstSizeListByLayer`、`HcclRankGraphGetRanksByLayer` | C3 / L2 | `InitRankInfo/CalcTopoShape` 形成网络层及成员信息 | 需要构建/查询拓扑时 |</a:t>
            </a:r>
          </a:p>
          <a:p xmlns:a="http://schemas.openxmlformats.org/drawingml/2006/main">
            <a:r>
              <a:t>| `HcclRankGraphGetTopoInstsByLayer`、`HcclRankGraphGetTopoType`、`HcclRankGraphGetRanksByTopoInst` | C3 / L2 | 查询实例、形态、实例成员 | 按实际拓扑构建分支 |</a:t>
            </a:r>
          </a:p>
          <a:p xmlns:a="http://schemas.openxmlformats.org/drawingml/2006/main">
            <a:r>
              <a:t>| `HcclRankGraphGetEndpointNum`、`HcclRankGraphGetEndpointDesc`、`HcclRankGraphGetEndpointInfo` | C3 / L2 | 端点枚举及属性，回填带宽系数/Die 等 | 构建拓扑与 ChannelInfo 时 |</a:t>
            </a:r>
          </a:p>
          <a:p xmlns:a="http://schemas.openxmlformats.org/drawingml/2006/main">
            <a:r>
              <a:t>| `HcclRankGraphGetLinks` | C3 / L2 | `CalcChannelRequestMesh1D` 等查询本 Rank 与 Peer 的可用链路 | Channel 请求计算时 |</a:t>
            </a:r>
          </a:p>
          <a:p xmlns:a="http://schemas.openxmlformats.org/drawingml/2006/main">
            <a:r>
              <a:t>| `HcclThreadAcquireWithStream` | C1 / L2 | 将用户 stream 关联为 CPU_TS Thread | 每次执行入口获取，可内部复用 |</a:t>
            </a:r>
          </a:p>
          <a:p xmlns:a="http://schemas.openxmlformats.org/drawingml/2006/main">
            <a:r>
              <a:t>| `HcclThreadExportToCommEngine` | C1 / L2，包间接口 | CPU_TS Thread 导出到 AICPU_TS，AICPU 主 Thread 导出到 CPU_TS | 建立 Host/Device 通知关系，不是创建通信域 |</a:t>
            </a:r>
          </a:p>
          <a:p xmlns:a="http://schemas.openxmlformats.org/drawingml/2006/main">
            <a:r>
              <a:t>| `HcclGetHcclBuffer` | C2 / L2 | 获取本地 CCL 中转缓冲区 | 算法资源分配、交换信息构造等调用点 |</a:t>
            </a:r>
          </a:p>
          <a:p xmlns:a="http://schemas.openxmlformats.org/drawingml/2006/main">
            <a:r>
              <a:t>| `HcclThreadAcquireWithConfig` | C1 / L2 | 为 AICPU 主/从 Thread 及展开 Thread 申请资源，设置 Notify 数量 | 接口支持且需要资源时 |</a:t>
            </a:r>
          </a:p>
          <a:p xmlns:a="http://schemas.openxmlformats.org/drawingml/2006/main">
            <a:r>
              <a:t>| `HcclThreadAcquire` | C1 / L2 | 获取 Thread 的兼容接口 | 与上行的配置版是能力分支，不是前后两步 |</a:t>
            </a:r>
          </a:p>
          <a:p xmlns:a="http://schemas.openxmlformats.org/drawingml/2006/main">
            <a:r>
              <a:t>| `HcclCommAddExchangeInfo`、`HcclCommGetExchangeInfo` | C1 / L2，包间接口 | 建链前注入、建链后读取算子参数一致性信息 | 首次一致性检查且接口支持 |</a:t>
            </a:r>
          </a:p>
          <a:p xmlns:a="http://schemas.openxmlformats.org/drawingml/2006/main">
            <a:r>
              <a:t>| `HcclChannelAcquire` | C1 / L2 | 根据 ChannelDesc、engine 获取 Peer ChannelHandle | 算法资源/通道不存在时，不保证每次物理建链 |</a:t>
            </a:r>
          </a:p>
          <a:p xmlns:a="http://schemas.openxmlformats.org/drawingml/2006/main">
            <a:r>
              <a:t>| `HcclChannelGetHcclBuffer` | C2 / L2 | 取得各 Channel 对应的远端 CCL Buffer 地址和大小 | 新构造 ChannelInfo 时 |</a:t>
            </a:r>
          </a:p>
          <a:p xmlns:a="http://schemas.openxmlformats.org/drawingml/2006/main">
            <a:r>
              <a:t>| `HcclDedicatedThreadAcquire` | C1 / L2 | 获取 Host/Device 保序 Thread | OrderLaunch 能力支持且保序路径需要 |</a:t>
            </a:r>
          </a:p>
          <a:p xmlns:a="http://schemas.openxmlformats.org/drawingml/2006/main">
            <a:r>
              <a:t>| `HcclThreadResGetInfo`、`HcommThreadResGetInfo` | C1 / L2，C5 / L3 | 从 Thread 取 stream，用于 Kernel 发射及保序 | 按接口能力与线程类型走分支 |</a:t>
            </a:r>
          </a:p>
          <a:p xmlns:a="http://schemas.openxmlformats.org/drawingml/2006/main">
            <a:r>
              <a:t>| `HcclGroupStatusGet` | C4 / L2 | `ReportOpProfilingInfo` 查询 group 状态 | 接口支持时；查询不意味着主动调用 GroupStart/End |</a:t>
            </a:r>
          </a:p>
          <a:p xmlns:a="http://schemas.openxmlformats.org/drawingml/2006/main">
            <a:r>
              <a:t>| `HcclCommSymWinGet` | C2 / L2 | 运行前探测用户缓冲区是否在对称窗口内 | HCOMM 9.1+ 的 AllToAll OPBASE 分支，探测未命中仍可继续普通路径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来源：[资源主干与复用](./hccl/src/ops/op_common/op_common.cc:780)、[拓扑缓存](./hccl/src/ops/op_common/op_common.cc:1285)、[AICPU 资源](./hccl/src/ops/op_common/op_common.cc:1670)、[拓扑构建](./hccl/src/ops/op_common/topo_info/topo_host.cc:75)、[按序发射](./hccl/src/ops/op_common/order_launch.cc:152)、[一致性检查](./hccl/src/common/inconsistent_check.cc:52)。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HcclChannelAcquire 内部怎么落到 C2/C5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ops_hccl::HcclGetChannelImpl                          [内部组织函数]</a:t>
            </a:r>
          </a:p>
          <a:p xmlns:a="http://schemas.openxmlformats.org/drawingml/2006/main">
            <a:r>
              <a:t>  ├─ AddExchangeInfo → HcclCommAddExchangeInfo         [C1，按条件]</a:t>
            </a:r>
          </a:p>
          <a:p xmlns:a="http://schemas.openxmlformats.org/drawingml/2006/main">
            <a:r>
              <a:t>  └─ HcclChannelAcquire                              [HCOMM L2 / C1]</a:t>
            </a:r>
          </a:p>
          <a:p xmlns:a="http://schemas.openxmlformats.org/drawingml/2006/main">
            <a:r>
              <a:t>       └─ MyRank::CreateChannels                      [内部方法]</a:t>
            </a:r>
          </a:p>
          <a:p xmlns:a="http://schemas.openxmlformats.org/drawingml/2006/main">
            <a:r>
              <a:t>            ├─ BatchCreateSockets                    [控制连接准备，内部方法]</a:t>
            </a:r>
          </a:p>
          <a:p xmlns:a="http://schemas.openxmlformats.org/drawingml/2006/main">
            <a:r>
              <a:t>            ├─ BatchCreateChannels</a:t>
            </a:r>
          </a:p>
          <a:p xmlns:a="http://schemas.openxmlformats.org/drawingml/2006/main">
            <a:r>
              <a:t>            │    ├─ EndpointMgr::Get</a:t>
            </a:r>
          </a:p>
          <a:p xmlns:a="http://schemas.openxmlformats.org/drawingml/2006/main">
            <a:r>
              <a:t>            │    │    └─ HcommEndpointCreate          [C5，Endpoint 缓存未命中]</a:t>
            </a:r>
          </a:p>
          <a:p xmlns:a="http://schemas.openxmlformats.org/drawingml/2006/main">
            <a:r>
              <a:t>            │    ├─ HcommEndpointStartListen          [C5]</a:t>
            </a:r>
          </a:p>
          <a:p xmlns:a="http://schemas.openxmlformats.org/drawingml/2006/main">
            <a:r>
              <a:t>            │    ├─ PrepareMemHandles</a:t>
            </a:r>
          </a:p>
          <a:p xmlns:a="http://schemas.openxmlformats.org/drawingml/2006/main">
            <a:r>
              <a:t>            │    │    └─ RegisterCommMemsToEndpoint</a:t>
            </a:r>
          </a:p>
          <a:p xmlns:a="http://schemas.openxmlformats.org/drawingml/2006/main">
            <a:r>
              <a:t>            │    │         └─ HcommMemReg             [C2，内存注册未命中]</a:t>
            </a:r>
          </a:p>
          <a:p xmlns:a="http://schemas.openxmlformats.org/drawingml/2006/main">
            <a:r>
              <a:t>            │    └─ RankPair / EndpointPair::CreateChannel</a:t>
            </a:r>
          </a:p>
          <a:p xmlns:a="http://schemas.openxmlformats.org/drawingml/2006/main">
            <a:r>
              <a:t>            │         ├─ HcommCollectiveChannelCreate [C5，Channel 缓存未命中]</a:t>
            </a:r>
          </a:p>
          <a:p xmlns:a="http://schemas.openxmlformats.org/drawingml/2006/main">
            <a:r>
              <a:t>            │         └─ 复用旧 Channel               [不是重复新建]</a:t>
            </a:r>
          </a:p>
          <a:p xmlns:a="http://schemas.openxmlformats.org/drawingml/2006/main">
            <a:r>
              <a:t>            ├─ BatchConnectChannels</a:t>
            </a:r>
          </a:p>
          <a:p xmlns:a="http://schemas.openxmlformats.org/drawingml/2006/main">
            <a:r>
              <a:t>            │    └─ ChannelProcess::ChannelGetStatus  [内部方法，轮询状态]</a:t>
            </a:r>
          </a:p>
          <a:p xmlns:a="http://schemas.openxmlformats.org/drawingml/2006/main">
            <a:r>
              <a:t>            ├─ BatchExchangeAndCheckConsistency       [950 一致性交换]</a:t>
            </a:r>
          </a:p>
          <a:p xmlns:a="http://schemas.openxmlformats.org/drawingml/2006/main">
            <a:r>
              <a:t>            └─ FinalizeChannelsByEngine               [AICPU 侧 Channel 句柄准备]</a:t>
            </a:r>
          </a:p>
          <a:p xmlns:a="http://schemas.openxmlformats.org/drawingml/2006/main">
            <a:r>
              <a:t>ops_hccl::BuildChannelInfo</a:t>
            </a:r>
          </a:p>
          <a:p xmlns:a="http://schemas.openxmlformats.org/drawingml/2006/main">
            <a:r>
              <a:t>  ├─ HcclRankGraphGetEndpointInfo                     [C3]</a:t>
            </a:r>
          </a:p>
          <a:p xmlns:a="http://schemas.openxmlformats.org/drawingml/2006/main">
            <a:r>
              <a:t>  └─ HcclChannelGetHcclBuffer                         [C2]</a:t>
            </a:r>
          </a:p>
          <a:p xmlns:a="http://schemas.openxmlformats.org/drawingml/2006/main">
            <a:r>
              <a:t>       └─ HcommChannelGetRemoteMems                   [C2 / L3，查询映射]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这里状态轮询直接调用的是 `ChannelProcess::ChannelGetStatus` 内部方法，不能画成“必经导出 API `HcommChannelGetStatus`”。同理，集合建链实际入口是 `HcommCollectiveChannelCreate`，不要替换为名字近似的 `HcommChannelCreate`。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普通 AICPU Thread 的资源管理也不必经过导出 API `HcommThreadAlloc`：ThreadMgr 可以内部 `CreateThread → Init`。`HcommThreadAlloc` 有明确的专用/保序线程创建调用点，只按对应条件列入 C5。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来源：[ChannelAcquire 实现](./hcomm/src/coll_communicator_mgr/api_c_adpt/coll_comm_res_c_adpt.cc:755)、[建链总流程](./hcomm/src/coll_communicator_mgr/resource_mgr/local/my_rank/my_rank.cc:1228)、[Endpoint/内存/Channel 准备](./hcomm/src/coll_communicator_mgr/resource_mgr/local/my_rank/my_rank.cc:675)、[EndpointPair 复用](./hcomm/src/base_comm/resources/endpoint_pairs/endpoint_pair.cc:199)、[内存注册](./hcomm/src/coll_communicator_mgr/resource_mgr/local/my_rank/endpoints/endpoint_mgr.cc:138)、[远端缓冲区查询](./hcomm/src/coll_communicator_mgr/resource_mgr/local/my_rank/my_rank.cc:1303)、[Thread 内部分配](./hcomm/src/coll_communicator_mgr/resource_mgr/local/my_rank/comm_engine/threads/thread_manager.cc:198)。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5. 数据面真实顺序：普通 Mesh Write 分支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选择非 PCIe、普通内存、没有 Task Cache 重放的例子。以下是调用与任务依赖，不表示所有动作都在 Host 同步完成。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Host：HcclAicpuKernelEntranceLaunch                    [HCCL 内部]</a:t>
            </a:r>
          </a:p>
          <a:p xmlns:a="http://schemas.openxmlformats.org/drawingml/2006/main">
            <a:r>
              <a:t>  ├─ HcommThreadNotifyRecordOnThread                  [D3，Host 数据就绪]</a:t>
            </a:r>
          </a:p>
          <a:p xmlns:a="http://schemas.openxmlformats.org/drawingml/2006/main">
            <a:r>
              <a:t>  ├─ OrderLaunch 的 Thread 获取与 Notify              [C1/C5/D3，条件路径]</a:t>
            </a:r>
          </a:p>
          <a:p xmlns:a="http://schemas.openxmlformats.org/drawingml/2006/main">
            <a:r>
              <a:t>  ├─ AicpuKernelLaunch → aclrtLaunchKernel*            [HCCL → ACL，非 HCOMM API]</a:t>
            </a:r>
          </a:p>
          <a:p xmlns:a="http://schemas.openxmlformats.org/drawingml/2006/main">
            <a:r>
              <a:t>  └─ HcommThreadNotifyWaitOnThread[WithDefaultTimeout] [D3，用户流等待完成]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AICPU：HcclLaunchAicpuKernel                          [HCCL Kernel 入口]</a:t>
            </a:r>
          </a:p>
          <a:p xmlns:a="http://schemas.openxmlformats.org/drawingml/2006/main">
            <a:r>
              <a:t>  ├─ HcommAcquireComm                                [D4，取得通信域使用保护]</a:t>
            </a:r>
          </a:p>
          <a:p xmlns:a="http://schemas.openxmlformats.org/drawingml/2006/main">
            <a:r>
              <a:t>  ├─ HcommBatchModeStart                             [D4，进入批量下发]</a:t>
            </a:r>
          </a:p>
          <a:p xmlns:a="http://schemas.openxmlformats.org/drawingml/2006/main">
            <a:r>
              <a:t>  ├─ OpOrchestrate                                   [HCCL 内部]</a:t>
            </a:r>
          </a:p>
          <a:p xmlns:a="http://schemas.openxmlformats.org/drawingml/2006/main">
            <a:r>
              <a:t>  │    ├─ HcommThreadResAcquireTimeOut                [D4，能力支持时设置资源等待超时]</a:t>
            </a:r>
          </a:p>
          <a:p xmlns:a="http://schemas.openxmlformats.org/drawingml/2006/main">
            <a:r>
              <a:t>  │    ├─ HcommSetNotifyWaitTimeOut                   [D3，能力支持时设置默认等待超时]</a:t>
            </a:r>
          </a:p>
          <a:p xmlns:a="http://schemas.openxmlformats.org/drawingml/2006/main">
            <a:r>
              <a:t>  │    ├─ Thread Notify Wait                         [D3，等待 Host 就绪]</a:t>
            </a:r>
          </a:p>
          <a:p xmlns:a="http://schemas.openxmlformats.org/drawingml/2006/main">
            <a:r>
              <a:t>  │    └─ InsV2AlltoAllVSoleExecutor::Orchestrate</a:t>
            </a:r>
          </a:p>
          <a:p xmlns:a="http://schemas.openxmlformats.org/drawingml/2006/main">
            <a:r>
              <a:t>  │         └─ OrchestrateLoop → InsTempAlltoAllVMesh1D::KernelRun</a:t>
            </a:r>
          </a:p>
          <a:p xmlns:a="http://schemas.openxmlformats.org/drawingml/2006/main">
            <a:r>
              <a:t>  │              └─ RunALLtoALL</a:t>
            </a:r>
          </a:p>
          <a:p xmlns:a="http://schemas.openxmlformats.org/drawingml/2006/main">
            <a:r>
              <a:t>  │                   ├─ PreSyncInterThreads         [D3，主流通知从流，从流等待]</a:t>
            </a:r>
          </a:p>
          <a:p xmlns:a="http://schemas.openxmlformats.org/drawingml/2006/main">
            <a:r>
              <a:t>  │                   ├─ LocalCopyForMyRank          [D1，本 Rank 自己的分片]</a:t>
            </a:r>
          </a:p>
          <a:p xmlns:a="http://schemas.openxmlformats.org/drawingml/2006/main">
            <a:r>
              <a:t>  │                   ├─ 每个轮次 / Peer / Channel：</a:t>
            </a:r>
          </a:p>
          <a:p xmlns:a="http://schemas.openxmlformats.org/drawingml/2006/main">
            <a:r>
              <a:t>  │                   │    ├─ SendRecvWrite          [展开见下表]</a:t>
            </a:r>
          </a:p>
          <a:p xmlns:a="http://schemas.openxmlformats.org/drawingml/2006/main">
            <a:r>
              <a:t>  │                   │    └─ PostCopy               [D1，CCL Buffer → 用户输出]</a:t>
            </a:r>
          </a:p>
          <a:p xmlns:a="http://schemas.openxmlformats.org/drawingml/2006/main">
            <a:r>
              <a:t>  │                   └─ PostSyncInterThreads        [D3，从流完成，主流汇合]</a:t>
            </a:r>
          </a:p>
          <a:p xmlns:a="http://schemas.openxmlformats.org/drawingml/2006/main">
            <a:r>
              <a:t>  ├─ HcommThreadNotifyRecordOnThread                  [D3，通知用户流完成]</a:t>
            </a:r>
          </a:p>
          <a:p xmlns:a="http://schemas.openxmlformats.org/drawingml/2006/main">
            <a:r>
              <a:t>  ├─ HcommBatchModeEnd                               [D4，结束批模式并提交剩余任务]</a:t>
            </a:r>
          </a:p>
          <a:p xmlns:a="http://schemas.openxmlformats.org/drawingml/2006/main">
            <a:r>
              <a:t>  └─ HcommReleaseComm                                [D4，释放使用保护]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一个 Peer 的双向发送：每个 API 都展开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对于 Rank i 与 Rank j，双方执行同样的握手。`ACK` 表示接收缓冲区准备好，`DATA_SIGNAL` 表示本方向传输阶段完成。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顺序 | HCOMM API | 类别 | Rank i 的动作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1 | `HcommChannelNotifyRecordOnThread(thread, recvChannel, ACK)` | D3 | 告诉 Rank j：我已经可以接收 |</a:t>
            </a:r>
          </a:p>
          <a:p xmlns:a="http://schemas.openxmlformats.org/drawingml/2006/main">
            <a:r>
              <a:t>| 2 | `HcommChannelNotifyWaitOnThread* (thread, sendChannel, ACK)` | D3 | 等待 Rank j 准备好接收 |</a:t>
            </a:r>
          </a:p>
          <a:p xmlns:a="http://schemas.openxmlformats.org/drawingml/2006/main">
            <a:r>
              <a:t>| 3 | `HcommWriteOnThread(thread, sendChannel, dst, src, len)` | D1 | 把本地用户输入中属于 j 的分片写入 j 的 CCL Buffer |</a:t>
            </a:r>
          </a:p>
          <a:p xmlns:a="http://schemas.openxmlformats.org/drawingml/2006/main">
            <a:r>
              <a:t>| 4 | `HcommChannelNotifyRecordOnThread(thread, sendChannel, DATA_SIGNAL)` | D3 | 告诉 Rank j：向你传输的这一阶段已完成 |</a:t>
            </a:r>
          </a:p>
          <a:p xmlns:a="http://schemas.openxmlformats.org/drawingml/2006/main">
            <a:r>
              <a:t>| 5 | `HcommChannelNotifyWaitOnThread* (thread, recvChannel, DATA_SIGNAL)` | D3 | 等待 Rank j 向我传输的阶段完成 |</a:t>
            </a:r>
          </a:p>
          <a:p xmlns:a="http://schemas.openxmlformats.org/drawingml/2006/main">
            <a:r>
              <a:t>| 6 | `HcommLocalCopyOnThread(thread, userOut, localCclBuffer, len)` | D1 | 把收到的 j 分片从本地 CCL Buffer 拷入用户输出的对应位置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1–5 步属于 `SendRecvWrite`，第 6 步是上层模板紧接其后的 `PostCopy`，不是 `SendRecvWrite` 内部的第六步。大数据和多 Channel 会重复这些操作。零字节 slice 可以跳过搬运。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PPT 中的 `i.CCL[j]` / `i.userOut[j]` 是“与 Peer j 对应的逻辑分片”示意，不是声明源码使用固定下标 j 寻址。实际 CCL 槽位和偏移由 `CalcCclBuffIdx`、Channel 分片以及 counts/displacements 共同计算。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`*` 表示精确导出符号有能力分支：HCCL 的 Wait 包装层优先调用 `HcommChannelNotifyWaitOnThreadWithDefaultTimeout`，不支持时回退 `HcommChannelNotifyWaitOnThread(...timeout)`。Thread Wait 同理。二者不是依次调用。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 950 的适配实现中，`HcommWriteOnThread` 解包 Channel 后进入 `BaseTransportLiteImpl::BuildLocRmaBufferLite` 与 `Write(...StreamLite)`；`HcommLocalCopyOnThread` 调 `Thread::LocalCopy`。它们是任务/传输提交路径，API 返回不应解读为整个集合通信已全局完成。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来源：[Kernel 主干](./hccl/src/ops/op_common/algorithm/template/aicpu/kernel_launch.cc:348)、[Template 总流程](./hccl/src/ops/all_to_all_v/algorithm/template/aicpu/ins_temp_all_to_all_v_mesh_1D.cc:217)、[SendRecvWrite](./hccl/src/ops/op_common/algorithm/template/wrapper/alg_data_trans_wrapper.cc:428)、[PostCopy 条件](./hccl/src/ops/all_to_all_v/algorithm/template/aicpu/ins_temp_all_to_all_v_mesh_1D.cc:370)、[LocalCopy](./hccl/src/ops/op_common/algorithm/template/wrapper/alg_data_trans_wrapper.cc:880)、[Wait 符号选择](./hccl/src/common/hcomm_dlsym/hcomm_primitives_dl.cc:176)、[950 Write 实现](./hcomm/src/base_comm/primitives/api_c_adpt/aicpu_ts_primitives_c_adpt.cc:495)。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6. 条件变化后，接口如何变化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改变的条件 | 变化 | 不应误解为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普通 Mesh 模板发现 PCIe 链路 | `isDmaRead_=true`，先 `PreCopy` 把输入放入本地 CCL Buffer，`SendRecvRead` 用 `HcommReadOnThread` 从对端读到用户输出，再做完成握手 | 同一份数据同时必经 Read 和 Write |</a:t>
            </a:r>
          </a:p>
          <a:p xmlns:a="http://schemas.openxmlformats.org/drawingml/2006/main">
            <a:r>
              <a:t>| 单 Channel 改为多 Channel | 仍可使用相同 Mesh 模板和原语，增加 Thread/Channel/分片/Notify 组织 | 每个不同算法名都要调用完全不同的 HCOMM API |</a:t>
            </a:r>
          </a:p>
          <a:p xmlns:a="http://schemas.openxmlformats.org/drawingml/2006/main">
            <a:r>
              <a:t>| MeshClos MultiJetty | 切换到 `InsTempUbxAlltoAllVMesh1D`。某些分支用 `SendRecvBatchRead`，可走 `HcommBatchTransferOnThread`，能力不支持有回退 | 普通 Mesh 一定调用 BatchTransfer |</a:t>
            </a:r>
          </a:p>
          <a:p xmlns:a="http://schemas.openxmlformats.org/drawingml/2006/main">
            <a:r>
              <a:t>| 对称内存命中 | 复用注册的窗口与远端地址，可跳过部分 CCL 中转 PreCopy/PostCopy，Peer 数据直接访问 | 所有 AllToAll 都必须每次注册用户输入/输出 |</a:t>
            </a:r>
          </a:p>
          <a:p xmlns:a="http://schemas.openxmlformats.org/drawingml/2006/main">
            <a:r>
              <a:t>| 拓扑/算法资源缓存命中 | `HcclEngineCtxGet` 成功后跳过相应拓扑重建/CalcRes/建链等步骤 | 每次执行都创建 Endpoint/Channel |</a:t>
            </a:r>
          </a:p>
          <a:p xmlns:a="http://schemas.openxmlformats.org/drawingml/2006/main">
            <a:r>
              <a:t>| Task Cache 开启且 miss | `HcommAicpuTsTaskCacheLookup → Start → OpOrchestrate → End`，首次仍生成原语任务 | 第一次启用缓存就能跳过展开 |</a:t>
            </a:r>
          </a:p>
          <a:p xmlns:a="http://schemas.openxmlformats.org/drawingml/2006/main">
            <a:r>
              <a:t>| Task Cache 开启且 hit | `Lookup → Execute`，刷新地址并重放任务，跳过本次 `OpOrchestrate` | 没调用逐条原语 API 就没做数据通信 |</a:t>
            </a:r>
          </a:p>
          <a:p xmlns:a="http://schemas.openxmlformats.org/drawingml/2006/main">
            <a:r>
              <a:t>| Task Cache 录制出错/清理 | `HcommAicpuTsTaskCacheClear` | 每次都必须执行 Clear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Task Cache 在此基线要求相应开关、950、支持的算子/拓扑等条件，排除 MC2、OFFLOAD、ACL graph、重叠输入输出等场景。**资源缓存与任务缓存是两层不同的缓存**。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来源：[Read/Write 分支](./hccl/src/ops/all_to_all_v/algorithm/template/aicpu/ins_temp_all_to_all_v_mesh_1D.cc:167)、[SendRecvRead](./hccl/src/ops/op_common/algorithm/template/wrapper/alg_data_trans_wrapper.cc:652)、[MultiJetty 的 BatchRead](./hccl/src/ops/all_to_all_v/algorithm/template/aicpu/ins_temp_ubx_all_to_all_v_mesh_1D.cc:327)、[缓存分支](./hccl/src/ops/op_common/algorithm/template/aicpu/kernel_launch.cc:499)、[缓存资格](./hccl/src/ops/op_common/algorithm/template/aicpu/task_cache/aicpu_task_cache_policy.cc:18)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7. 本例不应标成“已调用”的接口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D2 的 LocalReduce/ReadReduce/WriteReduce：普通 AllToAll 没有归约语义，该模板未调用。</a:t>
            </a:r>
          </a:p>
          <a:p xmlns:a="http://schemas.openxmlformats.org/drawingml/2006/main">
            <a:r>
              <a:t>- D5 CCU C++ DSL 以及 `HcommCcuKernelRegister* / HcommCcuKernelLaunch`：未走 CCU。</a:t>
            </a:r>
          </a:p>
          <a:p xmlns:a="http://schemas.openxmlformats.org/drawingml/2006/main">
            <a:r>
              <a:t>- `HcclAicpuKernelLaunch`：当前 HCCL 调用条件限定 Send/Recv，本例 AllToAll 不经过它。</a:t>
            </a:r>
          </a:p>
          <a:p xmlns:a="http://schemas.openxmlformats.org/drawingml/2006/main">
            <a:r>
              <a:t>- `HcclTaskRegister`：该调用点在 CPU/DPU engine 分支，本例 AICPU_TS 不经过它。</a:t>
            </a:r>
          </a:p>
          <a:p xmlns:a="http://schemas.openxmlformats.org/drawingml/2006/main">
            <a:r>
              <a:t>- `HcclCommMemReg`：不能直接从“算子要访问用户内存”推断必调，本例普通 OPBASE 资源函数没有该直接调用。底层 CCL Buffer 的 `HcommMemReg` 是另一回事。</a:t>
            </a:r>
          </a:p>
          <a:p xmlns:a="http://schemas.openxmlformats.org/drawingml/2006/main">
            <a:r>
              <a:t>- `HcommChannelCreate` / `HcommChannelGetStatus`：不能用通用公开 API 的名字替代本例实际的 `HcommCollectiveChannelCreate` / `ChannelProcess::ChannelGetStatus`。</a:t>
            </a:r>
          </a:p>
          <a:p xmlns:a="http://schemas.openxmlformats.org/drawingml/2006/main">
            <a:r>
              <a:t>- `HcommBatchTransferOnThread`、WriteWithNotify、Nbi、Fence、Drain：不是所选普通 Mesh Write 包装器的必经调用。</a:t>
            </a:r>
          </a:p>
          <a:p xmlns:a="http://schemas.openxmlformats.org/drawingml/2006/main">
            <a:r>
              <a:t>- `HcclCommInit*` / `HcclCommDestroy`：通信域生命周期属于外围工作，不是把 AllToAll 主链从创建一直画到销毁。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当前可见的辅助观测调用包括 `HcclDfxRegOpInfoByCommId`、`HcommProfilingReportKernelStartTask`、`HcommProfilingReportKernelEndTask`、`HcommProfilingReportDeviceOp`、`HcclProfilingReportOp` 等。它们属于 DFX/Profiling 横切能力，和十类主通信功能分开标注。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8. 汇报时的简短结论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Ascend 950 的 AICPU_TS AllToAll 先通过 HCOMM 的控制面查询域配置与拓扑，获取/复用 Thread、Channel、CCL Buffer 和引擎上下文；HCCL 在 AICPU 上用 Executor/Template 组织每个 Peer 的交换，再调用 HCOMM 的搬运、同步、批量提交接口。普通 Mesh 的核心是 LocalCopy、Write（PCIe 分支为 Read）与 Thread/Channel Notify。该算子不使用归约原语，也不进入 CCU C++ 数据面。精确调用集合必须同时标明拓扑、协议、对称内存及两层缓存状态。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的两个纵向泳道分别是HCCL/AICPU组织者与HCOMM执行能力，时间自上而下，行间子循环以标题明确。第⑦行是第⑤行Write动作的嵌套实现放大，不是⑥结束后又发起一次Write。没有把所有潜在接口写成每次都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① HcclLaunchAicpuKernel (kernel_launch.cc:348) → HcommAcquireComm (:357) → HcclOrderLaunchNotifyRecord (按句柄和保序能力) → IsOpsV2状态检查（HcclCommGetStatus，SUSPEND分支提前ReleaseComm并返回）→ g_cacheManager.Get或DeserializeResCtx/Put → RestoreVarDataAlltoAllV → HcommBatchModeStart (:473)。HcclDfxRegOpInfoByCommId、HcommProfilingReportKernelStartTask属DFX。OpOrchestrate (:276)按能力调用 HcommThreadResAcquireTimeOut；HcclSetNotifyWaitTimeOut 包装 HcommSetNotifyWaitTimeOut；HcclThreadNotifyWaitOnThreadDefault 等 Host-ready，再取Executor。</a:t>
            </a:r>
          </a:p>
          <a:p xmlns:a="http://schemas.openxmlformats.org/drawingml/2006/main">
            <a:r>
              <a:t>② InsV2AlltoAllVSoleExecutor::Orchestrate (:89) 将resCtx中的threads/CCL/topology/channel map恢复，将param的count/displacements构造成localSendRecvInfo。OrchestrateLoop (:202) 创建模板、CalcScratchMultiple，算maxDataSizePerLoop=min(UB_MAX_DATA_SIZE, aligned(CCL size / scratch multiple))（scratch multiple为零时使用传输上限），再以datatype字节数换算count。按各Peer send/recv最大count算loopTimes，更新processedDataCount、每Peer本轮send/recvCounts和displacements，逐块调用KernelRun (:390)。对称内存有独立优化，当前主例不走。</a:t>
            </a:r>
          </a:p>
          <a:p xmlns:a="http://schemas.openxmlformats.org/drawingml/2006/main">
            <a:r>
              <a:t>③ KernelRun (:167) 检查链路是否PCIe设置isDmaRead_，定位myAlgRank，按需要CalcChannelsPerRank，进入RunALLtoALL (:217)。CalcCommLoops控制通信轮次；threadNum&gt;1时PreSyncInterThreads。PreSync在主Thread入队所有Record，再在从Thread入队Wait；self拷贝只在首通信轮且非零self count时发生。Read分支还有首轮PreCopyByLoop及额外线程同步；当前Write主例不走。</a:t>
            </a:r>
          </a:p>
          <a:p xmlns:a="http://schemas.openxmlformats.org/drawingml/2006/main">
            <a:r>
              <a:t>④ 每轮CalcCommRankSetForOneLoop，对Peer循环取channels，CalcDataSplitByPortGroupCommon计算每端口组send/recv数据。RunSendRecvByChannel (:327)算my/remote CCL buffer index和queIdx，后续通信轮在复用相关buffer时PreSync/PostSync，按channel构造DataSlices。RunSendRecv (:391)按read/write以及非零收发count决定SendRecvWrite、SendWrite、RecvWrite等。不能只依据算子名推出固定的HCOMM调用次数。</a:t>
            </a:r>
          </a:p>
          <a:p xmlns:a="http://schemas.openxmlformats.org/drawingml/2006/main">
            <a:r>
              <a:t>⑤ 完整API顺序（alg_data_trans_wrapper.cc:428–464）：</a:t>
            </a:r>
          </a:p>
          <a:p xmlns:a="http://schemas.openxmlformats.org/drawingml/2006/main">
            <a:r>
              <a:t>1 HcommChannelNotifyRecordOnThread(thread,recvChannel,NOTIFY_IDX_ACK)；</a:t>
            </a:r>
          </a:p>
          <a:p xmlns:a="http://schemas.openxmlformats.org/drawingml/2006/main">
            <a:r>
              <a:t>2 HcclChannelNotifyWaitOnThreadDefault(thread,sendChannel,NOTIFY_IDX_ACK,timeout) 包装后调用 HcommChannelNotifyWaitOnThreadWithDefaultTimeout 或 HcommChannelNotifyWaitOnThread；</a:t>
            </a:r>
          </a:p>
          <a:p xmlns:a="http://schemas.openxmlformats.org/drawingml/2006/main">
            <a:r>
              <a:t>3 对每个非零slice：GetSliceAddr + HcommWriteOnThread(thread,sendChannel,dst,src,length)；</a:t>
            </a:r>
          </a:p>
          <a:p xmlns:a="http://schemas.openxmlformats.org/drawingml/2006/main">
            <a:r>
              <a:t>4 HcommChannelNotifyRecordOnThread(thread,sendChannel,NOTIFY_IDX_DATA_SIGNAL)；</a:t>
            </a:r>
          </a:p>
          <a:p xmlns:a="http://schemas.openxmlformats.org/drawingml/2006/main">
            <a:r>
              <a:t>5 对recvChannel用相同Wait包装器等待DATA_SIGNAL。</a:t>
            </a:r>
          </a:p>
          <a:p xmlns:a="http://schemas.openxmlformats.org/drawingml/2006/main">
            <a:r>
              <a:t>Wait并非主动向Peer发送一个请求，它在本地消费远端记录的通知。双方各自入队的动作存在并行，图不声称全网API串行。</a:t>
            </a:r>
          </a:p>
          <a:p xmlns:a="http://schemas.openxmlformats.org/drawingml/2006/main">
            <a:r>
              <a:t>⑥ RunSendRecvByChannel在普通内存!isDmaRead且recvcount非零时PostCopy。LocalCopy (alg_data_trans_wrapper.cc:880)经size检查、GetSliceAddr后调用HcommLocalCopyOnThread。PostSyncInterThreads (:1045)源代码先向main排Wait，再向sub排Record，约束是main后续任务必须等sub完成；C++函数调用顺序不同于任务完成先后。回Kernel后 HcommThreadNotifyRecordOnThread(mainThread, exportedAicpuTsThread, DEFAULT_NOTIFY_IDX=0) (:603)；HcommProfilingReportKernelEndTask / HcommProfilingReportDeviceOp 后 HcommBatchModeEnd (:618)，末尾 HcommReleaseComm (:725)。该release不销毁comm或Channel。最终payload完成由任务依赖与用户流同步保证，不能以CPU侧API返回等同全Rank完成。</a:t>
            </a:r>
          </a:p>
          <a:p xmlns:a="http://schemas.openxmlformats.org/drawingml/2006/main">
            <a:r>
              <a:t>⑦ hcomm/src/base_comm/primitives/api_c_adpt/aicpu_ts_primitives_c_adpt.cc:495，HcommWriteOnThread检查IsDeviceA5，解包Thread/Channel/StreamLite，BuildLocRmaBufferLite(src,len)并构造远端Buffer(dst,len)，调用BaseTransportLiteImpl::Write。UB具体类位于hcomm/src/legacy/ascend950/unified_platform/resource/transport/aicpu/ub_transport_lite_impl.cc:664：准备SqeConfig/GetTaskId，可选PreLaunchWqe → UbConnLite::Write → 可选PostLaunchWqe → BuildUbDbSendTask → ProfilingProcess。UbConnLite::Write在resource/connection/aicpu/ub_conn_lite.cc:367：ProcessSlices → FillOneSqeWrite(UDMA_OPC_WRITE) → ProcessOneWqe → UpdateWqeTasks，返回pi给上层生成DB任务。这是软件任务构造链，未通过硬件trace证明时序/性能。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任务缓存的完整路径：开启且满足策略时HcommAicpuTsTaskCacheLookup；miss时HcommAicpuTsTaskCacheStart → OpOrchestrate → EnforceLaunchTask（BatchModeEnd/Start flush）→ HcommAicpuTsTaskCacheEnd；hit时HcommAicpuTsTaskCacheExecute刷新用户地址并重放；异常录制可HcommAicpuTsTaskCacheClear。关闭时直接OpOrchestrate。上述条件不能省略成无条件五个串行API。</a:t>
            </a:r>
          </a:p>
          <a:p xmlns:a="http://schemas.openxmlformats.org/drawingml/2006/main">
            <a:r>
              <a:t>Wait完整符号：Thread使用HcommThreadNotifyWaitOnThreadWithDefaultTimeout或HcommThreadNotifyWaitOnThread；Channel使用HcommChannelNotifyWaitOnThreadWithDefaultTimeout或HcommChannelNotifyWaitOnThread。默认超时版本与显式timeout版本二选一。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共同范围：Ascend 950；CANN 新流程；AICPU_TS；OPBASE；多 Rank 且非零数据；普通 Mesh（含普通 MeshSingleChannel）；非 PCIe；普通用户内存；没有插件接管；主图为算法资源 miss、Task Cache 关闭。图上“可选”不属于每次必经路径。功能性正常路径为主，参数校验、DFX、日志、错误回滚详见备注，不声称穷尽每一个辅助函数。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基线：hccl 170ddeec539b4d693028ce6e0cf5c58933e4d46d；hcomm 87ce550f8f7c584e0ed89b0ec56699553d9c332d。静态源码分析，未上板 trace。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已有完整分类与源代码定位：</a:t>
            </a:r>
          </a:p>
          <a:p xmlns:a="http://schemas.openxmlformats.org/drawingml/2006/main">
            <a:r>
              <a:t># HCOMM API 分类与 Ascend 950 AICPU_TS AllToAll 调用链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1. 分析范围与分类口径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用户确认的范围：Ascend 950、AICPU_TS、单算子 OPBASE。</a:t>
            </a:r>
          </a:p>
          <a:p xmlns:a="http://schemas.openxmlformats.org/drawingml/2006/main">
            <a:r>
              <a:t>- 源码基线：HCCL `170ddeec539b4d693028ce6e0cf5c58933e4d46d`，HCOMM `87ce550f8f7c584e0ed89b0ec56699553d9c332d`。没有拉取新版本，也没有上板采集运行时 trace。</a:t>
            </a:r>
          </a:p>
          <a:p xmlns:a="http://schemas.openxmlformats.org/drawingml/2006/main">
            <a:r>
              <a:t>- 具体展开例子：多 Rank、非零 count、普通 Mesh 模板 `InsTempAlltoAllVMesh1D`、普通用户内存（未命中对称内存）、未使用算法插件。正文先解释资源缺失且任务缓存关闭的路径，再列条件变化。</a:t>
            </a:r>
          </a:p>
          <a:p xmlns:a="http://schemas.openxmlformats.org/drawingml/2006/main">
            <a:r>
              <a:t>- 这是一份有源码证据的静态调用分析。设备/模式仍不能唯一决定算法和每次 API 调用次数，还需要拓扑、协议、数据量、配置及缓存状态。</a:t>
            </a:r>
          </a:p>
          <a:p xmlns:a="http://schemas.openxmlformats.org/drawingml/2006/main">
            <a:r>
              <a:t>- 下文按用户提供的五类控制面、五类数据面组织。它是**功能归类**，不是声称仓库官方目录恰好就是这十类。官方目录首先区分控制面/数据面，再按通信域资源、基础资源以及 CPU/CCU 编程模型组织。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三个互相独立的维度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**控制面/数据面**：前者准备、配置和管理资源，后者执行本次通信的搬运、计算、同步及任务提交。</a:t>
            </a:r>
          </a:p>
          <a:p xmlns:a="http://schemas.openxmlformats.org/drawingml/2006/main">
            <a:r>
              <a:t>2. **L2/L3**：HCOMM 的通信域管理层与基础通信层。二者都可以提供控制面接口，不能把 L2/L3 等同于控制面/数据面。</a:t>
            </a:r>
          </a:p>
          <a:p xmlns:a="http://schemas.openxmlformats.org/drawingml/2006/main">
            <a:r>
              <a:t>3. **调用者/实现者**：`HcclChannelAcquire`、`HcclEngineCtxGet` 等虽然以 Hccl 开头，但实现属于 HCOMM。`HcclExecOp`、`HcclGetThread`、`HcclAicpuKernelEntranceLaunch` 则是 HCCL 内部函数。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来源：[官方 API 目录](./hcomm/docs/zh/api_ref/comm_opdev/README.md)、[架构分层](./hcomm/docs/zh/architecture/architecture-brief.md:253)。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2. 十类接口的边界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表中列典型接口/接口族，不是整个仓库的完整 API 清单。每个接口以主要管理对象或主要动作确定主类，必要时增加第二用途标签。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编号 / 类别 | 管什么、做什么 | 典型接口 | 本例关系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C1 控制面 / 通信域资源管理 | 通信域生命周期、域配置、域内 Thread/Channel/EngineCtx 的获取与复用 | `HcclCommInitRootInfoConfig`、`HcclCommDestroy`、`HcclGetCommName`、`HcclConfigGetInfo`、`HcclCommGetStatus`、`HcclEngineCtx*`、`HcclThreadAcquire*`、`HcclThreadExportToCommEngine`、`HcclDedicatedThreadAcquire`、`HcclChannelAcquire`、`HcclChannelDestroy`、`HcclCommAddExchangeInfo`、`HcclCommGetExchangeInfo` | 使用已创建的 comm。初始化/销毁不属于每次 AllToAll。资源缺失时获取，命中后复用 |</a:t>
            </a:r>
          </a:p>
          <a:p xmlns:a="http://schemas.openxmlformats.org/drawingml/2006/main">
            <a:r>
              <a:t>| C2 控制面 / 内存管理 | 获取通信缓冲区、注册内存、建立或查询远端可访问映射 | `HcclGetHcclBuffer`、`HcclChannelGetHcclBuffer`、`HcclCommMemReg`、`HcclChannelGetRemoteMems`、`HcclCommSymWinGet`、`HcommMemReg/Unreg/Export/Import/Unimport`、`HcommChannelGetRemoteMems` | 普通内存路径用 CCL Buffer，底层按需注册。不能认定每次直接调用 `HcclCommMemReg` |</a:t>
            </a:r>
          </a:p>
          <a:p xmlns:a="http://schemas.openxmlformats.org/drawingml/2006/main">
            <a:r>
              <a:t>| C3 控制面 / 拓扑管理 | 查询成员、网络层、拓扑实例、端点属性及 Rank 间链路 | `HcclGetRankId/Size`、`HcclRankGraphGetLayers`、`HcclRankGraphGetRanksByLayer`、`HcclRankGraphGetInstSizeListByLayer`、`HcclRankGraphGetTopoInstsByLayer`、`HcclRankGraphGetTopoType`、`HcclRankGraphGetRanksByTopoInst`、`HcclRankGraphGetEndpointNum/Desc/Info`、`HcclRankGraphGetLinks` | 为 Selector 和 ChannelDesc 提供依据。拓扑缓存命中可跳过重建 |</a:t>
            </a:r>
          </a:p>
          <a:p xmlns:a="http://schemas.openxmlformats.org/drawingml/2006/main">
            <a:r>
              <a:t>| C4 控制面 / 算子编排 | 注册/组织/发射算子任务、分组提交、Kernel 生命周期 | `HcclGroupStart/End/StatusGet`、`HcclAicpuKernelLaunch`、`HcclTaskRegister/UnRegister`、`HcommCcuKernelRegisterStart/Register/RegisterEnd`、`HcommCcuKernelLaunch` | 本例算法编排在 HCCL 内部。收尾上报可查询 `HcclGroupStatusGet`。P2P 专用 launch、DPU 回调、CCU launch 不在该主链 |</a:t>
            </a:r>
          </a:p>
          <a:p xmlns:a="http://schemas.openxmlformats.org/drawingml/2006/main">
            <a:r>
              <a:t>| C5 控制面 / 底层通信资源管理 | 不依赖集合算法的 Endpoint、基础 Channel、基础 Thread 等资源 | `HcommEndpointCreate/Destroy/StartListen`、`HcommChannelCreate`、`HcommCollectiveChannelCreate`、`HcommChannelGetStatus/Destroy`、`HcommThreadAlloc/Free`、`HcommThreadResGetInfo` | 通常由 HCOMM 内部管理器间接触发。当前集合建链用 `HcommCollectiveChannelCreate` |</a:t>
            </a:r>
          </a:p>
          <a:p xmlns:a="http://schemas.openxmlformats.org/drawingml/2006/main">
            <a:r>
              <a:t>| D1 数据面 / 数据搬运 | 传输原始字节，不做数值归约 | `HcommLocalCopyOnThread`、`HcommWriteOnThread`、`HcommReadOnThread`、相应 Nbi 变体、`HcommBatchTransferOnThread`、`HcommWriteWithNotifyOnThread` | Mesh 主路径命中 LocalCopy 和 Write，PCIe 分支替换为 Read。融合 Notify 另有同步用途 |</a:t>
            </a:r>
          </a:p>
          <a:p xmlns:a="http://schemas.openxmlformats.org/drawingml/2006/main">
            <a:r>
              <a:t>| D2 数据面 / 数据计算 | 归约计算，可能与搬运融合 | `HcommLocalReduceOnThread`、`HcommReadReduceOnThread`、`HcommWriteReduceOnThread`、`HcommWriteReduceWithNotifyOnThread` | AllToAll 只重排/交换数据，该模板没有调用这些归约原语 |</a:t>
            </a:r>
          </a:p>
          <a:p xmlns:a="http://schemas.openxmlformats.org/drawingml/2006/main">
            <a:r>
              <a:t>| D3 数据面 / 同步控制 | Thread/Rank 握手、等待、顺序和完成约束 | `HcommThreadNotifyRecordOnThread`、`HcommThreadNotifyWaitOnThread`、`HcommChannelNotifyRecordOnThread`、`HcommChannelNotifyWaitOnThread`、两种 `*WithDefaultTimeout`、`HcommSetNotifyWaitTimeOut`、`HcommAclrtNotify*`、`HcommChannelFenceOnThread`、`HcommChannelDrainOnThread` | 本例命中 Thread/Channel Notify。Fence/Drain/ACL Notify 不能直接列成每次必调 |</a:t>
            </a:r>
          </a:p>
          <a:p xmlns:a="http://schemas.openxmlformats.org/drawingml/2006/main">
            <a:r>
              <a:t>| D4 数据面 / 执行控制 | 运行中通信域使用保护、批量任务下发、任务缓存录制与重放 | `HcommAcquireComm/ReleaseComm`、`HcommBatchModeStart/End`、`HcommSetLaunchMode`、`HcommThreadResAcquireTimeOut`、`HcommAicpuTsTaskCacheLookup/Start/End/Execute/Clear` | Acquire/Release 与 Batch Start/End 属主干，Cache 受条件约束 |</a:t>
            </a:r>
          </a:p>
          <a:p xmlns:a="http://schemas.openxmlformats.org/drawingml/2006/main">
            <a:r>
              <a:t>| D5 数据面 / CCU C++ 数据面操作 | 以 C++ DSL 描述 CCU 指令、变量、地址、数据动作和控制流 | `AscendC::ccu` 下的 `Read/Write/LocalCopy/ReadReduce/WriteReduce/LocalReduce`、Notify/Event、`Variable/Address/LocalAddr/RemoteAddr`、`Load/Store/LoadArg`、`Loop/LoopGroup`、`CCU_IF/CCU_WHILE` | AICPU_TS 分支不进入此接口族。该类属于编程模型，与 D1–D4 的功能维度交叉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容易混淆的归类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`HcclEngineCtxCopy`：复制的是算法资源描述和上下文，主类仍为 **C1**。不要因名字含 Copy 就把它当作 AllToAll 用户数据搬运。</a:t>
            </a:r>
          </a:p>
          <a:p xmlns:a="http://schemas.openxmlformats.org/drawingml/2006/main">
            <a:r>
              <a:t>- `HcclGetHcclBuffer`：官方目录放在“通信域资源管理”；本报告按管理对象细分到 **C2**，并保留 L2 属性。</a:t>
            </a:r>
          </a:p>
          <a:p xmlns:a="http://schemas.openxmlformats.org/drawingml/2006/main">
            <a:r>
              <a:t>- `HcclConfigGetInfo(...OP_EXPANSION_MODE...)`：API 主类为 **C1**，这次查询的用途是帮助 HCCL 决定执行模式。`HcclGetOpExpansionMode` 本身不是 HCOMM 导出 API。</a:t>
            </a:r>
          </a:p>
          <a:p xmlns:a="http://schemas.openxmlformats.org/drawingml/2006/main">
            <a:r>
              <a:t>- `HcommAcquireComm/ReleaseComm`：保护 AICPU 正在使用的通信域，属于 **D4**；不是创建/销毁通信域。</a:t>
            </a:r>
          </a:p>
          <a:p xmlns:a="http://schemas.openxmlformats.org/drawingml/2006/main">
            <a:r>
              <a:t>- `HcommBatchModeStart/End` 与 `HcommBatchTransferOnThread` 不同。前者是任务提交模式（D4），后者是批量数据搬运接口（D1）。使用批模式不意味着调用了批量搬运 API。</a:t>
            </a:r>
          </a:p>
          <a:p xmlns:a="http://schemas.openxmlformats.org/drawingml/2006/main">
            <a:r>
              <a:t>- 一个 API 存在声明，不等于所有引擎均支持。例如当前 AICPU 适配文件中的 `HcommFenceOnThread` 返回 `HCCL_E_NOT_SUPPORT`，不能放入“已执行清单”。</a:t>
            </a:r>
          </a:p>
          <a:p xmlns:a="http://schemas.openxmlformats.org/drawingml/2006/main">
            <a:r>
              <a:t>- DFX/Profiling 是横切能力，单独标注，不硬塞成搬运或算子编排。下面的主链不穷举所有日志、DFX、错误处理与销毁分支。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来源：[L2 资源头文件](./hcomm/include/hccl/hccl_res.h)、[基础资源](./hcomm/include/hcomm_res.h)、[P2P Kernel launch](./hcomm/include/hccl/hccl_launch.h:144)、[CPU 数据面目录](./hcomm/docs/zh/api_ref/comm_opdev/data_plane_api/cpu-cpu_ts-aicpu_ts/README.md)、[CCU 目录](./hcomm/docs/zh/api_ref/comm_opdev/data_plane_api/ccu/index.md)、[Acquire/Release 与不支持的 Fence](./hcomm/src/base_comm/primitives/api_c_adpt/aicpu_ts_primitives_c_adpt.cc:1118)。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3. AllToAll 如何选到本例算法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HcclAlltoAll                                      [HCCL 对外入口]</a:t>
            </a:r>
          </a:p>
          <a:p xmlns:a="http://schemas.openxmlformats.org/drawingml/2006/main">
            <a:r>
              <a:t>  ├─ HcclGetRankSize / HcclGetRankId                [C3，HCOMM]</a:t>
            </a:r>
          </a:p>
          <a:p xmlns:a="http://schemas.openxmlformats.org/drawingml/2006/main">
            <a:r>
              <a:t>  ├─ HcclGetCommName                               [C1，HCOMM]</a:t>
            </a:r>
          </a:p>
          <a:p xmlns:a="http://schemas.openxmlformats.org/drawingml/2006/main">
            <a:r>
              <a:t>  ├─ ConvertAlltoAllParam                          [HCCL 内部]</a:t>
            </a:r>
          </a:p>
          <a:p xmlns:a="http://schemas.openxmlformats.org/drawingml/2006/main">
            <a:r>
              <a:t>  │    把等长 AllToAll 参数变为 counts/displacements 四组向量</a:t>
            </a:r>
          </a:p>
          <a:p xmlns:a="http://schemas.openxmlformats.org/drawingml/2006/main">
            <a:r>
              <a:t>  └─ AlltoAllVOutPlace → AlltoAllVOutPlaceCommon     [HCCL 内部]</a:t>
            </a:r>
          </a:p>
          <a:p xmlns:a="http://schemas.openxmlformats.org/drawingml/2006/main">
            <a:r>
              <a:t>       ├─ PreCheckSymmetricMemory</a:t>
            </a:r>
          </a:p>
          <a:p xmlns:a="http://schemas.openxmlformats.org/drawingml/2006/main">
            <a:r>
              <a:t>       │    └─ HcclCommSymWinGet                    [C2，9.1+ 等条件满足时探测]</a:t>
            </a:r>
          </a:p>
          <a:p xmlns:a="http://schemas.openxmlformats.org/drawingml/2006/main">
            <a:r>
              <a:t>       ├─ AlltoAllVConstructOpParam                 [HCCL 内部，opType 仍为 ALLTOALL]</a:t>
            </a:r>
          </a:p>
          <a:p xmlns:a="http://schemas.openxmlformats.org/drawingml/2006/main">
            <a:r>
              <a:t>       ├─ HcclGetOpExpansionMode                    [HCCL 内部]</a:t>
            </a:r>
          </a:p>
          <a:p xmlns:a="http://schemas.openxmlformats.org/drawingml/2006/main">
            <a:r>
              <a:t>       │    └─ HcclConfigGetInfo                    [C1，读取展开模式]</a:t>
            </a:r>
          </a:p>
          <a:p xmlns:a="http://schemas.openxmlformats.org/drawingml/2006/main">
            <a:r>
              <a:t>       └─ AlltoAllVExecDispatch</a:t>
            </a:r>
          </a:p>
          <a:p xmlns:a="http://schemas.openxmlformats.org/drawingml/2006/main">
            <a:r>
              <a:t>            ├─ Selector                             [HCCL 内部]</a:t>
            </a:r>
          </a:p>
          <a:p xmlns:a="http://schemas.openxmlformats.org/drawingml/2006/main">
            <a:r>
              <a:t>            │    ├─ HcclCommGetStatus               [C1，接口支持时]</a:t>
            </a:r>
          </a:p>
          <a:p xmlns:a="http://schemas.openxmlformats.org/drawingml/2006/main">
            <a:r>
              <a:t>            │    ├─ HcclCalcTopoInfo                 [HCCL 内部]</a:t>
            </a:r>
          </a:p>
          <a:p xmlns:a="http://schemas.openxmlformats.org/drawingml/2006/main">
            <a:r>
              <a:t>            │    │    ├─ HcclEngineCtxGet            [C1，查拓扑缓存]</a:t>
            </a:r>
          </a:p>
          <a:p xmlns:a="http://schemas.openxmlformats.org/drawingml/2006/main">
            <a:r>
              <a:t>            │    │    └─ 未命中：RankGraph 查询 → HcclEngineCtxCreate</a:t>
            </a:r>
          </a:p>
          <a:p xmlns:a="http://schemas.openxmlformats.org/drawingml/2006/main">
            <a:r>
              <a:t>            │    └─ 选择框架 → AlltoAllAutoSelector::SelectAicpuAlgo</a:t>
            </a:r>
          </a:p>
          <a:p xmlns:a="http://schemas.openxmlformats.org/drawingml/2006/main">
            <a:r>
              <a:t>            │         （该自动选择器分支命中时；还存在其它选择/配置分支）</a:t>
            </a:r>
          </a:p>
          <a:p xmlns:a="http://schemas.openxmlformats.org/drawingml/2006/main">
            <a:r>
              <a:t>            └─ HcclExecOp                          [HCCL 内部]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普通 `MESH_1D/CLOS` 的 Selector 分支：每 Rank 总发送字节数大于 `150 * 1024 * 1024` 时选 `AicpuAllToAllSoleMesh`，否则选 `AicpuAllToAllSoleMeshSingleChannel`。两者都注册到 `InsV2AlltoAllVSoleExecutor&lt;TopoMatchOneLevel, InsTempAlltoAllVMesh1D&gt;`。因此“不同算法名”在这里主要改变 Channel/Thread 数和分片，不必然改变 API 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`MESH_1D_CLOS` 还有 MultiJetty/Concurrent 等分支；这不是所有 AICPU AllToAll 必经同一个模板。rankSize=1、count=0、旧版本兼容和插件分支也不能混入本例主链。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来源：[入口与参数转换](./hccl/src/ops/all_to_all_v/all_to_all_v.cc:23)、[调度](./hccl/src/ops/all_to_all_v/all_to_all_v.cc:730)、[AICPU 算法选择](./hccl/src/ops/all_to_all_v/selector/alltoall_auto_selector.cc:131)、[模板注册](./hccl/src/ops/all_to_all_v/algorithm/executor/ins_v2_all_to_all_v_sole_executor.cc:562)。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4. 控制面实际命中的接口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HCOMM 接口 | 类别 / 层 | 由谁触发、得到什么 | 条件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`HcclGetCommName`、`HcclConfigGetInfo`、`HcclCommGetStatus` | C1 / L2 | 入口及 Selector 获取域名、配置、READY 状态 | 状态与配置能力检查按源码分支 |</a:t>
            </a:r>
          </a:p>
          <a:p xmlns:a="http://schemas.openxmlformats.org/drawingml/2006/main">
            <a:r>
              <a:t>| `HcclGetRankSize`、`HcclGetRankId` | C3 / L2 | 构建 counts/displacements、选择 Peer | 本例主干，可能在不同调用点重复 |</a:t>
            </a:r>
          </a:p>
          <a:p xmlns:a="http://schemas.openxmlformats.org/drawingml/2006/main">
            <a:r>
              <a:t>| `HcclEngineCtxGet` | C1 / L2 | 查拓扑、算法资源、主线程和展开线程上下文 | 查询会发生，是否创建由缓存结果决定 |</a:t>
            </a:r>
          </a:p>
          <a:p xmlns:a="http://schemas.openxmlformats.org/drawingml/2006/main">
            <a:r>
              <a:t>| `HcclEngineCtxCreate`、`HcclEngineCtxCopy` | C1 / L2 | 保存拓扑/Thread 元信息，序列化算法资源并复制到 AICPU | 相关资源不存在时 |</a:t>
            </a:r>
          </a:p>
          <a:p xmlns:a="http://schemas.openxmlformats.org/drawingml/2006/main">
            <a:r>
              <a:t>| `HcclRankGraphGetLayers`、`HcclRankGraphGetInstSizeListByLayer`、`HcclRankGraphGetRanksByLayer` | C3 / L2 | `InitRankInfo/CalcTopoShape` 形成网络层及成员信息 | 需要构建/查询拓扑时 |</a:t>
            </a:r>
          </a:p>
          <a:p xmlns:a="http://schemas.openxmlformats.org/drawingml/2006/main">
            <a:r>
              <a:t>| `HcclRankGraphGetTopoInstsByLayer`、`HcclRankGraphGetTopoType`、`HcclRankGraphGetRanksByTopoInst` | C3 / L2 | 查询实例、形态、实例成员 | 按实际拓扑构建分支 |</a:t>
            </a:r>
          </a:p>
          <a:p xmlns:a="http://schemas.openxmlformats.org/drawingml/2006/main">
            <a:r>
              <a:t>| `HcclRankGraphGetEndpointNum`、`HcclRankGraphGetEndpointDesc`、`HcclRankGraphGetEndpointInfo` | C3 / L2 | 端点枚举及属性，回填带宽系数/Die 等 | 构建拓扑与 ChannelInfo 时 |</a:t>
            </a:r>
          </a:p>
          <a:p xmlns:a="http://schemas.openxmlformats.org/drawingml/2006/main">
            <a:r>
              <a:t>| `HcclRankGraphGetLinks` | C3 / L2 | `CalcChannelRequestMesh1D` 等查询本 Rank 与 Peer 的可用链路 | Channel 请求计算时 |</a:t>
            </a:r>
          </a:p>
          <a:p xmlns:a="http://schemas.openxmlformats.org/drawingml/2006/main">
            <a:r>
              <a:t>| `HcclThreadAcquireWithStream` | C1 / L2 | 将用户 stream 关联为 CPU_TS Thread | 每次执行入口获取，可内部复用 |</a:t>
            </a:r>
          </a:p>
          <a:p xmlns:a="http://schemas.openxmlformats.org/drawingml/2006/main">
            <a:r>
              <a:t>| `HcclThreadExportToCommEngine` | C1 / L2，包间接口 | CPU_TS Thread 导出到 AICPU_TS，AICPU 主 Thread 导出到 CPU_TS | 建立 Host/Device 通知关系，不是创建通信域 |</a:t>
            </a:r>
          </a:p>
          <a:p xmlns:a="http://schemas.openxmlformats.org/drawingml/2006/main">
            <a:r>
              <a:t>| `HcclGetHcclBuffer` | C2 / L2 | 获取本地 CCL 中转缓冲区 | 算法资源分配、交换信息构造等调用点 |</a:t>
            </a:r>
          </a:p>
          <a:p xmlns:a="http://schemas.openxmlformats.org/drawingml/2006/main">
            <a:r>
              <a:t>| `HcclThreadAcquireWithConfig` | C1 / L2 | 为 AICPU 主/从 Thread 及展开 Thread 申请资源，设置 Notify 数量 | 接口支持且需要资源时 |</a:t>
            </a:r>
          </a:p>
          <a:p xmlns:a="http://schemas.openxmlformats.org/drawingml/2006/main">
            <a:r>
              <a:t>| `HcclThreadAcquire` | C1 / L2 | 获取 Thread 的兼容接口 | 与上行的配置版是能力分支，不是前后两步 |</a:t>
            </a:r>
          </a:p>
          <a:p xmlns:a="http://schemas.openxmlformats.org/drawingml/2006/main">
            <a:r>
              <a:t>| `HcclCommAddExchangeInfo`、`HcclCommGetExchangeInfo` | C1 / L2，包间接口 | 建链前注入、建链后读取算子参数一致性信息 | 首次一致性检查且接口支持 |</a:t>
            </a:r>
          </a:p>
          <a:p xmlns:a="http://schemas.openxmlformats.org/drawingml/2006/main">
            <a:r>
              <a:t>| `HcclChannelAcquire` | C1 / L2 | 根据 ChannelDesc、engine 获取 Peer ChannelHandle | 算法资源/通道不存在时，不保证每次物理建链 |</a:t>
            </a:r>
          </a:p>
          <a:p xmlns:a="http://schemas.openxmlformats.org/drawingml/2006/main">
            <a:r>
              <a:t>| `HcclChannelGetHcclBuffer` | C2 / L2 | 取得各 Channel 对应的远端 CCL Buffer 地址和大小 | 新构造 ChannelInfo 时 |</a:t>
            </a:r>
          </a:p>
          <a:p xmlns:a="http://schemas.openxmlformats.org/drawingml/2006/main">
            <a:r>
              <a:t>| `HcclDedicatedThreadAcquire` | C1 / L2 | 获取 Host/Device 保序 Thread | OrderLaunch 能力支持且保序路径需要 |</a:t>
            </a:r>
          </a:p>
          <a:p xmlns:a="http://schemas.openxmlformats.org/drawingml/2006/main">
            <a:r>
              <a:t>| `HcclThreadResGetInfo`、`HcommThreadResGetInfo` | C1 / L2，C5 / L3 | 从 Thread 取 stream，用于 Kernel 发射及保序 | 按接口能力与线程类型走分支 |</a:t>
            </a:r>
          </a:p>
          <a:p xmlns:a="http://schemas.openxmlformats.org/drawingml/2006/main">
            <a:r>
              <a:t>| `HcclGroupStatusGet` | C4 / L2 | `ReportOpProfilingInfo` 查询 group 状态 | 接口支持时；查询不意味着主动调用 GroupStart/End |</a:t>
            </a:r>
          </a:p>
          <a:p xmlns:a="http://schemas.openxmlformats.org/drawingml/2006/main">
            <a:r>
              <a:t>| `HcclCommSymWinGet` | C2 / L2 | 运行前探测用户缓冲区是否在对称窗口内 | HCOMM 9.1+ 的 AllToAll OPBASE 分支，探测未命中仍可继续普通路径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来源：[资源主干与复用](./hccl/src/ops/op_common/op_common.cc:780)、[拓扑缓存](./hccl/src/ops/op_common/op_common.cc:1285)、[AICPU 资源](./hccl/src/ops/op_common/op_common.cc:1670)、[拓扑构建](./hccl/src/ops/op_common/topo_info/topo_host.cc:75)、[按序发射](./hccl/src/ops/op_common/order_launch.cc:152)、[一致性检查](./hccl/src/common/inconsistent_check.cc:52)。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HcclChannelAcquire 内部怎么落到 C2/C5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ops_hccl::HcclGetChannelImpl                          [内部组织函数]</a:t>
            </a:r>
          </a:p>
          <a:p xmlns:a="http://schemas.openxmlformats.org/drawingml/2006/main">
            <a:r>
              <a:t>  ├─ AddExchangeInfo → HcclCommAddExchangeInfo         [C1，按条件]</a:t>
            </a:r>
          </a:p>
          <a:p xmlns:a="http://schemas.openxmlformats.org/drawingml/2006/main">
            <a:r>
              <a:t>  └─ HcclChannelAcquire                              [HCOMM L2 / C1]</a:t>
            </a:r>
          </a:p>
          <a:p xmlns:a="http://schemas.openxmlformats.org/drawingml/2006/main">
            <a:r>
              <a:t>       └─ MyRank::CreateChannels                      [内部方法]</a:t>
            </a:r>
          </a:p>
          <a:p xmlns:a="http://schemas.openxmlformats.org/drawingml/2006/main">
            <a:r>
              <a:t>            ├─ BatchCreateSockets                    [控制连接准备，内部方法]</a:t>
            </a:r>
          </a:p>
          <a:p xmlns:a="http://schemas.openxmlformats.org/drawingml/2006/main">
            <a:r>
              <a:t>            ├─ BatchCreateChannels</a:t>
            </a:r>
          </a:p>
          <a:p xmlns:a="http://schemas.openxmlformats.org/drawingml/2006/main">
            <a:r>
              <a:t>            │    ├─ EndpointMgr::Get</a:t>
            </a:r>
          </a:p>
          <a:p xmlns:a="http://schemas.openxmlformats.org/drawingml/2006/main">
            <a:r>
              <a:t>            │    │    └─ HcommEndpointCreate          [C5，Endpoint 缓存未命中]</a:t>
            </a:r>
          </a:p>
          <a:p xmlns:a="http://schemas.openxmlformats.org/drawingml/2006/main">
            <a:r>
              <a:t>            │    ├─ HcommEndpointStartListen          [C5]</a:t>
            </a:r>
          </a:p>
          <a:p xmlns:a="http://schemas.openxmlformats.org/drawingml/2006/main">
            <a:r>
              <a:t>            │    ├─ PrepareMemHandles</a:t>
            </a:r>
          </a:p>
          <a:p xmlns:a="http://schemas.openxmlformats.org/drawingml/2006/main">
            <a:r>
              <a:t>            │    │    └─ RegisterCommMemsToEndpoint</a:t>
            </a:r>
          </a:p>
          <a:p xmlns:a="http://schemas.openxmlformats.org/drawingml/2006/main">
            <a:r>
              <a:t>            │    │         └─ HcommMemReg             [C2，内存注册未命中]</a:t>
            </a:r>
          </a:p>
          <a:p xmlns:a="http://schemas.openxmlformats.org/drawingml/2006/main">
            <a:r>
              <a:t>            │    └─ RankPair / EndpointPair::CreateChannel</a:t>
            </a:r>
          </a:p>
          <a:p xmlns:a="http://schemas.openxmlformats.org/drawingml/2006/main">
            <a:r>
              <a:t>            │         ├─ HcommCollectiveChannelCreate [C5，Channel 缓存未命中]</a:t>
            </a:r>
          </a:p>
          <a:p xmlns:a="http://schemas.openxmlformats.org/drawingml/2006/main">
            <a:r>
              <a:t>            │         └─ 复用旧 Channel               [不是重复新建]</a:t>
            </a:r>
          </a:p>
          <a:p xmlns:a="http://schemas.openxmlformats.org/drawingml/2006/main">
            <a:r>
              <a:t>            ├─ BatchConnectChannels</a:t>
            </a:r>
          </a:p>
          <a:p xmlns:a="http://schemas.openxmlformats.org/drawingml/2006/main">
            <a:r>
              <a:t>            │    └─ ChannelProcess::ChannelGetStatus  [内部方法，轮询状态]</a:t>
            </a:r>
          </a:p>
          <a:p xmlns:a="http://schemas.openxmlformats.org/drawingml/2006/main">
            <a:r>
              <a:t>            ├─ BatchExchangeAndCheckConsistency       [950 一致性交换]</a:t>
            </a:r>
          </a:p>
          <a:p xmlns:a="http://schemas.openxmlformats.org/drawingml/2006/main">
            <a:r>
              <a:t>            └─ FinalizeChannelsByEngine               [AICPU 侧 Channel 句柄准备]</a:t>
            </a:r>
          </a:p>
          <a:p xmlns:a="http://schemas.openxmlformats.org/drawingml/2006/main">
            <a:r>
              <a:t>ops_hccl::BuildChannelInfo</a:t>
            </a:r>
          </a:p>
          <a:p xmlns:a="http://schemas.openxmlformats.org/drawingml/2006/main">
            <a:r>
              <a:t>  ├─ HcclRankGraphGetEndpointInfo                     [C3]</a:t>
            </a:r>
          </a:p>
          <a:p xmlns:a="http://schemas.openxmlformats.org/drawingml/2006/main">
            <a:r>
              <a:t>  └─ HcclChannelGetHcclBuffer                         [C2]</a:t>
            </a:r>
          </a:p>
          <a:p xmlns:a="http://schemas.openxmlformats.org/drawingml/2006/main">
            <a:r>
              <a:t>       └─ HcommChannelGetRemoteMems                   [C2 / L3，查询映射]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这里状态轮询直接调用的是 `ChannelProcess::ChannelGetStatus` 内部方法，不能画成“必经导出 API `HcommChannelGetStatus`”。同理，集合建链实际入口是 `HcommCollectiveChannelCreate`，不要替换为名字近似的 `HcommChannelCreate`。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普通 AICPU Thread 的资源管理也不必经过导出 API `HcommThreadAlloc`：ThreadMgr 可以内部 `CreateThread → Init`。`HcommThreadAlloc` 有明确的专用/保序线程创建调用点，只按对应条件列入 C5。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来源：[ChannelAcquire 实现](./hcomm/src/coll_communicator_mgr/api_c_adpt/coll_comm_res_c_adpt.cc:755)、[建链总流程](./hcomm/src/coll_communicator_mgr/resource_mgr/local/my_rank/my_rank.cc:1228)、[Endpoint/内存/Channel 准备](./hcomm/src/coll_communicator_mgr/resource_mgr/local/my_rank/my_rank.cc:675)、[EndpointPair 复用](./hcomm/src/base_comm/resources/endpoint_pairs/endpoint_pair.cc:199)、[内存注册](./hcomm/src/coll_communicator_mgr/resource_mgr/local/my_rank/endpoints/endpoint_mgr.cc:138)、[远端缓冲区查询](./hcomm/src/coll_communicator_mgr/resource_mgr/local/my_rank/my_rank.cc:1303)、[Thread 内部分配](./hcomm/src/coll_communicator_mgr/resource_mgr/local/my_rank/comm_engine/threads/thread_manager.cc:198)。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5. 数据面真实顺序：普通 Mesh Write 分支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选择非 PCIe、普通内存、没有 Task Cache 重放的例子。以下是调用与任务依赖，不表示所有动作都在 Host 同步完成。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Host：HcclAicpuKernelEntranceLaunch                    [HCCL 内部]</a:t>
            </a:r>
          </a:p>
          <a:p xmlns:a="http://schemas.openxmlformats.org/drawingml/2006/main">
            <a:r>
              <a:t>  ├─ HcommThreadNotifyRecordOnThread                  [D3，Host 数据就绪]</a:t>
            </a:r>
          </a:p>
          <a:p xmlns:a="http://schemas.openxmlformats.org/drawingml/2006/main">
            <a:r>
              <a:t>  ├─ OrderLaunch 的 Thread 获取与 Notify              [C1/C5/D3，条件路径]</a:t>
            </a:r>
          </a:p>
          <a:p xmlns:a="http://schemas.openxmlformats.org/drawingml/2006/main">
            <a:r>
              <a:t>  ├─ AicpuKernelLaunch → aclrtLaunchKernel*            [HCCL → ACL，非 HCOMM API]</a:t>
            </a:r>
          </a:p>
          <a:p xmlns:a="http://schemas.openxmlformats.org/drawingml/2006/main">
            <a:r>
              <a:t>  └─ HcommThreadNotifyWaitOnThread[WithDefaultTimeout] [D3，用户流等待完成]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AICPU：HcclLaunchAicpuKernel                          [HCCL Kernel 入口]</a:t>
            </a:r>
          </a:p>
          <a:p xmlns:a="http://schemas.openxmlformats.org/drawingml/2006/main">
            <a:r>
              <a:t>  ├─ HcommAcquireComm                                [D4，取得通信域使用保护]</a:t>
            </a:r>
          </a:p>
          <a:p xmlns:a="http://schemas.openxmlformats.org/drawingml/2006/main">
            <a:r>
              <a:t>  ├─ HcommBatchModeStart                             [D4，进入批量下发]</a:t>
            </a:r>
          </a:p>
          <a:p xmlns:a="http://schemas.openxmlformats.org/drawingml/2006/main">
            <a:r>
              <a:t>  ├─ OpOrchestrate                                   [HCCL 内部]</a:t>
            </a:r>
          </a:p>
          <a:p xmlns:a="http://schemas.openxmlformats.org/drawingml/2006/main">
            <a:r>
              <a:t>  │    ├─ HcommThreadResAcquireTimeOut                [D4，能力支持时设置资源等待超时]</a:t>
            </a:r>
          </a:p>
          <a:p xmlns:a="http://schemas.openxmlformats.org/drawingml/2006/main">
            <a:r>
              <a:t>  │    ├─ HcommSetNotifyWaitTimeOut                   [D3，能力支持时设置默认等待超时]</a:t>
            </a:r>
          </a:p>
          <a:p xmlns:a="http://schemas.openxmlformats.org/drawingml/2006/main">
            <a:r>
              <a:t>  │    ├─ Thread Notify Wait                         [D3，等待 Host 就绪]</a:t>
            </a:r>
          </a:p>
          <a:p xmlns:a="http://schemas.openxmlformats.org/drawingml/2006/main">
            <a:r>
              <a:t>  │    └─ InsV2AlltoAllVSoleExecutor::Orchestrate</a:t>
            </a:r>
          </a:p>
          <a:p xmlns:a="http://schemas.openxmlformats.org/drawingml/2006/main">
            <a:r>
              <a:t>  │         └─ OrchestrateLoop → InsTempAlltoAllVMesh1D::KernelRun</a:t>
            </a:r>
          </a:p>
          <a:p xmlns:a="http://schemas.openxmlformats.org/drawingml/2006/main">
            <a:r>
              <a:t>  │              └─ RunALLtoALL</a:t>
            </a:r>
          </a:p>
          <a:p xmlns:a="http://schemas.openxmlformats.org/drawingml/2006/main">
            <a:r>
              <a:t>  │                   ├─ PreSyncInterThreads         [D3，主流通知从流，从流等待]</a:t>
            </a:r>
          </a:p>
          <a:p xmlns:a="http://schemas.openxmlformats.org/drawingml/2006/main">
            <a:r>
              <a:t>  │                   ├─ LocalCopyForMyRank          [D1，本 Rank 自己的分片]</a:t>
            </a:r>
          </a:p>
          <a:p xmlns:a="http://schemas.openxmlformats.org/drawingml/2006/main">
            <a:r>
              <a:t>  │                   ├─ 每个轮次 / Peer / Channel：</a:t>
            </a:r>
          </a:p>
          <a:p xmlns:a="http://schemas.openxmlformats.org/drawingml/2006/main">
            <a:r>
              <a:t>  │                   │    ├─ SendRecvWrite          [展开见下表]</a:t>
            </a:r>
          </a:p>
          <a:p xmlns:a="http://schemas.openxmlformats.org/drawingml/2006/main">
            <a:r>
              <a:t>  │                   │    └─ PostCopy               [D1，CCL Buffer → 用户输出]</a:t>
            </a:r>
          </a:p>
          <a:p xmlns:a="http://schemas.openxmlformats.org/drawingml/2006/main">
            <a:r>
              <a:t>  │                   └─ PostSyncInterThreads        [D3，从流完成，主流汇合]</a:t>
            </a:r>
          </a:p>
          <a:p xmlns:a="http://schemas.openxmlformats.org/drawingml/2006/main">
            <a:r>
              <a:t>  ├─ HcommThreadNotifyRecordOnThread                  [D3，通知用户流完成]</a:t>
            </a:r>
          </a:p>
          <a:p xmlns:a="http://schemas.openxmlformats.org/drawingml/2006/main">
            <a:r>
              <a:t>  ├─ HcommBatchModeEnd                               [D4，结束批模式并提交剩余任务]</a:t>
            </a:r>
          </a:p>
          <a:p xmlns:a="http://schemas.openxmlformats.org/drawingml/2006/main">
            <a:r>
              <a:t>  └─ HcommReleaseComm                                [D4，释放使用保护]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一个 Peer 的双向发送：每个 API 都展开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对于 Rank i 与 Rank j，双方执行同样的握手。`ACK` 表示接收缓冲区准备好，`DATA_SIGNAL` 表示本方向传输阶段完成。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顺序 | HCOMM API | 类别 | Rank i 的动作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1 | `HcommChannelNotifyRecordOnThread(thread, recvChannel, ACK)` | D3 | 告诉 Rank j：我已经可以接收 |</a:t>
            </a:r>
          </a:p>
          <a:p xmlns:a="http://schemas.openxmlformats.org/drawingml/2006/main">
            <a:r>
              <a:t>| 2 | `HcommChannelNotifyWaitOnThread* (thread, sendChannel, ACK)` | D3 | 等待 Rank j 准备好接收 |</a:t>
            </a:r>
          </a:p>
          <a:p xmlns:a="http://schemas.openxmlformats.org/drawingml/2006/main">
            <a:r>
              <a:t>| 3 | `HcommWriteOnThread(thread, sendChannel, dst, src, len)` | D1 | 把本地用户输入中属于 j 的分片写入 j 的 CCL Buffer |</a:t>
            </a:r>
          </a:p>
          <a:p xmlns:a="http://schemas.openxmlformats.org/drawingml/2006/main">
            <a:r>
              <a:t>| 4 | `HcommChannelNotifyRecordOnThread(thread, sendChannel, DATA_SIGNAL)` | D3 | 告诉 Rank j：向你传输的这一阶段已完成 |</a:t>
            </a:r>
          </a:p>
          <a:p xmlns:a="http://schemas.openxmlformats.org/drawingml/2006/main">
            <a:r>
              <a:t>| 5 | `HcommChannelNotifyWaitOnThread* (thread, recvChannel, DATA_SIGNAL)` | D3 | 等待 Rank j 向我传输的阶段完成 |</a:t>
            </a:r>
          </a:p>
          <a:p xmlns:a="http://schemas.openxmlformats.org/drawingml/2006/main">
            <a:r>
              <a:t>| 6 | `HcommLocalCopyOnThread(thread, userOut, localCclBuffer, len)` | D1 | 把收到的 j 分片从本地 CCL Buffer 拷入用户输出的对应位置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1–5 步属于 `SendRecvWrite`，第 6 步是上层模板紧接其后的 `PostCopy`，不是 `SendRecvWrite` 内部的第六步。大数据和多 Channel 会重复这些操作。零字节 slice 可以跳过搬运。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PPT 中的 `i.CCL[j]` / `i.userOut[j]` 是“与 Peer j 对应的逻辑分片”示意，不是声明源码使用固定下标 j 寻址。实际 CCL 槽位和偏移由 `CalcCclBuffIdx`、Channel 分片以及 counts/displacements 共同计算。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`*` 表示精确导出符号有能力分支：HCCL 的 Wait 包装层优先调用 `HcommChannelNotifyWaitOnThreadWithDefaultTimeout`，不支持时回退 `HcommChannelNotifyWaitOnThread(...timeout)`。Thread Wait 同理。二者不是依次调用。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 950 的适配实现中，`HcommWriteOnThread` 解包 Channel 后进入 `BaseTransportLiteImpl::BuildLocRmaBufferLite` 与 `Write(...StreamLite)`；`HcommLocalCopyOnThread` 调 `Thread::LocalCopy`。它们是任务/传输提交路径，API 返回不应解读为整个集合通信已全局完成。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来源：[Kernel 主干](./hccl/src/ops/op_common/algorithm/template/aicpu/kernel_launch.cc:348)、[Template 总流程](./hccl/src/ops/all_to_all_v/algorithm/template/aicpu/ins_temp_all_to_all_v_mesh_1D.cc:217)、[SendRecvWrite](./hccl/src/ops/op_common/algorithm/template/wrapper/alg_data_trans_wrapper.cc:428)、[PostCopy 条件](./hccl/src/ops/all_to_all_v/algorithm/template/aicpu/ins_temp_all_to_all_v_mesh_1D.cc:370)、[LocalCopy](./hccl/src/ops/op_common/algorithm/template/wrapper/alg_data_trans_wrapper.cc:880)、[Wait 符号选择](./hccl/src/common/hcomm_dlsym/hcomm_primitives_dl.cc:176)、[950 Write 实现](./hcomm/src/base_comm/primitives/api_c_adpt/aicpu_ts_primitives_c_adpt.cc:495)。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6. 条件变化后，接口如何变化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改变的条件 | 变化 | 不应误解为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普通 Mesh 模板发现 PCIe 链路 | `isDmaRead_=true`，先 `PreCopy` 把输入放入本地 CCL Buffer，`SendRecvRead` 用 `HcommReadOnThread` 从对端读到用户输出，再做完成握手 | 同一份数据同时必经 Read 和 Write |</a:t>
            </a:r>
          </a:p>
          <a:p xmlns:a="http://schemas.openxmlformats.org/drawingml/2006/main">
            <a:r>
              <a:t>| 单 Channel 改为多 Channel | 仍可使用相同 Mesh 模板和原语，增加 Thread/Channel/分片/Notify 组织 | 每个不同算法名都要调用完全不同的 HCOMM API |</a:t>
            </a:r>
          </a:p>
          <a:p xmlns:a="http://schemas.openxmlformats.org/drawingml/2006/main">
            <a:r>
              <a:t>| MeshClos MultiJetty | 切换到 `InsTempUbxAlltoAllVMesh1D`。某些分支用 `SendRecvBatchRead`，可走 `HcommBatchTransferOnThread`，能力不支持有回退 | 普通 Mesh 一定调用 BatchTransfer |</a:t>
            </a:r>
          </a:p>
          <a:p xmlns:a="http://schemas.openxmlformats.org/drawingml/2006/main">
            <a:r>
              <a:t>| 对称内存命中 | 复用注册的窗口与远端地址，可跳过部分 CCL 中转 PreCopy/PostCopy，Peer 数据直接访问 | 所有 AllToAll 都必须每次注册用户输入/输出 |</a:t>
            </a:r>
          </a:p>
          <a:p xmlns:a="http://schemas.openxmlformats.org/drawingml/2006/main">
            <a:r>
              <a:t>| 拓扑/算法资源缓存命中 | `HcclEngineCtxGet` 成功后跳过相应拓扑重建/CalcRes/建链等步骤 | 每次执行都创建 Endpoint/Channel |</a:t>
            </a:r>
          </a:p>
          <a:p xmlns:a="http://schemas.openxmlformats.org/drawingml/2006/main">
            <a:r>
              <a:t>| Task Cache 开启且 miss | `HcommAicpuTsTaskCacheLookup → Start → OpOrchestrate → End`，首次仍生成原语任务 | 第一次启用缓存就能跳过展开 |</a:t>
            </a:r>
          </a:p>
          <a:p xmlns:a="http://schemas.openxmlformats.org/drawingml/2006/main">
            <a:r>
              <a:t>| Task Cache 开启且 hit | `Lookup → Execute`，刷新地址并重放任务，跳过本次 `OpOrchestrate` | 没调用逐条原语 API 就没做数据通信 |</a:t>
            </a:r>
          </a:p>
          <a:p xmlns:a="http://schemas.openxmlformats.org/drawingml/2006/main">
            <a:r>
              <a:t>| Task Cache 录制出错/清理 | `HcommAicpuTsTaskCacheClear` | 每次都必须执行 Clear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Task Cache 在此基线要求相应开关、950、支持的算子/拓扑等条件，排除 MC2、OFFLOAD、ACL graph、重叠输入输出等场景。**资源缓存与任务缓存是两层不同的缓存**。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来源：[Read/Write 分支](./hccl/src/ops/all_to_all_v/algorithm/template/aicpu/ins_temp_all_to_all_v_mesh_1D.cc:167)、[SendRecvRead](./hccl/src/ops/op_common/algorithm/template/wrapper/alg_data_trans_wrapper.cc:652)、[MultiJetty 的 BatchRead](./hccl/src/ops/all_to_all_v/algorithm/template/aicpu/ins_temp_ubx_all_to_all_v_mesh_1D.cc:327)、[缓存分支](./hccl/src/ops/op_common/algorithm/template/aicpu/kernel_launch.cc:499)、[缓存资格](./hccl/src/ops/op_common/algorithm/template/aicpu/task_cache/aicpu_task_cache_policy.cc:18)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7. 本例不应标成“已调用”的接口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D2 的 LocalReduce/ReadReduce/WriteReduce：普通 AllToAll 没有归约语义，该模板未调用。</a:t>
            </a:r>
          </a:p>
          <a:p xmlns:a="http://schemas.openxmlformats.org/drawingml/2006/main">
            <a:r>
              <a:t>- D5 CCU C++ DSL 以及 `HcommCcuKernelRegister* / HcommCcuKernelLaunch`：未走 CCU。</a:t>
            </a:r>
          </a:p>
          <a:p xmlns:a="http://schemas.openxmlformats.org/drawingml/2006/main">
            <a:r>
              <a:t>- `HcclAicpuKernelLaunch`：当前 HCCL 调用条件限定 Send/Recv，本例 AllToAll 不经过它。</a:t>
            </a:r>
          </a:p>
          <a:p xmlns:a="http://schemas.openxmlformats.org/drawingml/2006/main">
            <a:r>
              <a:t>- `HcclTaskRegister`：该调用点在 CPU/DPU engine 分支，本例 AICPU_TS 不经过它。</a:t>
            </a:r>
          </a:p>
          <a:p xmlns:a="http://schemas.openxmlformats.org/drawingml/2006/main">
            <a:r>
              <a:t>- `HcclCommMemReg`：不能直接从“算子要访问用户内存”推断必调，本例普通 OPBASE 资源函数没有该直接调用。底层 CCL Buffer 的 `HcommMemReg` 是另一回事。</a:t>
            </a:r>
          </a:p>
          <a:p xmlns:a="http://schemas.openxmlformats.org/drawingml/2006/main">
            <a:r>
              <a:t>- `HcommChannelCreate` / `HcommChannelGetStatus`：不能用通用公开 API 的名字替代本例实际的 `HcommCollectiveChannelCreate` / `ChannelProcess::ChannelGetStatus`。</a:t>
            </a:r>
          </a:p>
          <a:p xmlns:a="http://schemas.openxmlformats.org/drawingml/2006/main">
            <a:r>
              <a:t>- `HcommBatchTransferOnThread`、WriteWithNotify、Nbi、Fence、Drain：不是所选普通 Mesh Write 包装器的必经调用。</a:t>
            </a:r>
          </a:p>
          <a:p xmlns:a="http://schemas.openxmlformats.org/drawingml/2006/main">
            <a:r>
              <a:t>- `HcclCommInit*` / `HcclCommDestroy`：通信域生命周期属于外围工作，不是把 AllToAll 主链从创建一直画到销毁。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当前可见的辅助观测调用包括 `HcclDfxRegOpInfoByCommId`、`HcommProfilingReportKernelStartTask`、`HcommProfilingReportKernelEndTask`、`HcommProfilingReportDeviceOp`、`HcclProfilingReportOp` 等。它们属于 DFX/Profiling 横切能力，和十类主通信功能分开标注。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8. 汇报时的简短结论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Ascend 950 的 AICPU_TS AllToAll 先通过 HCOMM 的控制面查询域配置与拓扑，获取/复用 Thread、Channel、CCL Buffer 和引擎上下文；HCCL 在 AICPU 上用 Executor/Template 组织每个 Peer 的交换，再调用 HCOMM 的搬运、同步、批量提交接口。普通 Mesh 的核心是 LocalCopy、Write（PCIe 分支为 Read）与 Thread/Channel Notify。该算子不使用归约原语，也不进入 CCU C++ 数据面。精确调用集合必须同时标明拓扑、协议、对称内存及两层缓存状态。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顶部是 HCCL 调用 HCOMM 再回到 HCCL。中间大框是 HcclChannelAcquire 内 MyRank::CreateChannels 的顺序依赖，③向下展开。框内 API 是否触发取决于对象局部缓存。HcclChannelAcquire 还含 V2 准备与结束步骤，本页保留在顶部说明和备注。950 的连接后一致性校验使用 BatchExchangeAndCheckConsistency。FinalizeChannelsByEngine 为 AICPU 准备设备侧句柄。BuildChannelInfo 还调用 HcclRankGraphGetEndpointInfo〔C3〕。HcommChannelUpdateMemInfo 仅在复用通道且新增附加注册内存时调用。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源码证据与完整接口释义</a:t>
            </a:r>
          </a:p>
          <a:p xmlns:a="http://schemas.openxmlformats.org/drawingml/2006/main">
            <a:r>
              <a:t>控制面实际命中的接口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HCOMM 接口 | 类别 / 层 | 由谁触发、得到什么 | 条件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`HcclGetCommName`、`HcclConfigGetInfo`、`HcclCommGetStatus` | C1 / L2 | 入口及 Selector 获取域名、配置、READY 状态 | 状态与配置能力检查按源码分支 |</a:t>
            </a:r>
          </a:p>
          <a:p xmlns:a="http://schemas.openxmlformats.org/drawingml/2006/main">
            <a:r>
              <a:t>| `HcclGetRankSize`、`HcclGetRankId` | C3 / L2 | 构建 counts/displacements、选择 Peer | 本例主干，可能在不同调用点重复 |</a:t>
            </a:r>
          </a:p>
          <a:p xmlns:a="http://schemas.openxmlformats.org/drawingml/2006/main">
            <a:r>
              <a:t>| `HcclEngineCtxGet` | C1 / L2 | 查拓扑、算法资源、主线程和展开线程上下文 | 查询会发生，是否创建由缓存结果决定 |</a:t>
            </a:r>
          </a:p>
          <a:p xmlns:a="http://schemas.openxmlformats.org/drawingml/2006/main">
            <a:r>
              <a:t>| `HcclEngineCtxCreate`、`HcclEngineCtxCopy` | C1 / L2 | 保存拓扑/Thread 元信息，序列化算法资源并复制到 AICPU | 相关资源不存在时 |</a:t>
            </a:r>
          </a:p>
          <a:p xmlns:a="http://schemas.openxmlformats.org/drawingml/2006/main">
            <a:r>
              <a:t>| `HcclRankGraphGetLayers`、`HcclRankGraphGetInstSizeListByLayer`、`HcclRankGraphGetRanksByLayer` | C3 / L2 | `InitRankInfo/CalcTopoShape` 形成网络层及成员信息 | 需要构建/查询拓扑时 |</a:t>
            </a:r>
          </a:p>
          <a:p xmlns:a="http://schemas.openxmlformats.org/drawingml/2006/main">
            <a:r>
              <a:t>| `HcclRankGraphGetTopoInstsByLayer`、`HcclRankGraphGetTopoType`、`HcclRankGraphGetRanksByTopoInst` | C3 / L2 | 查询实例、形态、实例成员 | 按实际拓扑构建分支 |</a:t>
            </a:r>
          </a:p>
          <a:p xmlns:a="http://schemas.openxmlformats.org/drawingml/2006/main">
            <a:r>
              <a:t>| `HcclRankGraphGetEndpointNum`、`HcclRankGraphGetEndpointDesc`、`HcclRankGraphGetEndpointInfo` | C3 / L2 | 端点枚举及属性，回填带宽系数/Die 等 | 构建拓扑与 ChannelInfo 时 |</a:t>
            </a:r>
          </a:p>
          <a:p xmlns:a="http://schemas.openxmlformats.org/drawingml/2006/main">
            <a:r>
              <a:t>| `HcclRankGraphGetLinks` | C3 / L2 | `CalcChannelRequestMesh1D` 等查询本 Rank 与 Peer 的可用链路 | Channel 请求计算时 |</a:t>
            </a:r>
          </a:p>
          <a:p xmlns:a="http://schemas.openxmlformats.org/drawingml/2006/main">
            <a:r>
              <a:t>| `HcclThreadAcquireWithStream` | C1 / L2 | 将用户 stream 关联为 CPU_TS Thread | 每次执行入口获取，可内部复用 |</a:t>
            </a:r>
          </a:p>
          <a:p xmlns:a="http://schemas.openxmlformats.org/drawingml/2006/main">
            <a:r>
              <a:t>| `HcclThreadExportToCommEngine` | C1 / L2，包间接口 | CPU_TS Thread 导出到 AICPU_TS，AICPU 主 Thread 导出到 CPU_TS | 建立 Host/Device 通知关系，不是创建通信域 |</a:t>
            </a:r>
          </a:p>
          <a:p xmlns:a="http://schemas.openxmlformats.org/drawingml/2006/main">
            <a:r>
              <a:t>| `HcclGetHcclBuffer` | C2 / L2 | 获取本地 CCL 中转缓冲区 | 算法资源分配、交换信息构造等调用点 |</a:t>
            </a:r>
          </a:p>
          <a:p xmlns:a="http://schemas.openxmlformats.org/drawingml/2006/main">
            <a:r>
              <a:t>| `HcclThreadAcquireWithConfig` | C1 / L2 | 为 AICPU 主/从 Thread 及展开 Thread 申请资源，设置 Notify 数量 | 接口支持且需要资源时 |</a:t>
            </a:r>
          </a:p>
          <a:p xmlns:a="http://schemas.openxmlformats.org/drawingml/2006/main">
            <a:r>
              <a:t>| `HcclThreadAcquire` | C1 / L2 | 获取 Thread 的兼容接口 | 与上行的配置版是能力分支，不是前后两步 |</a:t>
            </a:r>
          </a:p>
          <a:p xmlns:a="http://schemas.openxmlformats.org/drawingml/2006/main">
            <a:r>
              <a:t>| `HcclCommAddExchangeInfo`、`HcclCommGetExchangeInfo` | C1 / L2，包间接口 | 建链前注入、建链后读取算子参数一致性信息 | 首次一致性检查且接口支持 |</a:t>
            </a:r>
          </a:p>
          <a:p xmlns:a="http://schemas.openxmlformats.org/drawingml/2006/main">
            <a:r>
              <a:t>| `HcclChannelAcquire` | C1 / L2 | 根据 ChannelDesc、engine 获取 Peer ChannelHandle | 算法资源/通道不存在时，不保证每次物理建链 |</a:t>
            </a:r>
          </a:p>
          <a:p xmlns:a="http://schemas.openxmlformats.org/drawingml/2006/main">
            <a:r>
              <a:t>| `HcclChannelGetHcclBuffer` | C2 / L2 | 取得各 Channel 对应的远端 CCL Buffer 地址和大小 | 新构造 ChannelInfo 时 |</a:t>
            </a:r>
          </a:p>
          <a:p xmlns:a="http://schemas.openxmlformats.org/drawingml/2006/main">
            <a:r>
              <a:t>| `HcclDedicatedThreadAcquire` | C1 / L2 | 获取 Host/Device 保序 Thread | OrderLaunch 能力支持且保序路径需要 |</a:t>
            </a:r>
          </a:p>
          <a:p xmlns:a="http://schemas.openxmlformats.org/drawingml/2006/main">
            <a:r>
              <a:t>| `HcclThreadResGetInfo`、`HcommThreadResGetInfo` | C1 / L2，C5 / L3 | 从 Thread 取 stream，用于 Kernel 发射及保序 | 按接口能力与线程类型走分支 |</a:t>
            </a:r>
          </a:p>
          <a:p xmlns:a="http://schemas.openxmlformats.org/drawingml/2006/main">
            <a:r>
              <a:t>| `HcclGroupStatusGet` | C4 / L2 | `ReportOpProfilingInfo` 查询 group 状态 | 接口支持时；查询不意味着主动调用 GroupStart/End |</a:t>
            </a:r>
          </a:p>
          <a:p xmlns:a="http://schemas.openxmlformats.org/drawingml/2006/main">
            <a:r>
              <a:t>| `HcclCommSymWinGet` | C2 / L2 | 运行前探测用户缓冲区是否在对称窗口内 | HCOMM 9.1+ 的 AllToAll OPBASE 分支，探测未命中仍可继续普通路径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来源：[资源主干与复用](./hccl/src/ops/op_common/op_common.cc:780)、[拓扑缓存](./hccl/src/ops/op_common/op_common.cc:1285)、[AICPU 资源](./hccl/src/ops/op_common/op_common.cc:1670)、[拓扑构建](./hccl/src/ops/op_common/topo_info/topo_host.cc:75)、[按序发射](./hccl/src/ops/op_common/order_launch.cc:152)、[一致性检查](./hccl/src/common/inconsistent_check.cc:52)。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HcclChannelAcquire 内部怎么落到 C2/C5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ops_hccl::HcclGetChannelImpl                          [内部组织函数]</a:t>
            </a:r>
          </a:p>
          <a:p xmlns:a="http://schemas.openxmlformats.org/drawingml/2006/main">
            <a:r>
              <a:t>  ├─ AddExchangeInfo → HcclCommAddExchangeInfo         [C1，按条件]</a:t>
            </a:r>
          </a:p>
          <a:p xmlns:a="http://schemas.openxmlformats.org/drawingml/2006/main">
            <a:r>
              <a:t>  └─ HcclChannelAcquire                              [HCOMM L2 / C1]</a:t>
            </a:r>
          </a:p>
          <a:p xmlns:a="http://schemas.openxmlformats.org/drawingml/2006/main">
            <a:r>
              <a:t>       └─ MyRank::CreateChannels                      [内部方法]</a:t>
            </a:r>
          </a:p>
          <a:p xmlns:a="http://schemas.openxmlformats.org/drawingml/2006/main">
            <a:r>
              <a:t>            ├─ BatchCreateSockets                    [控制连接准备，内部方法]</a:t>
            </a:r>
          </a:p>
          <a:p xmlns:a="http://schemas.openxmlformats.org/drawingml/2006/main">
            <a:r>
              <a:t>            ├─ BatchCreateChannels</a:t>
            </a:r>
          </a:p>
          <a:p xmlns:a="http://schemas.openxmlformats.org/drawingml/2006/main">
            <a:r>
              <a:t>            │    ├─ EndpointMgr::Get</a:t>
            </a:r>
          </a:p>
          <a:p xmlns:a="http://schemas.openxmlformats.org/drawingml/2006/main">
            <a:r>
              <a:t>            │    │    └─ HcommEndpointCreate          [C5，Endpoint 缓存未命中]</a:t>
            </a:r>
          </a:p>
          <a:p xmlns:a="http://schemas.openxmlformats.org/drawingml/2006/main">
            <a:r>
              <a:t>            │    ├─ HcommEndpointStartListen          [C5]</a:t>
            </a:r>
          </a:p>
          <a:p xmlns:a="http://schemas.openxmlformats.org/drawingml/2006/main">
            <a:r>
              <a:t>            │    ├─ PrepareMemHandles</a:t>
            </a:r>
          </a:p>
          <a:p xmlns:a="http://schemas.openxmlformats.org/drawingml/2006/main">
            <a:r>
              <a:t>            │    │    └─ RegisterCommMemsToEndpoint</a:t>
            </a:r>
          </a:p>
          <a:p xmlns:a="http://schemas.openxmlformats.org/drawingml/2006/main">
            <a:r>
              <a:t>            │    │         └─ HcommMemReg             [C2，内存注册未命中]</a:t>
            </a:r>
          </a:p>
          <a:p xmlns:a="http://schemas.openxmlformats.org/drawingml/2006/main">
            <a:r>
              <a:t>            │    └─ RankPair / EndpointPair::CreateChannel</a:t>
            </a:r>
          </a:p>
          <a:p xmlns:a="http://schemas.openxmlformats.org/drawingml/2006/main">
            <a:r>
              <a:t>            │         ├─ HcommCollectiveChannelCreate [C5，Channel 缓存未命中]</a:t>
            </a:r>
          </a:p>
          <a:p xmlns:a="http://schemas.openxmlformats.org/drawingml/2006/main">
            <a:r>
              <a:t>            │         └─ 复用旧 Channel               [不是重复新建]</a:t>
            </a:r>
          </a:p>
          <a:p xmlns:a="http://schemas.openxmlformats.org/drawingml/2006/main">
            <a:r>
              <a:t>            ├─ BatchConnectChannels</a:t>
            </a:r>
          </a:p>
          <a:p xmlns:a="http://schemas.openxmlformats.org/drawingml/2006/main">
            <a:r>
              <a:t>            │    └─ ChannelProcess::ChannelGetStatus  [内部方法，轮询状态]</a:t>
            </a:r>
          </a:p>
          <a:p xmlns:a="http://schemas.openxmlformats.org/drawingml/2006/main">
            <a:r>
              <a:t>            ├─ BatchExchangeAndCheckConsistency       [950 一致性交换]</a:t>
            </a:r>
          </a:p>
          <a:p xmlns:a="http://schemas.openxmlformats.org/drawingml/2006/main">
            <a:r>
              <a:t>            └─ FinalizeChannelsByEngine               [AICPU 侧 Channel 句柄准备]</a:t>
            </a:r>
          </a:p>
          <a:p xmlns:a="http://schemas.openxmlformats.org/drawingml/2006/main">
            <a:r>
              <a:t>ops_hccl::BuildChannelInfo</a:t>
            </a:r>
          </a:p>
          <a:p xmlns:a="http://schemas.openxmlformats.org/drawingml/2006/main">
            <a:r>
              <a:t>  ├─ HcclRankGraphGetEndpointInfo                     [C3]</a:t>
            </a:r>
          </a:p>
          <a:p xmlns:a="http://schemas.openxmlformats.org/drawingml/2006/main">
            <a:r>
              <a:t>  └─ HcclChannelGetHcclBuffer                         [C2]</a:t>
            </a:r>
          </a:p>
          <a:p xmlns:a="http://schemas.openxmlformats.org/drawingml/2006/main">
            <a:r>
              <a:t>       └─ HcommChannelGetRemoteMems                   [C2 / L3，查询映射]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这里状态轮询直接调用的是 `ChannelProcess::ChannelGetStatus` 内部方法，不能画成“必经导出 API `HcommChannelGetStatus`”。同理，集合建链实际入口是 `HcommCollectiveChannelCreate`，不要替换为名字近似的 `HcommChannelCreate`。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普通 AICPU Thread 的资源管理也不必经过导出 API `HcommThreadAlloc`：ThreadMgr 可以内部 `CreateThread → Init`。`HcommThreadAlloc` 有明确的专用/保序线程创建调用点，只按对应条件列入 C5。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来源：[ChannelAcquire 实现](./hcomm/src/coll_communicator_mgr/api_c_adpt/coll_comm_res_c_adpt.cc:755)、[建链总流程](./hcomm/src/coll_communicator_mgr/resource_mgr/local/my_rank/my_rank.cc:1228)、[Endpoint/内存/Channel 准备](./hcomm/src/coll_communicator_mgr/resource_mgr/local/my_rank/my_rank.cc:675)、[EndpointPair 复用](./hcomm/src/base_comm/resources/endpoint_pairs/endpoint_pair.cc:199)、[内存注册](./hcomm/src/coll_communicator_mgr/resource_mgr/local/my_rank/endpoints/endpoint_mgr.cc:138)、[远端缓冲区查询](./hcomm/src/coll_communicator_mgr/resource_mgr/local/my_rank/my_rank.cc:1303)、[Thread 内部分配](./hcomm/src/coll_communicator_mgr/resource_mgr/local/my_rank/comm_engine/threads/thread_manager.cc:198)。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基线：HCCL 170ddeec539b4d693028ce6e0cf5c58933e4d46d；HCOMM 87ce550f8f7c584e0ed89b0ec56699553d9c332d。静态分析，未上板 trace。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先读左侧 API 和参数，再读两条生命线间的动作方向。步骤2、5箭头表示远端通知被本地 Wait 消费，并非本地 Wait 主动向远端发数据。Rank j 的对称 Write 没有另外画成第7步，以免改变本端调用次序。两个方向的实际入队可并行，该图不表示跨 Rank 全局串行。非零 slice 逐个 Write，零 slice 可跳过。Wait 的完整默认超时符号为 HcommChannelNotifyWaitOnThreadWithDefaultTimeout；否则调用 HcommChannelNotifyWaitOnThread(...timeout)。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源码证据与完整接口释义</a:t>
            </a:r>
          </a:p>
          <a:p xmlns:a="http://schemas.openxmlformats.org/drawingml/2006/main">
            <a:r>
              <a:t>数据面真实顺序：普通 Mesh Write 分支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选择非 PCIe、普通内存、没有 Task Cache 重放的例子。以下是调用与任务依赖，不表示所有动作都在 Host 同步完成。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Host：HcclAicpuKernelEntranceLaunch                    [HCCL 内部]</a:t>
            </a:r>
          </a:p>
          <a:p xmlns:a="http://schemas.openxmlformats.org/drawingml/2006/main">
            <a:r>
              <a:t>  ├─ HcommThreadNotifyRecordOnThread                  [D3，Host 数据就绪]</a:t>
            </a:r>
          </a:p>
          <a:p xmlns:a="http://schemas.openxmlformats.org/drawingml/2006/main">
            <a:r>
              <a:t>  ├─ OrderLaunch 的 Thread 获取与 Notify              [C1/C5/D3，条件路径]</a:t>
            </a:r>
          </a:p>
          <a:p xmlns:a="http://schemas.openxmlformats.org/drawingml/2006/main">
            <a:r>
              <a:t>  ├─ AicpuKernelLaunch → aclrtLaunchKernel*            [HCCL → ACL，非 HCOMM API]</a:t>
            </a:r>
          </a:p>
          <a:p xmlns:a="http://schemas.openxmlformats.org/drawingml/2006/main">
            <a:r>
              <a:t>  └─ HcommThreadNotifyWaitOnThread[WithDefaultTimeout] [D3，用户流等待完成]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AICPU：HcclLaunchAicpuKernel                          [HCCL Kernel 入口]</a:t>
            </a:r>
          </a:p>
          <a:p xmlns:a="http://schemas.openxmlformats.org/drawingml/2006/main">
            <a:r>
              <a:t>  ├─ HcommAcquireComm                                [D4，取得通信域使用保护]</a:t>
            </a:r>
          </a:p>
          <a:p xmlns:a="http://schemas.openxmlformats.org/drawingml/2006/main">
            <a:r>
              <a:t>  ├─ HcommBatchModeStart                             [D4，进入批量下发]</a:t>
            </a:r>
          </a:p>
          <a:p xmlns:a="http://schemas.openxmlformats.org/drawingml/2006/main">
            <a:r>
              <a:t>  ├─ OpOrchestrate                                   [HCCL 内部]</a:t>
            </a:r>
          </a:p>
          <a:p xmlns:a="http://schemas.openxmlformats.org/drawingml/2006/main">
            <a:r>
              <a:t>  │    ├─ HcommThreadResAcquireTimeOut                [D4，能力支持时设置资源等待超时]</a:t>
            </a:r>
          </a:p>
          <a:p xmlns:a="http://schemas.openxmlformats.org/drawingml/2006/main">
            <a:r>
              <a:t>  │    ├─ HcommSetNotifyWaitTimeOut                   [D3，能力支持时设置默认等待超时]</a:t>
            </a:r>
          </a:p>
          <a:p xmlns:a="http://schemas.openxmlformats.org/drawingml/2006/main">
            <a:r>
              <a:t>  │    ├─ Thread Notify Wait                         [D3，等待 Host 就绪]</a:t>
            </a:r>
          </a:p>
          <a:p xmlns:a="http://schemas.openxmlformats.org/drawingml/2006/main">
            <a:r>
              <a:t>  │    └─ InsV2AlltoAllVSoleExecutor::Orchestrate</a:t>
            </a:r>
          </a:p>
          <a:p xmlns:a="http://schemas.openxmlformats.org/drawingml/2006/main">
            <a:r>
              <a:t>  │         └─ OrchestrateLoop → InsTempAlltoAllVMesh1D::KernelRun</a:t>
            </a:r>
          </a:p>
          <a:p xmlns:a="http://schemas.openxmlformats.org/drawingml/2006/main">
            <a:r>
              <a:t>  │              └─ RunALLtoALL</a:t>
            </a:r>
          </a:p>
          <a:p xmlns:a="http://schemas.openxmlformats.org/drawingml/2006/main">
            <a:r>
              <a:t>  │                   ├─ PreSyncInterThreads         [D3，主流通知从流，从流等待]</a:t>
            </a:r>
          </a:p>
          <a:p xmlns:a="http://schemas.openxmlformats.org/drawingml/2006/main">
            <a:r>
              <a:t>  │                   ├─ LocalCopyForMyRank          [D1，本 Rank 自己的分片]</a:t>
            </a:r>
          </a:p>
          <a:p xmlns:a="http://schemas.openxmlformats.org/drawingml/2006/main">
            <a:r>
              <a:t>  │                   ├─ 每个轮次 / Peer / Channel：</a:t>
            </a:r>
          </a:p>
          <a:p xmlns:a="http://schemas.openxmlformats.org/drawingml/2006/main">
            <a:r>
              <a:t>  │                   │    ├─ SendRecvWrite          [展开见下表]</a:t>
            </a:r>
          </a:p>
          <a:p xmlns:a="http://schemas.openxmlformats.org/drawingml/2006/main">
            <a:r>
              <a:t>  │                   │    └─ PostCopy               [D1，CCL Buffer → 用户输出]</a:t>
            </a:r>
          </a:p>
          <a:p xmlns:a="http://schemas.openxmlformats.org/drawingml/2006/main">
            <a:r>
              <a:t>  │                   └─ PostSyncInterThreads        [D3，从流完成，主流汇合]</a:t>
            </a:r>
          </a:p>
          <a:p xmlns:a="http://schemas.openxmlformats.org/drawingml/2006/main">
            <a:r>
              <a:t>  ├─ HcommThreadNotifyRecordOnThread                  [D3，通知用户流完成]</a:t>
            </a:r>
          </a:p>
          <a:p xmlns:a="http://schemas.openxmlformats.org/drawingml/2006/main">
            <a:r>
              <a:t>  ├─ HcommBatchModeEnd                               [D4，结束批模式并提交剩余任务]</a:t>
            </a:r>
          </a:p>
          <a:p xmlns:a="http://schemas.openxmlformats.org/drawingml/2006/main">
            <a:r>
              <a:t>  └─ HcommReleaseComm                                [D4，释放使用保护]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一个 Peer 的双向发送：每个 API 都展开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对于 Rank i 与 Rank j，双方执行同样的握手。`ACK` 表示接收缓冲区准备好，`DATA_SIGNAL` 表示本方向传输阶段完成。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顺序 | HCOMM API | 类别 | Rank i 的动作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1 | `HcommChannelNotifyRecordOnThread(thread, recvChannel, ACK)` | D3 | 告诉 Rank j：我已经可以接收 |</a:t>
            </a:r>
          </a:p>
          <a:p xmlns:a="http://schemas.openxmlformats.org/drawingml/2006/main">
            <a:r>
              <a:t>| 2 | `HcommChannelNotifyWaitOnThread* (thread, sendChannel, ACK)` | D3 | 等待 Rank j 准备好接收 |</a:t>
            </a:r>
          </a:p>
          <a:p xmlns:a="http://schemas.openxmlformats.org/drawingml/2006/main">
            <a:r>
              <a:t>| 3 | `HcommWriteOnThread(thread, sendChannel, dst, src, len)` | D1 | 把本地用户输入中属于 j 的分片写入 j 的 CCL Buffer |</a:t>
            </a:r>
          </a:p>
          <a:p xmlns:a="http://schemas.openxmlformats.org/drawingml/2006/main">
            <a:r>
              <a:t>| 4 | `HcommChannelNotifyRecordOnThread(thread, sendChannel, DATA_SIGNAL)` | D3 | 告诉 Rank j：向你传输的这一阶段已完成 |</a:t>
            </a:r>
          </a:p>
          <a:p xmlns:a="http://schemas.openxmlformats.org/drawingml/2006/main">
            <a:r>
              <a:t>| 5 | `HcommChannelNotifyWaitOnThread* (thread, recvChannel, DATA_SIGNAL)` | D3 | 等待 Rank j 向我传输的阶段完成 |</a:t>
            </a:r>
          </a:p>
          <a:p xmlns:a="http://schemas.openxmlformats.org/drawingml/2006/main">
            <a:r>
              <a:t>| 6 | `HcommLocalCopyOnThread(thread, userOut, localCclBuffer, len)` | D1 | 把收到的 j 分片从本地 CCL Buffer 拷入用户输出的对应位置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1–5 步属于 `SendRecvWrite`，第 6 步是上层模板紧接其后的 `PostCopy`，不是 `SendRecvWrite` 内部的第六步。大数据和多 Channel 会重复这些操作。零字节 slice 可以跳过搬运。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PPT 中的 `i.CCL[j]` / `i.userOut[j]` 是“与 Peer j 对应的逻辑分片”示意，不是声明源码使用固定下标 j 寻址。实际 CCL 槽位和偏移由 `CalcCclBuffIdx`、Channel 分片以及 counts/displacements 共同计算。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`*` 表示精确导出符号有能力分支：HCCL 的 Wait 包装层优先调用 `HcommChannelNotifyWaitOnThreadWithDefaultTimeout`，不支持时回退 `HcommChannelNotifyWaitOnThread(...timeout)`。Thread Wait 同理。二者不是依次调用。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 950 的适配实现中，`HcommWriteOnThread` 解包 Channel 后进入 `BaseTransportLiteImpl::BuildLocRmaBufferLite` 与 `Write(...StreamLite)`；`HcommLocalCopyOnThread` 调 `Thread::LocalCopy`。它们是任务/传输提交路径，API 返回不应解读为整个集合通信已全局完成。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来源：[Kernel 主干](./hccl/src/ops/op_common/algorithm/template/aicpu/kernel_launch.cc:348)、[Template 总流程](./hccl/src/ops/all_to_all_v/algorithm/template/aicpu/ins_temp_all_to_all_v_mesh_1D.cc:217)、[SendRecvWrite](./hccl/src/ops/op_common/algorithm/template/wrapper/alg_data_trans_wrapper.cc:428)、[PostCopy 条件](./hccl/src/ops/all_to_all_v/algorithm/template/aicpu/ins_temp_all_to_all_v_mesh_1D.cc:370)、[LocalCopy](./hccl/src/ops/op_common/algorithm/template/wrapper/alg_data_trans_wrapper.cc:880)、[Wait 符号选择](./hccl/src/common/hcomm_dlsym/hcomm_primitives_dl.cc:176)、[950 Write 实现](./hcomm/src/base_comm/primitives/api_c_adpt/aicpu_ts_primitives_c_adpt.cc:495)。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基线：HCCL 170ddeec539b4d693028ce6e0cf5c58933e4d46d；HCOMM 87ce550f8f7c584e0ed89b0ec56699553d9c332d。静态分析，未上板 trace。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图中的 i → j 始终指数据方向。Write 由发送方 i 发起，Read 由接收方 j 发起，不能将 Read 的数据方向误画为其调用方向。本页对称地重排了本 Rank 视角，以保持比较坐标一致。实际 Read 模式首轮 PreCopyByLoop 后有额外线程同步，后续轮次按分片 PreCopy；普通非对称内存的 Read 直接到用户输出。本页只比较普通内存，命中对称内存时可减少中转。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源码证据与完整接口释义</a:t>
            </a:r>
          </a:p>
          <a:p xmlns:a="http://schemas.openxmlformats.org/drawingml/2006/main">
            <a:r>
              <a:t>数据面真实顺序：普通 Mesh Write 分支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选择非 PCIe、普通内存、没有 Task Cache 重放的例子。以下是调用与任务依赖，不表示所有动作都在 Host 同步完成。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Host：HcclAicpuKernelEntranceLaunch                    [HCCL 内部]</a:t>
            </a:r>
          </a:p>
          <a:p xmlns:a="http://schemas.openxmlformats.org/drawingml/2006/main">
            <a:r>
              <a:t>  ├─ HcommThreadNotifyRecordOnThread                  [D3，Host 数据就绪]</a:t>
            </a:r>
          </a:p>
          <a:p xmlns:a="http://schemas.openxmlformats.org/drawingml/2006/main">
            <a:r>
              <a:t>  ├─ OrderLaunch 的 Thread 获取与 Notify              [C1/C5/D3，条件路径]</a:t>
            </a:r>
          </a:p>
          <a:p xmlns:a="http://schemas.openxmlformats.org/drawingml/2006/main">
            <a:r>
              <a:t>  ├─ AicpuKernelLaunch → aclrtLaunchKernel*            [HCCL → ACL，非 HCOMM API]</a:t>
            </a:r>
          </a:p>
          <a:p xmlns:a="http://schemas.openxmlformats.org/drawingml/2006/main">
            <a:r>
              <a:t>  └─ HcommThreadNotifyWaitOnThread[WithDefaultTimeout] [D3，用户流等待完成]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AICPU：HcclLaunchAicpuKernel                          [HCCL Kernel 入口]</a:t>
            </a:r>
          </a:p>
          <a:p xmlns:a="http://schemas.openxmlformats.org/drawingml/2006/main">
            <a:r>
              <a:t>  ├─ HcommAcquireComm                                [D4，取得通信域使用保护]</a:t>
            </a:r>
          </a:p>
          <a:p xmlns:a="http://schemas.openxmlformats.org/drawingml/2006/main">
            <a:r>
              <a:t>  ├─ HcommBatchModeStart                             [D4，进入批量下发]</a:t>
            </a:r>
          </a:p>
          <a:p xmlns:a="http://schemas.openxmlformats.org/drawingml/2006/main">
            <a:r>
              <a:t>  ├─ OpOrchestrate                                   [HCCL 内部]</a:t>
            </a:r>
          </a:p>
          <a:p xmlns:a="http://schemas.openxmlformats.org/drawingml/2006/main">
            <a:r>
              <a:t>  │    ├─ HcommThreadResAcquireTimeOut                [D4，能力支持时设置资源等待超时]</a:t>
            </a:r>
          </a:p>
          <a:p xmlns:a="http://schemas.openxmlformats.org/drawingml/2006/main">
            <a:r>
              <a:t>  │    ├─ HcommSetNotifyWaitTimeOut                   [D3，能力支持时设置默认等待超时]</a:t>
            </a:r>
          </a:p>
          <a:p xmlns:a="http://schemas.openxmlformats.org/drawingml/2006/main">
            <a:r>
              <a:t>  │    ├─ Thread Notify Wait                         [D3，等待 Host 就绪]</a:t>
            </a:r>
          </a:p>
          <a:p xmlns:a="http://schemas.openxmlformats.org/drawingml/2006/main">
            <a:r>
              <a:t>  │    └─ InsV2AlltoAllVSoleExecutor::Orchestrate</a:t>
            </a:r>
          </a:p>
          <a:p xmlns:a="http://schemas.openxmlformats.org/drawingml/2006/main">
            <a:r>
              <a:t>  │         └─ OrchestrateLoop → InsTempAlltoAllVMesh1D::KernelRun</a:t>
            </a:r>
          </a:p>
          <a:p xmlns:a="http://schemas.openxmlformats.org/drawingml/2006/main">
            <a:r>
              <a:t>  │              └─ RunALLtoALL</a:t>
            </a:r>
          </a:p>
          <a:p xmlns:a="http://schemas.openxmlformats.org/drawingml/2006/main">
            <a:r>
              <a:t>  │                   ├─ PreSyncInterThreads         [D3，主流通知从流，从流等待]</a:t>
            </a:r>
          </a:p>
          <a:p xmlns:a="http://schemas.openxmlformats.org/drawingml/2006/main">
            <a:r>
              <a:t>  │                   ├─ LocalCopyForMyRank          [D1，本 Rank 自己的分片]</a:t>
            </a:r>
          </a:p>
          <a:p xmlns:a="http://schemas.openxmlformats.org/drawingml/2006/main">
            <a:r>
              <a:t>  │                   ├─ 每个轮次 / Peer / Channel：</a:t>
            </a:r>
          </a:p>
          <a:p xmlns:a="http://schemas.openxmlformats.org/drawingml/2006/main">
            <a:r>
              <a:t>  │                   │    ├─ SendRecvWrite          [展开见下表]</a:t>
            </a:r>
          </a:p>
          <a:p xmlns:a="http://schemas.openxmlformats.org/drawingml/2006/main">
            <a:r>
              <a:t>  │                   │    └─ PostCopy               [D1，CCL Buffer → 用户输出]</a:t>
            </a:r>
          </a:p>
          <a:p xmlns:a="http://schemas.openxmlformats.org/drawingml/2006/main">
            <a:r>
              <a:t>  │                   └─ PostSyncInterThreads        [D3，从流完成，主流汇合]</a:t>
            </a:r>
          </a:p>
          <a:p xmlns:a="http://schemas.openxmlformats.org/drawingml/2006/main">
            <a:r>
              <a:t>  ├─ HcommThreadNotifyRecordOnThread                  [D3，通知用户流完成]</a:t>
            </a:r>
          </a:p>
          <a:p xmlns:a="http://schemas.openxmlformats.org/drawingml/2006/main">
            <a:r>
              <a:t>  ├─ HcommBatchModeEnd                               [D4，结束批模式并提交剩余任务]</a:t>
            </a:r>
          </a:p>
          <a:p xmlns:a="http://schemas.openxmlformats.org/drawingml/2006/main">
            <a:r>
              <a:t>  └─ HcommReleaseComm                                [D4，释放使用保护]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一个 Peer 的双向发送：每个 API 都展开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对于 Rank i 与 Rank j，双方执行同样的握手。`ACK` 表示接收缓冲区准备好，`DATA_SIGNAL` 表示本方向传输阶段完成。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顺序 | HCOMM API | 类别 | Rank i 的动作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1 | `HcommChannelNotifyRecordOnThread(thread, recvChannel, ACK)` | D3 | 告诉 Rank j：我已经可以接收 |</a:t>
            </a:r>
          </a:p>
          <a:p xmlns:a="http://schemas.openxmlformats.org/drawingml/2006/main">
            <a:r>
              <a:t>| 2 | `HcommChannelNotifyWaitOnThread* (thread, sendChannel, ACK)` | D3 | 等待 Rank j 准备好接收 |</a:t>
            </a:r>
          </a:p>
          <a:p xmlns:a="http://schemas.openxmlformats.org/drawingml/2006/main">
            <a:r>
              <a:t>| 3 | `HcommWriteOnThread(thread, sendChannel, dst, src, len)` | D1 | 把本地用户输入中属于 j 的分片写入 j 的 CCL Buffer |</a:t>
            </a:r>
          </a:p>
          <a:p xmlns:a="http://schemas.openxmlformats.org/drawingml/2006/main">
            <a:r>
              <a:t>| 4 | `HcommChannelNotifyRecordOnThread(thread, sendChannel, DATA_SIGNAL)` | D3 | 告诉 Rank j：向你传输的这一阶段已完成 |</a:t>
            </a:r>
          </a:p>
          <a:p xmlns:a="http://schemas.openxmlformats.org/drawingml/2006/main">
            <a:r>
              <a:t>| 5 | `HcommChannelNotifyWaitOnThread* (thread, recvChannel, DATA_SIGNAL)` | D3 | 等待 Rank j 向我传输的阶段完成 |</a:t>
            </a:r>
          </a:p>
          <a:p xmlns:a="http://schemas.openxmlformats.org/drawingml/2006/main">
            <a:r>
              <a:t>| 6 | `HcommLocalCopyOnThread(thread, userOut, localCclBuffer, len)` | D1 | 把收到的 j 分片从本地 CCL Buffer 拷入用户输出的对应位置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1–5 步属于 `SendRecvWrite`，第 6 步是上层模板紧接其后的 `PostCopy`，不是 `SendRecvWrite` 内部的第六步。大数据和多 Channel 会重复这些操作。零字节 slice 可以跳过搬运。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PPT 中的 `i.CCL[j]` / `i.userOut[j]` 是“与 Peer j 对应的逻辑分片”示意，不是声明源码使用固定下标 j 寻址。实际 CCL 槽位和偏移由 `CalcCclBuffIdx`、Channel 分片以及 counts/displacements 共同计算。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`*` 表示精确导出符号有能力分支：HCCL 的 Wait 包装层优先调用 `HcommChannelNotifyWaitOnThreadWithDefaultTimeout`，不支持时回退 `HcommChannelNotifyWaitOnThread(...timeout)`。Thread Wait 同理。二者不是依次调用。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 950 的适配实现中，`HcommWriteOnThread` 解包 Channel 后进入 `BaseTransportLiteImpl::BuildLocRmaBufferLite` 与 `Write(...StreamLite)`；`HcommLocalCopyOnThread` 调 `Thread::LocalCopy`。它们是任务/传输提交路径，API 返回不应解读为整个集合通信已全局完成。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来源：[Kernel 主干](./hccl/src/ops/op_common/algorithm/template/aicpu/kernel_launch.cc:348)、[Template 总流程](./hccl/src/ops/all_to_all_v/algorithm/template/aicpu/ins_temp_all_to_all_v_mesh_1D.cc:217)、[SendRecvWrite](./hccl/src/ops/op_common/algorithm/template/wrapper/alg_data_trans_wrapper.cc:428)、[PostCopy 条件](./hccl/src/ops/all_to_all_v/algorithm/template/aicpu/ins_temp_all_to_all_v_mesh_1D.cc:370)、[LocalCopy](./hccl/src/ops/op_common/algorithm/template/wrapper/alg_data_trans_wrapper.cc:880)、[Wait 符号选择](./hccl/src/common/hcomm_dlsym/hcomm_primitives_dl.cc:176)、[950 Write 实现](./hcomm/src/base_comm/primitives/api_c_adpt/aicpu_ts_primitives_c_adpt.cc:495)。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条件变化后，接口如何变化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改变的条件 | 变化 | 不应误解为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普通 Mesh 模板发现 PCIe 链路 | `isDmaRead_=true`，先 `PreCopy` 把输入放入本地 CCL Buffer，`SendRecvRead` 用 `HcommReadOnThread` 从对端读到用户输出，再做完成握手 | 同一份数据同时必经 Read 和 Write |</a:t>
            </a:r>
          </a:p>
          <a:p xmlns:a="http://schemas.openxmlformats.org/drawingml/2006/main">
            <a:r>
              <a:t>| 单 Channel 改为多 Channel | 仍可使用相同 Mesh 模板和原语，增加 Thread/Channel/分片/Notify 组织 | 每个不同算法名都要调用完全不同的 HCOMM API |</a:t>
            </a:r>
          </a:p>
          <a:p xmlns:a="http://schemas.openxmlformats.org/drawingml/2006/main">
            <a:r>
              <a:t>| MeshClos MultiJetty | 切换到 `InsTempUbxAlltoAllVMesh1D`。某些分支用 `SendRecvBatchRead`，可走 `HcommBatchTransferOnThread`，能力不支持有回退 | 普通 Mesh 一定调用 BatchTransfer |</a:t>
            </a:r>
          </a:p>
          <a:p xmlns:a="http://schemas.openxmlformats.org/drawingml/2006/main">
            <a:r>
              <a:t>| 对称内存命中 | 复用注册的窗口与远端地址，可跳过部分 CCL 中转 PreCopy/PostCopy，Peer 数据直接访问 | 所有 AllToAll 都必须每次注册用户输入/输出 |</a:t>
            </a:r>
          </a:p>
          <a:p xmlns:a="http://schemas.openxmlformats.org/drawingml/2006/main">
            <a:r>
              <a:t>| 拓扑/算法资源缓存命中 | `HcclEngineCtxGet` 成功后跳过相应拓扑重建/CalcRes/建链等步骤 | 每次执行都创建 Endpoint/Channel |</a:t>
            </a:r>
          </a:p>
          <a:p xmlns:a="http://schemas.openxmlformats.org/drawingml/2006/main">
            <a:r>
              <a:t>| Task Cache 开启且 miss | `HcommAicpuTsTaskCacheLookup → Start → OpOrchestrate → End`，首次仍生成原语任务 | 第一次启用缓存就能跳过展开 |</a:t>
            </a:r>
          </a:p>
          <a:p xmlns:a="http://schemas.openxmlformats.org/drawingml/2006/main">
            <a:r>
              <a:t>| Task Cache 开启且 hit | `Lookup → Execute`，刷新地址并重放任务，跳过本次 `OpOrchestrate` | 没调用逐条原语 API 就没做数据通信 |</a:t>
            </a:r>
          </a:p>
          <a:p xmlns:a="http://schemas.openxmlformats.org/drawingml/2006/main">
            <a:r>
              <a:t>| Task Cache 录制出错/清理 | `HcommAicpuTsTaskCacheClear` | 每次都必须执行 Clear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Task Cache 在此基线要求相应开关、950、支持的算子/拓扑等条件，排除 MC2、OFFLOAD、ACL graph、重叠输入输出等场景。**资源缓存与任务缓存是两层不同的缓存**。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来源：[Read/Write 分支](./hccl/src/ops/all_to_all_v/algorithm/template/aicpu/ins_temp_all_to_all_v_mesh_1D.cc:167)、[SendRecvRead](./hccl/src/ops/op_common/algorithm/template/wrapper/alg_data_trans_wrapper.cc:652)、[MultiJetty 的 BatchRead](./hccl/src/ops/all_to_all_v/algorithm/template/aicpu/ins_temp_ubx_all_to_all_v_mesh_1D.cc:327)、[缓存分支](./hccl/src/ops/op_common/algorithm/template/aicpu/kernel_launch.cc:499)、[缓存资格](./hccl/src/ops/op_common/algorithm/template/aicpu/task_cache/aicpu_task_cache_policy.cc:18)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基线：HCCL 170ddeec539b4d693028ce6e0cf5c58933e4d46d；HCOMM 87ce550f8f7c584e0ed89b0ec56699553d9c332d。静态分析，未上板 trace。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这两幅图是独立分支。资源命中并不自动意味着任务缓存命中。上图 miss 时通过 HcclGetAlgRes 计算资源，下图 miss 时执行 HcommAicpuTsTaskCacheStart、OpOrchestrate、HcommAicpuTsTaskCacheEnd；hit 为 HcommAicpuTsTaskCacheExecute。录制出错可 HcommAicpuTsTaskCacheClear。箭头表示逻辑分流，不含每个异常清理调用。Clear、Start、End、Execute 的公共前缀都是 HcommAicpuTsTaskCache。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源码证据与完整接口释义</a:t>
            </a:r>
          </a:p>
          <a:p xmlns:a="http://schemas.openxmlformats.org/drawingml/2006/main">
            <a:r>
              <a:t>控制面实际命中的接口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HCOMM 接口 | 类别 / 层 | 由谁触发、得到什么 | 条件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`HcclGetCommName`、`HcclConfigGetInfo`、`HcclCommGetStatus` | C1 / L2 | 入口及 Selector 获取域名、配置、READY 状态 | 状态与配置能力检查按源码分支 |</a:t>
            </a:r>
          </a:p>
          <a:p xmlns:a="http://schemas.openxmlformats.org/drawingml/2006/main">
            <a:r>
              <a:t>| `HcclGetRankSize`、`HcclGetRankId` | C3 / L2 | 构建 counts/displacements、选择 Peer | 本例主干，可能在不同调用点重复 |</a:t>
            </a:r>
          </a:p>
          <a:p xmlns:a="http://schemas.openxmlformats.org/drawingml/2006/main">
            <a:r>
              <a:t>| `HcclEngineCtxGet` | C1 / L2 | 查拓扑、算法资源、主线程和展开线程上下文 | 查询会发生，是否创建由缓存结果决定 |</a:t>
            </a:r>
          </a:p>
          <a:p xmlns:a="http://schemas.openxmlformats.org/drawingml/2006/main">
            <a:r>
              <a:t>| `HcclEngineCtxCreate`、`HcclEngineCtxCopy` | C1 / L2 | 保存拓扑/Thread 元信息，序列化算法资源并复制到 AICPU | 相关资源不存在时 |</a:t>
            </a:r>
          </a:p>
          <a:p xmlns:a="http://schemas.openxmlformats.org/drawingml/2006/main">
            <a:r>
              <a:t>| `HcclRankGraphGetLayers`、`HcclRankGraphGetInstSizeListByLayer`、`HcclRankGraphGetRanksByLayer` | C3 / L2 | `InitRankInfo/CalcTopoShape` 形成网络层及成员信息 | 需要构建/查询拓扑时 |</a:t>
            </a:r>
          </a:p>
          <a:p xmlns:a="http://schemas.openxmlformats.org/drawingml/2006/main">
            <a:r>
              <a:t>| `HcclRankGraphGetTopoInstsByLayer`、`HcclRankGraphGetTopoType`、`HcclRankGraphGetRanksByTopoInst` | C3 / L2 | 查询实例、形态、实例成员 | 按实际拓扑构建分支 |</a:t>
            </a:r>
          </a:p>
          <a:p xmlns:a="http://schemas.openxmlformats.org/drawingml/2006/main">
            <a:r>
              <a:t>| `HcclRankGraphGetEndpointNum`、`HcclRankGraphGetEndpointDesc`、`HcclRankGraphGetEndpointInfo` | C3 / L2 | 端点枚举及属性，回填带宽系数/Die 等 | 构建拓扑与 ChannelInfo 时 |</a:t>
            </a:r>
          </a:p>
          <a:p xmlns:a="http://schemas.openxmlformats.org/drawingml/2006/main">
            <a:r>
              <a:t>| `HcclRankGraphGetLinks` | C3 / L2 | `CalcChannelRequestMesh1D` 等查询本 Rank 与 Peer 的可用链路 | Channel 请求计算时 |</a:t>
            </a:r>
          </a:p>
          <a:p xmlns:a="http://schemas.openxmlformats.org/drawingml/2006/main">
            <a:r>
              <a:t>| `HcclThreadAcquireWithStream` | C1 / L2 | 将用户 stream 关联为 CPU_TS Thread | 每次执行入口获取，可内部复用 |</a:t>
            </a:r>
          </a:p>
          <a:p xmlns:a="http://schemas.openxmlformats.org/drawingml/2006/main">
            <a:r>
              <a:t>| `HcclThreadExportToCommEngine` | C1 / L2，包间接口 | CPU_TS Thread 导出到 AICPU_TS，AICPU 主 Thread 导出到 CPU_TS | 建立 Host/Device 通知关系，不是创建通信域 |</a:t>
            </a:r>
          </a:p>
          <a:p xmlns:a="http://schemas.openxmlformats.org/drawingml/2006/main">
            <a:r>
              <a:t>| `HcclGetHcclBuffer` | C2 / L2 | 获取本地 CCL 中转缓冲区 | 算法资源分配、交换信息构造等调用点 |</a:t>
            </a:r>
          </a:p>
          <a:p xmlns:a="http://schemas.openxmlformats.org/drawingml/2006/main">
            <a:r>
              <a:t>| `HcclThreadAcquireWithConfig` | C1 / L2 | 为 AICPU 主/从 Thread 及展开 Thread 申请资源，设置 Notify 数量 | 接口支持且需要资源时 |</a:t>
            </a:r>
          </a:p>
          <a:p xmlns:a="http://schemas.openxmlformats.org/drawingml/2006/main">
            <a:r>
              <a:t>| `HcclThreadAcquire` | C1 / L2 | 获取 Thread 的兼容接口 | 与上行的配置版是能力分支，不是前后两步 |</a:t>
            </a:r>
          </a:p>
          <a:p xmlns:a="http://schemas.openxmlformats.org/drawingml/2006/main">
            <a:r>
              <a:t>| `HcclCommAddExchangeInfo`、`HcclCommGetExchangeInfo` | C1 / L2，包间接口 | 建链前注入、建链后读取算子参数一致性信息 | 首次一致性检查且接口支持 |</a:t>
            </a:r>
          </a:p>
          <a:p xmlns:a="http://schemas.openxmlformats.org/drawingml/2006/main">
            <a:r>
              <a:t>| `HcclChannelAcquire` | C1 / L2 | 根据 ChannelDesc、engine 获取 Peer ChannelHandle | 算法资源/通道不存在时，不保证每次物理建链 |</a:t>
            </a:r>
          </a:p>
          <a:p xmlns:a="http://schemas.openxmlformats.org/drawingml/2006/main">
            <a:r>
              <a:t>| `HcclChannelGetHcclBuffer` | C2 / L2 | 取得各 Channel 对应的远端 CCL Buffer 地址和大小 | 新构造 ChannelInfo 时 |</a:t>
            </a:r>
          </a:p>
          <a:p xmlns:a="http://schemas.openxmlformats.org/drawingml/2006/main">
            <a:r>
              <a:t>| `HcclDedicatedThreadAcquire` | C1 / L2 | 获取 Host/Device 保序 Thread | OrderLaunch 能力支持且保序路径需要 |</a:t>
            </a:r>
          </a:p>
          <a:p xmlns:a="http://schemas.openxmlformats.org/drawingml/2006/main">
            <a:r>
              <a:t>| `HcclThreadResGetInfo`、`HcommThreadResGetInfo` | C1 / L2，C5 / L3 | 从 Thread 取 stream，用于 Kernel 发射及保序 | 按接口能力与线程类型走分支 |</a:t>
            </a:r>
          </a:p>
          <a:p xmlns:a="http://schemas.openxmlformats.org/drawingml/2006/main">
            <a:r>
              <a:t>| `HcclGroupStatusGet` | C4 / L2 | `ReportOpProfilingInfo` 查询 group 状态 | 接口支持时；查询不意味着主动调用 GroupStart/End |</a:t>
            </a:r>
          </a:p>
          <a:p xmlns:a="http://schemas.openxmlformats.org/drawingml/2006/main">
            <a:r>
              <a:t>| `HcclCommSymWinGet` | C2 / L2 | 运行前探测用户缓冲区是否在对称窗口内 | HCOMM 9.1+ 的 AllToAll OPBASE 分支，探测未命中仍可继续普通路径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来源：[资源主干与复用](./hccl/src/ops/op_common/op_common.cc:780)、[拓扑缓存](./hccl/src/ops/op_common/op_common.cc:1285)、[AICPU 资源](./hccl/src/ops/op_common/op_common.cc:1670)、[拓扑构建](./hccl/src/ops/op_common/topo_info/topo_host.cc:75)、[按序发射](./hccl/src/ops/op_common/order_launch.cc:152)、[一致性检查](./hccl/src/common/inconsistent_check.cc:52)。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HcclChannelAcquire 内部怎么落到 C2/C5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ops_hccl::HcclGetChannelImpl                          [内部组织函数]</a:t>
            </a:r>
          </a:p>
          <a:p xmlns:a="http://schemas.openxmlformats.org/drawingml/2006/main">
            <a:r>
              <a:t>  ├─ AddExchangeInfo → HcclCommAddExchangeInfo         [C1，按条件]</a:t>
            </a:r>
          </a:p>
          <a:p xmlns:a="http://schemas.openxmlformats.org/drawingml/2006/main">
            <a:r>
              <a:t>  └─ HcclChannelAcquire                              [HCOMM L2 / C1]</a:t>
            </a:r>
          </a:p>
          <a:p xmlns:a="http://schemas.openxmlformats.org/drawingml/2006/main">
            <a:r>
              <a:t>       └─ MyRank::CreateChannels                      [内部方法]</a:t>
            </a:r>
          </a:p>
          <a:p xmlns:a="http://schemas.openxmlformats.org/drawingml/2006/main">
            <a:r>
              <a:t>            ├─ BatchCreateSockets                    [控制连接准备，内部方法]</a:t>
            </a:r>
          </a:p>
          <a:p xmlns:a="http://schemas.openxmlformats.org/drawingml/2006/main">
            <a:r>
              <a:t>            ├─ BatchCreateChannels</a:t>
            </a:r>
          </a:p>
          <a:p xmlns:a="http://schemas.openxmlformats.org/drawingml/2006/main">
            <a:r>
              <a:t>            │    ├─ EndpointMgr::Get</a:t>
            </a:r>
          </a:p>
          <a:p xmlns:a="http://schemas.openxmlformats.org/drawingml/2006/main">
            <a:r>
              <a:t>            │    │    └─ HcommEndpointCreate          [C5，Endpoint 缓存未命中]</a:t>
            </a:r>
          </a:p>
          <a:p xmlns:a="http://schemas.openxmlformats.org/drawingml/2006/main">
            <a:r>
              <a:t>            │    ├─ HcommEndpointStartListen          [C5]</a:t>
            </a:r>
          </a:p>
          <a:p xmlns:a="http://schemas.openxmlformats.org/drawingml/2006/main">
            <a:r>
              <a:t>            │    ├─ PrepareMemHandles</a:t>
            </a:r>
          </a:p>
          <a:p xmlns:a="http://schemas.openxmlformats.org/drawingml/2006/main">
            <a:r>
              <a:t>            │    │    └─ RegisterCommMemsToEndpoint</a:t>
            </a:r>
          </a:p>
          <a:p xmlns:a="http://schemas.openxmlformats.org/drawingml/2006/main">
            <a:r>
              <a:t>            │    │         └─ HcommMemReg             [C2，内存注册未命中]</a:t>
            </a:r>
          </a:p>
          <a:p xmlns:a="http://schemas.openxmlformats.org/drawingml/2006/main">
            <a:r>
              <a:t>            │    └─ RankPair / EndpointPair::CreateChannel</a:t>
            </a:r>
          </a:p>
          <a:p xmlns:a="http://schemas.openxmlformats.org/drawingml/2006/main">
            <a:r>
              <a:t>            │         ├─ HcommCollectiveChannelCreate [C5，Channel 缓存未命中]</a:t>
            </a:r>
          </a:p>
          <a:p xmlns:a="http://schemas.openxmlformats.org/drawingml/2006/main">
            <a:r>
              <a:t>            │         └─ 复用旧 Channel               [不是重复新建]</a:t>
            </a:r>
          </a:p>
          <a:p xmlns:a="http://schemas.openxmlformats.org/drawingml/2006/main">
            <a:r>
              <a:t>            ├─ BatchConnectChannels</a:t>
            </a:r>
          </a:p>
          <a:p xmlns:a="http://schemas.openxmlformats.org/drawingml/2006/main">
            <a:r>
              <a:t>            │    └─ ChannelProcess::ChannelGetStatus  [内部方法，轮询状态]</a:t>
            </a:r>
          </a:p>
          <a:p xmlns:a="http://schemas.openxmlformats.org/drawingml/2006/main">
            <a:r>
              <a:t>            ├─ BatchExchangeAndCheckConsistency       [950 一致性交换]</a:t>
            </a:r>
          </a:p>
          <a:p xmlns:a="http://schemas.openxmlformats.org/drawingml/2006/main">
            <a:r>
              <a:t>            └─ FinalizeChannelsByEngine               [AICPU 侧 Channel 句柄准备]</a:t>
            </a:r>
          </a:p>
          <a:p xmlns:a="http://schemas.openxmlformats.org/drawingml/2006/main">
            <a:r>
              <a:t>ops_hccl::BuildChannelInfo</a:t>
            </a:r>
          </a:p>
          <a:p xmlns:a="http://schemas.openxmlformats.org/drawingml/2006/main">
            <a:r>
              <a:t>  ├─ HcclRankGraphGetEndpointInfo                     [C3]</a:t>
            </a:r>
          </a:p>
          <a:p xmlns:a="http://schemas.openxmlformats.org/drawingml/2006/main">
            <a:r>
              <a:t>  └─ HcclChannelGetHcclBuffer                         [C2]</a:t>
            </a:r>
          </a:p>
          <a:p xmlns:a="http://schemas.openxmlformats.org/drawingml/2006/main">
            <a:r>
              <a:t>       └─ HcommChannelGetRemoteMems                   [C2 / L3，查询映射]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这里状态轮询直接调用的是 `ChannelProcess::ChannelGetStatus` 内部方法，不能画成“必经导出 API `HcommChannelGetStatus`”。同理，集合建链实际入口是 `HcommCollectiveChannelCreate`，不要替换为名字近似的 `HcommChannelCreate`。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普通 AICPU Thread 的资源管理也不必经过导出 API `HcommThreadAlloc`：ThreadMgr 可以内部 `CreateThread → Init`。`HcommThreadAlloc` 有明确的专用/保序线程创建调用点，只按对应条件列入 C5。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来源：[ChannelAcquire 实现](./hcomm/src/coll_communicator_mgr/api_c_adpt/coll_comm_res_c_adpt.cc:755)、[建链总流程](./hcomm/src/coll_communicator_mgr/resource_mgr/local/my_rank/my_rank.cc:1228)、[Endpoint/内存/Channel 准备](./hcomm/src/coll_communicator_mgr/resource_mgr/local/my_rank/my_rank.cc:675)、[EndpointPair 复用](./hcomm/src/base_comm/resources/endpoint_pairs/endpoint_pair.cc:199)、[内存注册](./hcomm/src/coll_communicator_mgr/resource_mgr/local/my_rank/endpoints/endpoint_mgr.cc:138)、[远端缓冲区查询](./hcomm/src/coll_communicator_mgr/resource_mgr/local/my_rank/my_rank.cc:1303)、[Thread 内部分配](./hcomm/src/coll_communicator_mgr/resource_mgr/local/my_rank/comm_engine/threads/thread_manager.cc:198)。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条件变化后，接口如何变化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改变的条件 | 变化 | 不应误解为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普通 Mesh 模板发现 PCIe 链路 | `isDmaRead_=true`，先 `PreCopy` 把输入放入本地 CCL Buffer，`SendRecvRead` 用 `HcommReadOnThread` 从对端读到用户输出，再做完成握手 | 同一份数据同时必经 Read 和 Write |</a:t>
            </a:r>
          </a:p>
          <a:p xmlns:a="http://schemas.openxmlformats.org/drawingml/2006/main">
            <a:r>
              <a:t>| 单 Channel 改为多 Channel | 仍可使用相同 Mesh 模板和原语，增加 Thread/Channel/分片/Notify 组织 | 每个不同算法名都要调用完全不同的 HCOMM API |</a:t>
            </a:r>
          </a:p>
          <a:p xmlns:a="http://schemas.openxmlformats.org/drawingml/2006/main">
            <a:r>
              <a:t>| MeshClos MultiJetty | 切换到 `InsTempUbxAlltoAllVMesh1D`。某些分支用 `SendRecvBatchRead`，可走 `HcommBatchTransferOnThread`，能力不支持有回退 | 普通 Mesh 一定调用 BatchTransfer |</a:t>
            </a:r>
          </a:p>
          <a:p xmlns:a="http://schemas.openxmlformats.org/drawingml/2006/main">
            <a:r>
              <a:t>| 对称内存命中 | 复用注册的窗口与远端地址，可跳过部分 CCL 中转 PreCopy/PostCopy，Peer 数据直接访问 | 所有 AllToAll 都必须每次注册用户输入/输出 |</a:t>
            </a:r>
          </a:p>
          <a:p xmlns:a="http://schemas.openxmlformats.org/drawingml/2006/main">
            <a:r>
              <a:t>| 拓扑/算法资源缓存命中 | `HcclEngineCtxGet` 成功后跳过相应拓扑重建/CalcRes/建链等步骤 | 每次执行都创建 Endpoint/Channel |</a:t>
            </a:r>
          </a:p>
          <a:p xmlns:a="http://schemas.openxmlformats.org/drawingml/2006/main">
            <a:r>
              <a:t>| Task Cache 开启且 miss | `HcommAicpuTsTaskCacheLookup → Start → OpOrchestrate → End`，首次仍生成原语任务 | 第一次启用缓存就能跳过展开 |</a:t>
            </a:r>
          </a:p>
          <a:p xmlns:a="http://schemas.openxmlformats.org/drawingml/2006/main">
            <a:r>
              <a:t>| Task Cache 开启且 hit | `Lookup → Execute`，刷新地址并重放任务，跳过本次 `OpOrchestrate` | 没调用逐条原语 API 就没做数据通信 |</a:t>
            </a:r>
          </a:p>
          <a:p xmlns:a="http://schemas.openxmlformats.org/drawingml/2006/main">
            <a:r>
              <a:t>| Task Cache 录制出错/清理 | `HcommAicpuTsTaskCacheClear` | 每次都必须执行 Clear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Task Cache 在此基线要求相应开关、950、支持的算子/拓扑等条件，排除 MC2、OFFLOAD、ACL graph、重叠输入输出等场景。**资源缓存与任务缓存是两层不同的缓存**。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来源：[Read/Write 分支](./hccl/src/ops/all_to_all_v/algorithm/template/aicpu/ins_temp_all_to_all_v_mesh_1D.cc:167)、[SendRecvRead](./hccl/src/ops/op_common/algorithm/template/wrapper/alg_data_trans_wrapper.cc:652)、[MultiJetty 的 BatchRead](./hccl/src/ops/all_to_all_v/algorithm/template/aicpu/ins_temp_ubx_all_to_all_v_mesh_1D.cc:327)、[缓存分支](./hccl/src/ops/op_common/algorithm/template/aicpu/kernel_launch.cc:499)、[缓存资格](./hccl/src/ops/op_common/algorithm/template/aicpu/task_cache/aicpu_task_cache_policy.cc:18)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基线：HCCL 170ddeec539b4d693028ce6e0cf5c58933e4d46d；HCOMM 87ce550f8f7c584e0ed89b0ec56699553d9c332d。静态分析，未上板 trace。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矩阵列并非互斥的所有场景：对称内存、资源缓存和任务缓存属于可叠加条件。用文字状态确保黑白打印仍能理解。“使用”表示能力涉及，不是承诺每次都走同一个导出符号或调用固定次数。MultiJetty 对应 InsTempUbxAlltoAllVMesh1D，部分 SendRecvBatchRead 可使用 HcommBatchTransferOnThread，兼容能力不足有回退。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源码证据与完整接口释义</a:t>
            </a:r>
          </a:p>
          <a:p xmlns:a="http://schemas.openxmlformats.org/drawingml/2006/main">
            <a:r>
              <a:t>十类接口的边界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表中列典型接口/接口族，不是整个仓库的完整 API 清单。每个接口以主要管理对象或主要动作确定主类，必要时增加第二用途标签。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编号 / 类别 | 管什么、做什么 | 典型接口 | 本例关系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C1 控制面 / 通信域资源管理 | 通信域生命周期、域配置、域内 Thread/Channel/EngineCtx 的获取与复用 | `HcclCommInitRootInfoConfig`、`HcclCommDestroy`、`HcclGetCommName`、`HcclConfigGetInfo`、`HcclCommGetStatus`、`HcclEngineCtx*`、`HcclThreadAcquire*`、`HcclThreadExportToCommEngine`、`HcclDedicatedThreadAcquire`、`HcclChannelAcquire`、`HcclChannelDestroy`、`HcclCommAddExchangeInfo`、`HcclCommGetExchangeInfo` | 使用已创建的 comm。初始化/销毁不属于每次 AllToAll。资源缺失时获取，命中后复用 |</a:t>
            </a:r>
          </a:p>
          <a:p xmlns:a="http://schemas.openxmlformats.org/drawingml/2006/main">
            <a:r>
              <a:t>| C2 控制面 / 内存管理 | 获取通信缓冲区、注册内存、建立或查询远端可访问映射 | `HcclGetHcclBuffer`、`HcclChannelGetHcclBuffer`、`HcclCommMemReg`、`HcclChannelGetRemoteMems`、`HcclCommSymWinGet`、`HcommMemReg/Unreg/Export/Import/Unimport`、`HcommChannelGetRemoteMems` | 普通内存路径用 CCL Buffer，底层按需注册。不能认定每次直接调用 `HcclCommMemReg` |</a:t>
            </a:r>
          </a:p>
          <a:p xmlns:a="http://schemas.openxmlformats.org/drawingml/2006/main">
            <a:r>
              <a:t>| C3 控制面 / 拓扑管理 | 查询成员、网络层、拓扑实例、端点属性及 Rank 间链路 | `HcclGetRankId/Size`、`HcclRankGraphGetLayers`、`HcclRankGraphGetRanksByLayer`、`HcclRankGraphGetInstSizeListByLayer`、`HcclRankGraphGetTopoInstsByLayer`、`HcclRankGraphGetTopoType`、`HcclRankGraphGetRanksByTopoInst`、`HcclRankGraphGetEndpointNum/Desc/Info`、`HcclRankGraphGetLinks` | 为 Selector 和 ChannelDesc 提供依据。拓扑缓存命中可跳过重建 |</a:t>
            </a:r>
          </a:p>
          <a:p xmlns:a="http://schemas.openxmlformats.org/drawingml/2006/main">
            <a:r>
              <a:t>| C4 控制面 / 算子编排 | 注册/组织/发射算子任务、分组提交、Kernel 生命周期 | `HcclGroupStart/End/StatusGet`、`HcclAicpuKernelLaunch`、`HcclTaskRegister/UnRegister`、`HcommCcuKernelRegisterStart/Register/RegisterEnd`、`HcommCcuKernelLaunch` | 本例算法编排在 HCCL 内部。收尾上报可查询 `HcclGroupStatusGet`。P2P 专用 launch、DPU 回调、CCU launch 不在该主链 |</a:t>
            </a:r>
          </a:p>
          <a:p xmlns:a="http://schemas.openxmlformats.org/drawingml/2006/main">
            <a:r>
              <a:t>| C5 控制面 / 底层通信资源管理 | 不依赖集合算法的 Endpoint、基础 Channel、基础 Thread 等资源 | `HcommEndpointCreate/Destroy/StartListen`、`HcommChannelCreate`、`HcommCollectiveChannelCreate`、`HcommChannelGetStatus/Destroy`、`HcommThreadAlloc/Free`、`HcommThreadResGetInfo` | 通常由 HCOMM 内部管理器间接触发。当前集合建链用 `HcommCollectiveChannelCreate` |</a:t>
            </a:r>
          </a:p>
          <a:p xmlns:a="http://schemas.openxmlformats.org/drawingml/2006/main">
            <a:r>
              <a:t>| D1 数据面 / 数据搬运 | 传输原始字节，不做数值归约 | `HcommLocalCopyOnThread`、`HcommWriteOnThread`、`HcommReadOnThread`、相应 Nbi 变体、`HcommBatchTransferOnThread`、`HcommWriteWithNotifyOnThread` | Mesh 主路径命中 LocalCopy 和 Write，PCIe 分支替换为 Read。融合 Notify 另有同步用途 |</a:t>
            </a:r>
          </a:p>
          <a:p xmlns:a="http://schemas.openxmlformats.org/drawingml/2006/main">
            <a:r>
              <a:t>| D2 数据面 / 数据计算 | 归约计算，可能与搬运融合 | `HcommLocalReduceOnThread`、`HcommReadReduceOnThread`、`HcommWriteReduceOnThread`、`HcommWriteReduceWithNotifyOnThread` | AllToAll 只重排/交换数据，该模板没有调用这些归约原语 |</a:t>
            </a:r>
          </a:p>
          <a:p xmlns:a="http://schemas.openxmlformats.org/drawingml/2006/main">
            <a:r>
              <a:t>| D3 数据面 / 同步控制 | Thread/Rank 握手、等待、顺序和完成约束 | `HcommThreadNotifyRecordOnThread`、`HcommThreadNotifyWaitOnThread`、`HcommChannelNotifyRecordOnThread`、`HcommChannelNotifyWaitOnThread`、两种 `*WithDefaultTimeout`、`HcommSetNotifyWaitTimeOut`、`HcommAclrtNotify*`、`HcommChannelFenceOnThread`、`HcommChannelDrainOnThread` | 本例命中 Thread/Channel Notify。Fence/Drain/ACL Notify 不能直接列成每次必调 |</a:t>
            </a:r>
          </a:p>
          <a:p xmlns:a="http://schemas.openxmlformats.org/drawingml/2006/main">
            <a:r>
              <a:t>| D4 数据面 / 执行控制 | 运行中通信域使用保护、批量任务下发、任务缓存录制与重放 | `HcommAcquireComm/ReleaseComm`、`HcommBatchModeStart/End`、`HcommSetLaunchMode`、`HcommThreadResAcquireTimeOut`、`HcommAicpuTsTaskCacheLookup/Start/End/Execute/Clear` | Acquire/Release 与 Batch Start/End 属主干，Cache 受条件约束 |</a:t>
            </a:r>
          </a:p>
          <a:p xmlns:a="http://schemas.openxmlformats.org/drawingml/2006/main">
            <a:r>
              <a:t>| D5 数据面 / CCU C++ 数据面操作 | 以 C++ DSL 描述 CCU 指令、变量、地址、数据动作和控制流 | `AscendC::ccu` 下的 `Read/Write/LocalCopy/ReadReduce/WriteReduce/LocalReduce`、Notify/Event、`Variable/Address/LocalAddr/RemoteAddr`、`Load/Store/LoadArg`、`Loop/LoopGroup`、`CCU_IF/CCU_WHILE` | AICPU_TS 分支不进入此接口族。该类属于编程模型，与 D1–D4 的功能维度交叉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容易混淆的归类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`HcclEngineCtxCopy`：复制的是算法资源描述和上下文，主类仍为 **C1**。不要因名字含 Copy 就把它当作 AllToAll 用户数据搬运。</a:t>
            </a:r>
          </a:p>
          <a:p xmlns:a="http://schemas.openxmlformats.org/drawingml/2006/main">
            <a:r>
              <a:t>- `HcclGetHcclBuffer`：官方目录放在“通信域资源管理”；本报告按管理对象细分到 **C2**，并保留 L2 属性。</a:t>
            </a:r>
          </a:p>
          <a:p xmlns:a="http://schemas.openxmlformats.org/drawingml/2006/main">
            <a:r>
              <a:t>- `HcclConfigGetInfo(...OP_EXPANSION_MODE...)`：API 主类为 **C1**，这次查询的用途是帮助 HCCL 决定执行模式。`HcclGetOpExpansionMode` 本身不是 HCOMM 导出 API。</a:t>
            </a:r>
          </a:p>
          <a:p xmlns:a="http://schemas.openxmlformats.org/drawingml/2006/main">
            <a:r>
              <a:t>- `HcommAcquireComm/ReleaseComm`：保护 AICPU 正在使用的通信域，属于 **D4**；不是创建/销毁通信域。</a:t>
            </a:r>
          </a:p>
          <a:p xmlns:a="http://schemas.openxmlformats.org/drawingml/2006/main">
            <a:r>
              <a:t>- `HcommBatchModeStart/End` 与 `HcommBatchTransferOnThread` 不同。前者是任务提交模式（D4），后者是批量数据搬运接口（D1）。使用批模式不意味着调用了批量搬运 API。</a:t>
            </a:r>
          </a:p>
          <a:p xmlns:a="http://schemas.openxmlformats.org/drawingml/2006/main">
            <a:r>
              <a:t>- 一个 API 存在声明，不等于所有引擎均支持。例如当前 AICPU 适配文件中的 `HcommFenceOnThread` 返回 `HCCL_E_NOT_SUPPORT`，不能放入“已执行清单”。</a:t>
            </a:r>
          </a:p>
          <a:p xmlns:a="http://schemas.openxmlformats.org/drawingml/2006/main">
            <a:r>
              <a:t>- DFX/Profiling 是横切能力，单独标注，不硬塞成搬运或算子编排。下面的主链不穷举所有日志、DFX、错误处理与销毁分支。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来源：[L2 资源头文件](./hcomm/include/hccl/hccl_res.h)、[基础资源](./hcomm/include/hcomm_res.h)、[P2P Kernel launch](./hcomm/include/hccl/hccl_launch.h:144)、[CPU 数据面目录](./hcomm/docs/zh/api_ref/comm_opdev/data_plane_api/cpu-cpu_ts-aicpu_ts/README.md)、[CCU 目录](./hcomm/docs/zh/api_ref/comm_opdev/data_plane_api/ccu/index.md)、[Acquire/Release 与不支持的 Fence](./hcomm/src/base_comm/primitives/api_c_adpt/aicpu_ts_primitives_c_adpt.cc:1118)。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条件变化后，接口如何变化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改变的条件 | 变化 | 不应误解为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普通 Mesh 模板发现 PCIe 链路 | `isDmaRead_=true`，先 `PreCopy` 把输入放入本地 CCL Buffer，`SendRecvRead` 用 `HcommReadOnThread` 从对端读到用户输出，再做完成握手 | 同一份数据同时必经 Read 和 Write |</a:t>
            </a:r>
          </a:p>
          <a:p xmlns:a="http://schemas.openxmlformats.org/drawingml/2006/main">
            <a:r>
              <a:t>| 单 Channel 改为多 Channel | 仍可使用相同 Mesh 模板和原语，增加 Thread/Channel/分片/Notify 组织 | 每个不同算法名都要调用完全不同的 HCOMM API |</a:t>
            </a:r>
          </a:p>
          <a:p xmlns:a="http://schemas.openxmlformats.org/drawingml/2006/main">
            <a:r>
              <a:t>| MeshClos MultiJetty | 切换到 `InsTempUbxAlltoAllVMesh1D`。某些分支用 `SendRecvBatchRead`，可走 `HcommBatchTransferOnThread`，能力不支持有回退 | 普通 Mesh 一定调用 BatchTransfer |</a:t>
            </a:r>
          </a:p>
          <a:p xmlns:a="http://schemas.openxmlformats.org/drawingml/2006/main">
            <a:r>
              <a:t>| 对称内存命中 | 复用注册的窗口与远端地址，可跳过部分 CCL 中转 PreCopy/PostCopy，Peer 数据直接访问 | 所有 AllToAll 都必须每次注册用户输入/输出 |</a:t>
            </a:r>
          </a:p>
          <a:p xmlns:a="http://schemas.openxmlformats.org/drawingml/2006/main">
            <a:r>
              <a:t>| 拓扑/算法资源缓存命中 | `HcclEngineCtxGet` 成功后跳过相应拓扑重建/CalcRes/建链等步骤 | 每次执行都创建 Endpoint/Channel |</a:t>
            </a:r>
          </a:p>
          <a:p xmlns:a="http://schemas.openxmlformats.org/drawingml/2006/main">
            <a:r>
              <a:t>| Task Cache 开启且 miss | `HcommAicpuTsTaskCacheLookup → Start → OpOrchestrate → End`，首次仍生成原语任务 | 第一次启用缓存就能跳过展开 |</a:t>
            </a:r>
          </a:p>
          <a:p xmlns:a="http://schemas.openxmlformats.org/drawingml/2006/main">
            <a:r>
              <a:t>| Task Cache 开启且 hit | `Lookup → Execute`，刷新地址并重放任务，跳过本次 `OpOrchestrate` | 没调用逐条原语 API 就没做数据通信 |</a:t>
            </a:r>
          </a:p>
          <a:p xmlns:a="http://schemas.openxmlformats.org/drawingml/2006/main">
            <a:r>
              <a:t>| Task Cache 录制出错/清理 | `HcommAicpuTsTaskCacheClear` | 每次都必须执行 Clear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Task Cache 在此基线要求相应开关、950、支持的算子/拓扑等条件，排除 MC2、OFFLOAD、ACL graph、重叠输入输出等场景。**资源缓存与任务缓存是两层不同的缓存**。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来源：[Read/Write 分支](./hccl/src/ops/all_to_all_v/algorithm/template/aicpu/ins_temp_all_to_all_v_mesh_1D.cc:167)、[SendRecvRead](./hccl/src/ops/op_common/algorithm/template/wrapper/alg_data_trans_wrapper.cc:652)、[MultiJetty 的 BatchRead](./hccl/src/ops/all_to_all_v/algorithm/template/aicpu/ins_temp_ubx_all_to_all_v_mesh_1D.cc:327)、[缓存分支](./hccl/src/ops/op_common/algorithm/template/aicpu/kernel_launch.cc:499)、[缓存资格](./hccl/src/ops/op_common/algorithm/template/aicpu/task_cache/aicpu_task_cache_policy.cc:18)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本例不应标成“已调用”的接口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D2 的 LocalReduce/ReadReduce/WriteReduce：普通 AllToAll 没有归约语义，该模板未调用。</a:t>
            </a:r>
          </a:p>
          <a:p xmlns:a="http://schemas.openxmlformats.org/drawingml/2006/main">
            <a:r>
              <a:t>- D5 CCU C++ DSL 以及 `HcommCcuKernelRegister* / HcommCcuKernelLaunch`：未走 CCU。</a:t>
            </a:r>
          </a:p>
          <a:p xmlns:a="http://schemas.openxmlformats.org/drawingml/2006/main">
            <a:r>
              <a:t>- `HcclAicpuKernelLaunch`：当前 HCCL 调用条件限定 Send/Recv，本例 AllToAll 不经过它。</a:t>
            </a:r>
          </a:p>
          <a:p xmlns:a="http://schemas.openxmlformats.org/drawingml/2006/main">
            <a:r>
              <a:t>- `HcclTaskRegister`：该调用点在 CPU/DPU engine 分支，本例 AICPU_TS 不经过它。</a:t>
            </a:r>
          </a:p>
          <a:p xmlns:a="http://schemas.openxmlformats.org/drawingml/2006/main">
            <a:r>
              <a:t>- `HcclCommMemReg`：不能直接从“算子要访问用户内存”推断必调，本例普通 OPBASE 资源函数没有该直接调用。底层 CCL Buffer 的 `HcommMemReg` 是另一回事。</a:t>
            </a:r>
          </a:p>
          <a:p xmlns:a="http://schemas.openxmlformats.org/drawingml/2006/main">
            <a:r>
              <a:t>- `HcommChannelCreate` / `HcommChannelGetStatus`：不能用通用公开 API 的名字替代本例实际的 `HcommCollectiveChannelCreate` / `ChannelProcess::ChannelGetStatus`。</a:t>
            </a:r>
          </a:p>
          <a:p xmlns:a="http://schemas.openxmlformats.org/drawingml/2006/main">
            <a:r>
              <a:t>- `HcommBatchTransferOnThread`、WriteWithNotify、Nbi、Fence、Drain：不是所选普通 Mesh Write 包装器的必经调用。</a:t>
            </a:r>
          </a:p>
          <a:p xmlns:a="http://schemas.openxmlformats.org/drawingml/2006/main">
            <a:r>
              <a:t>- `HcclCommInit*` / `HcclCommDestroy`：通信域生命周期属于外围工作，不是把 AllToAll 主链从创建一直画到销毁。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当前可见的辅助观测调用包括 `HcclDfxRegOpInfoByCommId`、`HcommProfilingReportKernelStartTask`、`HcommProfilingReportKernelEndTask`、`HcommProfilingReportDeviceOp`、`HcclProfilingReportOp` 等。它们属于 DFX/Profiling 横切能力，和十类主通信功能分开标注。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基线：HCCL 170ddeec539b4d693028ce6e0cf5c58933e4d46d；HCOMM 87ce550f8f7c584e0ed89b0ec56699553d9c332d。静态分析，未上板 trace。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f42030695544c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3d3067cf8444687" /><Relationship Type="http://schemas.openxmlformats.org/officeDocument/2006/relationships/slideLayout" Target="/ppt/slideLayouts/slideLayout1.xml" Id="Rad909868839e46a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d909868839e46a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a896181453421a" /><Relationship Type="http://schemas.openxmlformats.org/officeDocument/2006/relationships/notesSlide" Target="/ppt/notesSlides/notesSlide1.xml" Id="Rb0692d73f519473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75c22d16a840b8" /><Relationship Type="http://schemas.openxmlformats.org/officeDocument/2006/relationships/notesSlide" Target="/ppt/notesSlides/notesSlide2.xml" Id="Ra01ef362a662422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7f818ec2344ad5" /><Relationship Type="http://schemas.openxmlformats.org/officeDocument/2006/relationships/notesSlide" Target="/ppt/notesSlides/notesSlide3.xml" Id="Rce285070d883431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bf70b1979840c8" /><Relationship Type="http://schemas.openxmlformats.org/officeDocument/2006/relationships/notesSlide" Target="/ppt/notesSlides/notesSlide4.xml" Id="Ra3eb7118004c4aa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4c1641d9a640e2" /><Relationship Type="http://schemas.openxmlformats.org/officeDocument/2006/relationships/notesSlide" Target="/ppt/notesSlides/notesSlide5.xml" Id="Redbeb5d989a840f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3efa6322da44c0" /><Relationship Type="http://schemas.openxmlformats.org/officeDocument/2006/relationships/notesSlide" Target="/ppt/notesSlides/notesSlide6.xml" Id="Rc2f52e79c17d4af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19befdf24c4f90" /><Relationship Type="http://schemas.openxmlformats.org/officeDocument/2006/relationships/notesSlide" Target="/ppt/notesSlides/notesSlide7.xml" Id="Rf37ae25ed53741e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564f27358041ad" /><Relationship Type="http://schemas.openxmlformats.org/officeDocument/2006/relationships/notesSlide" Target="/ppt/notesSlides/notesSlide8.xml" Id="R34004b89583b4ec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149aabe5074a01" /><Relationship Type="http://schemas.openxmlformats.org/officeDocument/2006/relationships/notesSlide" Target="/ppt/notesSlides/notesSlide9.xml" Id="R1074783f860c4cf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28F578C-38D4-4ABA-BEB2-D1E9A677E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HCCL / HCOMM 分工与接口边界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A0AEE0-1CD5-4925-BA1F-974AB0E5B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61975"/>
            <a:ext cx="1114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Ascend 950 · AICPU_TS · 单算子 OPBASE；多 Rank、非零数据，普通 Mesh 实例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ECEBC6-3CDF-4565-B9D7-790DCC1C3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561975"/>
            <a:ext cx="371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644338-4E81-4CD2-A83B-AF789C269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33450"/>
            <a:ext cx="11620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2D438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03AC12-69D6-49BD-ACBB-0A7A1841E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971550"/>
            <a:ext cx="11449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rPr>
              <a:t>HCCL：集合算法与执行组织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365EC4-999F-4E0C-8874-1F58146B1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23975"/>
            <a:ext cx="214312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780CDB-F3BC-47E4-912D-79885465A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52550"/>
            <a:ext cx="20097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HcclAlltoAll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9502C6-1030-4701-B166-655BCFBF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71625"/>
            <a:ext cx="20097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等长参数归一化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50AA2C-867E-4409-B431-A512A5944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323975"/>
            <a:ext cx="233362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34F8ED-3AFF-436A-8EBC-4336AFB8A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352550"/>
            <a:ext cx="22002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Selector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58D305-A00F-49FF-927D-78E9FD0A6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571625"/>
            <a:ext cx="2200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拓扑与数据量决定算法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5CD954-7428-487B-83C2-403FB4332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323975"/>
            <a:ext cx="294322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EDACFF-D554-4DA5-A4DC-69BBAC258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1352550"/>
            <a:ext cx="2809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Executor / Template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247E1F-9778-4595-80B8-7263EDA36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1571625"/>
            <a:ext cx="2809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计算资源需求、编排每个 Peer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23D413-0170-42B2-9746-47161F270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1323975"/>
            <a:ext cx="23622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718B3F-E27E-4E31-932F-05075D70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352550"/>
            <a:ext cx="2228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Kernel 发射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8EBC2E-0195-47D4-9F4F-69DC7DD6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571625"/>
            <a:ext cx="2228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 内部函数调用 ACL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C6BA46-0B68-4077-A78A-D0ED8BF1C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1685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5EB170-9556-43BD-87B7-541EC9AC7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1685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69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2601278" y="1686402"/>
            <a:ext cx="47529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D438A"/>
            </a:solidFill>
            <a:prstDash val="soli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73C728-E0C1-4176-94AA-8751019B1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685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46F763-24C5-48C9-8618-94DA6FA79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85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72" name="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5430203" y="1686402"/>
            <a:ext cx="47529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D438A"/>
            </a:solidFill>
            <a:prstDash val="solid"/>
            <a:tailEnd type="triangle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ABC55A-9AC9-4210-9E08-1C898EB81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1685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677771-75FF-443C-A1BE-49CF4EAF2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1685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75" name=""/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8868728" y="1686402"/>
            <a:ext cx="47529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D438A"/>
            </a:solidFill>
            <a:prstDash val="solid"/>
            <a:tail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CF0FEC-E7C8-43E6-A7D9-F7B49147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619375"/>
            <a:ext cx="11620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1111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D78861-DE60-4CA0-B0B5-070C8527F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657475"/>
            <a:ext cx="11449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 控制面：准备与复用资源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45A036-B893-4994-AC46-EEE95391B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71800"/>
            <a:ext cx="2657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C3 拓扑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E1BFAB-CF90-405F-B32E-B25F59AEF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26574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Rank / Layer / Endpoint / Link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7BD0F0-3766-49C8-947A-203C069A4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76625"/>
            <a:ext cx="26574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HcclRankGraphGetLinks</a:t>
            </a:r>
          </a:p>
          <a:p xmlns:a="http://schemas.openxmlformats.org/drawingml/2006/main">
            <a:pPr algn="l">
              <a:buNone/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HcclRankGraphGetEndpointInfo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D1D95A-A68D-49CA-A754-8CABF8627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981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32B432-4756-4EF9-8DDB-344E40843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238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83" name=""/>
          <p:cNvCxnSpPr>
            <a:stCxn xmlns:a="http://schemas.openxmlformats.org/drawingml/2006/main" id="32" idx="2"/>
            <a:endCxn xmlns:a="http://schemas.openxmlformats.org/drawingml/2006/main" id="33" idx="0"/>
          </p:cNvCxnSpPr>
          <p:nvPr/>
        </p:nvCxnSpPr>
        <p:spPr>
          <a:xfrm xmlns:a="http://schemas.openxmlformats.org/drawingml/2006/main">
            <a:off x="3219927" y="2982278"/>
            <a:ext cx="0" cy="1256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797D79"/>
            </a:solidFill>
            <a:prstDash val="solid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17A5EF8-9735-4BE1-84B2-9CE5A3FAE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971800"/>
            <a:ext cx="2657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C1 通信域资源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FDF1B09-BEC7-4A5F-84B4-3861CC424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200400"/>
            <a:ext cx="26574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EngineCtx / Thread / Channel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5484AE7-2A32-482A-8AAC-E332A2F6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476625"/>
            <a:ext cx="26574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HcclEngineCtxGet</a:t>
            </a:r>
          </a:p>
          <a:p xmlns:a="http://schemas.openxmlformats.org/drawingml/2006/main">
            <a:pPr algn="l">
              <a:buNone/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HcclThreadAcquireWithConfig</a:t>
            </a:r>
          </a:p>
          <a:p xmlns:a="http://schemas.openxmlformats.org/drawingml/2006/main">
            <a:pPr algn="l">
              <a:buNone/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HcclChannelAcquire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3818447-3CA6-46D1-9D5A-A0ABA61F4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981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F32AA4B-29F1-4C9A-8D15-9E2A2ACD7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238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89" name=""/>
          <p:cNvCxnSpPr>
            <a:stCxn xmlns:a="http://schemas.openxmlformats.org/drawingml/2006/main" id="38" idx="2"/>
            <a:endCxn xmlns:a="http://schemas.openxmlformats.org/drawingml/2006/main" id="39" idx="0"/>
          </p:cNvCxnSpPr>
          <p:nvPr/>
        </p:nvCxnSpPr>
        <p:spPr>
          <a:xfrm xmlns:a="http://schemas.openxmlformats.org/drawingml/2006/main">
            <a:off x="6067902" y="2982278"/>
            <a:ext cx="0" cy="1256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797D79"/>
            </a:solidFill>
            <a:prstDash val="solid"/>
          </a:ln>
        </p:spPr>
      </p:cxn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9B6C6CA-66D0-40E9-9924-F9D272EA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971800"/>
            <a:ext cx="2657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C2 内存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034F488-88B4-48E0-8FFD-4C2C5C3AE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200400"/>
            <a:ext cx="26574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本地 / 远端 CCL Buffer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9E8B105-FCD6-4D82-AFD7-B4B01E0F2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76625"/>
            <a:ext cx="26574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HcclGetHcclBuffer</a:t>
            </a:r>
          </a:p>
          <a:p xmlns:a="http://schemas.openxmlformats.org/drawingml/2006/main">
            <a:pPr algn="l">
              <a:buNone/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HcclChannelGetHcclBuffer</a:t>
            </a:r>
          </a:p>
          <a:p xmlns:a="http://schemas.openxmlformats.org/drawingml/2006/main">
            <a:pPr algn="l">
              <a:buNone/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HcommMemReg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537AF3D-57F2-4707-964F-3CF0DC37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981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EF3CA7F-CE76-48C6-99DB-F3FFBFCD7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238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95" name=""/>
          <p:cNvCxnSpPr>
            <a:stCxn xmlns:a="http://schemas.openxmlformats.org/drawingml/2006/main" id="44" idx="2"/>
            <a:endCxn xmlns:a="http://schemas.openxmlformats.org/drawingml/2006/main" id="45" idx="0"/>
          </p:cNvCxnSpPr>
          <p:nvPr/>
        </p:nvCxnSpPr>
        <p:spPr>
          <a:xfrm xmlns:a="http://schemas.openxmlformats.org/drawingml/2006/main">
            <a:off x="8915877" y="2982278"/>
            <a:ext cx="0" cy="1256347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797D79"/>
            </a:solidFill>
            <a:prstDash val="solid"/>
          </a:ln>
        </p:spPr>
      </p:cxn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546A450-D4D0-4CAB-8287-C91BCB755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971800"/>
            <a:ext cx="2657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C5 基础通信资源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AF2072C-C45F-4279-89EE-B84EB52EF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200400"/>
            <a:ext cx="26574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Endpoint / 底层 Channel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A83F81D-573F-47FE-A995-58BAE6DE7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476625"/>
            <a:ext cx="26574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HcommEndpointCreate</a:t>
            </a:r>
          </a:p>
          <a:p xmlns:a="http://schemas.openxmlformats.org/drawingml/2006/main">
            <a:pPr algn="l">
              <a:buNone/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HcommEndpointStartListen</a:t>
            </a:r>
          </a:p>
          <a:p xmlns:a="http://schemas.openxmlformats.org/drawingml/2006/main">
            <a:pPr algn="l">
              <a:buNone/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HcommCollectiveChannelCreate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EE6138C-926D-4CB0-A5FF-8B721799A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266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D145803-05B5-4824-9AAC-227EE84FC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619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01" name=""/>
          <p:cNvCxnSpPr>
            <a:stCxn xmlns:a="http://schemas.openxmlformats.org/drawingml/2006/main" id="50" idx="2"/>
            <a:endCxn xmlns:a="http://schemas.openxmlformats.org/drawingml/2006/main" id="51" idx="0"/>
          </p:cNvCxnSpPr>
          <p:nvPr/>
        </p:nvCxnSpPr>
        <p:spPr>
          <a:xfrm xmlns:a="http://schemas.openxmlformats.org/drawingml/2006/main">
            <a:off x="7372827" y="2267903"/>
            <a:ext cx="0" cy="35147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98301B3-6927-4102-A2A1-0798270B0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305050"/>
            <a:ext cx="809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资源请求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C192E63-3E56-4034-833A-726F38D03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429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F636F70-9554-4D6D-8BE8-667EB606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705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05" name=""/>
          <p:cNvCxnSpPr>
            <a:stCxn xmlns:a="http://schemas.openxmlformats.org/drawingml/2006/main" id="54" idx="2"/>
            <a:endCxn xmlns:a="http://schemas.openxmlformats.org/drawingml/2006/main" id="55" idx="0"/>
          </p:cNvCxnSpPr>
          <p:nvPr/>
        </p:nvCxnSpPr>
        <p:spPr>
          <a:xfrm xmlns:a="http://schemas.openxmlformats.org/drawingml/2006/main">
            <a:off x="7668102" y="4430078"/>
            <a:ext cx="0" cy="27527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A728947-3193-48F8-811A-50558711A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438650"/>
            <a:ext cx="142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资源句柄 / 地址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36285D2-BB5D-46BB-BF76-D9F684208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705350"/>
            <a:ext cx="11620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2D438A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2255F51-D86A-401E-B5AA-94912C202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743450"/>
            <a:ext cx="11449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rPr>
              <a:t>AICPU 执行：HCCL 展开算法，调用 HCOMM 数据面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F14A383-CC0F-46D1-B96F-BA03EA385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95875"/>
            <a:ext cx="3810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3A871A1-A459-47FF-9D93-04FE1FCA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24450"/>
            <a:ext cx="3676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D4 执行控制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81AAFCC-0051-4B76-96C5-F8B3FDE9F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343525"/>
            <a:ext cx="3676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AcquireComm / BatchModeStart / End / ReleaseComm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EF0AA3C-BC95-4D9B-828A-F546E9972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5095875"/>
            <a:ext cx="2952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12B266A-EFC6-4B5D-A95E-651936613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124450"/>
            <a:ext cx="2819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D3 同步控制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5CEF23A-55AC-49E9-883E-FC31E6F0A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343525"/>
            <a:ext cx="2819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Thread Notify 与 Channel Notify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3DD08C3-5E45-4CA5-9BCD-7602A08C0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095875"/>
            <a:ext cx="40290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4C84276-A170-48ED-A94B-814A3034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124450"/>
            <a:ext cx="38957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D1 数据搬运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4D94558-934D-444B-97AD-C030D3EF7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343525"/>
            <a:ext cx="38957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LocalCopy / Write；PCIe 分支用 Read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9D71A56-E034-4ABA-B768-3A550F0F2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019800"/>
            <a:ext cx="11620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E8F658F-BA03-4BE5-AA86-6B022F5C1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057900"/>
            <a:ext cx="14954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本例范围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F77BAB9-9D58-410E-B6AF-1B84E2DA1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057900"/>
            <a:ext cx="98774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C4 的主要算法编排位于 HCCL 内部，HCOMM 仅有条件查询。D2 归约原语、D5 CCU C++ 数据面不进入该主路径。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A8EC391-0B9B-4C87-9F5E-3C20E523B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C35C0AF-A365-4D5D-A2A6-9229BD8FE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23" name=""/>
          <p:cNvCxnSpPr>
            <a:stCxn xmlns:a="http://schemas.openxmlformats.org/drawingml/2006/main" id="72" idx="3"/>
            <a:endCxn xmlns:a="http://schemas.openxmlformats.org/drawingml/2006/main" id="73" idx="1"/>
          </p:cNvCxnSpPr>
          <p:nvPr/>
        </p:nvCxnSpPr>
        <p:spPr>
          <a:xfrm xmlns:a="http://schemas.openxmlformats.org/drawingml/2006/main">
            <a:off x="286703" y="657272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797D79"/>
            </a:solidFill>
            <a:prstDash val="solid"/>
          </a:ln>
        </p:spPr>
      </p:cxn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F356224-F96B-4FF9-8359-4BFE82011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0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23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623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源码：op_common.cc:780,1670；hcomm/include/hccl/hccl_res.h；AICPU Kernel / primitive 适配   基线 hccl 170ddeec / hcomm 87ce550f，静态源码分析</a:t>
            </a:r>
          </a:p>
        </p:txBody>
      </p:sp>
    </p:spTree>
    <p:extLst>
      <p:ext uri="{BB962C8B-B14F-4D97-AF65-F5344CB8AC3E}">
        <p14:creationId xmlns:p14="http://schemas.microsoft.com/office/powerpoint/2010/main" val="21027961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6D295235-AB28-4D3F-8EBC-D28F7955C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AllToAll 的跨层执行流程：Host 下发 → AICPU 展开 → HCOMM 执行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FCE712-B8F8-40FB-A28A-49D25103B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61975"/>
            <a:ext cx="1114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读法：左半页 01→06，再到右半页 07→12；每行从 HCCL 内部函数读到被调接口。主例：资源冷启动、Task Cache 关闭。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8D67A2-9C76-4E5C-A793-19EC1B1B7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561975"/>
            <a:ext cx="371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79FACD-8CBB-494B-B0DE-EF4D0A86E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847725"/>
            <a:ext cx="563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9C6B3D-E3FC-4132-ACF2-BC3CD414D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857250"/>
            <a:ext cx="550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Ⅰ  Host：参数、算法、资源与 Kernel 下发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399817-BDC2-469B-A0C0-8A5EDE115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847725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09DA71-6CB2-4645-BD84-ED751DDD3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857250"/>
            <a:ext cx="558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Ⅱ  AICPU：恢复现场、逐层展开与执行收尾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E9315C-C6E3-4A57-9D20-A412FE04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2609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 / Host 内部调用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7B5352-F8AE-49F6-A38E-31D280994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1104900"/>
            <a:ext cx="2657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 控制面 / ACL Runtime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9A8886-2057-4034-B332-046C0BE0C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104900"/>
            <a:ext cx="2609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 / AICPU 内部调用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C98743-58C7-41B6-963F-76ECEA7D0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1104900"/>
            <a:ext cx="2657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 数据面 / 实际动作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5DFE55-4056-4E2B-8152-28572C7CB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343025"/>
            <a:ext cx="56388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797D7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1B1A6F-8982-42C7-856D-B5B91486B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343025"/>
            <a:ext cx="563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3DBBD3-E9C1-4F96-BBFA-86C0FC7DC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352550"/>
            <a:ext cx="5505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01  参数归一化、确定执行分支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B1ED7B-1461-416A-9936-933BE7B16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2609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HcclAlltoAll</a:t>
            </a:r>
          </a:p>
          <a:p xmlns:a="http://schemas.openxmlformats.org/drawingml/2006/main">
            <a:pPr algn="l"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ConvertAlltoAllParam → AlltoAllVOutPlace</a:t>
            </a:r>
          </a:p>
          <a:p xmlns:a="http://schemas.openxmlformats.org/drawingml/2006/main">
            <a:pPr algn="l"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AlltoAllVConstructOpParam</a:t>
            </a:r>
          </a:p>
          <a:p xmlns:a="http://schemas.openxmlformats.org/drawingml/2006/main">
            <a:pPr algn="l"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AlltoAllVExecDispatch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E07532-7031-4E61-B6F3-D0735E44A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543050"/>
            <a:ext cx="26384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HcclGetRankSize / HcclGetRankId 〔C3〕</a:t>
            </a:r>
          </a:p>
          <a:p xmlns:a="http://schemas.openxmlformats.org/drawingml/2006/main">
            <a:pPr algn="l">
              <a:def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HcclGetCommName / HcclConfigGetInfo 〔C1〕</a:t>
            </a:r>
          </a:p>
          <a:p xmlns:a="http://schemas.openxmlformats.org/drawingml/2006/main">
            <a:pPr algn="l">
              <a:def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等长 count → 四组 counts / displs</a:t>
            </a:r>
          </a:p>
          <a:p xmlns:a="http://schemas.openxmlformats.org/drawingml/2006/main">
            <a:pPr algn="l">
              <a:def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输入、输出、stream、engine 写入 OpParam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1971D5-7C98-44FF-AE40-F8D928858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1543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5444FD-DB53-418D-8EAF-7D19F0213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066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7" name=""/>
          <p:cNvCxnSpPr>
            <a:stCxn xmlns:a="http://schemas.openxmlformats.org/drawingml/2006/main" id="17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3115152" y="1544003"/>
            <a:ext cx="0" cy="522922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797D79"/>
            </a:solidFill>
            <a:prstDash val="soli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2F5B75-DBEB-49DC-99E0-C2FB011BD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809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46DAE9-FBCF-4A53-9133-A7E8B93F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809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0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3029903" y="1810227"/>
            <a:ext cx="170497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FD70D9-11D7-4B2F-B75C-BEC81826F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105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8501DE-79D2-4731-8A7A-F6829A7FB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152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3" name=""/>
          <p:cNvCxnSpPr>
            <a:stCxn xmlns:a="http://schemas.openxmlformats.org/drawingml/2006/main" id="23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371952" y="2105978"/>
            <a:ext cx="0" cy="4667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647462-D196-46FA-9B62-3544E31D2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152650"/>
            <a:ext cx="56388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797D79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EB7FF5-5CF2-45A5-8913-9592D769B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152650"/>
            <a:ext cx="563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5E6845-28D0-4E16-9F9F-1B2216813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2162175"/>
            <a:ext cx="5505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02  拓扑恢复、算法选择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839027-CAD6-4363-B43E-1E7462C6E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52675"/>
            <a:ext cx="2609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Selector → HcclCalcTopoInfo</a:t>
            </a:r>
          </a:p>
          <a:p xmlns:a="http://schemas.openxmlformats.org/drawingml/2006/main">
            <a:pPr algn="l"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InitRankInfo（拓扑缓存 miss）</a:t>
            </a:r>
          </a:p>
          <a:p xmlns:a="http://schemas.openxmlformats.org/drawingml/2006/main">
            <a:pPr algn="l"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算法注册表返回 algName + topoInfo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E5F0D3-05C6-4637-8C04-D37FE9797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352675"/>
            <a:ext cx="26384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HcclEngineCtxGet 〔C1〕：查询拓扑缓存</a:t>
            </a:r>
          </a:p>
          <a:p xmlns:a="http://schemas.openxmlformats.org/drawingml/2006/main">
            <a:pPr algn="l">
              <a:def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HcclRankGraphGet* 〔C3〕：miss 才查询</a:t>
            </a:r>
          </a:p>
          <a:p xmlns:a="http://schemas.openxmlformats.org/drawingml/2006/main">
            <a:pPr algn="l">
              <a:def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HcclEngineCtxCreate 〔C1〕：保存拓扑</a:t>
            </a:r>
          </a:p>
          <a:p xmlns:a="http://schemas.openxmlformats.org/drawingml/2006/main">
            <a:pPr algn="l">
              <a:def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按拓扑、数据量选择普通 Mesh 模板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45C4569-E428-44FD-ADA7-D863177EF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352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182D8B-A19B-46AE-9BE8-B09A7D7AB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876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1" name=""/>
          <p:cNvCxnSpPr>
            <a:stCxn xmlns:a="http://schemas.openxmlformats.org/drawingml/2006/main" id="31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>
            <a:off x="3115152" y="2353628"/>
            <a:ext cx="0" cy="522922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797D79"/>
            </a:solidFill>
            <a:prstDash val="soli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AB004F8-2865-4E0A-81E5-ACDF14007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619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0F13F4A-7A53-485C-8023-30FDD70C8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619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4" name=""/>
          <p:cNvCxnSpPr>
            <a:stCxn xmlns:a="http://schemas.openxmlformats.org/drawingml/2006/main" id="34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3029903" y="2619852"/>
            <a:ext cx="170497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8730115-A342-48B1-B052-E6F5EC76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914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3733F05-AD87-438F-B2AB-3D513E27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962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7" name=""/>
          <p:cNvCxnSpPr>
            <a:stCxn xmlns:a="http://schemas.openxmlformats.org/drawingml/2006/main" id="37" idx="2"/>
            <a:endCxn xmlns:a="http://schemas.openxmlformats.org/drawingml/2006/main" id="38" idx="0"/>
          </p:cNvCxnSpPr>
          <p:nvPr/>
        </p:nvCxnSpPr>
        <p:spPr>
          <a:xfrm xmlns:a="http://schemas.openxmlformats.org/drawingml/2006/main">
            <a:off x="371952" y="2915603"/>
            <a:ext cx="0" cy="4667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9C05F76-C046-49BC-A6D1-C6B909E0E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962275"/>
            <a:ext cx="56388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797D79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00ED377-A244-464A-9A2B-D63B91246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962275"/>
            <a:ext cx="563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C6861A2-7233-4E4C-BAA1-BB51843E3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2971800"/>
            <a:ext cx="5505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03  绑定用户流，查询算法资源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C238F11-0030-41AA-937B-1DE0585A5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62300"/>
            <a:ext cx="2609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HcclExecOp → GetAlgExec</a:t>
            </a:r>
          </a:p>
          <a:p xmlns:a="http://schemas.openxmlformats.org/drawingml/2006/main">
            <a:pPr algn="l"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HcclGetAlgRes → TryReuseResource</a:t>
            </a:r>
          </a:p>
          <a:p xmlns:a="http://schemas.openxmlformats.org/drawingml/2006/main">
            <a:pPr algn="l"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hit：复用设备资源；跳过 04–05 申请段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81EEB0B-6036-4AF3-B995-4ACDA070D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162300"/>
            <a:ext cx="26384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HcclThreadAcquireWithStream 〔C1〕</a:t>
            </a:r>
          </a:p>
          <a:p xmlns:a="http://schemas.openxmlformats.org/drawingml/2006/main">
            <a:pPr algn="l">
              <a:def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HcclThreadExportToCommEngine 〔C1〕</a:t>
            </a:r>
          </a:p>
          <a:p xmlns:a="http://schemas.openxmlformats.org/drawingml/2006/main">
            <a:pPr algn="l">
              <a:def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HcclEngineCtxGet 〔C1〕</a:t>
            </a:r>
          </a:p>
          <a:p xmlns:a="http://schemas.openxmlformats.org/drawingml/2006/main">
            <a:pPr algn="l">
              <a:def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用户流 Thread 导出给 AICPU，用于完成通知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C09C6AC-DD71-4128-AF0E-D114B7069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162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7C414D9-4D7C-401E-AB59-0D3412829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686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5" name=""/>
          <p:cNvCxnSpPr>
            <a:stCxn xmlns:a="http://schemas.openxmlformats.org/drawingml/2006/main" id="45" idx="2"/>
            <a:endCxn xmlns:a="http://schemas.openxmlformats.org/drawingml/2006/main" id="46" idx="0"/>
          </p:cNvCxnSpPr>
          <p:nvPr/>
        </p:nvCxnSpPr>
        <p:spPr>
          <a:xfrm xmlns:a="http://schemas.openxmlformats.org/drawingml/2006/main">
            <a:off x="3115152" y="3163253"/>
            <a:ext cx="0" cy="522922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797D79"/>
            </a:solidFill>
            <a:prstDash val="solid"/>
          </a:ln>
        </p:spPr>
      </p:cxn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427B03B-BEF1-48B1-8431-6E0031E5B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429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50B5DC5-9610-4F31-8DA7-075220E56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29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8" name=""/>
          <p:cNvCxnSpPr>
            <a:stCxn xmlns:a="http://schemas.openxmlformats.org/drawingml/2006/main" id="48" idx="3"/>
            <a:endCxn xmlns:a="http://schemas.openxmlformats.org/drawingml/2006/main" id="49" idx="1"/>
          </p:cNvCxnSpPr>
          <p:nvPr/>
        </p:nvCxnSpPr>
        <p:spPr>
          <a:xfrm xmlns:a="http://schemas.openxmlformats.org/drawingml/2006/main">
            <a:off x="3029903" y="3429477"/>
            <a:ext cx="170497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FA8227F-20C4-4E84-8DB0-CB4125913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724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CBCA673-C42C-48FC-9F95-D7637056D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771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1" name=""/>
          <p:cNvCxnSpPr>
            <a:stCxn xmlns:a="http://schemas.openxmlformats.org/drawingml/2006/main" id="51" idx="2"/>
            <a:endCxn xmlns:a="http://schemas.openxmlformats.org/drawingml/2006/main" id="52" idx="0"/>
          </p:cNvCxnSpPr>
          <p:nvPr/>
        </p:nvCxnSpPr>
        <p:spPr>
          <a:xfrm xmlns:a="http://schemas.openxmlformats.org/drawingml/2006/main">
            <a:off x="371952" y="3725228"/>
            <a:ext cx="0" cy="4667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DD30D4F-C753-4C49-8943-265521248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771900"/>
            <a:ext cx="56388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797D79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4756AEC-14AF-4124-9C1A-BF6B13B18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771900"/>
            <a:ext cx="563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94FE77C-6705-4848-8D6B-97B2490D3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781425"/>
            <a:ext cx="5505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04  计算资源需求、申请主从线程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31B8E26-638A-4B97-A510-1DAB8D9F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71925"/>
            <a:ext cx="2609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CalcAlgHierarchyInfoV2 → CalcRes</a:t>
            </a:r>
          </a:p>
          <a:p xmlns:a="http://schemas.openxmlformats.org/drawingml/2006/main">
            <a:pPr algn="l"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GetAlgResAICPU</a:t>
            </a:r>
          </a:p>
          <a:p xmlns:a="http://schemas.openxmlformats.org/drawingml/2006/main">
            <a:pPr algn="l"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HcclAllocAlgResourceAICPU</a:t>
            </a:r>
          </a:p>
          <a:p xmlns:a="http://schemas.openxmlformats.org/drawingml/2006/main">
            <a:pPr algn="l"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HcclGetThread → HcclGetAicpuThread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1104C69-3D6A-4941-88E3-032DEB2E5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971925"/>
            <a:ext cx="26384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HcclGetHcclBuffer 〔C2〕：本地 CCL</a:t>
            </a:r>
          </a:p>
          <a:p xmlns:a="http://schemas.openxmlformats.org/drawingml/2006/main">
            <a:pPr algn="l">
              <a:def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HcclThreadAcquireWithConfig 〔C1〕</a:t>
            </a:r>
          </a:p>
          <a:p xmlns:a="http://schemas.openxmlformats.org/drawingml/2006/main">
            <a:pPr algn="l">
              <a:def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或 HcclThreadAcquire（兼容分支）</a:t>
            </a:r>
          </a:p>
          <a:p xmlns:a="http://schemas.openxmlformats.org/drawingml/2006/main">
            <a:pPr algn="l">
              <a:def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得到主 / 从 / unfold Thread 与 Notify 数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C6CA1D1-140C-4C07-A4A5-8FED3B54E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971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CE67F0B-2362-4D96-B5C3-712AD1ED6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495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9" name=""/>
          <p:cNvCxnSpPr>
            <a:stCxn xmlns:a="http://schemas.openxmlformats.org/drawingml/2006/main" id="59" idx="2"/>
            <a:endCxn xmlns:a="http://schemas.openxmlformats.org/drawingml/2006/main" id="60" idx="0"/>
          </p:cNvCxnSpPr>
          <p:nvPr/>
        </p:nvCxnSpPr>
        <p:spPr>
          <a:xfrm xmlns:a="http://schemas.openxmlformats.org/drawingml/2006/main">
            <a:off x="3115152" y="3972878"/>
            <a:ext cx="0" cy="522922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797D79"/>
            </a:solidFill>
            <a:prstDash val="solid"/>
          </a:ln>
        </p:spPr>
      </p:cxn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997A5B3-C996-4352-A2E5-FAA29F7DB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238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8A12A98-7B02-4933-AA5C-D387E6234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238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2" name=""/>
          <p:cNvCxnSpPr>
            <a:stCxn xmlns:a="http://schemas.openxmlformats.org/drawingml/2006/main" id="62" idx="3"/>
            <a:endCxn xmlns:a="http://schemas.openxmlformats.org/drawingml/2006/main" id="63" idx="1"/>
          </p:cNvCxnSpPr>
          <p:nvPr/>
        </p:nvCxnSpPr>
        <p:spPr>
          <a:xfrm xmlns:a="http://schemas.openxmlformats.org/drawingml/2006/main">
            <a:off x="3029903" y="4239102"/>
            <a:ext cx="170497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452F836-BBDB-4AAD-9672-DDD701960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533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12838FD-3120-4DEE-BBD6-37E68ACE1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581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5" name=""/>
          <p:cNvCxnSpPr>
            <a:stCxn xmlns:a="http://schemas.openxmlformats.org/drawingml/2006/main" id="65" idx="2"/>
            <a:endCxn xmlns:a="http://schemas.openxmlformats.org/drawingml/2006/main" id="66" idx="0"/>
          </p:cNvCxnSpPr>
          <p:nvPr/>
        </p:nvCxnSpPr>
        <p:spPr>
          <a:xfrm xmlns:a="http://schemas.openxmlformats.org/drawingml/2006/main">
            <a:off x="371952" y="4534853"/>
            <a:ext cx="0" cy="4667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44C282B-96A8-4DF9-8260-48170D7FC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581525"/>
            <a:ext cx="56388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797D79"/>
            </a:solidFill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6AB7EA6-71AE-4AE7-B8B7-7E644FFB8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581525"/>
            <a:ext cx="563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D5E6F90-2258-420F-A359-7EF47F2DD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591050"/>
            <a:ext cx="5505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05  建链、回填地址、交付资源上下文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033259A-6631-4A87-8F8B-DD4E7044C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81550"/>
            <a:ext cx="2609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HcclGetChannel → HcclGetChannelImpl</a:t>
            </a:r>
          </a:p>
          <a:p xmlns:a="http://schemas.openxmlformats.org/drawingml/2006/main">
            <a:pPr algn="l"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BuildChannelInfo → Serialize</a:t>
            </a:r>
          </a:p>
          <a:p xmlns:a="http://schemas.openxmlformats.org/drawingml/2006/main">
            <a:pPr algn="l"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HcclMemcpyCtxHostToDevice</a:t>
            </a:r>
          </a:p>
          <a:p xmlns:a="http://schemas.openxmlformats.org/drawingml/2006/main">
            <a:pPr algn="l"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反向导出 AICPU 主线程到 CPU_TS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01CBC24-7D7C-4B16-A19B-08F220E0E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781550"/>
            <a:ext cx="26384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HcclChannelAcquire 〔C1〕；建链详见第 5 页</a:t>
            </a:r>
          </a:p>
          <a:p xmlns:a="http://schemas.openxmlformats.org/drawingml/2006/main">
            <a:pPr algn="l">
              <a:def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HcclChannelGetHcclBuffer 〔C2〕</a:t>
            </a:r>
          </a:p>
          <a:p xmlns:a="http://schemas.openxmlformats.org/drawingml/2006/main">
            <a:pPr algn="l">
              <a:def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HcclEngineCtxCreate → HcclEngineCtxCopy 〔C1〕</a:t>
            </a:r>
          </a:p>
          <a:p xmlns:a="http://schemas.openxmlformats.org/drawingml/2006/main">
            <a:pPr algn="l">
              <a:def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HcclThreadExportToCommEngine 〔C1〕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998AA37-EF6B-470C-B3B1-47AE388F5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781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2A8FB0E-D428-4049-9505-B280DCC0A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5305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3" name=""/>
          <p:cNvCxnSpPr>
            <a:stCxn xmlns:a="http://schemas.openxmlformats.org/drawingml/2006/main" id="73" idx="2"/>
            <a:endCxn xmlns:a="http://schemas.openxmlformats.org/drawingml/2006/main" id="74" idx="0"/>
          </p:cNvCxnSpPr>
          <p:nvPr/>
        </p:nvCxnSpPr>
        <p:spPr>
          <a:xfrm xmlns:a="http://schemas.openxmlformats.org/drawingml/2006/main">
            <a:off x="3115152" y="4782503"/>
            <a:ext cx="0" cy="522922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797D79"/>
            </a:solidFill>
            <a:prstDash val="solid"/>
          </a:ln>
        </p:spPr>
      </p:cxn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DCE7CDE-B170-4355-A890-9181FCFAB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048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197F106-83C5-4113-A9EC-63EEFF697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048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6" name=""/>
          <p:cNvCxnSpPr>
            <a:stCxn xmlns:a="http://schemas.openxmlformats.org/drawingml/2006/main" id="76" idx="3"/>
            <a:endCxn xmlns:a="http://schemas.openxmlformats.org/drawingml/2006/main" id="77" idx="1"/>
          </p:cNvCxnSpPr>
          <p:nvPr/>
        </p:nvCxnSpPr>
        <p:spPr>
          <a:xfrm xmlns:a="http://schemas.openxmlformats.org/drawingml/2006/main">
            <a:off x="3029903" y="5048727"/>
            <a:ext cx="170497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BC040E4-EF63-45C4-8285-2EC202F0B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343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7367D00-9DCE-4FB2-9907-8522BF4B2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391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9" name=""/>
          <p:cNvCxnSpPr>
            <a:stCxn xmlns:a="http://schemas.openxmlformats.org/drawingml/2006/main" id="79" idx="2"/>
            <a:endCxn xmlns:a="http://schemas.openxmlformats.org/drawingml/2006/main" id="80" idx="0"/>
          </p:cNvCxnSpPr>
          <p:nvPr/>
        </p:nvCxnSpPr>
        <p:spPr>
          <a:xfrm xmlns:a="http://schemas.openxmlformats.org/drawingml/2006/main">
            <a:off x="371952" y="5344478"/>
            <a:ext cx="0" cy="4667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F8BB17E-046B-47F7-8FFF-3F18B76AE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391150"/>
            <a:ext cx="56388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797D79"/>
            </a:solidFill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A525B98-47C3-4C4B-A20B-598C3920D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391150"/>
            <a:ext cx="563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447007D-A8CC-4BD8-8146-7EAC59A54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5400675"/>
            <a:ext cx="5505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8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06  Host 就绪通知 → 发射 → 入队完成等待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3442C14-87F6-4E21-AF8D-F946595CF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91175"/>
            <a:ext cx="2609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HcclAicpuKernelEntranceLaunch</a:t>
            </a:r>
          </a:p>
          <a:p xmlns:a="http://schemas.openxmlformats.org/drawingml/2006/main">
            <a:pPr algn="l"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AicpuKernelLaunch</a:t>
            </a:r>
          </a:p>
          <a:p xmlns:a="http://schemas.openxmlformats.org/drawingml/2006/main">
            <a:pPr algn="l"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OpParam + varData + resCtx 交给 Kernel</a:t>
            </a:r>
          </a:p>
          <a:p xmlns:a="http://schemas.openxmlformats.org/drawingml/2006/main">
            <a:pPr algn="l"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Host 等待入队，不等同于同步阻塞 CPU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89AE2E4-A56C-475A-9DD2-3BBA0E68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591175"/>
            <a:ext cx="26384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HcommThreadNotifyRecordOnThread 〔D3〕</a:t>
            </a:r>
          </a:p>
          <a:p xmlns:a="http://schemas.openxmlformats.org/drawingml/2006/main">
            <a:pPr algn="l">
              <a:def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aclrtKernelArgs* → aclrtLaunchKernelWithConfig</a:t>
            </a:r>
          </a:p>
          <a:p xmlns:a="http://schemas.openxmlformats.org/drawingml/2006/main">
            <a:pPr algn="l">
              <a:def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HcommThreadNotifyWaitOnThread* 〔D3〕</a:t>
            </a:r>
          </a:p>
          <a:p xmlns:a="http://schemas.openxmlformats.org/drawingml/2006/main">
            <a:pPr algn="l">
              <a:def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保序 Thread / 超时配置按能力分支执行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027468BA-2BE5-4772-9D2E-8102BB343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5591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44BFB56-93C5-4D39-8700-8D93F5C1E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611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7" name=""/>
          <p:cNvCxnSpPr>
            <a:stCxn xmlns:a="http://schemas.openxmlformats.org/drawingml/2006/main" id="87" idx="2"/>
            <a:endCxn xmlns:a="http://schemas.openxmlformats.org/drawingml/2006/main" id="88" idx="0"/>
          </p:cNvCxnSpPr>
          <p:nvPr/>
        </p:nvCxnSpPr>
        <p:spPr>
          <a:xfrm xmlns:a="http://schemas.openxmlformats.org/drawingml/2006/main">
            <a:off x="3115152" y="5592128"/>
            <a:ext cx="0" cy="522922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797D79"/>
            </a:solidFill>
            <a:prstDash val="solid"/>
          </a:ln>
        </p:spPr>
      </p:cxn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7ABBD1AB-A3A8-44A4-9131-775406B75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857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EF3C3A4-7F1E-4A23-83A8-FBD8F4E60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857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0" name=""/>
          <p:cNvCxnSpPr>
            <a:stCxn xmlns:a="http://schemas.openxmlformats.org/drawingml/2006/main" id="90" idx="3"/>
            <a:endCxn xmlns:a="http://schemas.openxmlformats.org/drawingml/2006/main" id="91" idx="1"/>
          </p:cNvCxnSpPr>
          <p:nvPr/>
        </p:nvCxnSpPr>
        <p:spPr>
          <a:xfrm xmlns:a="http://schemas.openxmlformats.org/drawingml/2006/main">
            <a:off x="3029903" y="5858352"/>
            <a:ext cx="170497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7287725D-B728-41AA-BEE8-6A6D2B633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43025"/>
            <a:ext cx="56388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797D79"/>
            </a:solidFill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9D68FF28-F8B2-4779-8041-B3C04262E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43025"/>
            <a:ext cx="563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CDE8EB4-F998-4A1F-883E-DB909E817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352550"/>
            <a:ext cx="5505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07  Kernel 进入、恢复设备侧资源与参数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59A452B-3A82-48E3-9F11-26D42CEFA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43050"/>
            <a:ext cx="2609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HcclLaunchAicpuKernel</a:t>
            </a:r>
          </a:p>
          <a:p xmlns:a="http://schemas.openxmlformats.org/drawingml/2006/main">
            <a:pPr algn="l"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DeserializeResCtx（或设备上下文缓存）</a:t>
            </a:r>
          </a:p>
          <a:p xmlns:a="http://schemas.openxmlformats.org/drawingml/2006/main">
            <a:pPr algn="l"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RestoreVarDataAlltoAllV</a:t>
            </a:r>
          </a:p>
          <a:p xmlns:a="http://schemas.openxmlformats.org/drawingml/2006/main">
            <a:pPr algn="l"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修复 counts / displs 指针，取主线程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86FAE16C-37E4-4F73-AEE8-41BE582B3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543050"/>
            <a:ext cx="26384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HcommAcquireComm 〔D4〕：先取得使用保护</a:t>
            </a:r>
          </a:p>
          <a:p xmlns:a="http://schemas.openxmlformats.org/drawingml/2006/main">
            <a:pPr algn="l">
              <a:def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HcclCommGetStatus 〔C1〕：能力支持时查询</a:t>
            </a:r>
          </a:p>
          <a:p xmlns:a="http://schemas.openxmlformats.org/drawingml/2006/main">
            <a:pPr algn="l">
              <a:def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HcommBatchModeStart 〔D4〕</a:t>
            </a:r>
          </a:p>
          <a:p xmlns:a="http://schemas.openxmlformats.org/drawingml/2006/main">
            <a:pPr algn="l">
              <a:def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通信域已有；本步不是新建 comm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A6E1B287-C287-4C7D-BD99-F67A23816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543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F786D05-7BE1-49C7-935C-7CE4AE78E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066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8" name=""/>
          <p:cNvCxnSpPr>
            <a:stCxn xmlns:a="http://schemas.openxmlformats.org/drawingml/2006/main" id="98" idx="2"/>
            <a:endCxn xmlns:a="http://schemas.openxmlformats.org/drawingml/2006/main" id="99" idx="0"/>
          </p:cNvCxnSpPr>
          <p:nvPr/>
        </p:nvCxnSpPr>
        <p:spPr>
          <a:xfrm xmlns:a="http://schemas.openxmlformats.org/drawingml/2006/main">
            <a:off x="9020652" y="1544003"/>
            <a:ext cx="0" cy="522922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797D79"/>
            </a:solidFill>
            <a:prstDash val="solid"/>
          </a:ln>
        </p:spPr>
      </p:cxn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4870FF62-8422-4279-AAA5-71E434018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809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147582D7-1504-4B36-964E-D9AD6E468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809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1" name=""/>
          <p:cNvCxnSpPr>
            <a:stCxn xmlns:a="http://schemas.openxmlformats.org/drawingml/2006/main" id="101" idx="3"/>
            <a:endCxn xmlns:a="http://schemas.openxmlformats.org/drawingml/2006/main" id="102" idx="1"/>
          </p:cNvCxnSpPr>
          <p:nvPr/>
        </p:nvCxnSpPr>
        <p:spPr>
          <a:xfrm xmlns:a="http://schemas.openxmlformats.org/drawingml/2006/main">
            <a:off x="8935403" y="1810227"/>
            <a:ext cx="170497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0EADDE82-7CBA-4362-AEA8-123A9D65F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105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35D3450D-A895-4B93-BA09-FD752C73C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152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4" name=""/>
          <p:cNvCxnSpPr>
            <a:stCxn xmlns:a="http://schemas.openxmlformats.org/drawingml/2006/main" id="104" idx="2"/>
            <a:endCxn xmlns:a="http://schemas.openxmlformats.org/drawingml/2006/main" id="105" idx="0"/>
          </p:cNvCxnSpPr>
          <p:nvPr/>
        </p:nvCxnSpPr>
        <p:spPr>
          <a:xfrm xmlns:a="http://schemas.openxmlformats.org/drawingml/2006/main">
            <a:off x="6277452" y="2105978"/>
            <a:ext cx="0" cy="4667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17B2322E-4F55-49DF-A03E-82B50CAE0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52650"/>
            <a:ext cx="56388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797D79"/>
            </a:solidFill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39988691-51BD-455E-84FA-6C605C709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52650"/>
            <a:ext cx="563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5AFB689C-6949-4BE2-A947-C28FDC5FE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162175"/>
            <a:ext cx="5505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08  等 Host 就绪、选择 Executor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51E7FAC1-EA7E-4021-8316-48C952687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52675"/>
            <a:ext cx="2609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OpOrchestrate</a:t>
            </a:r>
          </a:p>
          <a:p xmlns:a="http://schemas.openxmlformats.org/drawingml/2006/main">
            <a:pPr algn="l"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GetAlgExec → executor.Orchestrate</a:t>
            </a:r>
          </a:p>
          <a:p xmlns:a="http://schemas.openxmlformats.org/drawingml/2006/main">
            <a:pPr algn="l"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恢复 Peer→Channel 映射和收发描述</a:t>
            </a:r>
          </a:p>
          <a:p xmlns:a="http://schemas.openxmlformats.org/drawingml/2006/main">
            <a:pPr algn="l"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Task Cache hit：跳过本次逐条编排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D36BD89B-008D-4E71-B56F-9AC8BAF1F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352675"/>
            <a:ext cx="26384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HcommThreadResAcquireTimeOut 〔D4，可选〕</a:t>
            </a:r>
          </a:p>
          <a:p xmlns:a="http://schemas.openxmlformats.org/drawingml/2006/main">
            <a:pPr algn="l">
              <a:def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HcommSetNotifyWaitTimeOut 〔D3，可选〕</a:t>
            </a:r>
          </a:p>
          <a:p xmlns:a="http://schemas.openxmlformats.org/drawingml/2006/main">
            <a:pPr algn="l">
              <a:def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HcommThreadNotifyWaitOnThread* 〔D3〕</a:t>
            </a:r>
          </a:p>
          <a:p xmlns:a="http://schemas.openxmlformats.org/drawingml/2006/main">
            <a:pPr algn="l">
              <a:def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消费 06 的 Host-ready 通知，再展开任务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F97A3593-873D-486B-9441-47E02721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352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A3864272-ADD8-4460-89D8-9CEB1627A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876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2" name=""/>
          <p:cNvCxnSpPr>
            <a:stCxn xmlns:a="http://schemas.openxmlformats.org/drawingml/2006/main" id="112" idx="2"/>
            <a:endCxn xmlns:a="http://schemas.openxmlformats.org/drawingml/2006/main" id="113" idx="0"/>
          </p:cNvCxnSpPr>
          <p:nvPr/>
        </p:nvCxnSpPr>
        <p:spPr>
          <a:xfrm xmlns:a="http://schemas.openxmlformats.org/drawingml/2006/main">
            <a:off x="9020652" y="2353628"/>
            <a:ext cx="0" cy="522922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797D79"/>
            </a:solidFill>
            <a:prstDash val="solid"/>
          </a:ln>
        </p:spPr>
      </p:cxn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B796E802-212C-42AC-B2E3-D8ABAD39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619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95F28367-DBF5-40AA-B3B6-ADFFC408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619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5" name=""/>
          <p:cNvCxnSpPr>
            <a:stCxn xmlns:a="http://schemas.openxmlformats.org/drawingml/2006/main" id="115" idx="3"/>
            <a:endCxn xmlns:a="http://schemas.openxmlformats.org/drawingml/2006/main" id="116" idx="1"/>
          </p:cNvCxnSpPr>
          <p:nvPr/>
        </p:nvCxnSpPr>
        <p:spPr>
          <a:xfrm xmlns:a="http://schemas.openxmlformats.org/drawingml/2006/main">
            <a:off x="8935403" y="2619852"/>
            <a:ext cx="170497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9F3FE1E6-869E-4C09-9BA6-A0831648C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914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841CF64C-5213-40B3-978D-CAE17E40D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962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8" name=""/>
          <p:cNvCxnSpPr>
            <a:stCxn xmlns:a="http://schemas.openxmlformats.org/drawingml/2006/main" id="118" idx="2"/>
            <a:endCxn xmlns:a="http://schemas.openxmlformats.org/drawingml/2006/main" id="119" idx="0"/>
          </p:cNvCxnSpPr>
          <p:nvPr/>
        </p:nvCxnSpPr>
        <p:spPr>
          <a:xfrm xmlns:a="http://schemas.openxmlformats.org/drawingml/2006/main">
            <a:off x="6277452" y="2915603"/>
            <a:ext cx="0" cy="4667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DD5AC359-77AE-4AC4-A125-8F74DE65D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62275"/>
            <a:ext cx="56388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797D79"/>
            </a:solidFill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467BA043-8999-4B32-8480-20F82AC37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62275"/>
            <a:ext cx="563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582097DE-5118-4785-AF38-2EE31F950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971800"/>
            <a:ext cx="5505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09  大块切分、主从线程起步、自分片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EEBBB46D-A61F-4396-A4FE-4DAC43D83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62300"/>
            <a:ext cx="2609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OrchestrateLoop → KernelRun</a:t>
            </a:r>
          </a:p>
          <a:p xmlns:a="http://schemas.openxmlformats.org/drawingml/2006/main">
            <a:pPr algn="l"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RunALLtoALL → CalcCommLoops</a:t>
            </a:r>
          </a:p>
          <a:p xmlns:a="http://schemas.openxmlformats.org/drawingml/2006/main">
            <a:pPr algn="l"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PreSyncInterThreads（多线程）</a:t>
            </a:r>
          </a:p>
          <a:p xmlns:a="http://schemas.openxmlformats.org/drawingml/2006/main">
            <a:pPr algn="l"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LocalCopyForMyRank → LocalCopy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118ED59C-FA21-469F-AB4B-67DC3C8E5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162300"/>
            <a:ext cx="26384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HcommThreadNotifyRecordOnThread 〔D3〕</a:t>
            </a:r>
          </a:p>
          <a:p xmlns:a="http://schemas.openxmlformats.org/drawingml/2006/main">
            <a:pPr algn="l">
              <a:def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HcommThreadNotifyWaitOnThread* 〔D3〕</a:t>
            </a:r>
          </a:p>
          <a:p xmlns:a="http://schemas.openxmlformats.org/drawingml/2006/main">
            <a:pPr algn="l">
              <a:def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HcommLocalCopyOnThread 〔D1〕</a:t>
            </a:r>
          </a:p>
          <a:p xmlns:a="http://schemas.openxmlformats.org/drawingml/2006/main">
            <a:pPr algn="l">
              <a:def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按 CCL 容量 / 传输上限分块；拷贝本 Rank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460A0763-54E3-4FB8-874D-E3D493738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162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E8E358EC-BA5C-4831-9193-FA1513080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686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6" name=""/>
          <p:cNvCxnSpPr>
            <a:stCxn xmlns:a="http://schemas.openxmlformats.org/drawingml/2006/main" id="126" idx="2"/>
            <a:endCxn xmlns:a="http://schemas.openxmlformats.org/drawingml/2006/main" id="127" idx="0"/>
          </p:cNvCxnSpPr>
          <p:nvPr/>
        </p:nvCxnSpPr>
        <p:spPr>
          <a:xfrm xmlns:a="http://schemas.openxmlformats.org/drawingml/2006/main">
            <a:off x="9020652" y="3163253"/>
            <a:ext cx="0" cy="522922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797D79"/>
            </a:solidFill>
            <a:prstDash val="solid"/>
          </a:ln>
        </p:spPr>
      </p:cxn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8B7C3511-6055-4696-9F09-1265840A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429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DA0BCD5F-FD19-4FDF-9C54-97461A94B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429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9" name=""/>
          <p:cNvCxnSpPr>
            <a:stCxn xmlns:a="http://schemas.openxmlformats.org/drawingml/2006/main" id="129" idx="3"/>
            <a:endCxn xmlns:a="http://schemas.openxmlformats.org/drawingml/2006/main" id="130" idx="1"/>
          </p:cNvCxnSpPr>
          <p:nvPr/>
        </p:nvCxnSpPr>
        <p:spPr>
          <a:xfrm xmlns:a="http://schemas.openxmlformats.org/drawingml/2006/main">
            <a:off x="8935403" y="3429477"/>
            <a:ext cx="170497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7C631FF6-378F-47E2-BD14-5748676CD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724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9BD4DC4F-570A-40A7-95B4-6E1D38C8F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771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2" name=""/>
          <p:cNvCxnSpPr>
            <a:stCxn xmlns:a="http://schemas.openxmlformats.org/drawingml/2006/main" id="132" idx="2"/>
            <a:endCxn xmlns:a="http://schemas.openxmlformats.org/drawingml/2006/main" id="133" idx="0"/>
          </p:cNvCxnSpPr>
          <p:nvPr/>
        </p:nvCxnSpPr>
        <p:spPr>
          <a:xfrm xmlns:a="http://schemas.openxmlformats.org/drawingml/2006/main">
            <a:off x="6277452" y="3725228"/>
            <a:ext cx="0" cy="4667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A4C90FCD-4109-4223-A4F9-1CF8D95FA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71900"/>
            <a:ext cx="56388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797D79"/>
            </a:solidFill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74E7D349-208E-4B2E-8BC1-3B144F216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71900"/>
            <a:ext cx="563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CBC48483-101B-4542-885E-AC5AA7EE9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781425"/>
            <a:ext cx="5505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10  按轮次 → Peer → Channel → slice 展开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6EC0FF67-A32B-4C30-ADBB-B978F2165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971925"/>
            <a:ext cx="2609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CalcCommRankSetForOneLoop</a:t>
            </a:r>
          </a:p>
          <a:p xmlns:a="http://schemas.openxmlformats.org/drawingml/2006/main">
            <a:pPr algn="l"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RunSendRecvByLoop → CalcDataSplitByPortGroupCommon</a:t>
            </a:r>
          </a:p>
          <a:p xmlns:a="http://schemas.openxmlformats.org/drawingml/2006/main">
            <a:pPr algn="l"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RunSendRecvByChannel → CalcCclBuffIdx</a:t>
            </a:r>
          </a:p>
          <a:p xmlns:a="http://schemas.openxmlformats.org/drawingml/2006/main">
            <a:pPr algn="l"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BuildDataSlices → RunSendRecv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85E2E080-610B-4C4C-9AEE-458634C9B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971925"/>
            <a:ext cx="26384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根据 counts / displs 计算地址与长度</a:t>
            </a:r>
          </a:p>
          <a:p xmlns:a="http://schemas.openxmlformats.org/drawingml/2006/main">
            <a:pPr algn="l">
              <a:def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给每个 Peer 分配 Channel、Thread、CCL 槽</a:t>
            </a:r>
          </a:p>
          <a:p xmlns:a="http://schemas.openxmlformats.org/drawingml/2006/main">
            <a:pPr algn="l">
              <a:def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跨轮复用时做 Thread Notify 同步</a:t>
            </a:r>
          </a:p>
          <a:p xmlns:a="http://schemas.openxmlformats.org/drawingml/2006/main">
            <a:pPr algn="l">
              <a:def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零 slice 跳过；双向 / 单向按 count 分支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B45B0C48-56F2-4C67-BF38-9548342B2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971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9ED07B50-78E1-48BC-80EE-C8B3C71B1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495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0" name=""/>
          <p:cNvCxnSpPr>
            <a:stCxn xmlns:a="http://schemas.openxmlformats.org/drawingml/2006/main" id="140" idx="2"/>
            <a:endCxn xmlns:a="http://schemas.openxmlformats.org/drawingml/2006/main" id="141" idx="0"/>
          </p:cNvCxnSpPr>
          <p:nvPr/>
        </p:nvCxnSpPr>
        <p:spPr>
          <a:xfrm xmlns:a="http://schemas.openxmlformats.org/drawingml/2006/main">
            <a:off x="9020652" y="3972878"/>
            <a:ext cx="0" cy="522922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797D79"/>
            </a:solidFill>
            <a:prstDash val="solid"/>
          </a:ln>
        </p:spPr>
      </p:cxn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4B01550D-77BC-44B1-BC0B-EE64D540A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238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24C4715C-EB74-4CC9-B65F-50B842A8B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238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3" name=""/>
          <p:cNvCxnSpPr>
            <a:stCxn xmlns:a="http://schemas.openxmlformats.org/drawingml/2006/main" id="143" idx="3"/>
            <a:endCxn xmlns:a="http://schemas.openxmlformats.org/drawingml/2006/main" id="144" idx="1"/>
          </p:cNvCxnSpPr>
          <p:nvPr/>
        </p:nvCxnSpPr>
        <p:spPr>
          <a:xfrm xmlns:a="http://schemas.openxmlformats.org/drawingml/2006/main">
            <a:off x="8935403" y="4239102"/>
            <a:ext cx="170497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DE1C9C92-AC9A-40A2-AE8A-8FAF46C6E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533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1B0A1F73-FC9F-4AFA-A5E7-E544A8C76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581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6" name=""/>
          <p:cNvCxnSpPr>
            <a:stCxn xmlns:a="http://schemas.openxmlformats.org/drawingml/2006/main" id="146" idx="2"/>
            <a:endCxn xmlns:a="http://schemas.openxmlformats.org/drawingml/2006/main" id="147" idx="0"/>
          </p:cNvCxnSpPr>
          <p:nvPr/>
        </p:nvCxnSpPr>
        <p:spPr>
          <a:xfrm xmlns:a="http://schemas.openxmlformats.org/drawingml/2006/main">
            <a:off x="6277452" y="4534853"/>
            <a:ext cx="0" cy="4667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1B4A23B0-64E3-4A9D-96CF-4E4A16EEF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81525"/>
            <a:ext cx="56388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797D79"/>
            </a:solidFill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415F015D-F546-4BD6-9A8D-350ABA9CA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81525"/>
            <a:ext cx="563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F8902613-011A-4EE8-B0E2-EBDF0E86D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591050"/>
            <a:ext cx="5505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11  一个 Peer 的 Write 握手与中转拷贝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A2DDA800-4513-42F1-ADA5-B01013163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781550"/>
            <a:ext cx="2609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SendRecvWrite</a:t>
            </a:r>
          </a:p>
          <a:p xmlns:a="http://schemas.openxmlformats.org/drawingml/2006/main">
            <a:pPr algn="l"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① ACK Record → ② ACK Wait → ③ Write</a:t>
            </a:r>
          </a:p>
          <a:p xmlns:a="http://schemas.openxmlformats.org/drawingml/2006/main">
            <a:pPr algn="l"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④ DATA_SIGNAL Record → ⑤ Wait</a:t>
            </a:r>
          </a:p>
          <a:p xmlns:a="http://schemas.openxmlformats.org/drawingml/2006/main">
            <a:pPr algn="l"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PostCopy → LocalCopy：CCL → userOut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E04BA30D-A460-42DF-BC4E-B158CAB4D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781550"/>
            <a:ext cx="26384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HcommChannelNotifyRecordOnThread 〔D3〕</a:t>
            </a:r>
          </a:p>
          <a:p xmlns:a="http://schemas.openxmlformats.org/drawingml/2006/main">
            <a:pPr algn="l">
              <a:def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HcommChannelNotifyWaitOnThread* 〔D3〕</a:t>
            </a:r>
          </a:p>
          <a:p xmlns:a="http://schemas.openxmlformats.org/drawingml/2006/main">
            <a:pPr algn="l">
              <a:def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HcommWriteOnThread 〔D1〕：逐非零 slice</a:t>
            </a:r>
          </a:p>
          <a:p xmlns:a="http://schemas.openxmlformats.org/drawingml/2006/main">
            <a:pPr algn="l">
              <a:def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HcommLocalCopyOnThread 〔D1〕：接收后拷贝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CB99AF1C-0AD7-4878-851E-EC7B3230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781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23A77750-8DE1-4CBC-B01E-77E42D0F3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5305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4" name=""/>
          <p:cNvCxnSpPr>
            <a:stCxn xmlns:a="http://schemas.openxmlformats.org/drawingml/2006/main" id="154" idx="2"/>
            <a:endCxn xmlns:a="http://schemas.openxmlformats.org/drawingml/2006/main" id="155" idx="0"/>
          </p:cNvCxnSpPr>
          <p:nvPr/>
        </p:nvCxnSpPr>
        <p:spPr>
          <a:xfrm xmlns:a="http://schemas.openxmlformats.org/drawingml/2006/main">
            <a:off x="9020652" y="4782503"/>
            <a:ext cx="0" cy="522922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797D79"/>
            </a:solidFill>
            <a:prstDash val="solid"/>
          </a:ln>
        </p:spPr>
      </p:cxn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0CC897AD-0838-4A1E-BA6E-A067E5C3A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048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B49E2FD6-FF05-4851-B23B-A0D5B6C29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048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7" name=""/>
          <p:cNvCxnSpPr>
            <a:stCxn xmlns:a="http://schemas.openxmlformats.org/drawingml/2006/main" id="157" idx="3"/>
            <a:endCxn xmlns:a="http://schemas.openxmlformats.org/drawingml/2006/main" id="158" idx="1"/>
          </p:cNvCxnSpPr>
          <p:nvPr/>
        </p:nvCxnSpPr>
        <p:spPr>
          <a:xfrm xmlns:a="http://schemas.openxmlformats.org/drawingml/2006/main">
            <a:off x="8935403" y="5048727"/>
            <a:ext cx="170497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915ACF68-29E5-4266-BC57-C66BBF689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5343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5500FB3B-FE30-4460-B0B9-E526312DD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5391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50" name=""/>
          <p:cNvCxnSpPr>
            <a:stCxn xmlns:a="http://schemas.openxmlformats.org/drawingml/2006/main" id="160" idx="2"/>
            <a:endCxn xmlns:a="http://schemas.openxmlformats.org/drawingml/2006/main" id="161" idx="0"/>
          </p:cNvCxnSpPr>
          <p:nvPr/>
        </p:nvCxnSpPr>
        <p:spPr>
          <a:xfrm xmlns:a="http://schemas.openxmlformats.org/drawingml/2006/main">
            <a:off x="6277452" y="5344478"/>
            <a:ext cx="0" cy="4667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9414A9F8-252E-40F7-9C82-6C46DC668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91150"/>
            <a:ext cx="56388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239">
            <a:solidFill>
              <a:srgbClr val="797D79"/>
            </a:solidFill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BF08E895-47AE-4814-9430-12F613D32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91150"/>
            <a:ext cx="563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13BC0F8E-3BCD-436B-87D0-9CF99EE44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400675"/>
            <a:ext cx="5505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8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12  汇合线程、通知 Host、提交任务并释放</a:t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2095AF99-CB76-4AB4-8161-5209A17F9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591175"/>
            <a:ext cx="2609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PostSyncInterThreads（多线程）</a:t>
            </a:r>
          </a:p>
          <a:p xmlns:a="http://schemas.openxmlformats.org/drawingml/2006/main">
            <a:pPr algn="l"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逐层返回 Template → Executor → Kernel</a:t>
            </a:r>
          </a:p>
          <a:p xmlns:a="http://schemas.openxmlformats.org/drawingml/2006/main">
            <a:pPr algn="l"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主线程记录完成通知，匹配 06 的 Host Wait</a:t>
            </a:r>
          </a:p>
          <a:p xmlns:a="http://schemas.openxmlformats.org/drawingml/2006/main">
            <a:pPr algn="l"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运行保护释放 ≠ 通信域 / Channel 销毁</a:t>
            </a:r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C0B8EC80-CDAF-40C1-88E9-E0C359481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591175"/>
            <a:ext cx="26384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HcommThreadNotifyWait/RecordOnThread 〔D3〕</a:t>
            </a:r>
          </a:p>
          <a:p xmlns:a="http://schemas.openxmlformats.org/drawingml/2006/main">
            <a:pPr algn="l">
              <a:def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HcommThreadNotifyRecordOnThread 〔D3〕</a:t>
            </a:r>
          </a:p>
          <a:p xmlns:a="http://schemas.openxmlformats.org/drawingml/2006/main">
            <a:pPr algn="l">
              <a:def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HcommBatchModeEnd 〔D4〕</a:t>
            </a:r>
          </a:p>
          <a:p xmlns:a="http://schemas.openxmlformats.org/drawingml/2006/main">
            <a:pPr algn="l">
              <a:def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3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HcommReleaseComm 〔D4〕</a:t>
            </a:r>
          </a:p>
        </p:txBody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7C5E3384-EDAC-4E28-A5C4-7E024D89A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5591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1CAF422C-D960-42C1-812B-D42D19371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611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58" name=""/>
          <p:cNvCxnSpPr>
            <a:stCxn xmlns:a="http://schemas.openxmlformats.org/drawingml/2006/main" id="168" idx="2"/>
            <a:endCxn xmlns:a="http://schemas.openxmlformats.org/drawingml/2006/main" id="169" idx="0"/>
          </p:cNvCxnSpPr>
          <p:nvPr/>
        </p:nvCxnSpPr>
        <p:spPr>
          <a:xfrm xmlns:a="http://schemas.openxmlformats.org/drawingml/2006/main">
            <a:off x="9020652" y="5592128"/>
            <a:ext cx="0" cy="522922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797D79"/>
            </a:solidFill>
            <a:prstDash val="solid"/>
          </a:ln>
        </p:spPr>
      </p:cxn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79C77893-533A-47D4-9E1E-795A3447F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857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CD22A187-9F70-4050-9F5B-4A1144095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857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1" name=""/>
          <p:cNvCxnSpPr>
            <a:stCxn xmlns:a="http://schemas.openxmlformats.org/drawingml/2006/main" id="171" idx="3"/>
            <a:endCxn xmlns:a="http://schemas.openxmlformats.org/drawingml/2006/main" id="172" idx="1"/>
          </p:cNvCxnSpPr>
          <p:nvPr/>
        </p:nvCxnSpPr>
        <p:spPr>
          <a:xfrm xmlns:a="http://schemas.openxmlformats.org/drawingml/2006/main">
            <a:off x="8935403" y="5858352"/>
            <a:ext cx="170497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3E9126E7-C21D-4290-B790-343148967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781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B60A8119-C79B-4EBC-A48C-6F1143169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781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4" name=""/>
          <p:cNvCxnSpPr>
            <a:stCxn xmlns:a="http://schemas.openxmlformats.org/drawingml/2006/main" id="174" idx="3"/>
            <a:endCxn xmlns:a="http://schemas.openxmlformats.org/drawingml/2006/main" id="175" idx="1"/>
          </p:cNvCxnSpPr>
          <p:nvPr/>
        </p:nvCxnSpPr>
        <p:spPr>
          <a:xfrm xmlns:a="http://schemas.openxmlformats.org/drawingml/2006/main">
            <a:off x="5925503" y="5782152"/>
            <a:ext cx="13239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31C25"/>
            </a:solidFill>
            <a:prstDash val="solid"/>
          </a:ln>
        </p:spPr>
      </p:cxn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0053A52C-C0F3-4EF8-998C-D494E5A8A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781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FD62BCCE-4B8D-4CE0-B717-35A4C63B5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428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7" name=""/>
          <p:cNvCxnSpPr>
            <a:stCxn xmlns:a="http://schemas.openxmlformats.org/drawingml/2006/main" id="177" idx="0"/>
            <a:endCxn xmlns:a="http://schemas.openxmlformats.org/drawingml/2006/main" id="178" idx="2"/>
          </p:cNvCxnSpPr>
          <p:nvPr/>
        </p:nvCxnSpPr>
        <p:spPr>
          <a:xfrm xmlns:a="http://schemas.openxmlformats.org/drawingml/2006/main" flipV="1">
            <a:off x="6058377" y="1429703"/>
            <a:ext cx="0" cy="435197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31C25"/>
            </a:solidFill>
            <a:prstDash val="solid"/>
          </a:ln>
        </p:spPr>
      </p:cxn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AA34503A-4E18-4394-B3B9-BF86CF7EE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428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D0AA4611-2143-40C4-BF25-50FC77310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0" name=""/>
          <p:cNvCxnSpPr>
            <a:stCxn xmlns:a="http://schemas.openxmlformats.org/drawingml/2006/main" id="180" idx="3"/>
            <a:endCxn xmlns:a="http://schemas.openxmlformats.org/drawingml/2006/main" id="181" idx="1"/>
          </p:cNvCxnSpPr>
          <p:nvPr/>
        </p:nvCxnSpPr>
        <p:spPr>
          <a:xfrm xmlns:a="http://schemas.openxmlformats.org/drawingml/2006/main">
            <a:off x="6058853" y="1429227"/>
            <a:ext cx="13239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31C25"/>
            </a:solidFill>
            <a:prstDash val="solid"/>
            <a:tailEnd type="triangle" w="sm" len="sm"/>
          </a:ln>
        </p:spPr>
      </p:cxn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FA471FE1-BD46-456D-8493-21B3E28DC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286500"/>
            <a:ext cx="11620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059C83CC-6BF1-4921-820B-A6592D9A5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305550"/>
            <a:ext cx="11468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C1 通信域资源｜C2 内存｜C3 拓扑｜D1 搬运｜D3 同步｜D4 执行控制；“*”为默认超时 / 显式超时二选一。完整符号、条件和代码行见备注。</a:t>
            </a:r>
          </a:p>
        </p:txBody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FBCC0BC6-550D-4154-A2AE-BC9D89DA2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9343B9E3-3126-4608-8C35-57FBD8BB5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5" name=""/>
          <p:cNvCxnSpPr>
            <a:stCxn xmlns:a="http://schemas.openxmlformats.org/drawingml/2006/main" id="185" idx="3"/>
            <a:endCxn xmlns:a="http://schemas.openxmlformats.org/drawingml/2006/main" id="186" idx="1"/>
          </p:cNvCxnSpPr>
          <p:nvPr/>
        </p:nvCxnSpPr>
        <p:spPr>
          <a:xfrm xmlns:a="http://schemas.openxmlformats.org/drawingml/2006/main">
            <a:off x="286703" y="657272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797D79"/>
            </a:solidFill>
            <a:prstDash val="solid"/>
          </a:ln>
        </p:spPr>
      </p:cxn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D7550B33-A12C-4DB2-A899-5EA1A50CF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0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23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623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展开：第 3 页 Host / 资源、第 4 页 AICPU / 数据；源码 op_common.cc:780,1005,1285–2091；kernel_launch.cc:348–725；Mesh Template:167–411。</a:t>
            </a:r>
          </a:p>
        </p:txBody>
      </p:sp>
    </p:spTree>
    <p:extLst>
      <p:ext uri="{BB962C8B-B14F-4D97-AF65-F5344CB8AC3E}">
        <p14:creationId xmlns:p14="http://schemas.microsoft.com/office/powerpoint/2010/main" val="5851320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B73FA6E8-FE17-4B89-99E7-C683E3667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AllToAll · Host 侧展开：参数如何变成设备可用的资源与任务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62133E-920E-43DA-8FA3-E2287D993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61975"/>
            <a:ext cx="1114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对应总图 01–06；实线 → 是下钻调用，虚线 ← 是返回产物；资源缓存命中可绕过第 ④–⑥ 行的重新申请。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64FC63-C317-4621-89D2-EC5A1A859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561975"/>
            <a:ext cx="371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3BE978-BE86-499C-90EE-03F8EE8E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866775"/>
            <a:ext cx="461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41464D-219B-48A7-86C6-CAFA167EF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87630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 / Host：上层算子、调度与资源组织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4C46A1-D239-483A-BF3C-49926E5E2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866775"/>
            <a:ext cx="6724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ED6B02-286E-4863-8E27-370C7D840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876300"/>
            <a:ext cx="659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 控制面 / ACL Runtime：具体接口、处理与返回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F9294B-AE38-4072-AF32-BBA2BD313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162050"/>
            <a:ext cx="4610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D8D0E4-F112-4B70-94F9-915543CF0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162050"/>
            <a:ext cx="6724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FCA0AA-18D7-47B5-8A6D-776C23E0C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162050"/>
            <a:ext cx="46101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0C7585-49A9-4726-B2D2-5F81E340B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171575"/>
            <a:ext cx="4476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① 算子入口与参数归一化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458B45-F515-4ACF-A2FF-9E3AA202C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343025"/>
            <a:ext cx="44481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9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9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HcclAlltoAll → ConvertAlltoAllParam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4251B5-A752-4066-B17E-D9A0F3141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469708"/>
            <a:ext cx="44481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AlltoAllVOutPlace → AlltoAllVOutPlaceCommon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4BA336-A2E2-460B-9470-6E8BF36F6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596390"/>
            <a:ext cx="44481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AlltoAllVConstructOpParam → AlltoAllVExecDispatch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1B0478-BAD0-4F58-8E95-49D79B4AA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1200150"/>
            <a:ext cx="6553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HcclGetRankSize / HcclGetRankId〔C3〕；HcclGetCommName〔C1〕：确定通信域与成员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49C5AD-6565-41D2-882A-8EF138239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1371600"/>
            <a:ext cx="6553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HcclGetOpExpansionMode → HcclConfigGetInfo〔C1〕：读取展开配置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8A6787-4BA0-4D18-9882-0CF20F181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1543050"/>
            <a:ext cx="6553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产物：OpParam + sendCounts / recvCounts / sdispls / rdispls；count 为元素数，地址偏移换算成字节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8BDFD0-3847-40DC-9AB8-1EBD3358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409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C27839-73AF-4A03-A86D-A67532911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1409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2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4906328" y="1410177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C6CCDF-E8FE-4D97-ACCA-D5FEE1DA4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1609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284251-8DCE-4B3F-AE86-7643339B4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609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5" name=""/>
          <p:cNvCxnSpPr>
            <a:stCxn xmlns:a="http://schemas.openxmlformats.org/drawingml/2006/main" id="21" idx="1"/>
            <a:endCxn xmlns:a="http://schemas.openxmlformats.org/drawingml/2006/main" id="22" idx="3"/>
          </p:cNvCxnSpPr>
          <p:nvPr/>
        </p:nvCxnSpPr>
        <p:spPr>
          <a:xfrm xmlns:a="http://schemas.openxmlformats.org/drawingml/2006/main" flipH="1">
            <a:off x="4906328" y="1610202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575D60"/>
            </a:solidFill>
            <a:prstDash val="dash"/>
            <a:tailEnd type="triangle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EDA0C3-F6A3-4B49-80F0-2F5E4EDA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18AC63-A7F9-42FF-B731-F2F427060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1800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8" name=""/>
          <p:cNvCxnSpPr>
            <a:stCxn xmlns:a="http://schemas.openxmlformats.org/drawingml/2006/main" id="24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314802" y="1753553"/>
            <a:ext cx="0" cy="4667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5D8B87-51F8-4952-993C-0DE3111FB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800225"/>
            <a:ext cx="4610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350114-5C6B-43AC-8E1B-EA24FB9B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0225"/>
            <a:ext cx="6724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67448C-9440-4AA4-B3A4-848730CA6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800225"/>
            <a:ext cx="46101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5CFD9E-F0FA-4893-A213-6349F5133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809750"/>
            <a:ext cx="4476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② 拓扑查询与算法选择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12456E-FD13-492C-9032-DC533DA65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981200"/>
            <a:ext cx="44481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9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9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Selector → HcclCalcTopoInfo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17AEF0D-89CA-4DE5-B348-C6880F53D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107883"/>
            <a:ext cx="44481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miss：InitRankInfo → topoInfo.Serialize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6D0CFED-B431-42E7-896A-C807EC6AB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234565"/>
            <a:ext cx="44481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普通 Mesh 分支 → algName + topoInfo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20A28A4-0DC8-43C4-A45A-6113E9CFB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1838325"/>
            <a:ext cx="6553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HcclEngineCtxGet〔C1〕：hit 时 DeSerialize；miss 才查完整拓扑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525271A-FF3C-4E14-89C0-5CE1BAE32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009775"/>
            <a:ext cx="6553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HcclRankGraphGetLayers / GetInstSizeByLayer / GetInstTopoTypeByLayer〔C3〕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842A1EE-DE33-494F-8C0A-FD2818B9B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181225"/>
            <a:ext cx="6553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HcclRankGraphGetRanksByLayer / GetLinks〔C3〕等 → HcclEngineCtxCreate〔C1〕保存拓扑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29A21C2-56DC-4419-BB38-61B8D6F21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047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81232A6-2984-4711-84A5-38BC49351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047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1" name=""/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4906328" y="2048352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D1A0973-4153-40AC-A092-92E92888C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247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8854551-8B3D-4DA5-9185-D4FF4C0A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247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4" name=""/>
          <p:cNvCxnSpPr>
            <a:stCxn xmlns:a="http://schemas.openxmlformats.org/drawingml/2006/main" id="40" idx="1"/>
            <a:endCxn xmlns:a="http://schemas.openxmlformats.org/drawingml/2006/main" id="41" idx="3"/>
          </p:cNvCxnSpPr>
          <p:nvPr/>
        </p:nvCxnSpPr>
        <p:spPr>
          <a:xfrm xmlns:a="http://schemas.openxmlformats.org/drawingml/2006/main" flipH="1">
            <a:off x="4906328" y="2248377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575D60"/>
            </a:solidFill>
            <a:prstDash val="dash"/>
            <a:tailEnd type="triangle" w="sm" len="sm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25A6715-3405-4262-BF2E-A1B78DDC6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390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8A35592-BE6A-4EC2-993D-1C3AD92AC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438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7" name=""/>
          <p:cNvCxnSpPr>
            <a:stCxn xmlns:a="http://schemas.openxmlformats.org/drawingml/2006/main" id="43" idx="2"/>
            <a:endCxn xmlns:a="http://schemas.openxmlformats.org/drawingml/2006/main" id="44" idx="0"/>
          </p:cNvCxnSpPr>
          <p:nvPr/>
        </p:nvCxnSpPr>
        <p:spPr>
          <a:xfrm xmlns:a="http://schemas.openxmlformats.org/drawingml/2006/main">
            <a:off x="314802" y="2391728"/>
            <a:ext cx="0" cy="4667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5446D12-8681-41BC-96B5-3F7F3371C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438400"/>
            <a:ext cx="4610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EC32B6C-4410-4F5A-9305-FB063E1BB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38400"/>
            <a:ext cx="6724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21E8EA8-E1D6-4F6F-8D81-7E2AD2409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438400"/>
            <a:ext cx="46101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B57BB8F-99BC-459E-B9FA-749D6BCB1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2447925"/>
            <a:ext cx="4476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③ 用户流绑定与算法资源查询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92FF4F8-9D3E-43AB-8B57-BB9352765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619375"/>
            <a:ext cx="44481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9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9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HcclExecOp → CollAlgExecRegistryV2::GetAlgExec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64D60E5-1AD2-4BAE-A194-3CA829C1B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746058"/>
            <a:ext cx="44481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HcclGetAlgRes → GetAlgoMeta → TryReuseResource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36810C5-D150-4479-9F82-C38D45BFB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872740"/>
            <a:ext cx="44481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算法资源 hit：取 resCtxSequence / ctxSize，转⑦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325BFA4-EDA2-45A1-87D1-D41C5E25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476500"/>
            <a:ext cx="6553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HcclThreadAcquireWithStream〔C1〕：将用户 aclrtStream 关联到 CPU_TS Thread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05678CD-35E5-4997-873E-BB591ED54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647950"/>
            <a:ext cx="6553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HcclThreadExportToCommEngine〔C1〕：CPU_TS → AICPU_TS，得到 exportedAicpuTsThread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222B315-F4BC-4FEA-A4FA-92A808A45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819400"/>
            <a:ext cx="6553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HcclEngineCtxGet(algTag, AICPU_TS)〔C1〕：查询算法资源，不与②的拓扑缓存混淆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2862E85-75FD-4ECF-9C32-FB7A22B4D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686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B3102D1-3EF7-4134-9091-06EB05D87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686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0" name=""/>
          <p:cNvCxnSpPr>
            <a:stCxn xmlns:a="http://schemas.openxmlformats.org/drawingml/2006/main" id="56" idx="3"/>
            <a:endCxn xmlns:a="http://schemas.openxmlformats.org/drawingml/2006/main" id="57" idx="1"/>
          </p:cNvCxnSpPr>
          <p:nvPr/>
        </p:nvCxnSpPr>
        <p:spPr>
          <a:xfrm xmlns:a="http://schemas.openxmlformats.org/drawingml/2006/main">
            <a:off x="4906328" y="2686527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023F733-6293-4B5A-BC79-5100F73D8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886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4ACDFE4-9275-4391-9D29-14C2028B3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886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3" name=""/>
          <p:cNvCxnSpPr>
            <a:stCxn xmlns:a="http://schemas.openxmlformats.org/drawingml/2006/main" id="59" idx="1"/>
            <a:endCxn xmlns:a="http://schemas.openxmlformats.org/drawingml/2006/main" id="60" idx="3"/>
          </p:cNvCxnSpPr>
          <p:nvPr/>
        </p:nvCxnSpPr>
        <p:spPr>
          <a:xfrm xmlns:a="http://schemas.openxmlformats.org/drawingml/2006/main" flipH="1">
            <a:off x="4906328" y="2886552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575D60"/>
            </a:solidFill>
            <a:prstDash val="dash"/>
            <a:tailEnd type="triangle" w="sm" len="sm"/>
          </a:ln>
        </p:spPr>
      </p:cxn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EE51EAC-E374-4B0C-B698-06E82CF8C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028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FF51B3B-1B18-4566-B42A-DD6564F6C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076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6" name=""/>
          <p:cNvCxnSpPr>
            <a:stCxn xmlns:a="http://schemas.openxmlformats.org/drawingml/2006/main" id="62" idx="2"/>
            <a:endCxn xmlns:a="http://schemas.openxmlformats.org/drawingml/2006/main" id="63" idx="0"/>
          </p:cNvCxnSpPr>
          <p:nvPr/>
        </p:nvCxnSpPr>
        <p:spPr>
          <a:xfrm xmlns:a="http://schemas.openxmlformats.org/drawingml/2006/main">
            <a:off x="314802" y="3029903"/>
            <a:ext cx="0" cy="4667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5E4F971-3684-4BA1-A772-426E47035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076575"/>
            <a:ext cx="4610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3619BA3-666E-440C-8C10-A385E0484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76575"/>
            <a:ext cx="6724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F7EBBF9-49D3-44D0-A138-E78969623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076575"/>
            <a:ext cx="46101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22876A8-A448-4D2E-9363-E4B5ADD02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086100"/>
            <a:ext cx="4476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④ 计算需求与线程申请（miss）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9D60959-54A7-4BA1-AA8F-01DBE3987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257550"/>
            <a:ext cx="44481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9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9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CalcAlgHierarchyInfoV2 → MatchTopo → CalcRes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485DE52-94A8-417F-8F1C-7286F9F7B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384233"/>
            <a:ext cx="44481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GetAlgResWithEngine → GetAlgResAICPU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601FA33-88E4-40FB-A92C-95700A46C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510915"/>
            <a:ext cx="44481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HcclAllocAlgResourceAICPU → HcclGetThread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6191125-E5B8-478B-806D-68E609ACE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114675"/>
            <a:ext cx="6553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HcclGetHcclBuffer〔C2〕：取本地 CCL 地址 / 容量，影响后续大块切分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241E624-BDD9-49EC-B08F-CF2348916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286125"/>
            <a:ext cx="6553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HcclGetAicpuThread → ThreadConfigInit → HcclThreadAcquireWithConfig〔C1〕（或 Acquire）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D81D347-F369-4BE7-ADFA-F69BD9E89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457575"/>
            <a:ext cx="6553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产物：主 / 从 Thread、Notify 数；主线程为 Host 同步额外留一个 Notify；unfold 线程缺失才补充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E7315C4-6B23-4698-A52E-1C12A629B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324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F7533D0-5F47-49E0-A002-9A788EACA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3324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9" name=""/>
          <p:cNvCxnSpPr>
            <a:stCxn xmlns:a="http://schemas.openxmlformats.org/drawingml/2006/main" id="75" idx="3"/>
            <a:endCxn xmlns:a="http://schemas.openxmlformats.org/drawingml/2006/main" id="76" idx="1"/>
          </p:cNvCxnSpPr>
          <p:nvPr/>
        </p:nvCxnSpPr>
        <p:spPr>
          <a:xfrm xmlns:a="http://schemas.openxmlformats.org/drawingml/2006/main">
            <a:off x="4906328" y="3324702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8A50E9C-1CA2-4F6E-ADA9-7548B09A4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3524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B0E0547-870A-4AB4-9D93-CF0528811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524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2" name=""/>
          <p:cNvCxnSpPr>
            <a:stCxn xmlns:a="http://schemas.openxmlformats.org/drawingml/2006/main" id="78" idx="1"/>
            <a:endCxn xmlns:a="http://schemas.openxmlformats.org/drawingml/2006/main" id="79" idx="3"/>
          </p:cNvCxnSpPr>
          <p:nvPr/>
        </p:nvCxnSpPr>
        <p:spPr>
          <a:xfrm xmlns:a="http://schemas.openxmlformats.org/drawingml/2006/main" flipH="1">
            <a:off x="4906328" y="3524727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575D60"/>
            </a:solidFill>
            <a:prstDash val="dash"/>
            <a:tailEnd type="triangle" w="sm" len="sm"/>
          </a:ln>
        </p:spPr>
      </p:cxn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1ABAEE8-5C5A-4364-95A5-CE784353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667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B0DFD34-6552-4FB3-A08C-DE7FBD1E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714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5" name=""/>
          <p:cNvCxnSpPr>
            <a:stCxn xmlns:a="http://schemas.openxmlformats.org/drawingml/2006/main" id="81" idx="2"/>
            <a:endCxn xmlns:a="http://schemas.openxmlformats.org/drawingml/2006/main" id="82" idx="0"/>
          </p:cNvCxnSpPr>
          <p:nvPr/>
        </p:nvCxnSpPr>
        <p:spPr>
          <a:xfrm xmlns:a="http://schemas.openxmlformats.org/drawingml/2006/main">
            <a:off x="314802" y="3668078"/>
            <a:ext cx="0" cy="4667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C7E3E6C-15C5-4A97-95FA-B130F0DB9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714750"/>
            <a:ext cx="4610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04249E9-BF4C-4C6C-BA3D-108E74886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714750"/>
            <a:ext cx="6724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23A66A1-20C0-4EFA-8E51-C65C8073A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714750"/>
            <a:ext cx="46101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D01A3F2-B198-4701-B9E0-39D729CB2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724275"/>
            <a:ext cx="4476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⑤ Peer 建链、内存映射与一致性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39C0B44-490D-44EB-8A88-441C3E1DC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895725"/>
            <a:ext cx="44481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9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9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HcclGetChannel → HcclGetChannelImpl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79E39AF3-F3D1-478D-B698-D848DDEB9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022408"/>
            <a:ext cx="44481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AddExchangeInfo（可选）→ BuildChannelInfo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75C5DABE-CF96-40C7-B937-A0C62FB6C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149090"/>
            <a:ext cx="44481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FillOpExchangeInfo → CompareOpExchangeInfos（按需）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BE4921A-37D2-4947-9DF0-744FF3F1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752850"/>
            <a:ext cx="6553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HcclChannelAcquire〔C1〕→ Endpoint / Mem / CollectiveChannel 按缺失准备（第 5 页展开）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3D37E0C-69E8-4977-B8AD-B2EB0220A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924300"/>
            <a:ext cx="6553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HcclRankGraphGetEndpointInfo〔C3〕：回填链路端点；HcclChannelGetHcclBuffer〔C2〕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D727DDE9-38DD-4E60-BD83-7E8F9E64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4095750"/>
            <a:ext cx="6553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内部 HcommChannelGetRemoteMems〔C2〕→ remoteCclMem；按能力 HcclCommAddExchangeInfo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A291CFE3-52AE-4C15-95C5-CDADB72CD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962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DED93F8-81C3-436E-BCA3-F32C65B16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3962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8" name=""/>
          <p:cNvCxnSpPr>
            <a:stCxn xmlns:a="http://schemas.openxmlformats.org/drawingml/2006/main" id="94" idx="3"/>
            <a:endCxn xmlns:a="http://schemas.openxmlformats.org/drawingml/2006/main" id="95" idx="1"/>
          </p:cNvCxnSpPr>
          <p:nvPr/>
        </p:nvCxnSpPr>
        <p:spPr>
          <a:xfrm xmlns:a="http://schemas.openxmlformats.org/drawingml/2006/main">
            <a:off x="4906328" y="3962877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8D09E74B-3659-48CA-9C24-3100D7519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4162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F8FA255-A850-40D5-87A4-C8CF28AE8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162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1" name=""/>
          <p:cNvCxnSpPr>
            <a:stCxn xmlns:a="http://schemas.openxmlformats.org/drawingml/2006/main" id="97" idx="1"/>
            <a:endCxn xmlns:a="http://schemas.openxmlformats.org/drawingml/2006/main" id="98" idx="3"/>
          </p:cNvCxnSpPr>
          <p:nvPr/>
        </p:nvCxnSpPr>
        <p:spPr>
          <a:xfrm xmlns:a="http://schemas.openxmlformats.org/drawingml/2006/main" flipH="1">
            <a:off x="4906328" y="4162902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575D60"/>
            </a:solidFill>
            <a:prstDash val="dash"/>
            <a:tailEnd type="triangle" w="sm" len="sm"/>
          </a:ln>
        </p:spPr>
      </p:cxn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EB4C3F6-8269-483C-B1D2-73A7B7E77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305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53DF133-DA74-428C-9868-BF255D91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352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4" name=""/>
          <p:cNvCxnSpPr>
            <a:stCxn xmlns:a="http://schemas.openxmlformats.org/drawingml/2006/main" id="100" idx="2"/>
            <a:endCxn xmlns:a="http://schemas.openxmlformats.org/drawingml/2006/main" id="101" idx="0"/>
          </p:cNvCxnSpPr>
          <p:nvPr/>
        </p:nvCxnSpPr>
        <p:spPr>
          <a:xfrm xmlns:a="http://schemas.openxmlformats.org/drawingml/2006/main">
            <a:off x="314802" y="4306253"/>
            <a:ext cx="0" cy="4667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B676D5E8-2783-40F6-ADA7-BF4283BA3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352925"/>
            <a:ext cx="4610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E45EA4B6-75A4-49F6-BDD1-DBF907EEF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352925"/>
            <a:ext cx="6724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9AD262FB-6D4A-4891-847E-292B7C3BE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352925"/>
            <a:ext cx="46101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755260DE-0B35-40B2-9E31-15BB9EE28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362450"/>
            <a:ext cx="4476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⑥ 资源序列化、复制到设备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FA258784-DA29-4D3C-A68C-F15067BE5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533900"/>
            <a:ext cx="44481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9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9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resCtxHost.Serialize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9A703629-850D-4F6F-9A4D-655C10C7D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660583"/>
            <a:ext cx="44481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HcclMemcpyCtxHostToDevice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9E22FD0D-9C1C-4005-A57D-F2714C041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787265"/>
            <a:ext cx="44481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缓存内容是资源描述，不是 AllToAll 的用户 payload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40DF82C7-3C6E-4716-9D80-BF7C2B379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4391025"/>
            <a:ext cx="6553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HcclEngineCtxCreate(algTag, AICPU_TS)〔C1〕：分配设备侧上下文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20E17051-82F5-4440-9B36-5A37C7DE2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4562475"/>
            <a:ext cx="6553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HcclEngineCtxCopy〔C1〕：Host 序列化描述 → Device；返回 resCtxSequence + ctxSize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598A56BC-94CA-4CCD-892C-DA6B97CC1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4733925"/>
            <a:ext cx="6553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描述包含：Thread / Channel 句柄、CCL 地址、拓扑与算法分层信息、Notify 数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8D34D93E-29EB-4F4C-88EF-1D65ACA78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600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1427DA8B-C3AE-4C36-89F6-7F161F4BA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4600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7" name=""/>
          <p:cNvCxnSpPr>
            <a:stCxn xmlns:a="http://schemas.openxmlformats.org/drawingml/2006/main" id="113" idx="3"/>
            <a:endCxn xmlns:a="http://schemas.openxmlformats.org/drawingml/2006/main" id="114" idx="1"/>
          </p:cNvCxnSpPr>
          <p:nvPr/>
        </p:nvCxnSpPr>
        <p:spPr>
          <a:xfrm xmlns:a="http://schemas.openxmlformats.org/drawingml/2006/main">
            <a:off x="4906328" y="4601052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93EA5AE8-0921-460B-8A67-7AA2E636B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4800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8B1FF8A4-4305-49D6-AC50-B0B40357C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800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0" name=""/>
          <p:cNvCxnSpPr>
            <a:stCxn xmlns:a="http://schemas.openxmlformats.org/drawingml/2006/main" id="116" idx="1"/>
            <a:endCxn xmlns:a="http://schemas.openxmlformats.org/drawingml/2006/main" id="117" idx="3"/>
          </p:cNvCxnSpPr>
          <p:nvPr/>
        </p:nvCxnSpPr>
        <p:spPr>
          <a:xfrm xmlns:a="http://schemas.openxmlformats.org/drawingml/2006/main" flipH="1">
            <a:off x="4906328" y="4801077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575D60"/>
            </a:solidFill>
            <a:prstDash val="dash"/>
            <a:tailEnd type="triangle" w="sm" len="sm"/>
          </a:ln>
        </p:spPr>
      </p:cxn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87E72B8D-CB16-450A-A26D-FD8D42717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943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0D270B51-3008-4D09-B275-34EB130AE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991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3" name=""/>
          <p:cNvCxnSpPr>
            <a:stCxn xmlns:a="http://schemas.openxmlformats.org/drawingml/2006/main" id="119" idx="2"/>
            <a:endCxn xmlns:a="http://schemas.openxmlformats.org/drawingml/2006/main" id="120" idx="0"/>
          </p:cNvCxnSpPr>
          <p:nvPr/>
        </p:nvCxnSpPr>
        <p:spPr>
          <a:xfrm xmlns:a="http://schemas.openxmlformats.org/drawingml/2006/main">
            <a:off x="314802" y="4944428"/>
            <a:ext cx="0" cy="4667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3ED12982-72BB-4127-98D9-7871DA466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991100"/>
            <a:ext cx="4610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0C69CC69-232E-4A02-A652-821C79B72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991100"/>
            <a:ext cx="6724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B76C9796-B0D7-4A0E-8AB5-3E8DF4A9B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991100"/>
            <a:ext cx="46101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0DEFDA3A-2F5B-4ADE-B2C1-F6F45F757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5000625"/>
            <a:ext cx="4476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⑦ 反向导出线程、Host 就绪通知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3DFB8BA5-58E3-40C2-971C-12E9ADF13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172075"/>
            <a:ext cx="44481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9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9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GetMainThreadInfo / GetUnfoldThreadInfo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82E140C1-C07A-4417-A3DD-DC25FE5BD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298758"/>
            <a:ext cx="44481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HcclAicpuKernelEntranceLaunch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F87B5319-F097-4C8F-859C-272AA6643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425440"/>
            <a:ext cx="44481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可选 HcclOrderLaunchToOrderStream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CB9E5954-A985-4F37-B9EF-6D608EC54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5029200"/>
            <a:ext cx="6553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HcclThreadExportToCommEngine〔C1〕：AICPU 主线程 → CPU_TS，得到 exportedCpuTsThread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CBBDBE1C-E01F-40B1-9AA2-5CFFFE61B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5200650"/>
            <a:ext cx="6553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HcommThreadNotifyRecordOnThread(cpuTsThread, exportedCpuTsThread, mainNotify-1)〔D3〕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1A76699B-9E2A-48E1-B910-5583AEC9B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5372100"/>
            <a:ext cx="6553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通知语义：用户流前序输入已就绪；AICPU 的 OpOrchestrate 在对应 Notify 上 Wait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96323A17-FF22-455D-9E53-527C12E05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238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3CDE4094-C6DC-4110-BB8C-540DD7D9C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5238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6" name=""/>
          <p:cNvCxnSpPr>
            <a:stCxn xmlns:a="http://schemas.openxmlformats.org/drawingml/2006/main" id="132" idx="3"/>
            <a:endCxn xmlns:a="http://schemas.openxmlformats.org/drawingml/2006/main" id="133" idx="1"/>
          </p:cNvCxnSpPr>
          <p:nvPr/>
        </p:nvCxnSpPr>
        <p:spPr>
          <a:xfrm xmlns:a="http://schemas.openxmlformats.org/drawingml/2006/main">
            <a:off x="4906328" y="5239227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A6C83F7D-AA82-47B4-97E5-69C1AC558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5438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9F6BCE9C-0241-47B5-8C4E-9ED7C5573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438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9" name=""/>
          <p:cNvCxnSpPr>
            <a:stCxn xmlns:a="http://schemas.openxmlformats.org/drawingml/2006/main" id="135" idx="1"/>
            <a:endCxn xmlns:a="http://schemas.openxmlformats.org/drawingml/2006/main" id="136" idx="3"/>
          </p:cNvCxnSpPr>
          <p:nvPr/>
        </p:nvCxnSpPr>
        <p:spPr>
          <a:xfrm xmlns:a="http://schemas.openxmlformats.org/drawingml/2006/main" flipH="1">
            <a:off x="4906328" y="5439252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575D60"/>
            </a:solidFill>
            <a:prstDash val="dash"/>
            <a:tailEnd type="triangle" w="sm" len="sm"/>
          </a:ln>
        </p:spPr>
      </p:cxn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C9F1F92B-76CE-4556-909E-999A3848B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581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426A5115-29D1-4CA1-9DD5-4765CBEF1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629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2" name=""/>
          <p:cNvCxnSpPr>
            <a:stCxn xmlns:a="http://schemas.openxmlformats.org/drawingml/2006/main" id="138" idx="2"/>
            <a:endCxn xmlns:a="http://schemas.openxmlformats.org/drawingml/2006/main" id="139" idx="0"/>
          </p:cNvCxnSpPr>
          <p:nvPr/>
        </p:nvCxnSpPr>
        <p:spPr>
          <a:xfrm xmlns:a="http://schemas.openxmlformats.org/drawingml/2006/main">
            <a:off x="314802" y="5582603"/>
            <a:ext cx="0" cy="4667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E71777B7-8C15-43AF-9239-9C0CB1CFB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629275"/>
            <a:ext cx="4610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FD047E60-BDEE-4EB4-8629-06B9224B3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629275"/>
            <a:ext cx="6724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5921B188-DAF1-44D9-B946-5FCA5EE66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629275"/>
            <a:ext cx="46101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63A1DA47-D96D-4808-8C8B-87A7C2B9B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5638800"/>
            <a:ext cx="4476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⑧ ACL 发射与用户流完成等待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0864D27E-E2B9-49F4-B508-6A7A597E1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810250"/>
            <a:ext cx="44481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9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9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AicpuKernelLaunch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D45BAE32-48CB-48A5-8BC2-2F82B390D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936933"/>
            <a:ext cx="44481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可选 HcclOrderLaunchToKernelStream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3A33AC55-DF52-4CF2-816B-D7E966459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063615"/>
            <a:ext cx="44481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9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HcclThreadNotifyWaitOnThreadDefault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6F862E9B-B904-45D1-802E-7D0F83CA8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5667375"/>
            <a:ext cx="6553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aclrtBinaryGetFunction → aclrtKernelArgsInit → aclrtKernelArgsAppend → aclrtKernelArgsFinalize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595BFF69-1395-4B43-9379-4F4B41AEA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5838825"/>
            <a:ext cx="6553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HcclThreadResGetInfo〔C1，可选〕取 stream → aclrtLaunchKernelWithConfig（ACL，非 HCOMM）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E11C5F93-3E89-4A17-8E28-3508E56F1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6010275"/>
            <a:ext cx="6553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1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HcommThreadNotifyWaitOnThreadWithDefaultTimeout / HcommThreadNotifyWaitOnThread〔D3〕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7FCE8E02-F110-4DC7-BB5B-7074DAA92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876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B45B39FF-F2BC-48FA-80A9-BFFC0E1E2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5876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5" name=""/>
          <p:cNvCxnSpPr>
            <a:stCxn xmlns:a="http://schemas.openxmlformats.org/drawingml/2006/main" id="151" idx="3"/>
            <a:endCxn xmlns:a="http://schemas.openxmlformats.org/drawingml/2006/main" id="152" idx="1"/>
          </p:cNvCxnSpPr>
          <p:nvPr/>
        </p:nvCxnSpPr>
        <p:spPr>
          <a:xfrm xmlns:a="http://schemas.openxmlformats.org/drawingml/2006/main">
            <a:off x="4906328" y="5877402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FBD55742-D290-4F6C-A178-313FF1D6F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6076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E6746E36-44CB-46D4-BA8A-357CFC5F3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6076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8" name=""/>
          <p:cNvCxnSpPr>
            <a:stCxn xmlns:a="http://schemas.openxmlformats.org/drawingml/2006/main" id="154" idx="1"/>
            <a:endCxn xmlns:a="http://schemas.openxmlformats.org/drawingml/2006/main" id="155" idx="3"/>
          </p:cNvCxnSpPr>
          <p:nvPr/>
        </p:nvCxnSpPr>
        <p:spPr>
          <a:xfrm xmlns:a="http://schemas.openxmlformats.org/drawingml/2006/main" flipH="1">
            <a:off x="4906328" y="6077427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575D60"/>
            </a:solidFill>
            <a:prstDash val="dash"/>
            <a:tailEnd type="triangle" w="sm" len="sm"/>
          </a:ln>
        </p:spPr>
      </p:cxn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AC4D1C2E-D484-430E-95A2-0D4FD75BA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315075"/>
            <a:ext cx="1162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54D09C28-C9C7-448A-9E84-C81881B5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324600"/>
            <a:ext cx="11468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交付到设备的不是一个 API 名称，而是 OpParam + varData + resCtx 指针；用户流前序 → Host Record → AICPU Wait，AICPU Record → Host Wait → 用户流后续。</a:t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58974725-4FD3-4269-A88F-20DFD79C8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A95275D4-7A45-490E-A62A-207B9E4BD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3" name=""/>
          <p:cNvCxnSpPr>
            <a:stCxn xmlns:a="http://schemas.openxmlformats.org/drawingml/2006/main" id="159" idx="3"/>
            <a:endCxn xmlns:a="http://schemas.openxmlformats.org/drawingml/2006/main" id="160" idx="1"/>
          </p:cNvCxnSpPr>
          <p:nvPr/>
        </p:nvCxnSpPr>
        <p:spPr>
          <a:xfrm xmlns:a="http://schemas.openxmlformats.org/drawingml/2006/main">
            <a:off x="286703" y="657272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797D79"/>
            </a:solidFill>
            <a:prstDash val="solid"/>
          </a:ln>
        </p:spPr>
      </p:cxn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EF8E5B1B-D528-4921-BD22-1457DEF50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0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23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623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源码：all_to_all_v.cc:23,638,730,775；op_common.cc:780,1005,1135,1285,1331,1364,1670–1810,1979–2091；order_launch.cc。</a:t>
            </a:r>
          </a:p>
        </p:txBody>
      </p:sp>
    </p:spTree>
    <p:extLst>
      <p:ext uri="{BB962C8B-B14F-4D97-AF65-F5344CB8AC3E}">
        <p14:creationId xmlns:p14="http://schemas.microsoft.com/office/powerpoint/2010/main" val="8691045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B9230A5E-B486-47CF-8B2D-AD98D0148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AllToAll · AICPU 侧展开：分块 × 通信轮次 × Peer × Channel × slice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07CD41-3A30-468D-A3A5-5B153010A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61975"/>
            <a:ext cx="1114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对应总图 07–12；普通 Mesh Write 路径。两列为调用者和被调接口；末行补到 950 的传输实现，UB 为条件示例。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DC9090-CA42-483F-B3D5-B780090E3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561975"/>
            <a:ext cx="371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1A139A-9964-4D3C-B827-CCAF511D0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866775"/>
            <a:ext cx="501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DC8A28-8C57-487F-A2BD-9E09BCA21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876300"/>
            <a:ext cx="487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 / AICPU：编排层、循环层次与数据地址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1693BE-8054-49BD-8158-08D74D3DD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866775"/>
            <a:ext cx="6324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AA5F7E-30FD-4EFE-A1BE-0F0CD8387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8763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 数据面：精确原语、顺序及其含义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851ABC-2610-4523-999D-03B33F439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152525"/>
            <a:ext cx="5010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3A623F-87A4-4868-84D1-CF0B5FB2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152525"/>
            <a:ext cx="6324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0557C6-8B6C-4A8A-9475-616C1DAD7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152525"/>
            <a:ext cx="50101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E3E641-DB77-4D16-86DD-715E399CF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162050"/>
            <a:ext cx="4876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4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4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① Kernel 恢复执行现场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65310C-21E7-44D7-988C-2BD84510B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362075"/>
            <a:ext cx="4829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6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6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HcclLaunchAicpuKernel → DeserializeResCtx（或缓存）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E92506-98FE-4764-9ED0-D4123251B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505903"/>
            <a:ext cx="4829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RestoreVarDataAlltoAllV：counts / displs 指针重新定位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BA7979-AF3B-4AF0-A881-A42D7739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649730"/>
            <a:ext cx="4829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取主线程；OpOrchestrate 内等待 Host-ready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7E7EF0-93DA-49A4-BC6A-5D86FDEED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181100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先 HcommAcquireComm〔D4〕→（可选状态 / 保序）→ 恢复资源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AEEB8A-8BC6-4AD0-B36E-F84771730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339215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HcommBatchModeStart〔D4〕→ OpOrchestrate 的超时设置 / Wait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320672-EED7-4100-A511-13D6BE997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497330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HcommThreadNotifyWaitOnThreadWithDefaultTimeout〔D3〕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0DADA0-50F8-474D-8004-15AD0CFB2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655445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或 HcommThreadNotifyWaitOnThread；消费 Host 已记录的就绪通知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6A4CC7-B949-4EF8-93B4-BBE1E742E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1543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67648E-AA26-45B3-AEED-429457F38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543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7" name=""/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5306378" y="1543527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FCF413-D7DF-4E2B-A2BC-C98558D81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1838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740FD7-98B2-40AF-A61B-FBCD7958B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1885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0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314802" y="1839278"/>
            <a:ext cx="0" cy="4667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EBC2B7-056C-4A56-A5F8-EE39A8147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885950"/>
            <a:ext cx="5010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284C72-ABEC-4D12-BB8A-55CF808BF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885950"/>
            <a:ext cx="6324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E7714E-3894-4C2D-948D-6EFACD2EF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885950"/>
            <a:ext cx="50101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BDB621-87B3-4373-9CB8-AB378361B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895475"/>
            <a:ext cx="4876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4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4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② Executor 外层分块：每块都要继续执行③–⑥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845A17-F07D-4A03-BDFC-ED6C1C3D3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095500"/>
            <a:ext cx="4829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6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6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GetAlgExec → InsV2AlltoAllVSoleExecutor::Orchestrate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C6715E-89A3-4451-9664-4BE01B28E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239328"/>
            <a:ext cx="4829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RestoreChannelMap；恢复每 Peer 的 counts / displs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4005009-1DE9-4721-BA6A-174ED54C5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383155"/>
            <a:ext cx="4829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OrchestrateLoop → CalcScratchMultiple → KernelRun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C5DFB8C-F495-4408-8CDC-BC1489DD0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914525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这一层仍是 HCCL，尚未直接搬运 payload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4CB25C-F8C5-47CB-8EAB-16EF486B3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072640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maxDataSizePerLoop 受 CCL scratch 容量与 UB_MAX_DATA_SIZE 约束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AC15057-043B-4F37-9FB1-400AAA1AC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230755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逐块更新 processedDataCount、src/dst 偏移和各 Peer 本轮 count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3E5DDCA-6D86-4EF8-B6CA-CF2382728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388870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Task Cache hit 时 Execute 重放；不会重新走本次 Executor / Template 展开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7A31208-7AA8-45C0-83BE-04E8CBC7D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276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729701B-8CAA-467B-82BC-90E93FE3A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276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4" name=""/>
          <p:cNvCxnSpPr>
            <a:stCxn xmlns:a="http://schemas.openxmlformats.org/drawingml/2006/main" id="36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5306378" y="2276952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610E9F5-4634-4BCB-BB09-04D6F16E5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571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06598B4-EADE-4BEE-988A-187E566B8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619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7" name=""/>
          <p:cNvCxnSpPr>
            <a:stCxn xmlns:a="http://schemas.openxmlformats.org/drawingml/2006/main" id="39" idx="2"/>
            <a:endCxn xmlns:a="http://schemas.openxmlformats.org/drawingml/2006/main" id="40" idx="0"/>
          </p:cNvCxnSpPr>
          <p:nvPr/>
        </p:nvCxnSpPr>
        <p:spPr>
          <a:xfrm xmlns:a="http://schemas.openxmlformats.org/drawingml/2006/main">
            <a:off x="314802" y="2572703"/>
            <a:ext cx="0" cy="4667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75ECD2E-4A84-47BD-A519-41622820D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619375"/>
            <a:ext cx="5010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6D6535E-EE37-46A0-924E-9CC4976AF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619375"/>
            <a:ext cx="6324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4E3B3F4-C261-4B4A-BFC2-D15401D2B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619375"/>
            <a:ext cx="50101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D850334-9190-4670-84BE-AF3A174E3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2628900"/>
            <a:ext cx="4876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4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4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③ Template 起步：判断协议、主从同步、自分片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6CC02D8-BADF-4C48-A585-62FD1C7D3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828925"/>
            <a:ext cx="4829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6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6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KernelRun → IsPcieProtocol → RunALLtoALL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CF5CEA0-BFC0-45E7-BE7D-0206CB3E9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972753"/>
            <a:ext cx="4829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CalcCommLoops；PreSyncInterThreads（threadNum &gt; 1）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87EEFE5-C409-4DD1-9B14-5460F7E77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116580"/>
            <a:ext cx="4829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LocalCopyForMyRank → LocalCopy（首轮且 self count &gt; 0）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55B58D9-3D7F-43EE-B743-2CD7D9154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647950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PreSync：主 Thread Record 各从 Thread → 各从 Thread Wait〔D3〕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83C729E-CFE2-428D-BA7B-B946B09F3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806065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HcommThreadNotifyRecordOnThread；HcommThreadNotifyWaitOnThread*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656DCCE-1672-48D8-8887-0A70627AA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964180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HcommLocalCopyOnThread〔D1〕：userIn[self] → userOut[self]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BE48B3E-45BD-47B0-8CE5-639357485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122295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非 PCIe 走 Write；PCIe 走 Read + PreCopy，详见第 7 页对照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727921B-3A63-4139-9683-8656B1074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009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0E90B1F-4A1C-4724-B3D7-307D860D0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009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1" name=""/>
          <p:cNvCxnSpPr>
            <a:stCxn xmlns:a="http://schemas.openxmlformats.org/drawingml/2006/main" id="53" idx="3"/>
            <a:endCxn xmlns:a="http://schemas.openxmlformats.org/drawingml/2006/main" id="54" idx="1"/>
          </p:cNvCxnSpPr>
          <p:nvPr/>
        </p:nvCxnSpPr>
        <p:spPr>
          <a:xfrm xmlns:a="http://schemas.openxmlformats.org/drawingml/2006/main">
            <a:off x="5306378" y="3010377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6F5BD36-BBFB-4BFD-A0A2-6F17EBB63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305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60BA97D-EBA9-494C-A814-8B90D9A04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352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4" name=""/>
          <p:cNvCxnSpPr>
            <a:stCxn xmlns:a="http://schemas.openxmlformats.org/drawingml/2006/main" id="56" idx="2"/>
            <a:endCxn xmlns:a="http://schemas.openxmlformats.org/drawingml/2006/main" id="57" idx="0"/>
          </p:cNvCxnSpPr>
          <p:nvPr/>
        </p:nvCxnSpPr>
        <p:spPr>
          <a:xfrm xmlns:a="http://schemas.openxmlformats.org/drawingml/2006/main">
            <a:off x="314802" y="3306128"/>
            <a:ext cx="0" cy="4667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ACE25D4-EC43-46D8-BF38-3143D047E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352800"/>
            <a:ext cx="5010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E78CF49-6D42-4E65-96F4-4CECC3802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52800"/>
            <a:ext cx="6324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7ACA38E-C2A4-415A-BAA8-C92858D8E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352800"/>
            <a:ext cx="50101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74797A5-E0FD-43DF-837A-A01B03668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362325"/>
            <a:ext cx="4876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4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4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④ 内层展开：轮次 → Peer → Channel → 非零 slice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595BF83-B81C-45F3-BF9E-44838F3FC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562350"/>
            <a:ext cx="4829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6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6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CalcCommRankSetForOneLoop → RunSendRecvByLoop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F6E4117-49B2-49AB-85DD-F2EAF9A96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706178"/>
            <a:ext cx="4829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CalcDataSplitByPortGroupCommon：端口组切分 send / recv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FDBAF20-F384-4391-A2D7-64161807C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850005"/>
            <a:ext cx="4829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RunSendRecvByChannel → CalcCclBuffIdx → BuildDataSlices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B61C3A6-5F29-4BDF-A060-A628BB9DD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381375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按 CCL 槽位选 Thread（queIdx）；计算 src / dst / remoteOffset / len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14F9646-9D18-4C65-81D4-E15CBEC0D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539490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后续轮次复用缓冲时进行 per-Rank Thread Notify 同步〔D3〕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2A87402-0975-4D81-8B9C-E0945ED76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697605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RunSendRecv：双向非零 → SendRecvWrite；仅单向 → SendWrite / RecvWrite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08BCB9B-5FB4-4613-8E4E-92C6D2C2F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855720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零 slice 跳过 Write；相同 API 会随轮次、Peer、Channel、slice 多次出现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1A39975-78B0-4A06-9A26-42B2C6C6D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743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7AB46BD-533C-4D3B-AC52-1646BF508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743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8" name=""/>
          <p:cNvCxnSpPr>
            <a:stCxn xmlns:a="http://schemas.openxmlformats.org/drawingml/2006/main" id="70" idx="3"/>
            <a:endCxn xmlns:a="http://schemas.openxmlformats.org/drawingml/2006/main" id="71" idx="1"/>
          </p:cNvCxnSpPr>
          <p:nvPr/>
        </p:nvCxnSpPr>
        <p:spPr>
          <a:xfrm xmlns:a="http://schemas.openxmlformats.org/drawingml/2006/main">
            <a:off x="5306378" y="3743802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2B189B3-87D9-4AB9-931B-4F0A3ECB4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038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B28D68D-3B73-4123-B982-A1C4EC5CF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086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1" name=""/>
          <p:cNvCxnSpPr>
            <a:stCxn xmlns:a="http://schemas.openxmlformats.org/drawingml/2006/main" id="73" idx="2"/>
            <a:endCxn xmlns:a="http://schemas.openxmlformats.org/drawingml/2006/main" id="74" idx="0"/>
          </p:cNvCxnSpPr>
          <p:nvPr/>
        </p:nvCxnSpPr>
        <p:spPr>
          <a:xfrm xmlns:a="http://schemas.openxmlformats.org/drawingml/2006/main">
            <a:off x="314802" y="4039553"/>
            <a:ext cx="0" cy="4667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56F508E-1D81-460A-AEB1-35CC8491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086225"/>
            <a:ext cx="5010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451B908-F803-4952-AFC2-552147E1B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086225"/>
            <a:ext cx="6324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698B3A4-9133-4E69-9EF1-0A628F482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086225"/>
            <a:ext cx="50101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B571B50-55CE-4099-B585-A7386CC08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095750"/>
            <a:ext cx="4876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4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4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⑤ Peer Write：先握手，再写入，再确认接收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DB37745-6632-47F0-A159-CD45271F6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295775"/>
            <a:ext cx="4829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6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6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SendRecvWrite（①–⑤属于同一个包装器）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DA5D2ED-5084-4519-877E-1B35C22D0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439603"/>
            <a:ext cx="4829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本端发出 ACK；等对端 ACK；发送本端 slices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F0D8B74-14AF-426D-9E6A-B57E54BEC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583430"/>
            <a:ext cx="4829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发送 DATA_SIGNAL；等对端 DATA_SIGNAL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F535F6C-11C5-41CF-829F-2E6BFEC46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114800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① HcommChannelNotifyRecordOnThread(recvChannel, ACK)〔D3〕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61B55C3-E763-4D2E-96F3-CAC312C19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272915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② HcommChannelNotifyWaitOnThread*(sendChannel, ACK)〔D3〕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8470356-4A21-42F0-AAB1-967CC1A90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431030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③ HcommWriteOnThread(thread, sendChannel, dst, src, len)〔D1〕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CBF9EEE-4AF5-4973-8BFA-A8AD94862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589145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④ Record(sendChannel, DATA_SIGNAL) → ⑤ Wait*(recvChannel, DATA_SIGNAL)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57208BF-12DC-4D60-9F47-E472A832A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4476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6CF08C31-CE43-4DA5-9493-64B2A631B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476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5" name=""/>
          <p:cNvCxnSpPr>
            <a:stCxn xmlns:a="http://schemas.openxmlformats.org/drawingml/2006/main" id="87" idx="3"/>
            <a:endCxn xmlns:a="http://schemas.openxmlformats.org/drawingml/2006/main" id="88" idx="1"/>
          </p:cNvCxnSpPr>
          <p:nvPr/>
        </p:nvCxnSpPr>
        <p:spPr>
          <a:xfrm xmlns:a="http://schemas.openxmlformats.org/drawingml/2006/main">
            <a:off x="5306378" y="4477227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4A5E788C-C3B9-414E-B548-DEFCDCBD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772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65FC050-ED29-483B-9FD4-BAB65C9A2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819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8" name=""/>
          <p:cNvCxnSpPr>
            <a:stCxn xmlns:a="http://schemas.openxmlformats.org/drawingml/2006/main" id="90" idx="2"/>
            <a:endCxn xmlns:a="http://schemas.openxmlformats.org/drawingml/2006/main" id="91" idx="0"/>
          </p:cNvCxnSpPr>
          <p:nvPr/>
        </p:nvCxnSpPr>
        <p:spPr>
          <a:xfrm xmlns:a="http://schemas.openxmlformats.org/drawingml/2006/main">
            <a:off x="314802" y="4772978"/>
            <a:ext cx="0" cy="46672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4BB73B7E-A129-4D19-8FE9-04CFEA8A9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819650"/>
            <a:ext cx="5010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024F871C-08AD-4452-A18E-9E08507E6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819650"/>
            <a:ext cx="6324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2E580A9-C524-43B7-8E20-840608FB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819650"/>
            <a:ext cx="50101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B9234240-5AA3-40DC-9CB1-1C1C686C6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829175"/>
            <a:ext cx="4876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4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4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⑥ 中转拷贝、线程汇合与完成通知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06C9357-348C-472D-BC36-048F0D0E9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029200"/>
            <a:ext cx="4829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6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6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PostCopy → LocalCopy：本地 CCL → userOut[peer]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C969B62-BEDD-4767-A291-359E6E30F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173028"/>
            <a:ext cx="4829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PostSyncInterThreads（threadNum &gt; 1）→ 逐层返回 Kernel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09F9604D-F2A8-4384-8B5D-B3A92ADD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316855"/>
            <a:ext cx="4829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Kernel Record 完成通知 → BatchModeEnd → ReleaseComm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C890E23C-D4F1-4E5B-B4BA-C51744F96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848225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HcommLocalCopyOnThread〔D1〕；PostCopy 不在 SendRecvWrite 内部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DED7789-1D00-45F2-B03A-7FD2627B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5006340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PostSync：主 Thread 先入队 Wait，从 Thread 入队 Record〔D3〕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B9BD2AA-1E72-4C6A-8C99-8E7C2E4F0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5164455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HcommThreadNotifyRecordOnThread(main, exportedAicpuTsThread, 0)〔D3〕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2BE727D8-646A-407F-AE64-23445FBA4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5322570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HcommBatchModeEnd → HcommReleaseComm〔D4〕；Host Wait 消费完成通知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CE06CC05-51B6-4A3A-A111-3A78A2103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5210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84FB3B5A-9586-42B9-BA83-13416513C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5210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2" name=""/>
          <p:cNvCxnSpPr>
            <a:stCxn xmlns:a="http://schemas.openxmlformats.org/drawingml/2006/main" id="104" idx="3"/>
            <a:endCxn xmlns:a="http://schemas.openxmlformats.org/drawingml/2006/main" id="105" idx="1"/>
          </p:cNvCxnSpPr>
          <p:nvPr/>
        </p:nvCxnSpPr>
        <p:spPr>
          <a:xfrm xmlns:a="http://schemas.openxmlformats.org/drawingml/2006/main">
            <a:off x="5306378" y="5210652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3B54A713-DE78-4FE3-9064-96F4283FE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553075"/>
            <a:ext cx="5010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BCECDA87-11D5-420B-8F0A-90A6D439E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553075"/>
            <a:ext cx="6324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797D79"/>
            </a:solidFill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DAE4F445-A971-4EEA-BCA4-82F8ADB12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553075"/>
            <a:ext cx="50101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5EA037C0-BB8E-47EC-A67D-07A7CEE04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5562600"/>
            <a:ext cx="4876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4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874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⑦ ③中 Write 的实现下钻（在发送时调用，不是收尾后才调用）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CBDA5D47-387B-4823-9DD3-E723907F2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762625"/>
            <a:ext cx="4829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6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6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HcommWriteOnThread → 解包 Thread / Channel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8EF2E5B0-2394-4E17-A525-710D7E95C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906453"/>
            <a:ext cx="4829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BuildLocRmaBufferLite + 远端 Buffer(dst,len)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810340CF-A1B3-476F-A1C5-CF8A3F9C0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050280"/>
            <a:ext cx="4829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6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BaseTransportLiteImpl::Write（按具体传输实现分派）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59D7B185-A993-4851-8A41-604E10FED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5581650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950 / UB 示例：UbTransportLiteImpl::Write → UbConnLite::Write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06CB9D87-B302-4A7D-9EED-BD6258B9B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5739765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ProcessSlices → FillOneSqeWrite → ProcessOneWqe → UpdateWqeTasks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5CBC9AD8-59B0-4A2D-B2D8-F4F481565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5897880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返回 producer index → BuildUbDbSendTask；生成传输 WQE / Doorbell 任务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F7DEEF4C-D61B-47DD-B13A-DAD18184B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6055995"/>
            <a:ext cx="615315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仅为 UB 分支；不能将这条实现下钻推广成所有协议的共同路径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E292D2CA-6672-4096-A0AA-9B204854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5943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3823EA0C-EA97-400B-A11E-00AF7A5A3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5943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6" name=""/>
          <p:cNvCxnSpPr>
            <a:stCxn xmlns:a="http://schemas.openxmlformats.org/drawingml/2006/main" id="118" idx="3"/>
            <a:endCxn xmlns:a="http://schemas.openxmlformats.org/drawingml/2006/main" id="119" idx="1"/>
          </p:cNvCxnSpPr>
          <p:nvPr/>
        </p:nvCxnSpPr>
        <p:spPr>
          <a:xfrm xmlns:a="http://schemas.openxmlformats.org/drawingml/2006/main">
            <a:off x="5306378" y="5944077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B8B0F4C8-3BFB-4C7F-8857-EEC5CAB7B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334125"/>
            <a:ext cx="1162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51BFC049-130D-46BF-B1D3-884DD48D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334125"/>
            <a:ext cx="11468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32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32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* Wait 的完整超时分支见备注。全称 Record / Wait 见⑤的前两行；它们改变 Notify 类型与 Channel 参数，不是新的 API。AllToAll 不调用数值归约原语。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BCA15BCE-7D6C-4710-93E1-5DBED8C6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33EF364A-2DA9-4411-B37C-45F69A88D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1" name=""/>
          <p:cNvCxnSpPr>
            <a:stCxn xmlns:a="http://schemas.openxmlformats.org/drawingml/2006/main" id="123" idx="3"/>
            <a:endCxn xmlns:a="http://schemas.openxmlformats.org/drawingml/2006/main" id="124" idx="1"/>
          </p:cNvCxnSpPr>
          <p:nvPr/>
        </p:nvCxnSpPr>
        <p:spPr>
          <a:xfrm xmlns:a="http://schemas.openxmlformats.org/drawingml/2006/main">
            <a:off x="286703" y="657272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797D79"/>
            </a:solidFill>
            <a:prstDash val="solid"/>
          </a:ln>
        </p:spPr>
      </p:cxn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22B7E5A8-E734-4D3D-B802-791230D07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0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23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623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源码：kernel_launch.cc:276,348–725；SoleExecutor:89,202–391；Mesh:167–411；alg_data_trans_wrapper.cc:428,880,1010,1045；AICPU primitive:495；UB transport:664。</a:t>
            </a:r>
          </a:p>
        </p:txBody>
      </p:sp>
    </p:spTree>
    <p:extLst>
      <p:ext uri="{BB962C8B-B14F-4D97-AF65-F5344CB8AC3E}">
        <p14:creationId xmlns:p14="http://schemas.microsoft.com/office/powerpoint/2010/main" val="9495458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1460208-059E-48CA-90D8-B2697DEBB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HcclChannelAcquire 的建链展开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E03E26-420E-40F7-824D-92EE7ACF9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61975"/>
            <a:ext cx="1114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C1 域级资源获取下钻到 C5 基础通道和 C2 内存；灰色名称为内部方法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F2B67C-2C2B-45CC-BF1A-35F12F261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561975"/>
            <a:ext cx="371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06D4D6-D9B4-41C1-9CB3-5A0FAC51E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42975"/>
            <a:ext cx="32766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EBC3C6-6DA1-4D7C-BCBB-04419F287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9715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HCCL：HcclGetChannelImpl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D0F27A-8B7C-4024-8E48-C68D157FE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190625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构造 ChannelDesc、登记一致性信息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547784-50C4-4953-99A3-FAD863AF6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42975"/>
            <a:ext cx="43338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2F63DD-209F-42B5-8B82-029CD505A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971550"/>
            <a:ext cx="42005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HcclChannelAcquire 〔C1〕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F8468C-192A-4885-9A9A-27F0CEF08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1190625"/>
            <a:ext cx="42005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校验 / 归一化请求，调用 MyRank::CreateChannels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8DA77B-1CE4-4A3F-A9E2-5E44D1FF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942975"/>
            <a:ext cx="29527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63A8A7-4BBB-4F8C-94F8-ABDD9716F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971550"/>
            <a:ext cx="2819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BuildChannelInfo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6518FD-D8F7-438D-871F-F4EBFE19B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190625"/>
            <a:ext cx="281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回填 handle / protocol / remoteCclMem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50E7C5-036C-4E13-96CD-04B4C70A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276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6402A8-6F14-4719-B06E-9FA0A953E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276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0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3563303" y="1276827"/>
            <a:ext cx="53244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D438A"/>
            </a:solidFill>
            <a:prstDash val="soli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1243FD-B4B7-486A-B189-0A740763F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276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CF0013-D9E6-43F2-928E-2097C1E2B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276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03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430578" y="1276827"/>
            <a:ext cx="5229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D438A"/>
            </a:solidFill>
            <a:prstDash val="soli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07F2E2-4D67-48BB-B6F6-585FE4897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0668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返回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308D3F-F4A6-4B1E-BB72-BC1E5A03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981200"/>
            <a:ext cx="11620500" cy="3257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1111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C1B2EF-BD08-4A62-A088-3A14EAE21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019300"/>
            <a:ext cx="11449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MyRank::CreateChannels 内部依赖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6C56D0-B72A-4A53-AA75-D4B16EA7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0300"/>
            <a:ext cx="20859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95144E-3895-47E4-B7B2-855F26D97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28875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1  描述转换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315719-704B-48E2-9132-59A9D2050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479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ChannelDescHccl2Hcomm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497CF1-A8B2-46A2-8E27-A4E278B20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74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9F6158-EF6A-4DBC-81AA-9A0141AF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74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12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2544128" y="2743677"/>
            <a:ext cx="1800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4E7C73-66D9-43CA-A3DA-DD8546856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400300"/>
            <a:ext cx="20859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B764AD-EE58-43FC-A257-6FC381ED7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428875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2  Socket 准备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6DB819-8A6F-4DF1-ACBA-CDF234FC6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6479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BatchCreateSockets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D30D11-9AAE-43D7-A9A9-CDE2B9ED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74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8CB36F-25CC-44B8-BB23-CFC55029C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4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18" name=""/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4811078" y="2743677"/>
            <a:ext cx="1800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FAEBA6D-8610-4575-BB35-068C12A4B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400300"/>
            <a:ext cx="20859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A92351C-354B-42BE-B41A-E57E34843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428875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3  Channel 准备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F354C4A-56DC-47BF-919E-36F3B63D5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6479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BatchCreateChannels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8B32A1B-5375-4C63-84B1-BAEF001E1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74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4FFF4D7-338F-430B-BE2E-A8BC6EA61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4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24" name=""/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7078028" y="2743677"/>
            <a:ext cx="1800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5291503-7FFD-4E49-BD4D-4D37DCCF5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00300"/>
            <a:ext cx="20859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42D1C06-33FF-41B9-8E83-26F171B63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428875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4  连接 / 校验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D3D1629-D4D7-4AF8-AFEE-75B2966D8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6479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8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BatchConnectChannels</a:t>
            </a:r>
          </a:p>
          <a:p xmlns:a="http://schemas.openxmlformats.org/drawingml/2006/main">
            <a:pPr algn="l">
              <a:buNone/>
              <a:defRPr sz="78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8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BatchExchangeAndCheckConsistency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5131108-DB41-463C-A079-1E8120759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74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97031F3-9C73-48EB-9763-7E6852762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74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30" name=""/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9344978" y="2743677"/>
            <a:ext cx="1800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B30C279-9432-4C19-8B18-2C58CD25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00300"/>
            <a:ext cx="20859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4131133-0042-476A-A973-9539A890C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428875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5  引擎回填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3FAA2C5-82E1-4561-94FD-609ECBC18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6479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FinalizeChannelsByEngine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FCCB03B-5388-4729-8FCB-C92B29A5E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38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2BB5F4A-3E0C-40D4-A058-DFE0DF7DC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81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36" name=""/>
          <p:cNvCxnSpPr>
            <a:stCxn xmlns:a="http://schemas.openxmlformats.org/drawingml/2006/main" id="49" idx="2"/>
            <a:endCxn xmlns:a="http://schemas.openxmlformats.org/drawingml/2006/main" id="50" idx="0"/>
          </p:cNvCxnSpPr>
          <p:nvPr/>
        </p:nvCxnSpPr>
        <p:spPr>
          <a:xfrm xmlns:a="http://schemas.openxmlformats.org/drawingml/2006/main">
            <a:off x="6267927" y="1639253"/>
            <a:ext cx="0" cy="341947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50E4D78-3A1E-4212-8BFF-39F8AD491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71850"/>
            <a:ext cx="11277600" cy="1685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4262E73-77FD-440F-A040-463470D17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409950"/>
            <a:ext cx="11106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③ BatchCreateChannels：对每个 Peer / Link 处理，局部缓存命中可复用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1536704-67F0-4D5D-8F99-406112370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819525"/>
            <a:ext cx="260985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9178E0D-16C4-440D-987B-49973FB3C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4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EndpointMgr::Get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B55B17A-ADBD-4C14-8671-26FF10B40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67175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HcommEndpointCreate 〔C5〕</a:t>
            </a:r>
          </a:p>
          <a:p xmlns:a="http://schemas.openxmlformats.org/drawingml/2006/main">
            <a:pPr algn="l">
              <a:buNone/>
              <a:def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仅端点缺失时创建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F00DA0C-A6C6-40D1-A12A-E427FAD0D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286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B6E57B2-634A-4C38-950A-603EB2B7D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86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44" name=""/>
          <p:cNvCxnSpPr>
            <a:stCxn xmlns:a="http://schemas.openxmlformats.org/drawingml/2006/main" id="57" idx="3"/>
            <a:endCxn xmlns:a="http://schemas.openxmlformats.org/drawingml/2006/main" id="58" idx="1"/>
          </p:cNvCxnSpPr>
          <p:nvPr/>
        </p:nvCxnSpPr>
        <p:spPr>
          <a:xfrm xmlns:a="http://schemas.openxmlformats.org/drawingml/2006/main">
            <a:off x="3191828" y="4286727"/>
            <a:ext cx="1419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9D767EC-BF9B-4EE5-877B-B9E54539C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819525"/>
            <a:ext cx="260985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FBD1A49-BBE3-4381-ABFD-C660EC4CB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84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端点监听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A1652B3-E488-41B9-A14F-FB75766CA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067175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HcommEndpointStartListen 〔C5〕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82BACD4-E66D-40CC-9301-FAD9A9684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286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22B49CD-C750-40B2-A1C9-F1DC4115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286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50" name=""/>
          <p:cNvCxnSpPr>
            <a:stCxn xmlns:a="http://schemas.openxmlformats.org/drawingml/2006/main" id="63" idx="3"/>
            <a:endCxn xmlns:a="http://schemas.openxmlformats.org/drawingml/2006/main" id="64" idx="1"/>
          </p:cNvCxnSpPr>
          <p:nvPr/>
        </p:nvCxnSpPr>
        <p:spPr>
          <a:xfrm xmlns:a="http://schemas.openxmlformats.org/drawingml/2006/main">
            <a:off x="5963603" y="4286727"/>
            <a:ext cx="1419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BBAA4BA-D165-4DC1-9A88-A6706F56E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819525"/>
            <a:ext cx="260985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5966240-2228-4E16-8D42-3558F01E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4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PrepareMemHandles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F808EE3-19B0-4709-B819-84FCF0B22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67175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HcommMemReg 〔C2〕</a:t>
            </a:r>
          </a:p>
          <a:p xmlns:a="http://schemas.openxmlformats.org/drawingml/2006/main">
            <a:pPr algn="l">
              <a:buNone/>
              <a:def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仅注册缺失时调用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7AD2418-61E8-4B17-ABC9-A24DCBAA9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286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E9B6AB5-44A4-4435-A6D0-D9CC16E27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286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56" name=""/>
          <p:cNvCxnSpPr>
            <a:stCxn xmlns:a="http://schemas.openxmlformats.org/drawingml/2006/main" id="69" idx="3"/>
            <a:endCxn xmlns:a="http://schemas.openxmlformats.org/drawingml/2006/main" id="70" idx="1"/>
          </p:cNvCxnSpPr>
          <p:nvPr/>
        </p:nvCxnSpPr>
        <p:spPr>
          <a:xfrm xmlns:a="http://schemas.openxmlformats.org/drawingml/2006/main">
            <a:off x="8735378" y="4286727"/>
            <a:ext cx="1419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8D66C0D-8B62-4E0B-A64C-EC41A3FEA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819525"/>
            <a:ext cx="260985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8FF33F0-0895-400C-8645-D805D0BBE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848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EndpointPair::CreateChannel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E4E59D4-1FD5-4CF8-9D8E-70290AC8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4067175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HcommCollectiveChannelCreate 〔C5〕</a:t>
            </a:r>
          </a:p>
          <a:p xmlns:a="http://schemas.openxmlformats.org/drawingml/2006/main">
            <a:pPr algn="l">
              <a:buNone/>
              <a:def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1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仅通道缺失时创建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A953C2A-CB6E-47B7-92B0-F4DF0BD08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095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FEB43FA-9F3B-4196-865A-18E4EAAC5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371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62" name=""/>
          <p:cNvCxnSpPr>
            <a:stCxn xmlns:a="http://schemas.openxmlformats.org/drawingml/2006/main" id="75" idx="2"/>
            <a:endCxn xmlns:a="http://schemas.openxmlformats.org/drawingml/2006/main" id="76" idx="0"/>
          </p:cNvCxnSpPr>
          <p:nvPr/>
        </p:nvCxnSpPr>
        <p:spPr>
          <a:xfrm xmlns:a="http://schemas.openxmlformats.org/drawingml/2006/main">
            <a:off x="6029802" y="3096578"/>
            <a:ext cx="0" cy="27527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8F9E44F-6F21-4CAF-AFC9-BAEA82BB5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391150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D438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D438A"/>
                </a:solidFill>
                <a:latin typeface="PingFang SC"/>
                <a:ea typeface="PingFang SC"/>
                <a:cs typeface="PingFang SC"/>
              </a:rPr>
              <a:t>返回 HCCL 后的地址查询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48CCD8C-1D03-4700-B421-B21FEE091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648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A522450-7330-4F7A-841C-887343F0E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648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66" name=""/>
          <p:cNvCxnSpPr>
            <a:stCxn xmlns:a="http://schemas.openxmlformats.org/drawingml/2006/main" id="79" idx="3"/>
            <a:endCxn xmlns:a="http://schemas.openxmlformats.org/drawingml/2006/main" id="80" idx="1"/>
          </p:cNvCxnSpPr>
          <p:nvPr/>
        </p:nvCxnSpPr>
        <p:spPr>
          <a:xfrm xmlns:a="http://schemas.openxmlformats.org/drawingml/2006/main">
            <a:off x="286703" y="5648802"/>
            <a:ext cx="5904547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2D438A"/>
            </a:solidFill>
            <a:prstDash val="solid"/>
          </a:ln>
        </p:spPr>
      </p:cxn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DDC8933-83F7-4189-B1AB-0EF8EE02C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705475"/>
            <a:ext cx="3752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HcclChannelGetHcclBuffer 〔C2〕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AD90E0E-61D1-406C-8AF7-382CD14C4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962650"/>
            <a:ext cx="576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内部 HcommChannelGetRemoteMems 读取 Peer 注册映射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B94F937-B9DB-4212-9876-5D6F12CB0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5391150"/>
            <a:ext cx="53625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连接状态查询的精确边界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47CDBF6-79E9-4928-B11C-9C68D4BBA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5648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6621F6B-4029-446C-96EA-1A0862AD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648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72" name=""/>
          <p:cNvCxnSpPr>
            <a:stCxn xmlns:a="http://schemas.openxmlformats.org/drawingml/2006/main" id="85" idx="3"/>
            <a:endCxn xmlns:a="http://schemas.openxmlformats.org/drawingml/2006/main" id="86" idx="1"/>
          </p:cNvCxnSpPr>
          <p:nvPr/>
        </p:nvCxnSpPr>
        <p:spPr>
          <a:xfrm xmlns:a="http://schemas.openxmlformats.org/drawingml/2006/main">
            <a:off x="6544628" y="5648802"/>
            <a:ext cx="5361622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931C25"/>
            </a:solidFill>
            <a:prstDash val="solid"/>
          </a:ln>
        </p:spPr>
      </p:cxn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1D4BCC4-6AA5-40E5-97C3-70BD12165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5705475"/>
            <a:ext cx="525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ChannelProcess::ChannelGetStatus 是内部方法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B1F2CE6-71CD-4133-8133-D1CBBABC5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5972175"/>
            <a:ext cx="525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本链路不应替换成导出 API HcommChannelGetStatus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9B60E5C-49A2-4ED3-81B9-C87FC50FE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A5010F23-CDD6-4D5F-BA8E-65AEB8568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77" name=""/>
          <p:cNvCxnSpPr>
            <a:stCxn xmlns:a="http://schemas.openxmlformats.org/drawingml/2006/main" id="90" idx="3"/>
            <a:endCxn xmlns:a="http://schemas.openxmlformats.org/drawingml/2006/main" id="91" idx="1"/>
          </p:cNvCxnSpPr>
          <p:nvPr/>
        </p:nvCxnSpPr>
        <p:spPr>
          <a:xfrm xmlns:a="http://schemas.openxmlformats.org/drawingml/2006/main">
            <a:off x="286703" y="657272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797D79"/>
            </a:solidFill>
            <a:prstDash val="solid"/>
          </a:ln>
        </p:spPr>
      </p:cxn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9AE76F3E-37E5-47E8-B272-195617741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0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23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623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源码：coll_comm_res_c_adpt.cc:755；my_rank.cc:675,1228,1303；endpoint_mgr.cc:76,138   基线 hccl 170ddeec / hcomm 87ce550f，静态源码分析</a:t>
            </a:r>
          </a:p>
        </p:txBody>
      </p:sp>
    </p:spTree>
    <p:extLst>
      <p:ext uri="{BB962C8B-B14F-4D97-AF65-F5344CB8AC3E}">
        <p14:creationId xmlns:p14="http://schemas.microsoft.com/office/powerpoint/2010/main" val="9861983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8FDE8760-6E98-4E33-ACE4-3722F0AA3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普通 Mesh Write：一个 Peer 的握手与数据传输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D8621F-DC34-4E47-A210-24E6895FE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61975"/>
            <a:ext cx="1114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Rank i 视角；非 PCIe、普通内存，双向 count 非零。实线箭头表示对应方向的通知或数据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909BAC-C0A6-43E8-8D1B-627771A67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561975"/>
            <a:ext cx="371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4DDA2A-883B-498D-B0BE-FC60D961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52500"/>
            <a:ext cx="19240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6B5614-4128-4429-806C-6F16A2287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971550"/>
            <a:ext cx="1809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Rank i（本端）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EBED5A-98F7-4522-8979-062F93F8C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952500"/>
            <a:ext cx="19240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26E4A4-CE70-45A1-A4A7-E583F1499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971550"/>
            <a:ext cx="1809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Rank j（对端）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B44BD6-3853-4F88-82ED-1B7A8AB38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304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A69196-FF2D-445A-B0D9-4D5EA534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114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93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7191852" y="1305878"/>
            <a:ext cx="0" cy="3809047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2D438A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F3EA2F-7A38-4D5E-90FD-8F1727948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1304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397C43-AB86-458F-BE2B-91D907F43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5114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96" name=""/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10525602" y="1305878"/>
            <a:ext cx="0" cy="3809047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111111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AEA837-31FA-4A7C-8BDA-F3C56372A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390650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① 接收区就绪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1731CE-717E-42D0-B05F-814463C1A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3906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2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2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HcommChannelNotifyRecordOnThread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2C3EC4-8A77-4E62-96B6-A3013FD7B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628775"/>
            <a:ext cx="4191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recvChannel, 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94E7B1-9B85-4FA9-9627-240F3177D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714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09242A-20B0-471A-9E41-A07C71FA1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1714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02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7192328" y="1714977"/>
            <a:ext cx="3332797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575D60"/>
            </a:solidFill>
            <a:prstDash val="solid"/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00EADD-0FF7-4D97-A162-DD5D9F84D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428750"/>
            <a:ext cx="2895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ACK：i 可接收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98F4C7-50C0-46E6-9401-54BEEFE2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952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4024DE-B7D4-4AA0-A141-E8B2EF3F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1952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06" name="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286703" y="1953102"/>
            <a:ext cx="114861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9DCD8"/>
            </a:solidFill>
            <a:prstDash val="soli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E89615-F712-45B1-BEB3-C781C06EA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009775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② 等对端就绪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0F426D-8D81-4B33-A7F8-7FC084C16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009775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2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2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HcommChannelNotifyWaitOnThread*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CF1A3C-7E68-4506-8563-C8F57DD91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247900"/>
            <a:ext cx="4191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sendChannel, ACK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4F5DAF-CD6E-42CD-AB37-2DCF27B19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333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ADACA0-C80F-4A4A-9B40-CFC8B9B11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333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12" name=""/>
          <p:cNvCxnSpPr>
            <a:stCxn xmlns:a="http://schemas.openxmlformats.org/drawingml/2006/main" id="27" idx="1"/>
            <a:endCxn xmlns:a="http://schemas.openxmlformats.org/drawingml/2006/main" id="28" idx="3"/>
          </p:cNvCxnSpPr>
          <p:nvPr/>
        </p:nvCxnSpPr>
        <p:spPr>
          <a:xfrm xmlns:a="http://schemas.openxmlformats.org/drawingml/2006/main" flipH="1">
            <a:off x="7192328" y="2334102"/>
            <a:ext cx="3332797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575D60"/>
            </a:solidFill>
            <a:prstDash val="solid"/>
            <a:tailEnd type="triangle" w="sm" len="sm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68F62F-7F73-41E1-95B5-67F2385C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047875"/>
            <a:ext cx="2895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ACK：j 可接收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E06A6F-EAF5-4E45-AB1B-5FEB264F0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571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17705F8-DD55-4C33-BE5D-44B56374C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2571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16" name=""/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286703" y="2572227"/>
            <a:ext cx="114861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9DCD8"/>
            </a:solidFill>
            <a:prstDash val="soli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0A4279B-2912-411E-B2B7-F2095CDC2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628900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③ 写远端数据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9536910-7B37-4EB5-8E0F-F59120AD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6289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2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2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HcommWriteOnThread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76A36EF-F1C0-4C91-9D35-3479F887A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867025"/>
            <a:ext cx="4191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thread, sendChannel, dst, src, len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59BFB46-A0B2-4CF9-8FD8-DE444EF8E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952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B9283EB-018C-484A-9567-434789F02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952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22" name=""/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7192328" y="2953227"/>
            <a:ext cx="3332797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6386352-934E-416D-BDFF-0DF2B0602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667000"/>
            <a:ext cx="2895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i.userIn[j] → j.CCL[i]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912970D-1D77-4A1B-B946-6D451479E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190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4CB9C27-F466-4513-AA5A-9A7A3A13F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3190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26" name=""/>
          <p:cNvCxnSpPr>
            <a:stCxn xmlns:a="http://schemas.openxmlformats.org/drawingml/2006/main" id="41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>
            <a:off x="286703" y="3191352"/>
            <a:ext cx="114861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9DCD8"/>
            </a:solidFill>
            <a:prstDash val="solid"/>
          </a:ln>
        </p:spPr>
      </p:cxn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DEE1763-EA52-4216-A3A0-2FB54EAF6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248025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④ 通知写入阶段完成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254F0EA-D2F1-4A7A-9746-D90F21D38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248025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2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2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HcommChannelNotifyRecordOnThread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1FB777F-945F-4193-828A-722E3FD35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486150"/>
            <a:ext cx="4191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sendChannel, DATA_SIGNAL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A3764F6-6395-4105-9867-17B4B01BC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571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EA3B5CC-9CC6-43A4-AB73-72FD2B795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571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32" name=""/>
          <p:cNvCxnSpPr>
            <a:stCxn xmlns:a="http://schemas.openxmlformats.org/drawingml/2006/main" id="47" idx="3"/>
            <a:endCxn xmlns:a="http://schemas.openxmlformats.org/drawingml/2006/main" id="48" idx="1"/>
          </p:cNvCxnSpPr>
          <p:nvPr/>
        </p:nvCxnSpPr>
        <p:spPr>
          <a:xfrm xmlns:a="http://schemas.openxmlformats.org/drawingml/2006/main">
            <a:off x="7192328" y="3572352"/>
            <a:ext cx="3332797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575D60"/>
            </a:solidFill>
            <a:prstDash val="solid"/>
            <a:tailEnd type="triangle" w="sm" len="sm"/>
          </a:ln>
        </p:spPr>
      </p:cxn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BB7211A-627A-4624-A598-69125908C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286125"/>
            <a:ext cx="2895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DATA_SIGNAL：i → j 完成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C9EBCAB-EF84-472E-B519-7B70249AA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8EDF93C-B2CC-4E90-85F7-62123E74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3810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36" name=""/>
          <p:cNvCxnSpPr>
            <a:stCxn xmlns:a="http://schemas.openxmlformats.org/drawingml/2006/main" id="51" idx="3"/>
            <a:endCxn xmlns:a="http://schemas.openxmlformats.org/drawingml/2006/main" id="52" idx="1"/>
          </p:cNvCxnSpPr>
          <p:nvPr/>
        </p:nvCxnSpPr>
        <p:spPr>
          <a:xfrm xmlns:a="http://schemas.openxmlformats.org/drawingml/2006/main">
            <a:off x="286703" y="3810477"/>
            <a:ext cx="114861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9DCD8"/>
            </a:solidFill>
            <a:prstDash val="solid"/>
          </a:ln>
        </p:spPr>
      </p:cxn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AC01279-5832-479D-AFDA-3C6EA2A3D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67150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⑤ 等本端接收完成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9F705D4-2D67-4D92-AC5F-34057661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8671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2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2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HcommChannelNotifyWaitOnThread*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F2A9400-354B-4430-8214-CEA899311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105275"/>
            <a:ext cx="4191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recvChannel, DATA_SIGNAL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C1C632B-6538-49BE-A027-DA242D17A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191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F6BB0E2-48C3-49B8-B1AD-769AA3FD6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191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42" name=""/>
          <p:cNvCxnSpPr>
            <a:stCxn xmlns:a="http://schemas.openxmlformats.org/drawingml/2006/main" id="57" idx="1"/>
            <a:endCxn xmlns:a="http://schemas.openxmlformats.org/drawingml/2006/main" id="58" idx="3"/>
          </p:cNvCxnSpPr>
          <p:nvPr/>
        </p:nvCxnSpPr>
        <p:spPr>
          <a:xfrm xmlns:a="http://schemas.openxmlformats.org/drawingml/2006/main" flipH="1">
            <a:off x="7192328" y="4191477"/>
            <a:ext cx="3332797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575D60"/>
            </a:solidFill>
            <a:prstDash val="solid"/>
            <a:tailEnd type="triangle" w="sm" len="sm"/>
          </a:ln>
        </p:spPr>
      </p:cxn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01917A6-1DBF-4E6B-AFB7-C63FCAC46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905250"/>
            <a:ext cx="2895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DATA_SIGNAL：j → i 完成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89A30EA-237B-4E6A-9B6B-ECE8F08F1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429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73C5679-B202-412A-9288-A466C486A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4429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46" name=""/>
          <p:cNvCxnSpPr>
            <a:stCxn xmlns:a="http://schemas.openxmlformats.org/drawingml/2006/main" id="61" idx="3"/>
            <a:endCxn xmlns:a="http://schemas.openxmlformats.org/drawingml/2006/main" id="62" idx="1"/>
          </p:cNvCxnSpPr>
          <p:nvPr/>
        </p:nvCxnSpPr>
        <p:spPr>
          <a:xfrm xmlns:a="http://schemas.openxmlformats.org/drawingml/2006/main">
            <a:off x="286703" y="4429602"/>
            <a:ext cx="114861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9DCD8"/>
            </a:solidFill>
            <a:prstDash val="solid"/>
          </a:ln>
        </p:spPr>
      </p:cxn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FDBCEE4-38AB-471E-8814-C4711B102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486275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⑥ 从中转区取出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878A171-F3D6-46B4-8B06-8E0B59F70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486275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2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2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HcommLocalCopyOnThread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C90133D-4DF3-48C3-BAC5-55A680DFE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724400"/>
            <a:ext cx="4191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i.CCL[j] → i.userOut[j]，模板 PostCopy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69E65DD-A638-489B-82E5-3D7A6E7CB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533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B09FFBF-A724-45F1-B13C-AEAE32B4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533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52" name=""/>
          <p:cNvCxnSpPr>
            <a:stCxn xmlns:a="http://schemas.openxmlformats.org/drawingml/2006/main" id="67" idx="3"/>
            <a:endCxn xmlns:a="http://schemas.openxmlformats.org/drawingml/2006/main" id="68" idx="1"/>
          </p:cNvCxnSpPr>
          <p:nvPr/>
        </p:nvCxnSpPr>
        <p:spPr>
          <a:xfrm xmlns:a="http://schemas.openxmlformats.org/drawingml/2006/main">
            <a:off x="7192328" y="4534377"/>
            <a:ext cx="178974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</a:ln>
        </p:spPr>
      </p:cxn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296D858-75CF-4E74-8803-DF8097A43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533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895CB12-DC60-493A-A6AA-95CB11B7B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838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55" name=""/>
          <p:cNvCxnSpPr>
            <a:stCxn xmlns:a="http://schemas.openxmlformats.org/drawingml/2006/main" id="70" idx="2"/>
            <a:endCxn xmlns:a="http://schemas.openxmlformats.org/drawingml/2006/main" id="71" idx="0"/>
          </p:cNvCxnSpPr>
          <p:nvPr/>
        </p:nvCxnSpPr>
        <p:spPr>
          <a:xfrm xmlns:a="http://schemas.openxmlformats.org/drawingml/2006/main">
            <a:off x="8982552" y="4534853"/>
            <a:ext cx="0" cy="303847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</a:ln>
        </p:spPr>
      </p:cxn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027A30D-81C3-44DA-9C2F-674A9B4EA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838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9416D30-628D-47B1-BEBD-1C989AD5F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838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58" name=""/>
          <p:cNvCxnSpPr>
            <a:stCxn xmlns:a="http://schemas.openxmlformats.org/drawingml/2006/main" id="73" idx="1"/>
            <a:endCxn xmlns:a="http://schemas.openxmlformats.org/drawingml/2006/main" id="74" idx="3"/>
          </p:cNvCxnSpPr>
          <p:nvPr/>
        </p:nvCxnSpPr>
        <p:spPr>
          <a:xfrm xmlns:a="http://schemas.openxmlformats.org/drawingml/2006/main" flipH="1">
            <a:off x="7192328" y="4839177"/>
            <a:ext cx="178974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969057F-E53D-4C2B-8A26-44132D6D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572000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本地拷贝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F733545-B198-46A9-BBB9-5B2D88DDD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048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F7A8553-5C95-4F43-8BB1-30CA56F3E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5048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62" name=""/>
          <p:cNvCxnSpPr>
            <a:stCxn xmlns:a="http://schemas.openxmlformats.org/drawingml/2006/main" id="77" idx="3"/>
            <a:endCxn xmlns:a="http://schemas.openxmlformats.org/drawingml/2006/main" id="78" idx="1"/>
          </p:cNvCxnSpPr>
          <p:nvPr/>
        </p:nvCxnSpPr>
        <p:spPr>
          <a:xfrm xmlns:a="http://schemas.openxmlformats.org/drawingml/2006/main">
            <a:off x="286703" y="5048727"/>
            <a:ext cx="114861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9DCD8"/>
            </a:solidFill>
            <a:prstDash val="solid"/>
          </a:ln>
        </p:spPr>
      </p:cxn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CAD68A5-CBDE-4185-874A-30A3D5B47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248275"/>
            <a:ext cx="573405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D06A967-CEBA-447C-B0A9-3D7AB95F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286375"/>
            <a:ext cx="5562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对称执行与索引口径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7553C40-856B-4640-9F13-9520CCF0A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53075"/>
            <a:ext cx="550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j 也执行对称 Write。第五步等待的正是 j 写入 i 的数据。</a:t>
            </a:r>
          </a:p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CCL[j] 表示 Peer j 的逻辑分片，实际槽位由轮次与分片计算。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C566383-1C71-404D-8C9C-552BBEEA9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248275"/>
            <a:ext cx="577215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027EB9B-5AF6-4245-B21D-7A9D41E5D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5286375"/>
            <a:ext cx="5600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API 归属与 Wait 分支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7E09F9F-E5F1-4B4B-8211-739E4974D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553075"/>
            <a:ext cx="5543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①–⑤位于 SendRecvWrite；⑥位于上层模板的 PostCopy。</a:t>
            </a:r>
          </a:p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Wait* 在默认超时 / 显式超时接口之间按能力二选一。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9D59FB7-F997-4F46-A9B6-0483AAF90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086475"/>
            <a:ext cx="11620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F07C265-911F-43DA-839C-8E5D12E1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24575"/>
            <a:ext cx="14954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950 底层实现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375845C4-D0B6-4301-ACA5-739775390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124575"/>
            <a:ext cx="98774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HcommWriteOnThread 解包 Channel，构造 RmaBufferLite，再进入 BaseTransportLiteImpl::Write(...StreamLite)。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1681192D-FAAF-4ECA-87EE-4462CABDB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6FC58DC-2E1D-4D92-8D3B-BF3679B4A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74" name=""/>
          <p:cNvCxnSpPr>
            <a:stCxn xmlns:a="http://schemas.openxmlformats.org/drawingml/2006/main" id="89" idx="3"/>
            <a:endCxn xmlns:a="http://schemas.openxmlformats.org/drawingml/2006/main" id="90" idx="1"/>
          </p:cNvCxnSpPr>
          <p:nvPr/>
        </p:nvCxnSpPr>
        <p:spPr>
          <a:xfrm xmlns:a="http://schemas.openxmlformats.org/drawingml/2006/main">
            <a:off x="286703" y="657272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797D79"/>
            </a:solidFill>
            <a:prstDash val="solid"/>
          </a:ln>
        </p:spPr>
      </p:cxn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14CFAFC6-211E-4E01-9CDE-E8060CFA7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0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23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623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源码：alg_data_trans_wrapper.cc:428–464；Mesh 模板:327–380；AICPU primitive:495–545   基线 hccl 170ddeec / hcomm 87ce550f，静态源码分析</a:t>
            </a:r>
          </a:p>
        </p:txBody>
      </p:sp>
    </p:spTree>
    <p:extLst>
      <p:ext uri="{BB962C8B-B14F-4D97-AF65-F5344CB8AC3E}">
        <p14:creationId xmlns:p14="http://schemas.microsoft.com/office/powerpoint/2010/main" val="12760315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B97797B-4DA4-45F3-9923-4CBD092C8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Read / Write 分支的数据路径差异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10689A-BBBF-480A-93FE-68D10D33E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61975"/>
            <a:ext cx="1114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普通 Mesh 模板按链路协议设置 isDmaRead_；两图使用同一发送方向 i → j，便于比较中转位置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332F36-42FD-497B-8F04-5319F706B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561975"/>
            <a:ext cx="371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0AF043-4DBD-4A55-86F3-06C4579A9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42975"/>
            <a:ext cx="1162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Write 分支：发送方写入远端 CCL，接收方再取出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EFA73F-B6AC-4E17-8CA9-BEDE04D75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295400"/>
            <a:ext cx="52863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2D438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70D90F-6065-4816-A112-40BB0EE2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333500"/>
            <a:ext cx="51149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rPr>
              <a:t>Rank i（发送方）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0C420E-E3F9-49EB-8852-0ACD0D7E0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295400"/>
            <a:ext cx="52863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1111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DDD5B4-E896-42CB-95B0-E2EB16B64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333500"/>
            <a:ext cx="51149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Rank j（接收方）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EF1E6-E584-4A8F-855E-43AEE4484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81175"/>
            <a:ext cx="3333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1FD2EB-EEDC-4C14-8122-02D6CB3AB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09750"/>
            <a:ext cx="320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i.userIn[j]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99C3CF-396D-4038-8AC3-13C647E27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28825"/>
            <a:ext cx="320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用户输入分片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A6E05F-5E79-4F21-A0EB-1C25F78F9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81175"/>
            <a:ext cx="22764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8647F9-27F1-4545-AFFA-0F5746D9F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1809750"/>
            <a:ext cx="2143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j.CCL[i]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4F8233-9C6F-4354-ABB5-12F994993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028825"/>
            <a:ext cx="2143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接收端通信中转区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FCD2B4-9E79-4D90-A22F-52DCF779B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1781175"/>
            <a:ext cx="2247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5228CB-F919-4B74-A264-A7508FA7C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809750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j.userOut[i]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427CE8-55D7-454A-8883-7CA6B1358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028825"/>
            <a:ext cx="2114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用户输出位置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980A5B-F45D-4C57-B21F-3386CF686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14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A28C72-6588-4D77-B4EE-4A19BBC4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14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28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4268153" y="2115027"/>
            <a:ext cx="2589847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864E0B-10E9-4F2C-B7BC-77680B2F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114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C1ADE9-D36B-4E79-9B93-0824F7BA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114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31" name="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9135428" y="2115027"/>
            <a:ext cx="341947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575D60"/>
            </a:solidFill>
            <a:prstDash val="solid"/>
            <a:tailEnd type="triangle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39B7CE-AA51-4AC8-89C0-49A10FF18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38325"/>
            <a:ext cx="2428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HcommWriteOnThread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2A3A1B-806A-4411-8891-E6370DD2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543050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PostCopy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26EA6A-D10D-4143-92D5-0CBFE2EA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552700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发送 / 接收缓冲就绪后执行 Write；接收方等 DATA_SIGNAL，再 PostCopy 到自己的输出。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85FA72-C2EC-44C0-8EF7-A92E9A7D8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095625"/>
            <a:ext cx="1162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D438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D438A"/>
                </a:solidFill>
                <a:latin typeface="PingFang SC"/>
                <a:ea typeface="PingFang SC"/>
                <a:cs typeface="PingFang SC"/>
              </a:rPr>
              <a:t>PCIe Read 分支：发送方先放入本地 CCL，接收方主动读取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03DF54-D8CC-49A4-A4F0-3335AA2C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448050"/>
            <a:ext cx="52863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2D438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4BDE53-31F0-4847-9D32-C40192129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486150"/>
            <a:ext cx="51149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rPr>
              <a:t>Rank i（发送方）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56E316-2518-4FC0-B8C1-48D885A14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448050"/>
            <a:ext cx="52863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1111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EB9A57-042D-4601-B548-8B0C229F5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86150"/>
            <a:ext cx="51149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Rank j（接收方）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6E259C-B5B0-42E6-9965-F56ABB46D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33825"/>
            <a:ext cx="20764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B8BBE5D-1BC9-4352-B0DB-9F9A0CB11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962400"/>
            <a:ext cx="1943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i.userIn[j]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B1C7E6D-C39B-4596-9CE9-853929FB3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181475"/>
            <a:ext cx="1943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用户输入分片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15EE266-AE49-47EC-B089-7E06CF76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933825"/>
            <a:ext cx="2266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32F1CB8-E58D-44EE-A65A-6915B6496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9624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i.CCL[j]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5AF3831-E30A-4CB9-91F0-673BF555A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181475"/>
            <a:ext cx="2133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发送端通信中转区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7D78232-7F69-4D52-AB65-4AB644898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933825"/>
            <a:ext cx="29432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F36E3C8-F55F-464C-91C1-47D2468A3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62400"/>
            <a:ext cx="2809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j.userOut[i]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33738D8-E20C-456A-A554-116D090E0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81475"/>
            <a:ext cx="2809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j 从 i 的 CCL 主动读取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22FFBAC-4B43-4269-8AD5-CB5D652C8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67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C6B6926-D184-454E-B3E4-7DFD88022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267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51" name=""/>
          <p:cNvCxnSpPr>
            <a:stCxn xmlns:a="http://schemas.openxmlformats.org/drawingml/2006/main" id="41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>
            <a:off x="2572703" y="4267677"/>
            <a:ext cx="513397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575D60"/>
            </a:solidFill>
            <a:prstDash val="solid"/>
            <a:tailEnd type="triangle" w="sm" len="sm"/>
          </a:ln>
        </p:spPr>
      </p:cxn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B3E053D-1F7F-4A90-A05A-1B607072C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267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200B1F2-71F3-4282-98A4-EB07EDF00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267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54" name=""/>
          <p:cNvCxnSpPr>
            <a:stCxn xmlns:a="http://schemas.openxmlformats.org/drawingml/2006/main" id="44" idx="3"/>
            <a:endCxn xmlns:a="http://schemas.openxmlformats.org/drawingml/2006/main" id="45" idx="1"/>
          </p:cNvCxnSpPr>
          <p:nvPr/>
        </p:nvCxnSpPr>
        <p:spPr>
          <a:xfrm xmlns:a="http://schemas.openxmlformats.org/drawingml/2006/main">
            <a:off x="5354003" y="4267677"/>
            <a:ext cx="25803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2D438A"/>
            </a:solidFill>
            <a:prstDash val="solid"/>
            <a:tailEnd type="triangle" w="sm" len="sm"/>
          </a:ln>
        </p:spPr>
      </p:cxn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09343B8-694D-4580-B463-083E5516F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695700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PreCopy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4BD378F-1310-4BE8-BCC0-73AAFF7D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990975"/>
            <a:ext cx="2343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2D438A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2D438A"/>
                </a:solidFill>
                <a:latin typeface="PingFang SC"/>
                <a:ea typeface="PingFang SC"/>
                <a:cs typeface="PingFang SC"/>
              </a:rPr>
              <a:t>HcommReadOnThread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205E007-AF0D-47ED-BB22-732B5244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705350"/>
            <a:ext cx="1143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发送方先 PreCopy；接收方等 ACK 后执行 Read。完成握手约束双方的缓冲区复用。</a:t>
            </a:r>
          </a:p>
        </p:txBody>
      </p:sp>
      <p:graphicFrame>
        <p:nvGraphicFramePr>
          <p:cNvPr id="158" name=""/>
          <p:cNvGraphicFramePr/>
          <p:nvPr/>
        </p:nvGraphicFramePr>
        <p:xfrm>
          <a:off xmlns:a="http://schemas.openxmlformats.org/drawingml/2006/main" x="285750" y="5276850"/>
          <a:ext xmlns:a="http://schemas.openxmlformats.org/drawingml/2006/main" cx="11620500" cy="11239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724025"/>
                <a:gridCol w="4943475"/>
                <a:gridCol w="4953000"/>
              </a:tblGrid>
              <a:tr h="26670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1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比较项</a:t>
                      </a:r>
                    </a:p>
                  </a:txBody>
                  <a:tcPr marL="57150" marR="57150" marT="9525" marB="9525" anchor="ctr">
                    <a:solidFill>
                      <a:srgbClr val="2D438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1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普通 Write</a:t>
                      </a:r>
                    </a:p>
                  </a:txBody>
                  <a:tcPr marL="57150" marR="57150" marT="9525" marB="9525" anchor="ctr">
                    <a:solidFill>
                      <a:srgbClr val="2D438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1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PCIe Read</a:t>
                      </a:r>
                    </a:p>
                  </a:txBody>
                  <a:tcPr marL="57150" marR="57150" marT="9525" marB="9525" anchor="ctr">
                    <a:solidFill>
                      <a:srgbClr val="2D438A"/>
                    </a:solidFill>
                  </a:tcPr>
                </a:tc>
              </a:tr>
              <a:tr h="2857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15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 数据搬运 API</a:t>
                      </a:r>
                    </a:p>
                  </a:txBody>
                  <a:tcPr marL="57150" marR="57150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15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HcommWriteOnThread ＋ HcommLocalCopyOnThread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15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HcommLocalCopyOnThread ＋ HcommReadOnThread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15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中转拷贝位置</a:t>
                      </a:r>
                    </a:p>
                  </a:txBody>
                  <a:tcPr marL="57150" marR="57150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15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接收侧 PostCopy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15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发送侧 PreCopy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15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共同同步能力</a:t>
                      </a:r>
                    </a:p>
                  </a:txBody>
                  <a:tcPr marL="57150" marR="57150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15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Thread Notify / Channel Notify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15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Thread Notify / Channel Notify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F79C219-8B32-464D-92A3-CAB73364F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B9FCDA4-8264-4B20-9E03-0A3DE1E09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61" name=""/>
          <p:cNvCxnSpPr>
            <a:stCxn xmlns:a="http://schemas.openxmlformats.org/drawingml/2006/main" id="51" idx="3"/>
            <a:endCxn xmlns:a="http://schemas.openxmlformats.org/drawingml/2006/main" id="52" idx="1"/>
          </p:cNvCxnSpPr>
          <p:nvPr/>
        </p:nvCxnSpPr>
        <p:spPr>
          <a:xfrm xmlns:a="http://schemas.openxmlformats.org/drawingml/2006/main">
            <a:off x="286703" y="657272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797D79"/>
            </a:solidFill>
            <a:prstDash val="solid"/>
          </a:ln>
        </p:spPr>
      </p:cxn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C0A7B7B-0D17-4832-BFA5-0230F1F0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0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23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623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源码：Mesh 模板:167–192,217–269,327–411；SendRecvRead:652–689；LocalCopy:880   基线 hccl 170ddeec / hcomm 87ce550f，静态源码分析</a:t>
            </a:r>
          </a:p>
        </p:txBody>
      </p:sp>
    </p:spTree>
    <p:extLst>
      <p:ext uri="{BB962C8B-B14F-4D97-AF65-F5344CB8AC3E}">
        <p14:creationId xmlns:p14="http://schemas.microsoft.com/office/powerpoint/2010/main" val="14831954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6927505-F7E3-4C91-8598-A4879E7DE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资源缓存与任务缓存的两层复用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251B7B-28B9-482D-ACE1-0B541C6A1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61975"/>
            <a:ext cx="1114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资源缓存减少准备工作；任务缓存命中后跳过本次逐条展开，两者可以分别命中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CCB109-DF8E-4170-8127-ACFECE50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561975"/>
            <a:ext cx="371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7925DE-38D2-4EE3-AB69-9CB9FB101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33450"/>
            <a:ext cx="11620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控制面：算法资源缓存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A6FE04-CB80-4A97-B54A-42D506677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190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908102-71E5-4D0B-8BA6-F2AAAD200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190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94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86703" y="1191102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111111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551E51-22E4-4FAB-8CE7-1DDCDCAD0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390650"/>
            <a:ext cx="292417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960714-2127-486F-A753-8215A6EA6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419225"/>
            <a:ext cx="2790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TryReuseResource〔HCCL〕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0F8A20-5ACD-48F6-BFDE-2EC1A0E52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638300"/>
            <a:ext cx="27908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HcclEngineCtxGet 〔C1〕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5BA84D-1CAC-4111-A0DA-D4F5A7222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390650"/>
            <a:ext cx="32004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98A63E-DECA-4574-A1EA-A135A454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1419225"/>
            <a:ext cx="3067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hit：取已有上下文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1AF52C-2FAB-41E6-B571-8F7FAFC4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1638300"/>
            <a:ext cx="3067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复用 Thread / Channel / Buffer 描述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DE555D-0748-4046-A57B-64C317C1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47925"/>
            <a:ext cx="48577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33C22E-BCAB-4E11-8999-21F5E3A3F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476500"/>
            <a:ext cx="472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miss：重新计算资源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9FFE56-8008-4C84-ADD2-0F33F1594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695575"/>
            <a:ext cx="472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CalcRes，申请 Thread / Channel，保存 EngineCtx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DD26C4-F4B7-4645-9B5E-10B15A4E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05000"/>
            <a:ext cx="2286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FA20D5-CBF8-4312-84D3-C8716672F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1933575"/>
            <a:ext cx="2152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交付 AICPU 资源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50FC84-F6C9-4CDA-8EF8-14F1BBBA7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215265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继续 Kernel 发射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9893D6-9AA0-4B05-BE68-40DA87537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EF013B-9EDB-47FF-AB70-06DB239DB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09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3210878" y="1753077"/>
            <a:ext cx="88487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8D466A-B651-4363-A1FC-EFC543581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495425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命中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E7DC4C-DE73-446B-B627-4EC84775E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24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204B74-76FA-48B9-AAF2-5B33EFC37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19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13" name=""/>
          <p:cNvCxnSpPr>
            <a:stCxn xmlns:a="http://schemas.openxmlformats.org/drawingml/2006/main" id="24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1714977" y="2125028"/>
            <a:ext cx="0" cy="69437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E3C629-463E-452C-8B64-10854B4F0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19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283E5E-EB33-4CF7-8F2B-478B27ABB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19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16" name=""/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1715453" y="2819877"/>
            <a:ext cx="238029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605C0E-A4E0-43E4-9065-91E5699E6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552700"/>
            <a:ext cx="809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未命中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E343D1-4516-42F4-9345-0418A4F0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ED01C4-2552-42C1-97AB-8D01BA873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20" name=""/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7297103" y="1753077"/>
            <a:ext cx="20469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12786DF-7846-49FF-840A-35181CF3B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7EEBB0E-5133-49D6-92DE-8693A3F9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266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23" name=""/>
          <p:cNvCxnSpPr>
            <a:stCxn xmlns:a="http://schemas.openxmlformats.org/drawingml/2006/main" id="34" idx="2"/>
            <a:endCxn xmlns:a="http://schemas.openxmlformats.org/drawingml/2006/main" id="35" idx="0"/>
          </p:cNvCxnSpPr>
          <p:nvPr/>
        </p:nvCxnSpPr>
        <p:spPr>
          <a:xfrm xmlns:a="http://schemas.openxmlformats.org/drawingml/2006/main">
            <a:off x="9344502" y="1753553"/>
            <a:ext cx="0" cy="513397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EE5DED3-0992-4E3F-A93A-4A96DAB2D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266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2754C24-4689-4ECF-B295-8DA1DB32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266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26" name=""/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9344978" y="2267427"/>
            <a:ext cx="27527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  <a:tailEnd type="triangle" w="sm" len="sm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47CEFEE-256B-4A3B-BD2C-6EDF812D6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19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0868CBB-81D5-498D-871B-505A69887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819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29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8954453" y="2819877"/>
            <a:ext cx="38957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BE7AC64-430F-4308-9FEA-403DADA89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819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D42592E-C0CE-4BA7-8473-04DC06C45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266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32" name=""/>
          <p:cNvCxnSpPr>
            <a:stCxn xmlns:a="http://schemas.openxmlformats.org/drawingml/2006/main" id="43" idx="0"/>
            <a:endCxn xmlns:a="http://schemas.openxmlformats.org/drawingml/2006/main" id="44" idx="2"/>
          </p:cNvCxnSpPr>
          <p:nvPr/>
        </p:nvCxnSpPr>
        <p:spPr>
          <a:xfrm xmlns:a="http://schemas.openxmlformats.org/drawingml/2006/main" flipV="1">
            <a:off x="9344502" y="2267903"/>
            <a:ext cx="0" cy="551497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11111"/>
            </a:solidFill>
            <a:prstDash val="solid"/>
          </a:ln>
        </p:spPr>
      </p:cxn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CF4AF8F-2B9E-44C4-B15B-3E9740BDC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457575"/>
            <a:ext cx="11620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D438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D438A"/>
                </a:solidFill>
                <a:latin typeface="PingFang SC"/>
                <a:ea typeface="PingFang SC"/>
                <a:cs typeface="PingFang SC"/>
              </a:rPr>
              <a:t>数据面：AICPU 任务缓存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C9C0861-0CFC-4D36-9564-C9FE08BC7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714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2E15BBB-F7BE-4099-BB5A-5989E8713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714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36" name=""/>
          <p:cNvCxnSpPr>
            <a:stCxn xmlns:a="http://schemas.openxmlformats.org/drawingml/2006/main" id="47" idx="3"/>
            <a:endCxn xmlns:a="http://schemas.openxmlformats.org/drawingml/2006/main" id="48" idx="1"/>
          </p:cNvCxnSpPr>
          <p:nvPr/>
        </p:nvCxnSpPr>
        <p:spPr>
          <a:xfrm xmlns:a="http://schemas.openxmlformats.org/drawingml/2006/main">
            <a:off x="286703" y="371522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2D438A"/>
            </a:solidFill>
            <a:prstDash val="solid"/>
          </a:ln>
        </p:spPr>
      </p:cxn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341D935-D1EB-4454-94AC-CB34C381F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914775"/>
            <a:ext cx="292417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ECF9CF2-2F4E-40AE-8F5B-548848D9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943350"/>
            <a:ext cx="2790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Lookup：查任务缓存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DB2CF24-0B28-4273-B8A0-E50DB251F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162425"/>
            <a:ext cx="27908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2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HcommAicpuTsTaskCacheLookup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613D9A0-42E0-4F81-BADD-C554840F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14775"/>
            <a:ext cx="32004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9DEFD5E-16F4-4D0C-9811-539B6E0F7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943350"/>
            <a:ext cx="3067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hit：Execute 重放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09C1E1B-64F1-47B8-B704-5DE63F050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162425"/>
            <a:ext cx="3067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刷新地址，跳过本次 OpOrchestrate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1D4AA4D-12CC-488F-A94E-3D45BDC7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972050"/>
            <a:ext cx="48577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5199B3F-2D98-4AFE-84AC-4DB17BA0E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000625"/>
            <a:ext cx="472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miss：Start → 编排 → End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0D87635-91F5-448F-9FFC-D6CC231FE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219700"/>
            <a:ext cx="472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录制期间仍生成搬运和同步任务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D44F5D8-E67D-469F-896A-FBEE07651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29125"/>
            <a:ext cx="2286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620">
            <a:solidFill>
              <a:srgbClr val="797D79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F149E81-626C-4E3C-A93C-46F5AEC66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457700"/>
            <a:ext cx="2152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数据通信继续执行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2880F87-382A-48A8-BD3E-D90641AE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676775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D1 搬运 / D3 同步依赖仍存在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D483D6B-20E7-48C6-93D3-98C27A671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276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F621E4F-55E8-4D2C-842C-2023F1757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76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51" name=""/>
          <p:cNvCxnSpPr>
            <a:stCxn xmlns:a="http://schemas.openxmlformats.org/drawingml/2006/main" id="62" idx="3"/>
            <a:endCxn xmlns:a="http://schemas.openxmlformats.org/drawingml/2006/main" id="63" idx="1"/>
          </p:cNvCxnSpPr>
          <p:nvPr/>
        </p:nvCxnSpPr>
        <p:spPr>
          <a:xfrm xmlns:a="http://schemas.openxmlformats.org/drawingml/2006/main">
            <a:off x="3210878" y="4277202"/>
            <a:ext cx="88487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D438A"/>
            </a:solidFill>
            <a:prstDash val="solid"/>
            <a:tailEnd type="triangle" w="sm" len="sm"/>
          </a:ln>
        </p:spPr>
      </p:cxn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6FE6EC9-B98C-46AA-A558-A5D32BDD3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0195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命中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6BAB34C-EB2C-4204-B851-E6E07532B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48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8ED5950-85A8-4489-94FE-47658E40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34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55" name=""/>
          <p:cNvCxnSpPr>
            <a:stCxn xmlns:a="http://schemas.openxmlformats.org/drawingml/2006/main" id="66" idx="2"/>
            <a:endCxn xmlns:a="http://schemas.openxmlformats.org/drawingml/2006/main" id="67" idx="0"/>
          </p:cNvCxnSpPr>
          <p:nvPr/>
        </p:nvCxnSpPr>
        <p:spPr>
          <a:xfrm xmlns:a="http://schemas.openxmlformats.org/drawingml/2006/main">
            <a:off x="1714977" y="4649153"/>
            <a:ext cx="0" cy="684847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D438A"/>
            </a:solidFill>
            <a:prstDash val="solid"/>
          </a:ln>
        </p:spPr>
      </p:cxn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424FEE9-B1E5-489D-8CB8-3DF113610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34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163B0AC-7814-488C-98A6-922183306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334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58" name=""/>
          <p:cNvCxnSpPr>
            <a:stCxn xmlns:a="http://schemas.openxmlformats.org/drawingml/2006/main" id="69" idx="3"/>
            <a:endCxn xmlns:a="http://schemas.openxmlformats.org/drawingml/2006/main" id="70" idx="1"/>
          </p:cNvCxnSpPr>
          <p:nvPr/>
        </p:nvCxnSpPr>
        <p:spPr>
          <a:xfrm xmlns:a="http://schemas.openxmlformats.org/drawingml/2006/main">
            <a:off x="1715453" y="5334477"/>
            <a:ext cx="238029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D438A"/>
            </a:solidFill>
            <a:prstDash val="solid"/>
            <a:tailEnd type="triangle" w="sm" len="sm"/>
          </a:ln>
        </p:spPr>
      </p:cxn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FAC6039-3647-4B8B-A592-8B7DD6764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067300"/>
            <a:ext cx="809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未命中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F26D1A8-68F0-4BF1-97FD-55875F616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276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0078443-9339-4A75-90AF-92BE3809D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276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62" name=""/>
          <p:cNvCxnSpPr>
            <a:stCxn xmlns:a="http://schemas.openxmlformats.org/drawingml/2006/main" id="73" idx="3"/>
            <a:endCxn xmlns:a="http://schemas.openxmlformats.org/drawingml/2006/main" id="74" idx="1"/>
          </p:cNvCxnSpPr>
          <p:nvPr/>
        </p:nvCxnSpPr>
        <p:spPr>
          <a:xfrm xmlns:a="http://schemas.openxmlformats.org/drawingml/2006/main">
            <a:off x="7297103" y="4277202"/>
            <a:ext cx="20469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D438A"/>
            </a:solidFill>
            <a:prstDash val="solid"/>
          </a:ln>
        </p:spPr>
      </p:cxn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489C23C-E4E9-4204-BBE8-F9ECED986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276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DF1AF58-E18A-413F-9B19-53B1F209A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791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65" name=""/>
          <p:cNvCxnSpPr>
            <a:stCxn xmlns:a="http://schemas.openxmlformats.org/drawingml/2006/main" id="76" idx="2"/>
            <a:endCxn xmlns:a="http://schemas.openxmlformats.org/drawingml/2006/main" id="77" idx="0"/>
          </p:cNvCxnSpPr>
          <p:nvPr/>
        </p:nvCxnSpPr>
        <p:spPr>
          <a:xfrm xmlns:a="http://schemas.openxmlformats.org/drawingml/2006/main">
            <a:off x="9344502" y="4277678"/>
            <a:ext cx="0" cy="513397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D438A"/>
            </a:solidFill>
            <a:prstDash val="solid"/>
          </a:ln>
        </p:spPr>
      </p:cxn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99FA60F-F992-4175-8384-EF1BA818D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791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DE6A4F5-A3A5-4FC0-99F8-7C83F012F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791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68" name=""/>
          <p:cNvCxnSpPr>
            <a:stCxn xmlns:a="http://schemas.openxmlformats.org/drawingml/2006/main" id="79" idx="3"/>
            <a:endCxn xmlns:a="http://schemas.openxmlformats.org/drawingml/2006/main" id="80" idx="1"/>
          </p:cNvCxnSpPr>
          <p:nvPr/>
        </p:nvCxnSpPr>
        <p:spPr>
          <a:xfrm xmlns:a="http://schemas.openxmlformats.org/drawingml/2006/main">
            <a:off x="9344978" y="4791552"/>
            <a:ext cx="27527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D438A"/>
            </a:solidFill>
            <a:prstDash val="solid"/>
            <a:tailEnd type="triangle" w="sm" len="sm"/>
          </a:ln>
        </p:spPr>
      </p:cxn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C87CFB8-2113-4648-9F4E-91352B328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334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55CA9A9-50BA-4081-9C09-8DFA51C77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5334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71" name=""/>
          <p:cNvCxnSpPr>
            <a:stCxn xmlns:a="http://schemas.openxmlformats.org/drawingml/2006/main" id="82" idx="3"/>
            <a:endCxn xmlns:a="http://schemas.openxmlformats.org/drawingml/2006/main" id="83" idx="1"/>
          </p:cNvCxnSpPr>
          <p:nvPr/>
        </p:nvCxnSpPr>
        <p:spPr>
          <a:xfrm xmlns:a="http://schemas.openxmlformats.org/drawingml/2006/main">
            <a:off x="8954453" y="5334477"/>
            <a:ext cx="38957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D438A"/>
            </a:solidFill>
            <a:prstDash val="solid"/>
          </a:ln>
        </p:spPr>
      </p:cxn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6D11C03-08D2-4F2B-99FB-73663F422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5334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68DC8B5-7AF3-42AB-A6C5-519B70BD5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791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74" name=""/>
          <p:cNvCxnSpPr>
            <a:stCxn xmlns:a="http://schemas.openxmlformats.org/drawingml/2006/main" id="85" idx="0"/>
            <a:endCxn xmlns:a="http://schemas.openxmlformats.org/drawingml/2006/main" id="86" idx="2"/>
          </p:cNvCxnSpPr>
          <p:nvPr/>
        </p:nvCxnSpPr>
        <p:spPr>
          <a:xfrm xmlns:a="http://schemas.openxmlformats.org/drawingml/2006/main" flipV="1">
            <a:off x="9344502" y="4792028"/>
            <a:ext cx="0" cy="54197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D438A"/>
            </a:solidFill>
            <a:prstDash val="solid"/>
          </a:ln>
        </p:spPr>
      </p:cxn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D2A44FAF-3113-4C52-83F3-B74FAF621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019800"/>
            <a:ext cx="11620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2A50DB2-02EC-4FE1-9B02-39F3BE61E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057900"/>
            <a:ext cx="14954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任务缓存条件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E9BBBFA-8179-44CB-8FE8-5C7779984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057900"/>
            <a:ext cx="98774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要求开关、950、支持的算子和拓扑等。MC2、OFFLOAD、ACL graph、输入输出重叠等场景受限；关闭时直接编排。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F41E0789-3F84-4080-A656-ADF1FFD3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47AF13F-D34A-4E42-B55C-F52DE98DA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80" name=""/>
          <p:cNvCxnSpPr>
            <a:stCxn xmlns:a="http://schemas.openxmlformats.org/drawingml/2006/main" id="91" idx="3"/>
            <a:endCxn xmlns:a="http://schemas.openxmlformats.org/drawingml/2006/main" id="92" idx="1"/>
          </p:cNvCxnSpPr>
          <p:nvPr/>
        </p:nvCxnSpPr>
        <p:spPr>
          <a:xfrm xmlns:a="http://schemas.openxmlformats.org/drawingml/2006/main">
            <a:off x="286703" y="657272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797D79"/>
            </a:solidFill>
            <a:prstDash val="solid"/>
          </a:ln>
        </p:spPr>
      </p:cxn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A2664CA0-E90F-4A0E-B304-CE19E9D87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0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23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623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源码：op_common.cc:1331–1422；kernel_launch.cc:499–595；aicpu_task_cache_policy.cc   基线 hccl 170ddeec / hcomm 87ce550f，静态源码分析</a:t>
            </a:r>
          </a:p>
        </p:txBody>
      </p:sp>
    </p:spTree>
    <p:extLst>
      <p:ext uri="{BB962C8B-B14F-4D97-AF65-F5344CB8AC3E}">
        <p14:creationId xmlns:p14="http://schemas.microsoft.com/office/powerpoint/2010/main" val="9657882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ACA774-D03D-4B0A-AD79-D3E11738A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接口变化的条件矩阵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C9EA3B-B67C-4F9D-8390-E98C8F95D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61975"/>
            <a:ext cx="1114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“使用”表示该路径涉及此能力；具体次数还取决于 Peer、Channel、分片与缓存，不是实测 trace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0E09E1-6109-45AF-9491-311275380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561975"/>
            <a:ext cx="371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graphicFrame>
        <p:nvGraphicFramePr>
          <p:cNvPr id="34" name=""/>
          <p:cNvGraphicFramePr/>
          <p:nvPr/>
        </p:nvGraphicFramePr>
        <p:xfrm>
          <a:off xmlns:a="http://schemas.openxmlformats.org/drawingml/2006/main" x="285750" y="952500"/>
          <a:ext xmlns:a="http://schemas.openxmlformats.org/drawingml/2006/main" cx="11620500" cy="39433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933700"/>
                <a:gridCol w="1609725"/>
                <a:gridCol w="1504950"/>
                <a:gridCol w="2076450"/>
                <a:gridCol w="1743075"/>
                <a:gridCol w="1752600"/>
              </a:tblGrid>
              <a:tr h="34290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能力 / API 族</a:t>
                      </a:r>
                    </a:p>
                  </a:txBody>
                  <a:tcPr marL="57150" marR="57150" marT="9525" marB="9525" anchor="ctr">
                    <a:solidFill>
                      <a:srgbClr val="2D438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普通 Mesh Write</a:t>
                      </a:r>
                    </a:p>
                  </a:txBody>
                  <a:tcPr marL="57150" marR="57150" marT="9525" marB="9525" anchor="ctr">
                    <a:solidFill>
                      <a:srgbClr val="2D438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PCIe Read</a:t>
                      </a:r>
                    </a:p>
                  </a:txBody>
                  <a:tcPr marL="57150" marR="57150" marT="9525" marB="9525" anchor="ctr">
                    <a:solidFill>
                      <a:srgbClr val="2D438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MultiJetty 相关分支</a:t>
                      </a:r>
                    </a:p>
                  </a:txBody>
                  <a:tcPr marL="57150" marR="57150" marT="9525" marB="9525" anchor="ctr">
                    <a:solidFill>
                      <a:srgbClr val="2D438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对称内存命中</a:t>
                      </a:r>
                    </a:p>
                  </a:txBody>
                  <a:tcPr marL="57150" marR="57150" marT="9525" marB="9525" anchor="ctr">
                    <a:solidFill>
                      <a:srgbClr val="2D438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Task Cache hit</a:t>
                      </a:r>
                    </a:p>
                  </a:txBody>
                  <a:tcPr marL="57150" marR="57150" marT="9525" marB="9525" anchor="ctr">
                    <a:solidFill>
                      <a:srgbClr val="2D438A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D1 · HcommWriteOnThread</a:t>
                      </a:r>
                    </a:p>
                  </a:txBody>
                  <a:tcPr marL="57150" marR="57150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使用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改用 Read</a:t>
                      </a:r>
                    </a:p>
                  </a:txBody>
                  <a:tcPr marL="57150" marR="57150" marT="9525" marB="9525" anchor="ctr">
                    <a:solidFill>
                      <a:srgbClr val="F1E8A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按模板分支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可直接访问窗口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通过任务重放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D1 · HcommReadOnThread</a:t>
                      </a:r>
                    </a:p>
                  </a:txBody>
                  <a:tcPr marL="57150" marR="57150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本分支不用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使用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可批量 Read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按模板 / 协议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通过任务重放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D1 · HcommLocalCopyOnThread</a:t>
                      </a:r>
                    </a:p>
                  </a:txBody>
                  <a:tcPr marL="57150" marR="57150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自分片 / PostCopy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自分片 / PreCopy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按模板分支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可减少中转拷贝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通过任务重放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D1 · HcommBatchTransferOnThread</a:t>
                      </a:r>
                    </a:p>
                  </a:txBody>
                  <a:tcPr marL="57150" marR="57150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非此包装器必经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非普通 Mesh 必经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部分 BatchRead 可用</a:t>
                      </a:r>
                    </a:p>
                  </a:txBody>
                  <a:tcPr marL="57150" marR="57150" marT="9525" marB="9525" anchor="ctr">
                    <a:solidFill>
                      <a:srgbClr val="F1E8A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不能仅据内存判断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取决于录制内容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D3 · Channel / Thread Notify</a:t>
                      </a:r>
                    </a:p>
                  </a:txBody>
                  <a:tcPr marL="57150" marR="57150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握手 / 线程汇合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握手 / 线程汇合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按并发组织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仍需顺序约束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依赖随任务重放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D4 · 批模式 / 使用保护</a:t>
                      </a:r>
                    </a:p>
                  </a:txBody>
                  <a:tcPr marL="57150" marR="57150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使用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使用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使用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使用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仍保留运行控制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C1 / C2 / C3 / C5 · 准备资源</a:t>
                      </a:r>
                    </a:p>
                  </a:txBody>
                  <a:tcPr marL="57150" marR="57150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按缺失补充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按缺失补充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请求形态可变化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窗口 / 地址来源改变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还取决于资源缓存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D2 · 数值归约</a:t>
                      </a:r>
                    </a:p>
                  </a:txBody>
                  <a:tcPr marL="57150" marR="57150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不使用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不使用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AllToAll 非归约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不因窗口改变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不因重放增加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D5 · CCU C++ DSL</a:t>
                      </a:r>
                    </a:p>
                  </a:txBody>
                  <a:tcPr marL="57150" marR="57150" marT="9525" marB="9525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不进入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不进入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仍为 AICPU 路径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仍看执行引擎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907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不因缓存切换引擎</a:t>
                      </a:r>
                    </a:p>
                  </a:txBody>
                  <a:tcPr marL="57150" marR="57150" marT="9525" marB="9525" anchor="ctr">
                    <a:solidFill>
                      <a:srgbClr val="D9DCD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06C747-E4B6-46AE-9652-534B45FB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095875"/>
            <a:ext cx="11620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汇报时需要保留的调用边界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D4868B-EAD0-4D3C-A00D-666EECC8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353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3D24C2-F1B8-48B9-A62D-BEB858CA6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353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8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86703" y="535352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931C25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E95353-F38E-4A3A-9A60-8BBA3E01F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5486400"/>
            <a:ext cx="11487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HcclAicpuKernelLaunch：当前调用点为 Send / Recv。AllToAll 由 HCCL 内部 launch 调用 ACL Runtime。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E78B8E-365B-4B2A-B999-F442716FF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5800725"/>
            <a:ext cx="11487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HcclCommMemReg：普通 OPBASE 路径不能推断每次直调。底层按需调用的 HcommMemReg 是另一个接口。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83C72F-97ED-45D1-A935-9D5CCA06E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6115050"/>
            <a:ext cx="11487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C4 编排主要由 HCCL Executor / Template 完成；HcclGroupStatusGet 仅为能力支持时的 Group 状态查询。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AC2BA4-DD07-4C1E-94F5-98C02B2EB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534F89-A250-4CF6-A91D-50016A9B2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4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286703" y="657272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797D79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724B98-E3E4-4A79-A25A-D9DDD6321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0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23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623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源码：Mesh / UBX Template；hcomm_primitives_dl.cc；op_common.cc:1005；Task Cache policy   基线 hccl 170ddeec / hcomm 87ce550f，静态源码分析</a:t>
            </a:r>
          </a:p>
        </p:txBody>
      </p:sp>
    </p:spTree>
    <p:extLst>
      <p:ext uri="{BB962C8B-B14F-4D97-AF65-F5344CB8AC3E}">
        <p14:creationId xmlns:p14="http://schemas.microsoft.com/office/powerpoint/2010/main" val="18141143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2026-09-27T11:25:30.3440000Z</dcterms:created>
  <dcterms:modified xsi:type="dcterms:W3CDTF">2026-09-27T11:25:30.3440000Z</dcterms:modified>
</coreProperties>
</file>