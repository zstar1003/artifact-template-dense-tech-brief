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cf779fe034452b" /><Relationship Type="http://schemas.openxmlformats.org/officeDocument/2006/relationships/extended-properties" Target="/docProps/app.xml" Id="R9290bed9c3b94c99" /><Relationship Type="http://schemas.openxmlformats.org/officeDocument/2006/relationships/officeDocument" Target="/ppt/presentation.xml" Id="Rd42176f740e840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1ff1860ff45fa"/>
  </p:sldMasterIdLst>
  <p:notesMasterIdLst>
    <p:notesMasterId xmlns:r="http://schemas.openxmlformats.org/officeDocument/2006/relationships" r:id="R9aa35e76424648c9"/>
  </p:notesMasterIdLst>
  <p:sldIdLst>
    <p:sldId xmlns:r="http://schemas.openxmlformats.org/officeDocument/2006/relationships" id="256" r:id="Rb439cc68b47c4435"/>
    <p:sldId xmlns:r="http://schemas.openxmlformats.org/officeDocument/2006/relationships" id="257" r:id="R42e9e713774a4076"/>
    <p:sldId xmlns:r="http://schemas.openxmlformats.org/officeDocument/2006/relationships" id="258" r:id="R2798274c489e4d8b"/>
    <p:sldId xmlns:r="http://schemas.openxmlformats.org/officeDocument/2006/relationships" id="259" r:id="R1577f884431e4432"/>
    <p:sldId xmlns:r="http://schemas.openxmlformats.org/officeDocument/2006/relationships" id="260" r:id="R997e7b67ba844ea8"/>
    <p:sldId xmlns:r="http://schemas.openxmlformats.org/officeDocument/2006/relationships" id="261" r:id="R2fd00b5dfa0744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dc54fef5604ad6" /><Relationship Type="http://schemas.openxmlformats.org/officeDocument/2006/relationships/slideMaster" Target="/ppt/slideMasters/slideMaster1.xml" Id="R2c41ff1860ff45fa" /><Relationship Type="http://schemas.openxmlformats.org/officeDocument/2006/relationships/notesMaster" Target="/ppt/notesMasters/notesMaster1.xml" Id="R9aa35e76424648c9" /><Relationship Type="http://schemas.openxmlformats.org/officeDocument/2006/relationships/presProps" Target="/ppt/presProps.xml" Id="R3f73e5dca5744ae6" /><Relationship Type="http://schemas.openxmlformats.org/officeDocument/2006/relationships/tableStyles" Target="/ppt/tableStyles.xml" Id="R06177dfc9f5d474d" /><Relationship Type="http://schemas.openxmlformats.org/officeDocument/2006/relationships/slide" Target="/ppt/slides/slide1.xml" Id="Rb439cc68b47c4435" /><Relationship Type="http://schemas.openxmlformats.org/officeDocument/2006/relationships/slide" Target="/ppt/slides/slide2.xml" Id="R42e9e713774a4076" /><Relationship Type="http://schemas.openxmlformats.org/officeDocument/2006/relationships/slide" Target="/ppt/slides/slide3.xml" Id="R2798274c489e4d8b" /><Relationship Type="http://schemas.openxmlformats.org/officeDocument/2006/relationships/slide" Target="/ppt/slides/slide4.xml" Id="R1577f884431e4432" /><Relationship Type="http://schemas.openxmlformats.org/officeDocument/2006/relationships/slide" Target="/ppt/slides/slide5.xml" Id="R997e7b67ba844ea8" /><Relationship Type="http://schemas.openxmlformats.org/officeDocument/2006/relationships/slide" Target="/ppt/slides/slide6.xml" Id="R2fd00b5dfa0744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71bc7b4a13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71cb87a1444d01" /><Relationship Type="http://schemas.openxmlformats.org/officeDocument/2006/relationships/notesMaster" Target="/ppt/notesMasters/notesMaster1.xml" Id="R295d2837ca334f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fed1c6792f4332" /><Relationship Type="http://schemas.openxmlformats.org/officeDocument/2006/relationships/notesMaster" Target="/ppt/notesMasters/notesMaster1.xml" Id="Rd64e7297c2ab49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f296344d9247c4" /><Relationship Type="http://schemas.openxmlformats.org/officeDocument/2006/relationships/notesMaster" Target="/ppt/notesMasters/notesMaster1.xml" Id="R87953da8524a46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a2a84b4890405a" /><Relationship Type="http://schemas.openxmlformats.org/officeDocument/2006/relationships/notesMaster" Target="/ppt/notesMasters/notesMaster1.xml" Id="Re47477bcf96249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e3fa6289e4b8e" /><Relationship Type="http://schemas.openxmlformats.org/officeDocument/2006/relationships/notesMaster" Target="/ppt/notesMasters/notesMaster1.xml" Id="R28d022207ba54b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fbfaa09c86451e" /><Relationship Type="http://schemas.openxmlformats.org/officeDocument/2006/relationships/notesMaster" Target="/ppt/notesMasters/notesMaster1.xml" Id="Ra604e763bbea47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本页完整列出用户要求的十类。官方 API 文档按控制/数据面与 CPU/CCU 编程模型组织，本表是便于汇报的功能细分。Buffer 接口官方可在域资源目录，本表按对象归到 C2。星号家族的所有具体调用在后续页与备注展开。没有将 HcclGetOpExpansionMode、HcclExecOp 等内部函数伪装为 HCOMM 导出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本页给出的每个条件需要和调用点一起使用，不能把表格由上到下当作一次运行的 API 时序。HcclThreadAcquireWithConfig 和 HcclThreadAcquire 互斥。HcclDedicatedThreadAcquire 支持能力与保序分支相关；无专用线程时可跳过。普通 OPBASE 不直接因使用用户内存而必调 HcclCommMemReg；底层注册 CCL Buffer 的 HcommMemReg 是不同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拓扑各组查询不是所有拓扑都全部执行。拓扑上下文命中时可以跳过构建，但 ChannelInfo 属性回填仍取决于具体路径。C5 线程接口仅特定管理路径可见，ThreadMgr 普通申请可能内部 CreateThread → Init，并非必经 HcommThreadAlloc。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TaskCache 最后一行缩写均使用 HcommAicpuTsTaskCache 前缀，其完整全称和条件在备注报告中。Wait 的 WithDefaultTimeout 版本只有在 Wait 默认超时及超时配置相关能力满足时使用，否则回退显式 timeout 版本。记录和等待可能由包装器间接调用同名 HCOMM 导出。DFX 和 Profiling 未强塞入四类数据动作。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两个算法名分别为 AicpuAllToAllSoleMeshSingleChannel、AicpuAllToAllSoleMesh。普通 MESH_1D / CLOS 自动选择器使用 sendCounts[0]×datatypeSize×rankSize &gt; 150×1024×1024 阈值；还存在其它配置与选择器分支。任务缓存排除 MC2、OFFLOAD、capture 与输入输出重叠等，需要支持的算子和拓扑。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HcclAicpuKernelLaunch 在 hcomm/include/hccl/hccl_launch.h 有公开声明，但当前 HCCL AllToAll 分支不调用它，不能仅凭名称猜测。HcommFenceOnThread 当前 AICPU 适配实现直接返回 HCCL_E_NOT_SUPPORT，因而不能作为执行清单。D2 行的缩写全称为 HcommReadReduceOnThread、HcommWriteReduceOnThread。横切观测包括 HcclDfxRegOpInfoByCommId、HcommProfilingReportKernelStartTask、HcommProfilingReportKernelEndTask、HcommProfilingReportDeviceOp、HcclProfilingReportOp。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dde53aecf44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8146be3bd24234" /><Relationship Type="http://schemas.openxmlformats.org/officeDocument/2006/relationships/slideLayout" Target="/ppt/slideLayouts/slideLayout1.xml" Id="R069a1d50e2384d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a1d50e2384d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155256ae042cd" /><Relationship Type="http://schemas.openxmlformats.org/officeDocument/2006/relationships/notesSlide" Target="/ppt/notesSlides/notesSlide1.xml" Id="R57a3cbc600654c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0a3a4ccb7464d" /><Relationship Type="http://schemas.openxmlformats.org/officeDocument/2006/relationships/notesSlide" Target="/ppt/notesSlides/notesSlide2.xml" Id="R90d9a325f8554f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bf568a4534f61" /><Relationship Type="http://schemas.openxmlformats.org/officeDocument/2006/relationships/notesSlide" Target="/ppt/notesSlides/notesSlide3.xml" Id="R3254797a1c9e4e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86ae3a7a24316" /><Relationship Type="http://schemas.openxmlformats.org/officeDocument/2006/relationships/notesSlide" Target="/ppt/notesSlides/notesSlide4.xml" Id="R3ac80dd7a4c54d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a8949bde24ff2" /><Relationship Type="http://schemas.openxmlformats.org/officeDocument/2006/relationships/notesSlide" Target="/ppt/notesSlides/notesSlide5.xml" Id="R32d17c35c78748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da5f8fa1f4063" /><Relationship Type="http://schemas.openxmlformats.org/officeDocument/2006/relationships/notesSlide" Target="/ppt/notesSlides/notesSlide6.xml" Id="R3efb6b57e60541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C86F7-86DD-4312-91CA-4656EBC5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HCOMM 十类接口与 AllToAll 命中范围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A90FB-547E-46D9-B86F-1ECF3F9E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评审口径：功能分类、实现层次和本次调用状态分别记录；不按 Hccl / Hcomm 前缀判断仓库归属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7AC33-9B56-4D3B-8834-727630C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4572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04975"/>
                <a:gridCol w="2381250"/>
                <a:gridCol w="4524375"/>
                <a:gridCol w="3009900"/>
              </a:tblGrid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面 / 类别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管理对象或执行动作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典型接口 / 接口族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本例使用边界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通信域资源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通信域配置、上下文、域内线程与通道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 / Create / Copy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HcclThreadAcquire*；HcclChannelAcquire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 comm；按需获取 / 复用资源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内存管理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Buffer、注册句柄、远端地址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HcclGetHcclBuffer；HcclChannelGetHcclBuffer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HcommMemReg；HcommChannelGetRemoteMems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区分本地 Buffer 与远端映射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拓扑管理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成员、层级、实例、端点与链路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HcclGetRankId / Size；HcclRankGraphGet*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 miss 与具体拓扑决定查询子集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算子编排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分组、任务注册、Kernel 生命周期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HcclGroupStatusGet；HcclAicpuKernelLaunch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HcommCcuKernelLaunch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本例仅条件查询 Group；主要编排在 HCCL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基础通信资源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 Endpoint、Channel、Thread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 / StartListen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通常由 HCOMM 内部管理器触发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数据搬运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本地拷贝、远端读写、批量传输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HcommLocalCopyOnThread；HcommWriteOnThread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HcommReadOnThread；HcommBatchTransferOnThread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用 Copy＋Write，PCIe 用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数据计算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数值归约或融合归约传输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HcommReadReduceOnThread；HcommWriteReduceOnThread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不使用归约原语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同步控制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 Rank、跨 Thread 的顺序与完成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HcommChannelNotify*；HcommThreadNotify*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ACK / DATA_SIGNAL、线程汇合、Host 同步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执行控制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通信域使用保护、批量提交、缓存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 / ReleaseComm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 / End；TaskCache*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缓存重放仍保留运行生命周期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CCU C++ 操作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DSL 的数据动作和控制流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 的 Read / Write / Loop 等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 不进入此编程模型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D044A-9B73-4159-8D21-56C2C676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2452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1CED3-B815-4A37-92EB-EAF7605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6262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分类注意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7E972-1D62-4980-8348-0F0497C7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6262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D5 是编程模型，它也包含搬运、计算和同步。十类用于汇报导航，不应当作互斥统计口径相加。DFX / Profiling 另作横切能力。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CEA8E-432C-4911-BBCE-FCDBAE46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9825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对照基线：普通 Mesh、多 Rank、非零 count、普通内存；未指定拓扑 / 协议 / 缓存时，只能给出带条件的静态调用集合。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A9FD5-834B-4238-9396-03964448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D391A-F8BF-49F4-981D-AA7550C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69481-BC13-4DDE-9260-B27C7CD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依据：hcomm/docs/zh/api_ref/comm_opdev；include/hccl/hccl_res.h；include/ccu/ccu_primitives.hpp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51619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7FAB9-2049-46C4-8AB6-8032F830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控制面核查：通信域资源与内存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9228D-AB0A-407F-ADEF-79C26E79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HCCL 直接调用与 HCOMM 内部下钻分开标注；申请接口内部仍可能命中缓存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46057-D907-4CAF-AD97-F8C5EE85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3611A-EB8F-4B04-B3EE-04FCCBD9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48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321DF-0E3D-4F5D-9568-FD2B5001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14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直接调用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B30E2-91E6-48AA-BA7C-9C4DC97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C1 域资源 / C2 Buffer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BAA88-2C92-42C7-BFB0-D5582FBB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942975"/>
            <a:ext cx="34194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368F0-D94A-4CAA-ADA7-C2C7C7BD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971550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 管理器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30D15-922A-4736-A994-25263364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190625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创建或复用 Endpoint / Channel / Mem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934E8-CAEE-48FD-A6C1-1A79EF4F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942975"/>
            <a:ext cx="3086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428D2-D7BA-4DFF-A8C0-23116E38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9715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AICPU 使用资源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1DA45-B698-4C0F-B381-9D81B9A5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906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ThreadHandle / ChannelHandle / 地址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AA4E5-A599-4BB9-88FE-9E6928F4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24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1D84F-5042-4F25-B3EF-E2496BA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24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34728" y="1248252"/>
            <a:ext cx="9324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37A1C-D5B0-44ED-87B0-93047A2B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4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04CC1-1465-4A61-9663-576F2C6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24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87653" y="1248252"/>
            <a:ext cx="9324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graphicFrame>
        <p:nvGraphicFramePr>
          <p:cNvPr id="45" name=""/>
          <p:cNvGraphicFramePr/>
          <p:nvPr/>
        </p:nvGraphicFramePr>
        <p:xfrm>
          <a:off xmlns:a="http://schemas.openxmlformats.org/drawingml/2006/main" x="285750" y="1752600"/>
          <a:ext xmlns:a="http://schemas.openxmlformats.org/drawingml/2006/main" cx="11620500" cy="4152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47725"/>
                <a:gridCol w="5276850"/>
                <a:gridCol w="3171825"/>
                <a:gridCol w="2324100"/>
              </a:tblGrid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 名称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产物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HcclGetCommName；HcclConfigGetInfo；HcclCommGetStatus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域名、展开配置、READY 状态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 / 配置按能力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HcclEngineCtxGet；HcclEngineCtxCreate；HcclEngineCtxCopy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查询、保存、复制拓扑 / 算法资源上下文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Create / Copy 按资源缺失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HcclThreadAcquireWithStream；HcclThreadExportToCommEngine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关联用户 stream，跨引擎导出 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执行入口与 Host / Device 同步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 或 HcclThreadAcquire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申请算法主从线程及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新能力 / 兼容接口二选一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 Peer ChannelHandle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资源缺失时获取，可内部复用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HcclCommAddExchangeInfo；HcclCommGetExchangeInfo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 / 读取跨 Rank 一致性信息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接口支持且需要检查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HcclDedicatedThreadAcquire；HcclThreadResGetInfo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保序 Thread；取得 stream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按保序 / 发射分支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HcclGetHcclBuffer；HcclChannelGetHcclBuffer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 / 远端 CCL 地址与大小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算法资源与 ChannelInfo 构造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HcclCommSymWinGet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探测输入 / 输出是否在对称窗口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9.1+ 等条件，探测不等于命中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内调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HcommMemReg；HcommChannelGetRemoteMems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端点内存注册；远端映射查询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未注册时 / Buffer 查询时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内调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HcommChannelUpdateMemInfo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向复用通道更新附加内存信息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有附加内存的对应分支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0E411-FC74-413F-9319-6AA7CC4E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12FAD-CC1A-4FA2-93E9-C488BC4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7695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外围生命周期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3D799-7904-46D4-965B-7DEEB394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7695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HcclCommInit* / HcclCommDestroy 不属于每次 AllToAll 主链。HcclEngineCtxCopy 复制资源元数据，分类仍为 C1。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ED842-A81B-4C09-9506-48DA2A6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A9EBC-9B8D-4B18-8473-93664B2B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1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6EDDC-4A33-4C80-AB30-29D6327D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源码：op_common.cc:780,1285,1670–1810,1979–2091,3954；order_launch.cc；endpoint_mgr.cc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717313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1735F2-CFEC-454B-9ABC-44C41693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控制面核查：拓扑查询与基础建链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F1F2E-DECE-4642-829C-D6FF2A66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拓扑决定 ChannelDesc；L2 获取通道后，内部按 Endpoint、注册内存、Channel 的缓存状态补充资源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642F3-F628-4501-9658-CB1F59AB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507CB-D146-405C-9CF4-16B9C293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162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77EC2-D27E-4E0B-8E44-C9727615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906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拓扑与资源之间的依赖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A87A2-FE20-44BE-A8BE-3CC19137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390650"/>
            <a:ext cx="26574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82DC3-CED6-427E-8E7B-CDDE2CC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C3 拓扑查询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C877A-4F35-4A1E-83AE-04CC4A53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F10B7-8DAD-44C7-8FF8-7C5774C0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12432-032E-4974-944C-1D264243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25153" y="1743552"/>
            <a:ext cx="1990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BD035-477F-4FFB-8429-D7C7B2CC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26574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5A739-F323-4C3B-8DEA-DB1DB995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19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CalcRes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387C6-578D-4266-AAFB-DF68D572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383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生成 ChannelDesc 与 Notify 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A8681-3677-433B-9C08-C8C35B55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03CE9-8387-4DA7-846C-BFDB65EE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0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92178" y="1743552"/>
            <a:ext cx="1990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38D20-00D2-429A-85AF-E5BCB214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390650"/>
            <a:ext cx="26574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9D3193-AA95-428E-BFC3-F68790C1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19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C1 HcclChannelAcquire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063D6-3CE5-4782-A2B3-41381D42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通过通信域申请 / 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CA2D8-FE7B-4E8D-B384-A4D92945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E44BD-FCBF-4AA7-A1BC-53FC8398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859203" y="1743552"/>
            <a:ext cx="1990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93F7E0-C2B2-46FE-83A5-D681BD3D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90650"/>
            <a:ext cx="26574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2CA8B-9680-4F56-9083-64D18E8B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419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C5 / C2 内部资源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3780A-1701-47EE-B2A7-FB683261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6383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Endpoint、Channel、注册内存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EBD75-6AC1-42AD-8034-101F71CC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139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同一 API 族可服务不同算法；变化首先体现在请求的 Peer、Link、Channel 数和协议。</a:t>
            </a:r>
          </a:p>
        </p:txBody>
      </p:sp>
      <p:graphicFrame>
        <p:nvGraphicFramePr>
          <p:cNvPr id="61" name=""/>
          <p:cNvGraphicFramePr/>
          <p:nvPr/>
        </p:nvGraphicFramePr>
        <p:xfrm>
          <a:off xmlns:a="http://schemas.openxmlformats.org/drawingml/2006/main" x="285750" y="2809875"/>
          <a:ext xmlns:a="http://schemas.openxmlformats.org/drawingml/2006/main" cx="11620500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71625"/>
                <a:gridCol w="6124575"/>
                <a:gridCol w="3924300"/>
              </a:tblGrid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精确接口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返回信息 / 触发条件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成员 / 层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HcclGetRankSize；HcclGetRankId；HcclRankGraphGetLayers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成员规模、本 Rank、网络层；入口与拓扑构造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实例 / 成员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HcclRankGraphGetRanksByLayer；HcclRankGraphGetInstSizeListByLayer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层内成员与实例规模；按拓扑查询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实例形态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HcclRankGraphGetTopoInstsByLayer；HcclRankGraphGetTopoType</a:t>
                      </a:r>
                    </a:p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HcclRankGraphGetRanksByTopoInst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拓扑实例、形态、实例成员；按构建分支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端点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HcclRankGraphGetEndpointNum；HcclRankGraphGetEndpointDesc</a:t>
                      </a:r>
                    </a:p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端点数量、描述、属性；ChannelInfo 回填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链路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HcclRankGraphGetLinks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 Rank 与 Peer 间可用链路；计算请求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端点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HcommEndpointCreate；HcommEndpointStartListen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创建缺失 Endpoint，启动监听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通道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 中通道缺失才调用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线程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HcommThreadAlloc；HcommThreadAllocWithStream</a:t>
                      </a:r>
                    </a:p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专用 / 保序线程或资源查询；非普通申请必经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AA4E7C-BF0E-4D31-B6AD-66F5DEB5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162675"/>
            <a:ext cx="1152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82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精确边界：连接轮询调用 ChannelProcess::ChannelGetStatus 内部方法。集合建链使用 HcommCollectiveChannelCreate。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8CDC4A-7E5D-4B10-A547-3BE51598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67786-A322-49DC-9998-F9CB79C2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FE5D29-FB28-4745-9025-12430EA2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源码：topo_host.cc / physical_level_build.cc；my_rank.cc:675,1228；endpoint_pair.cc:199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710771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36670-BBBD-4966-887A-3D76F09A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数据面核查：执行控制、同步与搬运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42FF1-7703-4782-892F-1150C30D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普通 Mesh，任务缓存未重放；“直接”指 HCCL 算法或包装层调用 HCOMM 导出符号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071E7-C2B7-4BF8-B213-0E899481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4543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43050"/>
                <a:gridCol w="4991100"/>
                <a:gridCol w="2676525"/>
                <a:gridCol w="2409825"/>
              </a:tblGrid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 / 阶段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精确接口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分支或边界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运行开始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通信域使用保护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并非创建通信域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批提交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HcommBatchModeStart；HcommBatchModeEnd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切入 / 退出批量任务提交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并非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资源等待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HcommThreadResAcquireTimeOut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设置资源获取超时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等待参数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HcommSetNotifyWaitTimeOut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配置默认 Notify 超时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Thread 通知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就绪 / Device 完成 / 主从同步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 对象与索引随调用点变化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Thread 等待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HcommThreadNotifyWaitOnThreadWithDefaultTimeout</a:t>
                      </a:r>
                    </a:p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或 HcommThreadNotifyWaitOnThread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等待对应 Thread 通知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默认超时与显式超时二选一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Channel 通知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ACK / DATA_SIGNAL 跨 Rank 握手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按收发通道和阶段选择方向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Channel 等待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HcommChannelNotifyWaitOnThreadWithDefaultTimeout</a:t>
                      </a:r>
                    </a:p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或 HcommChannelNotifyWaitOnThread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Peer 准备好或完成传输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同样是能力分支二选一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本地拷贝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自分片、CCL 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 用 PostCopy，Read 用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远端搬运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或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远端写 / 远端读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按 PCIe 协议判断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运行结束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HcommReleaseComm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释放本次运行的使用保护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并非销毁通信域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任务缓存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HcommAicpuTsTaskCacheLookup / Start / End / Execute / Clear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查找、录制、重放与清理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开启并满足资格时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1B26F-E50C-4A42-9010-0E998C3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10225"/>
            <a:ext cx="11620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8DA9F-628C-4A18-8F68-494B5580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483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普通 Mesh 双向 Write 的顺序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A0885-5424-4585-95D0-A749E98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073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Record(ACK)  →  Wait(ACK)  →  Write(slice)  →  Record(DATA_SIGNAL)  →  Wait(DATA_SIGNAL)  →  LocalCopy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C784A-B10E-4830-A91B-D710F0A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81725"/>
            <a:ext cx="11391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前五步属于 SendRecvWrite；最后 LocalCopy 由上层模板 PostCopy 调用。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2A141-DAFC-456D-A522-D80B46F2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613C2-5C74-4F5A-BFB3-E87E74A1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77CF0-D59F-4477-BA92-F4970E44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源码：hcomm_primitives_dl.cc:152–193；kernel_launch.cc:348–725；alg_data_trans_wrapper.cc:428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604588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5DFFAA-9826-43B3-93A5-73A61958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算法、协议与缓存的变化核查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89784-6CCE-4DCF-A943-0257CDB4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保持相同的条件字段，比较 API 集合、参数和执行次数的变化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0772C-8EE0-4A69-AF56-F8AF940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095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43075"/>
                <a:gridCol w="4124325"/>
                <a:gridCol w="2990850"/>
                <a:gridCol w="2762250"/>
              </a:tblGrid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变化因素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代码中的条件 / 分支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接口变化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核查重点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单 / 多 Channel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150 MiB 阈值对应两个算法名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注册到同一个普通 Mesh Template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可保留相同 API 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 Thread / Channel 数与 slice 参数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协议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KernelRun：isDmaRead_ = IsPcieProtocol(...)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 改 Read；中转拷贝前移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 PreCopy，再从远端 CCL 读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InsTempUbxAlltoAllVMesh1D 的相关分支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可能用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不能推广到普通 Mesh 包装器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窗口探测成功，算法 / 拓扑允许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 CCL PreCopy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检查远端地址来源与访问方式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资源缓存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TryReuseResource / HcclEngineCtxGet 命中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减少重新申请与建链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不是每次都创建 Endpoint / Channel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任务缓存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Lookup miss 录制；hit 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hit 跳过本次 OpOrchestrate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通信任务仍实际执行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2FBF3-6470-4ED5-AFE3-35855A96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9102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Task Cache 分支的精确调用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DA172-DBC1-4B77-9FED-898F9975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09DBA-90A8-4E74-81BF-D4B45489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4648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345B8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ECADD-9EBE-436B-92ED-A3DD5DEE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6800"/>
            <a:ext cx="2105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B6C49-E74F-4DB4-BAAC-17A63694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05375"/>
            <a:ext cx="1971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Lookup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91BAB-6550-4241-941D-C695A0E1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24450"/>
            <a:ext cx="19716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查询已录制任务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6DADC-19BD-4FE2-BF3A-E2EAAB97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76800"/>
            <a:ext cx="4619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A83F4-4750-498A-8FA1-163EE047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05375"/>
            <a:ext cx="4486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miss：Start → OpOrchestrate → 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F7358-9482-463A-91B7-7AB685BA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124450"/>
            <a:ext cx="4486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首次仍生成 D1 / D3 原语任务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1EE8B-D02E-4A5C-ADA0-3E232AC0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7680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D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1AC5E-1B71-45D2-B2D9-05ADF83A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905375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hit：Execute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A03BB-A0F7-4B66-8A88-FB5F2E79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24450"/>
            <a:ext cx="2971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刷新地址，重放任务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8BD13-3EF2-4FBF-993D-8FF42398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B51CD-F38B-4FA1-B3BA-961E4899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391728" y="5210652"/>
            <a:ext cx="8658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F98AC-1FE4-4BC3-852B-6B694318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434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miss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131CD-0D0E-4093-90E6-6C94B5D9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4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AE77D-FD60-45E8-B23E-A2D249AE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333977" y="55445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A27E0-40AB-466F-831B-F058C9AD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E2BA9-B520-4D95-BD49-7A6B2D63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334453" y="5801202"/>
            <a:ext cx="90192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33E80-C1C8-47BF-BF33-3747514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432661-9CAD-4D99-AB07-9D99156A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54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28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10354152" y="55445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B82F4C-747E-4A45-AB48-5E1FC3BB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91175"/>
            <a:ext cx="3076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hit（跳过逐条展开）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B867F-333B-4CF6-8FC0-5D46C21A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1C9E90-9275-40AD-B485-108C6E25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完整前缀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48F076-5B0E-4629-9189-2DF5003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Lookup / Start / End / Execute / Clear 均为 HcommAicpuTsTaskCache*。Clear 属于录制错误或清理条件，不是每次必调。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C51C4-34F2-479B-82CA-B8E3405E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84AB68-B918-4D5C-A541-B26A5F6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8D81E0-38C5-4111-BC64-DDF07991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源码：alltoall_auto_selector.cc:131；Mesh / UBX 模板；kernel_launch.cc:499–595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7288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DF47C7-4285-4F64-B2C4-C64CC15D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接口归属与非必经调用清单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F7768-6DDD-4CE6-8F21-B02BA3F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逐项排除“名称相近”“能力存在”“框架内部函数”带来的误标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29ED8-15D6-4009-A6E9-A65F41EE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E318B-CC4E-475F-B203-AD99C46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AllToAll 发射边界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2C14D-E5C8-4B0B-B650-D93573FC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15EC5-E86D-4CFA-85FE-18AC7810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345B8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FBACA-FDB3-4870-9F1B-F1199C47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81125"/>
            <a:ext cx="404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FB3A9-03F3-4A2B-852E-2E4453C5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09700"/>
            <a:ext cx="3914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287D7-7087-4EF6-83B9-1F5273A2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28775"/>
            <a:ext cx="3914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内部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BEC90-5447-4CA3-8769-CF087D4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381125"/>
            <a:ext cx="28860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FA9A2-CEA3-415A-9487-B50866C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9700"/>
            <a:ext cx="2752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0E01A-C00B-4A02-BB91-8603F66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28775"/>
            <a:ext cx="2752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内部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9312B-F2DE-46FA-9612-5DF8FADB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81125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936EA-82C8-435E-863D-84D3A190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4097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2CD28-520A-4B71-A66D-191FD5F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28775"/>
            <a:ext cx="3562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0E164-F8CE-49AB-BC7B-7359C35B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EAEF0-0BBD-466C-91C4-729C7FA7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334828" y="172450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8866A-5219-43BC-BA8F-71AD1DD5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E6B65-9439-460E-B1A1-482D21D5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716203" y="172450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graphicFrame>
        <p:nvGraphicFramePr>
          <p:cNvPr id="53" name=""/>
          <p:cNvGraphicFramePr/>
          <p:nvPr/>
        </p:nvGraphicFramePr>
        <p:xfrm>
          <a:off xmlns:a="http://schemas.openxmlformats.org/drawingml/2006/main" x="285750" y="2362200"/>
          <a:ext xmlns:a="http://schemas.openxmlformats.org/drawingml/2006/main" cx="116205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33825"/>
                <a:gridCol w="6105525"/>
                <a:gridCol w="1581150"/>
              </a:tblGrid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不应标成普通主例必经的接口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源码证据 / 正确边界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对应类别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HcclAicpuKernelLaunch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 HCCL 调用条件限定 Send / Recv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算子编排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HcclTaskRegister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该调用点属于 CPU / DPU engine 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算子编排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HcommCcuKernelLaunch / CCU C++ DSL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本例执行引擎为 AICPU_TS，不走 CCU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/ D5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HcclCommMemReg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OPBASE 资源函数没有该直接必调；底层 HcommMemReg 按需发生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HcommChannelCreate / HcommChannelGetStatus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实际分别为 HcommCollectiveChannelCreate / 内部 ChannelProcess::ChannelGetStatus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基础通信资源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 / ReadReduce / WriteReduce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AllToAll 交换数据，不具有数值归约动作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数据计算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BatchTransfer / WriteWithNotify / Nbi / Fence / Drain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存在接口不代表当前 Mesh 包装器使用；部分引擎还有支持限制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/ D3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HcclCommInit* / HcclCommDestroy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通信域外围生命周期，不能画成每次算子创建再销毁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通信域资源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7AC3C-4B75-4891-9F98-E4224B0F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483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B3B49-7507-4690-8BA1-4612398B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864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保留分析边界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B83556-E211-49C3-BC53-5E06C99F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864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没有上板 trace。本报告给出指定源码基线下的可达调用与条件，不能直接推导每次 API 调用次数或耗时。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BBDD4-BCA8-4674-828F-4DAD7F0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D00D0-1C67-42A2-A7DE-EB0C6D53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78B82-7FFF-46E0-B5ED-9A02894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源码：op_common.cc:1005–1203；hcomm/include/hccl/hccl_launch.h:144；AICPU primitive:1193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53697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2026-09-27T10:54:29.1660000Z</dcterms:created>
  <dcterms:modified xsi:type="dcterms:W3CDTF">2026-09-27T10:54:29.1660000Z</dcterms:modified>
</coreProperties>
</file>