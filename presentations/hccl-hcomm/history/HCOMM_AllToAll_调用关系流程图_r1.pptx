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b90a7c84c4c09" /><Relationship Type="http://schemas.openxmlformats.org/officeDocument/2006/relationships/extended-properties" Target="/docProps/app.xml" Id="Rba07885aa0eb4537" /><Relationship Type="http://schemas.openxmlformats.org/officeDocument/2006/relationships/officeDocument" Target="/ppt/presentation.xml" Id="Rdb594318cb5e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b90afa0a24e25"/>
  </p:sldMasterIdLst>
  <p:notesMasterIdLst>
    <p:notesMasterId xmlns:r="http://schemas.openxmlformats.org/officeDocument/2006/relationships" r:id="R10ffbd32b55748e0"/>
  </p:notesMasterIdLst>
  <p:sldIdLst>
    <p:sldId xmlns:r="http://schemas.openxmlformats.org/officeDocument/2006/relationships" id="256" r:id="R2d4e899a59824a3e"/>
    <p:sldId xmlns:r="http://schemas.openxmlformats.org/officeDocument/2006/relationships" id="257" r:id="R4845e9c6b35942b1"/>
    <p:sldId xmlns:r="http://schemas.openxmlformats.org/officeDocument/2006/relationships" id="258" r:id="Rac2fdccac1634569"/>
    <p:sldId xmlns:r="http://schemas.openxmlformats.org/officeDocument/2006/relationships" id="259" r:id="Rb1d5b01742194386"/>
    <p:sldId xmlns:r="http://schemas.openxmlformats.org/officeDocument/2006/relationships" id="260" r:id="R36827d0216e34a44"/>
    <p:sldId xmlns:r="http://schemas.openxmlformats.org/officeDocument/2006/relationships" id="261" r:id="R9b4c86d08cd44452"/>
    <p:sldId xmlns:r="http://schemas.openxmlformats.org/officeDocument/2006/relationships" id="262" r:id="Rca9fea793d4f4a70"/>
    <p:sldId xmlns:r="http://schemas.openxmlformats.org/officeDocument/2006/relationships" id="263" r:id="R553bb17440b04aa0"/>
    <p:sldId xmlns:r="http://schemas.openxmlformats.org/officeDocument/2006/relationships" id="264" r:id="Ra569643619ce4c20"/>
    <p:sldId xmlns:r="http://schemas.openxmlformats.org/officeDocument/2006/relationships" id="265" r:id="R646b3da35bcf4cf9"/>
    <p:sldId xmlns:r="http://schemas.openxmlformats.org/officeDocument/2006/relationships" id="266" r:id="Ra01965eec82e4137"/>
    <p:sldId xmlns:r="http://schemas.openxmlformats.org/officeDocument/2006/relationships" id="267" r:id="Rabb390a8dfda47bc"/>
    <p:sldId xmlns:r="http://schemas.openxmlformats.org/officeDocument/2006/relationships" id="268" r:id="R2a7ef814777747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8dee411884781" /><Relationship Type="http://schemas.openxmlformats.org/officeDocument/2006/relationships/slideMaster" Target="/ppt/slideMasters/slideMaster1.xml" Id="R6feb90afa0a24e25" /><Relationship Type="http://schemas.openxmlformats.org/officeDocument/2006/relationships/notesMaster" Target="/ppt/notesMasters/notesMaster1.xml" Id="R10ffbd32b55748e0" /><Relationship Type="http://schemas.openxmlformats.org/officeDocument/2006/relationships/presProps" Target="/ppt/presProps.xml" Id="Rcd5db1c7d0594524" /><Relationship Type="http://schemas.openxmlformats.org/officeDocument/2006/relationships/tableStyles" Target="/ppt/tableStyles.xml" Id="Rf15843d1228a47a0" /><Relationship Type="http://schemas.openxmlformats.org/officeDocument/2006/relationships/slide" Target="/ppt/slides/slide1.xml" Id="R2d4e899a59824a3e" /><Relationship Type="http://schemas.openxmlformats.org/officeDocument/2006/relationships/slide" Target="/ppt/slides/slide2.xml" Id="R4845e9c6b35942b1" /><Relationship Type="http://schemas.openxmlformats.org/officeDocument/2006/relationships/slide" Target="/ppt/slides/slide3.xml" Id="Rac2fdccac1634569" /><Relationship Type="http://schemas.openxmlformats.org/officeDocument/2006/relationships/slide" Target="/ppt/slides/slide4.xml" Id="Rb1d5b01742194386" /><Relationship Type="http://schemas.openxmlformats.org/officeDocument/2006/relationships/slide" Target="/ppt/slides/slide5.xml" Id="R36827d0216e34a44" /><Relationship Type="http://schemas.openxmlformats.org/officeDocument/2006/relationships/slide" Target="/ppt/slides/slide6.xml" Id="R9b4c86d08cd44452" /><Relationship Type="http://schemas.openxmlformats.org/officeDocument/2006/relationships/slide" Target="/ppt/slides/slide7.xml" Id="Rca9fea793d4f4a70" /><Relationship Type="http://schemas.openxmlformats.org/officeDocument/2006/relationships/slide" Target="/ppt/slides/slide8.xml" Id="R553bb17440b04aa0" /><Relationship Type="http://schemas.openxmlformats.org/officeDocument/2006/relationships/slide" Target="/ppt/slides/slide9.xml" Id="Ra569643619ce4c20" /><Relationship Type="http://schemas.openxmlformats.org/officeDocument/2006/relationships/slide" Target="/ppt/slides/slide10.xml" Id="R646b3da35bcf4cf9" /><Relationship Type="http://schemas.openxmlformats.org/officeDocument/2006/relationships/slide" Target="/ppt/slides/slide11.xml" Id="Ra01965eec82e4137" /><Relationship Type="http://schemas.openxmlformats.org/officeDocument/2006/relationships/slide" Target="/ppt/slides/slide12.xml" Id="Rabb390a8dfda47bc" /><Relationship Type="http://schemas.openxmlformats.org/officeDocument/2006/relationships/slide" Target="/ppt/slides/slide13.xml" Id="R2a7ef814777747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f8d45e7d34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327fa3587460c" /><Relationship Type="http://schemas.openxmlformats.org/officeDocument/2006/relationships/notesMaster" Target="/ppt/notesMasters/notesMaster1.xml" Id="Rdfcb553c4e20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8198ebbb5344e9" /><Relationship Type="http://schemas.openxmlformats.org/officeDocument/2006/relationships/notesMaster" Target="/ppt/notesMasters/notesMaster1.xml" Id="Rb1d70499e3df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ba5f3393c84a4b" /><Relationship Type="http://schemas.openxmlformats.org/officeDocument/2006/relationships/notesMaster" Target="/ppt/notesMasters/notesMaster1.xml" Id="R7673bc8b2a0942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dcc8f6eb2441b" /><Relationship Type="http://schemas.openxmlformats.org/officeDocument/2006/relationships/notesMaster" Target="/ppt/notesMasters/notesMaster1.xml" Id="R6edf0d5517144f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72117898564b4d" /><Relationship Type="http://schemas.openxmlformats.org/officeDocument/2006/relationships/notesMaster" Target="/ppt/notesMasters/notesMaster1.xml" Id="R380f5262667a4f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78d041c7824b98" /><Relationship Type="http://schemas.openxmlformats.org/officeDocument/2006/relationships/notesMaster" Target="/ppt/notesMasters/notesMaster1.xml" Id="R382021dce23d45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160c17134d4d54" /><Relationship Type="http://schemas.openxmlformats.org/officeDocument/2006/relationships/notesMaster" Target="/ppt/notesMasters/notesMaster1.xml" Id="R32e21f65b01342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2aee94159e49f3" /><Relationship Type="http://schemas.openxmlformats.org/officeDocument/2006/relationships/notesMaster" Target="/ppt/notesMasters/notesMaster1.xml" Id="Re3bb9b7f170545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16636131a6460c" /><Relationship Type="http://schemas.openxmlformats.org/officeDocument/2006/relationships/notesMaster" Target="/ppt/notesMasters/notesMaster1.xml" Id="R9e7aadeafcb946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885a4334ab4600" /><Relationship Type="http://schemas.openxmlformats.org/officeDocument/2006/relationships/notesMaster" Target="/ppt/notesMasters/notesMaster1.xml" Id="Rbf5f3a19686f44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2f309119584582" /><Relationship Type="http://schemas.openxmlformats.org/officeDocument/2006/relationships/notesMaster" Target="/ppt/notesMasters/notesMaster1.xml" Id="Rae74fd37eed648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b5aa4018bf4f18" /><Relationship Type="http://schemas.openxmlformats.org/officeDocument/2006/relationships/notesMaster" Target="/ppt/notesMasters/notesMaster1.xml" Id="Rf22d8ae551894b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b748ae7b9f46ed" /><Relationship Type="http://schemas.openxmlformats.org/officeDocument/2006/relationships/notesMaster" Target="/ppt/notesMasters/notesMaster1.xml" Id="R51c1b161522b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箭头为跨阶段主控制流与向下展开，并非相邻名称都直接相互调用。HcclGetAlgRes中包含规划、缓存判断及申请包装。资源框内三项是资源类型，不代表同一时刻并行。配置与拓扑展开列出关键代表API，完整查询见P3。Host输入Record、Kernel发射、Host完成Wait的准确关系在P8。设备数据交换末尾的完成通知发生在汇合与全部块编排之后。API在总览换行仅为排版，拼接后为完整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箭头表示正常主线，资源查询嵌套在入口处理流程中。完整签名和共用实现的内部参数构造见逐项释义。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RankGraph区域是缓存未命中时的按需查询集合，不承诺所列4项严格按版面顺序调用。AlltoAllVExecDispatch内部调用Selector，Selector组织状态检查、拓扑构造与具体选择器。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资源缓存命中和TaskCache命中是不同机制。复用路径跳过相应资源创建，但后续用户数据通信仍然执行。TryReuseResource、GetAlgoMeta和CalcRes分别有独立释义。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图中支持/不支持是版本能力判断，不是运行时调用失败之后盲目再申请一次。HcclChannelAcquire展开到HCOMM内部见P6。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端点、内存和通道各有独立复用条件，资源上下文未命中不保证每个底层对象都要新建。连接检查内部使用ChannelProcess::ChannelGetStatus，不是导出HcommChannelGetStatus。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箭头为Host代码下发主线，ACL启动的设备工作与Host后续提交可并发。两个OrderLaunch函数的内部动作按配置生效。完成等待通过HCCL兼容包装调用默认超时或显式超时的HCOMM Wait，不保证每次都选择图中的基础名。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框内处理的是一个数据块。轮次、Peer、Channel与非零slice均可能多次迭代，图未为每个迭代复制节点。图中CalcCommRankSetForOneLoop后首轮LocalCopyForMyRank安排自分片，再组织远端交换。PreSync与PostSync均以有从Thread为条件。CalcDataSplitByPortGroupCommon、CalcCclBuffIdx与BuildDataSlices完整释义见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本页本端主线向下、向右后向上完成一个Peer的依赖链，没有全局实时顺序含义。Record ACK本端向Rank1发送接收准备通知；右侧仅展开对本端Wait和Write关键的对端动作，未画全部对端算法副本。两个方向的Channel句柄可能复用。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顶图用R0发往R1的方向，因此R1最终输出位置是recvBuf[0]。P11用R0接收R1视角，目的为R0 recvBuf[2]，两者不矛盾。普通Write路径中CCL接收槽位不是直接拿Rank作为物理下标。远端后拷贝需要其DATA_SIGNAL依赖已满足。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页码索引：P1总览；P2参数；P3算法选择；P4资源规划；P5取得资源；P6建链；P7上下文；P8发射；P9设备入口；P10算法展开；P11Peer协议；P12字节路径；P13完成。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图中黑色箭头表示调用或流程推进，必要边注明数据/资源产物。红虚线表示通知依赖，灰虚线表示返回或复用。节点所属部件用所属框或节点上方的小字说明。内部包装省略处在本页补充说明。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黑线是编排主线，红虚线是队列依赖。主Wait可以先下发，从Record随后下发，并通过任务依赖正确汇合。最终Record在主Thread排入后，Kernel继续调用BatchModeEnd与ReleaseComm；函数返回不等于所有Rank已完成。无从Thread时省掉主从同步。上层需要Host读取结果时应由实际流同步机制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Write，普通用户内存，多Rank非零数据。通信域和stream已经存在。资源缓存未命中、TaskCache关闭。示例4Rank，每对2FP32，仅用于解释地址和数据，不是实测。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基线hccl 170ddeec539b4d693028ce6e0cf5c58933e4d46d；hcomm 87ce550f8f7c584e0ed89b0ec56699553d9c332d。未上板验证。上层模块未确认，不将STL/SCL作为已确认源码入口。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3fffd0e1b43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3788c5f4d4f97" /><Relationship Type="http://schemas.openxmlformats.org/officeDocument/2006/relationships/slideLayout" Target="/ppt/slideLayouts/slideLayout1.xml" Id="Rb615c8f979ec48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5c8f979ec48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e4e84d91f496c" /><Relationship Type="http://schemas.openxmlformats.org/officeDocument/2006/relationships/notesSlide" Target="/ppt/notesSlides/notesSlide1.xml" Id="Rf4189ac4446340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8bcaa18ec4497" /><Relationship Type="http://schemas.openxmlformats.org/officeDocument/2006/relationships/notesSlide" Target="/ppt/notesSlides/notesSlide2.xml" Id="R2aacdb5ab1bc4f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653d8356141a2" /><Relationship Type="http://schemas.openxmlformats.org/officeDocument/2006/relationships/notesSlide" Target="/ppt/notesSlides/notesSlide3.xml" Id="Rd409a22324d04a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6caa976854bf4" /><Relationship Type="http://schemas.openxmlformats.org/officeDocument/2006/relationships/notesSlide" Target="/ppt/notesSlides/notesSlide4.xml" Id="Rddb825e93bb8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8e48e1a6a4676" /><Relationship Type="http://schemas.openxmlformats.org/officeDocument/2006/relationships/notesSlide" Target="/ppt/notesSlides/notesSlide5.xml" Id="R53f91f5a55bf4e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fc0fde05f45dc" /><Relationship Type="http://schemas.openxmlformats.org/officeDocument/2006/relationships/notesSlide" Target="/ppt/notesSlides/notesSlide6.xml" Id="Ra49c57924c114f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7b260adce4556" /><Relationship Type="http://schemas.openxmlformats.org/officeDocument/2006/relationships/notesSlide" Target="/ppt/notesSlides/notesSlide7.xml" Id="Rc10bdf0bcf3e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e7f4224b745f6" /><Relationship Type="http://schemas.openxmlformats.org/officeDocument/2006/relationships/notesSlide" Target="/ppt/notesSlides/notesSlide8.xml" Id="R22e56ebc951d40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cdcabd9b14ab2" /><Relationship Type="http://schemas.openxmlformats.org/officeDocument/2006/relationships/notesSlide" Target="/ppt/notesSlides/notesSlide9.xml" Id="R826633fc857948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e31b82b5f4dd4" /><Relationship Type="http://schemas.openxmlformats.org/officeDocument/2006/relationships/notesSlide" Target="/ppt/notesSlides/notesSlide10.xml" Id="R2e8103a3f459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f71905af84c87" /><Relationship Type="http://schemas.openxmlformats.org/officeDocument/2006/relationships/notesSlide" Target="/ppt/notesSlides/notesSlide11.xml" Id="R699cda1051574f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fe4d335434d4f" /><Relationship Type="http://schemas.openxmlformats.org/officeDocument/2006/relationships/notesSlide" Target="/ppt/notesSlides/notesSlide12.xml" Id="R74e171047bab4f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dfd5cf9c84f23" /><Relationship Type="http://schemas.openxmlformats.org/officeDocument/2006/relationships/notesSlide" Target="/ppt/notesSlides/notesSlide13.xml" Id="R3fcbace2debe41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AllToAll 跨层调用关系">
            <a:extLst xmlns:a="http://schemas.openxmlformats.org/drawingml/2006/main">
              <a:ext uri="{FF2B5EF4-FFF2-40B4-BE49-F238E27FC236}">
                <a16:creationId xmlns:a16="http://schemas.microsoft.com/office/drawing/2014/main" id="{36F9670C-E3D3-4479-9CCC-9A7A49F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跨层调用关系</a:t>
            </a:r>
          </a:p>
        </p:txBody>
      </p:sp>
      <p:sp>
        <p:nvSpPr>
          <p:cNvPr id="2" name="主线从上层请求进入 HCCL，准备 HCOMM 资源，再发射设备任务。各展开区标注详解页码。">
            <a:extLst xmlns:a="http://schemas.openxmlformats.org/drawingml/2006/main">
              <a:ext uri="{FF2B5EF4-FFF2-40B4-BE49-F238E27FC236}">
                <a16:creationId xmlns:a16="http://schemas.microsoft.com/office/drawing/2014/main" id="{706529DF-DCEB-49F2-854F-3533B84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主线从上层请求进入 HCCL，准备 HCOMM 资源，再发射设备任务。各展开区标注详解页码。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224B3555-59AF-424C-AB9E-5FA8F7C2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C2C8-CE00-42B7-9DF8-C8070F3B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E27A-449E-473F-B745-B17E173C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8FD663D2-94C9-4A61-88E6-AB86618D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ADD1E0F-AA67-416E-B073-94975935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FC37E-9AB8-4A09-9B3E-72EB8D1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95375"/>
            <a:ext cx="1162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6C57B-E722-4E2C-8D99-0908DEE2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0125"/>
            <a:ext cx="1400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" name="HCCL Host">
            <a:extLst xmlns:a="http://schemas.openxmlformats.org/drawingml/2006/main">
              <a:ext uri="{FF2B5EF4-FFF2-40B4-BE49-F238E27FC236}">
                <a16:creationId xmlns:a16="http://schemas.microsoft.com/office/drawing/2014/main" id="{EA04F906-8C9E-4626-8BDA-E3C5D697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09650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6095C-9D99-46AC-9568-0571A217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3500"/>
            <a:ext cx="22574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3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BB548CEE-6194-4576-A52C-0806F083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0175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14" name="接收全互换请求　P2">
            <a:extLst xmlns:a="http://schemas.openxmlformats.org/drawingml/2006/main">
              <a:ext uri="{FF2B5EF4-FFF2-40B4-BE49-F238E27FC236}">
                <a16:creationId xmlns:a16="http://schemas.microsoft.com/office/drawing/2014/main" id="{9C8E98F0-83CE-44A8-BC72-44A5A52D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接收全互换请求　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216A1-B7B4-4BEE-9B9D-7AFB92E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333500"/>
            <a:ext cx="2114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6" name="Selector">
            <a:extLst xmlns:a="http://schemas.openxmlformats.org/drawingml/2006/main">
              <a:ext uri="{FF2B5EF4-FFF2-40B4-BE49-F238E27FC236}">
                <a16:creationId xmlns:a16="http://schemas.microsoft.com/office/drawing/2014/main" id="{0846FE00-CE5A-4E33-B851-C6FB5802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400175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</p:txBody>
      </p:sp>
      <p:sp>
        <p:nvSpPr>
          <p:cNvPr id="17" name="结合配置、拓扑选算法　P3">
            <a:extLst xmlns:a="http://schemas.openxmlformats.org/drawingml/2006/main">
              <a:ext uri="{FF2B5EF4-FFF2-40B4-BE49-F238E27FC236}">
                <a16:creationId xmlns:a16="http://schemas.microsoft.com/office/drawing/2014/main" id="{989EF446-B4FD-4262-9F51-73ADF490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6002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结合配置、拓扑选算法　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0D4D8-C2A9-41E3-9C07-9F613D5C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333500"/>
            <a:ext cx="2524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9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44CD4E65-D656-4BCD-9846-49D558AA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0175"/>
            <a:ext cx="2352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20" name="取得本次算法资源　P4–7">
            <a:extLst xmlns:a="http://schemas.openxmlformats.org/drawingml/2006/main">
              <a:ext uri="{FF2B5EF4-FFF2-40B4-BE49-F238E27FC236}">
                <a16:creationId xmlns:a16="http://schemas.microsoft.com/office/drawing/2014/main" id="{B7144C3F-7F3B-4968-B00E-95427C9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取得本次算法资源　P4–7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41DC1-E127-4527-A64F-BE1A333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33350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2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3E37BD2B-F6B6-423D-8CC4-74D218DF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400175"/>
            <a:ext cx="2447925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23" name="组织通知与设备发射　P8">
            <a:extLst xmlns:a="http://schemas.openxmlformats.org/drawingml/2006/main">
              <a:ext uri="{FF2B5EF4-FFF2-40B4-BE49-F238E27FC236}">
                <a16:creationId xmlns:a16="http://schemas.microsoft.com/office/drawing/2014/main" id="{A780249C-5C48-4270-B5C8-095D8418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83055"/>
            <a:ext cx="2447925" cy="340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组织通知与设备发射　P8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7F94C-3269-47D1-9DA5-8E8A13AB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21B6E-3B7C-4D67-B79E-D238F25B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696528" y="1657827"/>
            <a:ext cx="580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9CB0B-7329-481D-A2EB-39FA3A2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EDA4E-54C3-483B-B0EF-7EC6075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92103" y="1657827"/>
            <a:ext cx="6372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4EA380-C37C-4BF9-B960-7809AD1C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1B5DC-4110-4414-8DEA-F8B49F8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554403" y="1657827"/>
            <a:ext cx="5705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ACF7EE-6FEF-4023-A415-5FC461B6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86025"/>
            <a:ext cx="30099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7DE266-E80A-4D46-B255-A01E344B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90775"/>
            <a:ext cx="225742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35" name="HCOMM 控制面：配置与拓扑">
            <a:extLst xmlns:a="http://schemas.openxmlformats.org/drawingml/2006/main">
              <a:ext uri="{FF2B5EF4-FFF2-40B4-BE49-F238E27FC236}">
                <a16:creationId xmlns:a16="http://schemas.microsoft.com/office/drawing/2014/main" id="{DF3154BA-4978-4218-90B3-CF53A4C0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030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控制面：配置与拓扑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21ED07-D228-4566-BBF7-3B49B456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27336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7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8C4534A9-80F6-46ED-9B72-9BDF094A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33675"/>
            <a:ext cx="2562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38" name="展开配置 / Rank 间可用链路">
            <a:extLst xmlns:a="http://schemas.openxmlformats.org/drawingml/2006/main">
              <a:ext uri="{FF2B5EF4-FFF2-40B4-BE49-F238E27FC236}">
                <a16:creationId xmlns:a16="http://schemas.microsoft.com/office/drawing/2014/main" id="{EA753EDC-C2CB-4D8C-8F2D-7C7F6EB9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76575"/>
            <a:ext cx="2562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展开配置 / Rank 间可用链路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8A52D4-C6CC-4487-954E-1B78522B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06F57D-39A2-44A6-8958-3BD467A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4334352" y="1982153"/>
            <a:ext cx="0" cy="2943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3A43B2-C7E7-4EC7-942E-A75B05F9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81F398-8856-443E-8ECE-94E66D99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42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1782128" y="2276952"/>
            <a:ext cx="2551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95971C-D35D-478A-9A3C-B4FA8389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79FA73-E07C-4936-8DAF-CA4B7E5B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781652" y="2277428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6237BE-9CEB-4D9D-B5C4-E143A88A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49" name="查询">
            <a:extLst xmlns:a="http://schemas.openxmlformats.org/drawingml/2006/main">
              <a:ext uri="{FF2B5EF4-FFF2-40B4-BE49-F238E27FC236}">
                <a16:creationId xmlns:a16="http://schemas.microsoft.com/office/drawing/2014/main" id="{C3AA9E70-4D90-44B3-B873-E320E34A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336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F5361B-A38E-4891-9F97-895A15F6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86025"/>
            <a:ext cx="5143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561954-F75F-48F6-959D-5CD5F7B1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90775"/>
            <a:ext cx="2400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52" name="HCOMM 控制面：内存与域资源">
            <a:extLst xmlns:a="http://schemas.openxmlformats.org/drawingml/2006/main">
              <a:ext uri="{FF2B5EF4-FFF2-40B4-BE49-F238E27FC236}">
                <a16:creationId xmlns:a16="http://schemas.microsoft.com/office/drawing/2014/main" id="{F880E682-EDCA-446B-89E7-66227C0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控制面：内存与域资源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170B90-9672-441B-B0C2-D68498BA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95575"/>
            <a:ext cx="1543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4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8DC32A9E-B23B-4037-976F-2E0D5B0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1371600" cy="141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5" name="本地 CCL 地址">
            <a:extLst xmlns:a="http://schemas.openxmlformats.org/drawingml/2006/main">
              <a:ext uri="{FF2B5EF4-FFF2-40B4-BE49-F238E27FC236}">
                <a16:creationId xmlns:a16="http://schemas.microsoft.com/office/drawing/2014/main" id="{37BC6046-23E4-441C-8229-32EA1C34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42273"/>
            <a:ext cx="1371600" cy="458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本地 CCL 地址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A95EB6-4A05-48FE-8D23-4EE10BF3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95575"/>
            <a:ext cx="1733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7" name="HcclThreadAcquire&#10;WithConfig">
            <a:extLst xmlns:a="http://schemas.openxmlformats.org/drawingml/2006/main">
              <a:ext uri="{FF2B5EF4-FFF2-40B4-BE49-F238E27FC236}">
                <a16:creationId xmlns:a16="http://schemas.microsoft.com/office/drawing/2014/main" id="{E2628CC9-557F-438D-A9AB-C9292C6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WithConfig</a:t>
            </a:r>
          </a:p>
        </p:txBody>
      </p:sp>
      <p:sp>
        <p:nvSpPr>
          <p:cNvPr id="58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1FDA3DCD-4944-4B65-85CC-AB2B92B7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562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5F08CD1-89CF-4920-9DA5-98B25B37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95575"/>
            <a:ext cx="1485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0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F27BD26C-0656-4827-8EEE-F53C60C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62250"/>
            <a:ext cx="1314450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61" name="到 Peer 的通道">
            <a:extLst xmlns:a="http://schemas.openxmlformats.org/drawingml/2006/main">
              <a:ext uri="{FF2B5EF4-FFF2-40B4-BE49-F238E27FC236}">
                <a16:creationId xmlns:a16="http://schemas.microsoft.com/office/drawing/2014/main" id="{FC6252FF-C98A-4576-AE6A-B2C14594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8463"/>
            <a:ext cx="131445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到 Peer 的通道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C9AB5C-F639-4A3A-BFE5-E7514BAD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388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EC70C2-FA7B-4353-AC36-3DCE350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388" y="2486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7291865" y="1982153"/>
            <a:ext cx="0" cy="503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164E9D-75D1-490B-9627-B9CCEFCC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812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6" name="资源请求">
            <a:extLst xmlns:a="http://schemas.openxmlformats.org/drawingml/2006/main">
              <a:ext uri="{FF2B5EF4-FFF2-40B4-BE49-F238E27FC236}">
                <a16:creationId xmlns:a16="http://schemas.microsoft.com/office/drawing/2014/main" id="{8E954905-EFE6-451E-8992-5E601CE6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8122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资源请求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0BACA2-C2B4-442B-9DCD-90F50EFE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2619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0DA2D874-32E1-4B65-9F81-E5AFA40F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76525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69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DB3FA286-6FD4-46C9-9308-F2278F9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47975"/>
            <a:ext cx="2447925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70" name="提交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8BA84858-0230-48AF-9FDD-06289C2A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33713"/>
            <a:ext cx="2447925" cy="395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提交 HcclLaunchAicpuKernel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E349786-8473-4427-BBC3-1275DFCA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1981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254B75F-763D-49FD-8FA6-F9B58AD6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0435115" y="1982153"/>
            <a:ext cx="0" cy="6276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085642-B8BE-4F34-B92F-4B343DBA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43375"/>
            <a:ext cx="8286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7428A3-F0C1-4683-9F01-516B59DD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48125"/>
            <a:ext cx="1543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6" name="HCCL AICPU">
            <a:extLst xmlns:a="http://schemas.openxmlformats.org/drawingml/2006/main">
              <a:ext uri="{FF2B5EF4-FFF2-40B4-BE49-F238E27FC236}">
                <a16:creationId xmlns:a16="http://schemas.microsoft.com/office/drawing/2014/main" id="{1CA91D73-285A-4237-A50A-75EEB047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57650"/>
            <a:ext cx="798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385827-44FB-4C50-8767-D6766394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52925"/>
            <a:ext cx="2324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78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5E87779A-7F25-4A46-BB74-33518593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79" name="恢复设备资源与参数　P9">
            <a:extLst xmlns:a="http://schemas.openxmlformats.org/drawingml/2006/main">
              <a:ext uri="{FF2B5EF4-FFF2-40B4-BE49-F238E27FC236}">
                <a16:creationId xmlns:a16="http://schemas.microsoft.com/office/drawing/2014/main" id="{9895FCF2-A781-46B3-965B-CD179720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01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恢复设备资源与参数　P9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CACF84-EA05-403B-88BF-FBEC8A12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52925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81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0CFCEBA8-4E4F-4D90-ACB2-6069CA6D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19600"/>
            <a:ext cx="1924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82" name="按块、轮、Peer 展开　P10">
            <a:extLst xmlns:a="http://schemas.openxmlformats.org/drawingml/2006/main">
              <a:ext uri="{FF2B5EF4-FFF2-40B4-BE49-F238E27FC236}">
                <a16:creationId xmlns:a16="http://schemas.microsoft.com/office/drawing/2014/main" id="{D65E46D7-F149-41C5-B263-9630358E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196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按块、轮、Peer 展开　P10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BA40F9-5A46-45EE-8D87-F46EE32E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52925"/>
            <a:ext cx="2571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84" name="SendRecvWrite / PostCopy">
            <a:extLst xmlns:a="http://schemas.openxmlformats.org/drawingml/2006/main">
              <a:ext uri="{FF2B5EF4-FFF2-40B4-BE49-F238E27FC236}">
                <a16:creationId xmlns:a16="http://schemas.microsoft.com/office/drawing/2014/main" id="{59495F0B-5C40-4F8E-AC37-8E9DE0BC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419600"/>
            <a:ext cx="2400300" cy="14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 / PostCopy</a:t>
            </a:r>
          </a:p>
        </p:txBody>
      </p:sp>
      <p:sp>
        <p:nvSpPr>
          <p:cNvPr id="85" name="编排握手、写入与后拷贝　P11–12">
            <a:extLst xmlns:a="http://schemas.openxmlformats.org/drawingml/2006/main">
              <a:ext uri="{FF2B5EF4-FFF2-40B4-BE49-F238E27FC236}">
                <a16:creationId xmlns:a16="http://schemas.microsoft.com/office/drawing/2014/main" id="{93BC3D9A-AF57-46F6-BB3B-19E41E12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607243"/>
            <a:ext cx="2400300" cy="326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编排握手、写入与后拷贝　P11–12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33181FB-EA8F-4FCD-8269-5B872AE6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72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D455C5A-4F1F-4CC7-86F8-727F9FE6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72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2763203" y="4672490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EB2471-ACC8-40EC-8EA0-78AA3A4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72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E3695DB-769A-47FE-9C53-2FE5504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72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5354003" y="4672490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B05A72-C238-4DE9-89E7-8DDEBC9B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486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11D5854-D635-47A2-9229-86010AD3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435115" y="3487103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FC38282-BD7E-4D84-9910-B2C33FC5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412171-C19F-4F97-BCA3-64F39A7A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1601153" y="3877152"/>
            <a:ext cx="883348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D499F31-9FC8-4F93-896F-F959578D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B7E248E-3EFE-4891-AE09-919F7D65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5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600677" y="3877628"/>
            <a:ext cx="0" cy="4752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3633192-F479-4E7B-86E6-B10901E0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052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2" name="启动设备入口">
            <a:extLst xmlns:a="http://schemas.openxmlformats.org/drawingml/2006/main">
              <a:ext uri="{FF2B5EF4-FFF2-40B4-BE49-F238E27FC236}">
                <a16:creationId xmlns:a16="http://schemas.microsoft.com/office/drawing/2014/main" id="{AC14E9C6-0B7F-4D42-A11F-97FD267A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052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启动设备入口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E67A43-0A52-4DFA-BC88-0E24E42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29100"/>
            <a:ext cx="2619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4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E98831B9-2E4B-4A5C-9910-7FBF0373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95775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105" name="HcommThread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A9194724-C087-488C-A7A0-9A88067A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67225"/>
            <a:ext cx="2447925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106" name="汇合后通知用户流继续　P13">
            <a:extLst xmlns:a="http://schemas.openxmlformats.org/drawingml/2006/main">
              <a:ext uri="{FF2B5EF4-FFF2-40B4-BE49-F238E27FC236}">
                <a16:creationId xmlns:a16="http://schemas.microsoft.com/office/drawing/2014/main" id="{E25785A9-F30B-4275-A35A-C0A8EE94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06315"/>
            <a:ext cx="2447925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汇合后通知用户流继续　P13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267D0D-2BF8-4F18-8D22-1A46337C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72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539F5F0-F41A-4154-ADE0-5B94F086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21053" y="4672490"/>
            <a:ext cx="703897" cy="1428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2A91D5-0A22-4233-BEBE-9C12FD2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91150"/>
            <a:ext cx="1162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434F5A-890D-4501-88CE-38CF79D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95900"/>
            <a:ext cx="2543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2" name="用户字节路径（HCOMM 数据面）">
            <a:extLst xmlns:a="http://schemas.openxmlformats.org/drawingml/2006/main">
              <a:ext uri="{FF2B5EF4-FFF2-40B4-BE49-F238E27FC236}">
                <a16:creationId xmlns:a16="http://schemas.microsoft.com/office/drawing/2014/main" id="{24C10865-AF61-4323-AC37-37F9AE75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05425"/>
            <a:ext cx="11315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用户字节路径（HCOMM 数据面）</a:t>
            </a:r>
          </a:p>
        </p:txBody>
      </p:sp>
      <p:sp>
        <p:nvSpPr>
          <p:cNvPr id="113" name="本端 sendBuf">
            <a:extLst xmlns:a="http://schemas.openxmlformats.org/drawingml/2006/main">
              <a:ext uri="{FF2B5EF4-FFF2-40B4-BE49-F238E27FC236}">
                <a16:creationId xmlns:a16="http://schemas.microsoft.com/office/drawing/2014/main" id="{412D701C-635F-471C-A6C1-25A6F7DB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685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本端 sendBuf</a:t>
            </a:r>
          </a:p>
        </p:txBody>
      </p:sp>
      <p:sp>
        <p:nvSpPr>
          <p:cNvPr id="114" name="对端 CCL">
            <a:extLst xmlns:a="http://schemas.openxmlformats.org/drawingml/2006/main">
              <a:ext uri="{FF2B5EF4-FFF2-40B4-BE49-F238E27FC236}">
                <a16:creationId xmlns:a16="http://schemas.microsoft.com/office/drawing/2014/main" id="{B2F57385-C058-44DE-8211-B10C241A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57850"/>
            <a:ext cx="1381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 CCL</a:t>
            </a:r>
          </a:p>
        </p:txBody>
      </p:sp>
      <p:sp>
        <p:nvSpPr>
          <p:cNvPr id="115" name="对端 recvBuf">
            <a:extLst xmlns:a="http://schemas.openxmlformats.org/drawingml/2006/main">
              <a:ext uri="{FF2B5EF4-FFF2-40B4-BE49-F238E27FC236}">
                <a16:creationId xmlns:a16="http://schemas.microsoft.com/office/drawing/2014/main" id="{77578ACD-00C1-459E-B764-39BEEDAA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578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 recvBuf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28B82E0-FA8D-405D-A6D3-3247FB6F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53818B-246B-4AF0-8EC8-C671BF7A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2058353" y="5782152"/>
            <a:ext cx="309467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12E7313-7F95-48BA-8EC5-2DF4B4A9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24500"/>
            <a:ext cx="2333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8B861E03-7A6F-41C0-933A-A015EC2E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24500"/>
            <a:ext cx="2276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9C9A9F5-6CD6-44BE-A66C-89EDC0D7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F743B6-50E6-45E2-B523-6833A1C9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6611303" y="5782152"/>
            <a:ext cx="3113722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F17A834-A112-4A21-9EC7-1FD0C82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2450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5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C666A298-71B5-48CC-9530-D536E526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2450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</p:spTree>
    <p:extLst>
      <p:ext uri="{BB962C8B-B14F-4D97-AF65-F5344CB8AC3E}">
        <p14:creationId xmlns:p14="http://schemas.microsoft.com/office/powerpoint/2010/main" val="2105527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AllToAll 请求与参数整理">
            <a:extLst xmlns:a="http://schemas.openxmlformats.org/drawingml/2006/main">
              <a:ext uri="{FF2B5EF4-FFF2-40B4-BE49-F238E27FC236}">
                <a16:creationId xmlns:a16="http://schemas.microsoft.com/office/drawing/2014/main" id="{D61B58E5-320A-48D9-B53D-E3A2CD91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请求与参数整理</a:t>
            </a:r>
          </a:p>
        </p:txBody>
      </p:sp>
      <p:sp>
        <p:nvSpPr>
          <p:cNvPr id="2" name="每个节点上方写明归属，箭头连接调用主线。输入中每个 Rank 向各目标发送等长分片。">
            <a:extLst xmlns:a="http://schemas.openxmlformats.org/drawingml/2006/main">
              <a:ext uri="{FF2B5EF4-FFF2-40B4-BE49-F238E27FC236}">
                <a16:creationId xmlns:a16="http://schemas.microsoft.com/office/drawing/2014/main" id="{977FC16C-D550-48D9-8C84-E2D4932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每个节点上方写明归属，箭头连接调用主线。输入中每个 Rank 向各目标发送等长分片。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3C2A6701-3882-4147-B31F-A4C0C6D7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C22D1-6EC1-4B11-8622-F3219189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F5E6F-C13E-44CE-98DA-9697C2D1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D77F355D-C235-4593-8DD3-E57518EF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B0594DD8-5C44-4B72-AE3F-16A0358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0B08F-8961-4759-B976-27A36035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Host / 算子 API">
            <a:extLst xmlns:a="http://schemas.openxmlformats.org/drawingml/2006/main">
              <a:ext uri="{FF2B5EF4-FFF2-40B4-BE49-F238E27FC236}">
                <a16:creationId xmlns:a16="http://schemas.microsoft.com/office/drawing/2014/main" id="{1195195A-9948-446F-8A9A-78FDF046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 / 算子 API</a:t>
            </a:r>
          </a:p>
        </p:txBody>
      </p:sp>
      <p:sp>
        <p:nvSpPr>
          <p:cNvPr id="11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84D04183-14F6-41AF-B1DD-651E6C61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430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12" name="接收输入、输出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100567E8-CF2C-43A0-82F3-B3FFABE0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接收输入、输出、count、type、comm、stream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30571-AE89-4CF8-A36B-DE8F02C6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0492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CL Host / 内部函数">
            <a:extLst xmlns:a="http://schemas.openxmlformats.org/drawingml/2006/main">
              <a:ext uri="{FF2B5EF4-FFF2-40B4-BE49-F238E27FC236}">
                <a16:creationId xmlns:a16="http://schemas.microsoft.com/office/drawing/2014/main" id="{EB9D7EB3-DF47-40C8-B1EF-34E9AFE2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3716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 / 内部函数</a:t>
            </a:r>
          </a:p>
        </p:txBody>
      </p:sp>
      <p:sp>
        <p:nvSpPr>
          <p:cNvPr id="15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40893BE3-8019-4B66-B449-F2A04D59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430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16" name="检查参数、地址、类型与通信域是否合法">
            <a:extLst xmlns:a="http://schemas.openxmlformats.org/drawingml/2006/main">
              <a:ext uri="{FF2B5EF4-FFF2-40B4-BE49-F238E27FC236}">
                <a16:creationId xmlns:a16="http://schemas.microsoft.com/office/drawing/2014/main" id="{83D54781-EA4C-4DA3-BA54-701A7BE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430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检查参数、地址、类型与通信域是否合法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D6358-40D6-450D-8C17-EA4B0A2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0492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OMM 控制面 / 拓扑">
            <a:extLst xmlns:a="http://schemas.openxmlformats.org/drawingml/2006/main">
              <a:ext uri="{FF2B5EF4-FFF2-40B4-BE49-F238E27FC236}">
                <a16:creationId xmlns:a16="http://schemas.microsoft.com/office/drawing/2014/main" id="{28E8D771-30C5-4D52-8A50-3587B3A0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716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拓扑</a:t>
            </a:r>
          </a:p>
        </p:txBody>
      </p:sp>
      <p:sp>
        <p:nvSpPr>
          <p:cNvPr id="19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DA37370A-F03E-42EF-896F-BCB664D6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5430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20" name="返回通信域成员数，本例为 4">
            <a:extLst xmlns:a="http://schemas.openxmlformats.org/drawingml/2006/main">
              <a:ext uri="{FF2B5EF4-FFF2-40B4-BE49-F238E27FC236}">
                <a16:creationId xmlns:a16="http://schemas.microsoft.com/office/drawing/2014/main" id="{72EF7D0B-8C0A-41CD-A9D4-DF3CD56F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430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返回通信域成员数，本例为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D2AA2-091F-416D-B52A-7A0AFAE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6227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2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CB443E1C-2DF3-4C42-AB0A-CAACE9E4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23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771AA963-0AF1-4FC5-B4B4-95D5593F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0040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24" name="返回通信域名称，用于标签与资源查找">
            <a:extLst xmlns:a="http://schemas.openxmlformats.org/drawingml/2006/main">
              <a:ext uri="{FF2B5EF4-FFF2-40B4-BE49-F238E27FC236}">
                <a16:creationId xmlns:a16="http://schemas.microsoft.com/office/drawing/2014/main" id="{A87244F4-45C2-48A0-B9AD-BD3E60B3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042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返回通信域名称，用于标签与资源查找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0D9C9-C2DE-4D57-A478-C220C47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6227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6" name="HCOMM 控制面 / 拓扑">
            <a:extLst xmlns:a="http://schemas.openxmlformats.org/drawingml/2006/main">
              <a:ext uri="{FF2B5EF4-FFF2-40B4-BE49-F238E27FC236}">
                <a16:creationId xmlns:a16="http://schemas.microsoft.com/office/drawing/2014/main" id="{AA21D8DD-6D29-43A2-80AB-F26533C4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289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拓扑</a:t>
            </a:r>
          </a:p>
        </p:txBody>
      </p:sp>
      <p:sp>
        <p:nvSpPr>
          <p:cNvPr id="27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48DF8FBC-27EF-4A1F-87FE-17A4C180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0040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28" name="返回本端 Rank 编号，本例为 Rank 0">
            <a:extLst xmlns:a="http://schemas.openxmlformats.org/drawingml/2006/main">
              <a:ext uri="{FF2B5EF4-FFF2-40B4-BE49-F238E27FC236}">
                <a16:creationId xmlns:a16="http://schemas.microsoft.com/office/drawing/2014/main" id="{3291426F-1C6E-4C3D-95AC-E0B68E1E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0042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返回本端 Rank 编号，本例为 Rank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1C2CE-6443-4B4B-A0DD-9AFF837D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6227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0" name="HCCL Host / 参数转换">
            <a:extLst xmlns:a="http://schemas.openxmlformats.org/drawingml/2006/main">
              <a:ext uri="{FF2B5EF4-FFF2-40B4-BE49-F238E27FC236}">
                <a16:creationId xmlns:a16="http://schemas.microsoft.com/office/drawing/2014/main" id="{B6DA63BB-8113-46B4-B18E-A9F68B90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 / 参数转换</a:t>
            </a:r>
          </a:p>
        </p:txBody>
      </p:sp>
      <p:sp>
        <p:nvSpPr>
          <p:cNvPr id="31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52535922-0175-42C2-BCA2-190A6BD0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32" name="counts=[2,2,2,2]，位移=[0,2,4,6]">
            <a:extLst xmlns:a="http://schemas.openxmlformats.org/drawingml/2006/main">
              <a:ext uri="{FF2B5EF4-FFF2-40B4-BE49-F238E27FC236}">
                <a16:creationId xmlns:a16="http://schemas.microsoft.com/office/drawing/2014/main" id="{4E4EF6E8-E924-4FC5-86F7-AC136340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042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counts=[2,2,2,2]，位移=[0,2,4,6]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5F6D7-57AF-4C21-92F0-D86BC5AC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1962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4" name="HCCL Host / 共用入口">
            <a:extLst xmlns:a="http://schemas.openxmlformats.org/drawingml/2006/main">
              <a:ext uri="{FF2B5EF4-FFF2-40B4-BE49-F238E27FC236}">
                <a16:creationId xmlns:a16="http://schemas.microsoft.com/office/drawing/2014/main" id="{849D6996-316F-4064-A6D9-2B49D5F3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 / 共用入口</a:t>
            </a:r>
          </a:p>
        </p:txBody>
      </p:sp>
      <p:sp>
        <p:nvSpPr>
          <p:cNvPr id="3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EDD09C8A-B8BC-4741-B063-E6BE099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36" name="进入共用非原地实现，opType 仍是 ALLTOALL">
            <a:extLst xmlns:a="http://schemas.openxmlformats.org/drawingml/2006/main">
              <a:ext uri="{FF2B5EF4-FFF2-40B4-BE49-F238E27FC236}">
                <a16:creationId xmlns:a16="http://schemas.microsoft.com/office/drawing/2014/main" id="{EF3474B5-38AD-4170-AB51-863E5EB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577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进入共用非原地实现，opType 仍是 ALLTOALL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C01A8-EB89-4B9D-967C-3C48FD81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8" name="HCCL Host / 内部函数">
            <a:extLst xmlns:a="http://schemas.openxmlformats.org/drawingml/2006/main">
              <a:ext uri="{FF2B5EF4-FFF2-40B4-BE49-F238E27FC236}">
                <a16:creationId xmlns:a16="http://schemas.microsoft.com/office/drawing/2014/main" id="{A9A0272E-2D2A-48A2-806F-20E3B071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863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 / 内部函数</a:t>
            </a:r>
          </a:p>
        </p:txBody>
      </p:sp>
      <p:sp>
        <p:nvSpPr>
          <p:cNvPr id="39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36CADCF8-5730-4D92-B073-F4FF68C5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577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40" name="进入共用的参数处理与调度流程">
            <a:extLst xmlns:a="http://schemas.openxmlformats.org/drawingml/2006/main">
              <a:ext uri="{FF2B5EF4-FFF2-40B4-BE49-F238E27FC236}">
                <a16:creationId xmlns:a16="http://schemas.microsoft.com/office/drawing/2014/main" id="{ACBEE3E0-A31C-4B2D-820A-A287A6F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577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进入共用的参数处理与调度流程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79AE95-774D-43C9-A3CB-0E290E5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9625"/>
            <a:ext cx="3619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2" name="HCCL Host / 请求构造">
            <a:extLst xmlns:a="http://schemas.openxmlformats.org/drawingml/2006/main">
              <a:ext uri="{FF2B5EF4-FFF2-40B4-BE49-F238E27FC236}">
                <a16:creationId xmlns:a16="http://schemas.microsoft.com/office/drawing/2014/main" id="{DA8C149F-227F-4443-8E0B-9593D9C6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863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 / 请求构造</a:t>
            </a:r>
          </a:p>
        </p:txBody>
      </p:sp>
      <p:sp>
        <p:nvSpPr>
          <p:cNvPr id="43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8C51995F-77BB-498F-BC92-C6F237E3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577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44" name="封装地址、stream、计数和位移，继续 P3">
            <a:extLst xmlns:a="http://schemas.openxmlformats.org/drawingml/2006/main">
              <a:ext uri="{FF2B5EF4-FFF2-40B4-BE49-F238E27FC236}">
                <a16:creationId xmlns:a16="http://schemas.microsoft.com/office/drawing/2014/main" id="{862D4F3C-19A5-43F7-87A4-A630605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57775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封装地址、stream、计数和位移，继续 P3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755E9D-C708-47DE-A7AC-7296501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8D177-B1EA-452A-9DAA-C65520C1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925253" y="18197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1CB03C-91CA-48EF-878D-C3712266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A97A17-FC3C-4A34-BA28-B0F6B4BE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906703" y="18197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0298F7-154A-421B-9691-99399D57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33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286683-5A3E-4DBC-9146-1ABF4AF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077927" y="2334578"/>
            <a:ext cx="0" cy="6276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B35232-C650-49F0-BCF4-7EC42345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6CD493-BA98-49AE-8E95-ADC9CF3E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54" idx="1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H="1">
            <a:off x="7906703" y="347710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A21E27-1E48-48E8-BCAD-CC36DBF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4C6A2D-ABF8-445F-AD16-6499049F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3925253" y="347710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943B9F-1149-40E1-ADC0-CF75D658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EB18D12-BAA0-4E84-B12A-0F5A66E4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115027" y="3991928"/>
            <a:ext cx="0" cy="6276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E484BB-1AB6-4F92-A09C-CF0241B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A8046C-B738-4F44-91A5-0F137F88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3925253" y="51344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E59888-22CC-47D5-87C1-0D443B63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5A05BD-C8AB-470F-99B2-7ECEFB40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906703" y="513445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B83001-8672-4FD3-A76C-787860F8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72200"/>
            <a:ext cx="1162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0" name="示例：每个目标 2 个 FP32，即 8 字节。每个 Rank 的总输入为 8 个 FP32，位移单位是元素。">
            <a:extLst xmlns:a="http://schemas.openxmlformats.org/drawingml/2006/main">
              <a:ext uri="{FF2B5EF4-FFF2-40B4-BE49-F238E27FC236}">
                <a16:creationId xmlns:a16="http://schemas.microsoft.com/office/drawing/2014/main" id="{FD9B0B60-0AB6-4425-AE6D-6BC6F7A7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示例：每个目标 2 个 FP32，即 8 字节。每个 Rank 的总输入为 8 个 FP32，位移单位是元素。</a:t>
            </a:r>
          </a:p>
        </p:txBody>
      </p:sp>
    </p:spTree>
    <p:extLst>
      <p:ext uri="{BB962C8B-B14F-4D97-AF65-F5344CB8AC3E}">
        <p14:creationId xmlns:p14="http://schemas.microsoft.com/office/powerpoint/2010/main" val="1904003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展开配置与算法选择">
            <a:extLst xmlns:a="http://schemas.openxmlformats.org/drawingml/2006/main">
              <a:ext uri="{FF2B5EF4-FFF2-40B4-BE49-F238E27FC236}">
                <a16:creationId xmlns:a16="http://schemas.microsoft.com/office/drawing/2014/main" id="{5ECC4614-FE33-42ED-A468-D56B1AC2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展开配置与算法选择</a:t>
            </a:r>
          </a:p>
        </p:txBody>
      </p:sp>
      <p:sp>
        <p:nvSpPr>
          <p:cNvPr id="2" name="HCCL 负责选择算法，HCOMM 返回展开配置与拓扑信息。拓扑缓存命中时直接复用。">
            <a:extLst xmlns:a="http://schemas.openxmlformats.org/drawingml/2006/main">
              <a:ext uri="{FF2B5EF4-FFF2-40B4-BE49-F238E27FC236}">
                <a16:creationId xmlns:a16="http://schemas.microsoft.com/office/drawing/2014/main" id="{F012DA40-87B6-4F06-BA0E-181C2AEB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负责选择算法，HCOMM 返回展开配置与拓扑信息。拓扑缓存命中时直接复用。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6456F230-545C-4C37-9F6E-6B8E91C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98547-3E6F-4757-822D-8F6882C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E8109-7F50-4666-9348-B86B1FB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70FB6D4D-817B-4154-9B23-EB58C1B3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B37D540-4BC2-4472-81CF-6D9BDCE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ACB34-FA10-4F61-9BBF-7EA5443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19200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17BB3866-9035-4A34-AB6B-FE93117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85875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D4F67371-C643-42AA-A101-539D2691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12" name="读取并解释展开模式">
            <a:extLst xmlns:a="http://schemas.openxmlformats.org/drawingml/2006/main">
              <a:ext uri="{FF2B5EF4-FFF2-40B4-BE49-F238E27FC236}">
                <a16:creationId xmlns:a16="http://schemas.microsoft.com/office/drawing/2014/main" id="{48049923-26FD-438C-A636-10DAB6C6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读取并解释展开模式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05453-F179-4575-A61B-A7FB932E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219200"/>
            <a:ext cx="33432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CCFE9A83-39C4-47F9-AA65-CA45DE7A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85875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15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8264E251-6645-4B27-A050-58FCD255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57325"/>
            <a:ext cx="3171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16" name="本分析取 AICPU_TS">
            <a:extLst xmlns:a="http://schemas.openxmlformats.org/drawingml/2006/main">
              <a:ext uri="{FF2B5EF4-FFF2-40B4-BE49-F238E27FC236}">
                <a16:creationId xmlns:a16="http://schemas.microsoft.com/office/drawing/2014/main" id="{7B4F1D5D-EB6F-40F0-ACD6-D9749E3D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57350"/>
            <a:ext cx="3171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本分析取 AICPU_TS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D8C5D-7058-49C2-B6C7-98BCA4CA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219200"/>
            <a:ext cx="35718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CL Host">
            <a:extLst xmlns:a="http://schemas.openxmlformats.org/drawingml/2006/main">
              <a:ext uri="{FF2B5EF4-FFF2-40B4-BE49-F238E27FC236}">
                <a16:creationId xmlns:a16="http://schemas.microsoft.com/office/drawing/2014/main" id="{82AADC53-78E2-46C8-AB17-CD81633D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85875"/>
            <a:ext cx="3400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9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015519B5-42F6-43C8-B58C-D207F06E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57325"/>
            <a:ext cx="3400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20" name="进入算法选择，按能力检查域状态">
            <a:extLst xmlns:a="http://schemas.openxmlformats.org/drawingml/2006/main">
              <a:ext uri="{FF2B5EF4-FFF2-40B4-BE49-F238E27FC236}">
                <a16:creationId xmlns:a16="http://schemas.microsoft.com/office/drawing/2014/main" id="{9C7C6FA3-3A69-4E20-A0FB-9D6411C3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47825"/>
            <a:ext cx="3400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进入算法选择，按能力检查域状态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4A15E-4506-4E68-8B82-36D97514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24660-C722-4AB0-A564-B2CC1F38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639503" y="1657827"/>
            <a:ext cx="656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674B0-B21B-4AC5-A21F-A6958780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59239B-5D90-4D3F-8044-761A6D6B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5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640003" y="1657827"/>
            <a:ext cx="6753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6F60F-72FD-4DB5-AF3D-65E2A49F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24125"/>
            <a:ext cx="35718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8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7101151E-8B83-4F98-9D06-014DB085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3400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29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DFC99052-F7E9-4A6A-8E95-F5A5777F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62250"/>
            <a:ext cx="3400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30" name="能力支持时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69BCE15E-0EA5-4AD6-9E58-BC782A19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3400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能力支持时检查通信域状态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32F2D-B617-403D-A878-87FD9BF1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841C3-A4E1-406A-AF94-8DE81D40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252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101740" y="209645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C81B47-72F9-4A9D-BF42-C3E2739F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24125"/>
            <a:ext cx="33432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5" name="HCCL Host">
            <a:extLst xmlns:a="http://schemas.openxmlformats.org/drawingml/2006/main">
              <a:ext uri="{FF2B5EF4-FFF2-40B4-BE49-F238E27FC236}">
                <a16:creationId xmlns:a16="http://schemas.microsoft.com/office/drawing/2014/main" id="{43EE666F-92A1-4435-AC34-827740F1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171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3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25716054-F193-4FB0-B531-FA644C8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1718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37" name="恢复或构造算法需要的拓扑说明">
            <a:extLst xmlns:a="http://schemas.openxmlformats.org/drawingml/2006/main">
              <a:ext uri="{FF2B5EF4-FFF2-40B4-BE49-F238E27FC236}">
                <a16:creationId xmlns:a16="http://schemas.microsoft.com/office/drawing/2014/main" id="{6F4C437E-F3B7-40DA-B288-ADB0AC39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62275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恢复或构造算法需要的拓扑说明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5D01E2-49FF-4F2C-A1CB-AA1D038F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194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637077-5E48-4626-ABCE-753EB3CC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94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38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7640003" y="2919890"/>
            <a:ext cx="6753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A4F1A-E8CF-4711-B0FF-C7C75897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24125"/>
            <a:ext cx="33337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2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271AA230-9F8F-4272-BD7D-0009976A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9080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43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A6924752-89E1-4B37-B523-89092905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6225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44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82DF7589-21A4-4BB1-82B6-EFEBAA8F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62275"/>
            <a:ext cx="3162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9F0DCF-4E81-42EB-9CEF-97A56672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194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350CD0-8B76-4665-8BF6-A0657F5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94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45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3639503" y="2919890"/>
            <a:ext cx="6562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77A00A-9C76-4CDA-8EA2-3E3B46F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67125"/>
            <a:ext cx="1905000" cy="7620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92968F"/>
            </a:solidFill>
          </a:ln>
        </p:spPr>
      </p:sp>
      <p:sp>
        <p:nvSpPr>
          <p:cNvPr id="49" name="拓扑缓存命中？">
            <a:extLst xmlns:a="http://schemas.openxmlformats.org/drawingml/2006/main">
              <a:ext uri="{FF2B5EF4-FFF2-40B4-BE49-F238E27FC236}">
                <a16:creationId xmlns:a16="http://schemas.microsoft.com/office/drawing/2014/main" id="{E1BBC15C-1CDF-4DD1-B2C4-FA56C61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4765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拓扑缓存命中？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4432C-0E63-4FCD-827C-FED03DDD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19935A-9A4A-47C4-899D-F0EE4B22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67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 flipH="1">
            <a:off x="1962627" y="3315653"/>
            <a:ext cx="9525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B7DB81-6FAC-444F-B94D-1F0DF4F2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67125"/>
            <a:ext cx="7962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BA6D5B-F2D4-434D-BDB0-AF2665A0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71875"/>
            <a:ext cx="31146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55" name="未命中：按需构造拓扑（HCOMM 控制面）">
            <a:extLst xmlns:a="http://schemas.openxmlformats.org/drawingml/2006/main">
              <a:ext uri="{FF2B5EF4-FFF2-40B4-BE49-F238E27FC236}">
                <a16:creationId xmlns:a16="http://schemas.microsoft.com/office/drawing/2014/main" id="{FA177E05-77DC-4108-BA83-D3142EFC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81400"/>
            <a:ext cx="765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未命中：按需构造拓扑（HCOMM 控制面）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4D6745-A586-40C8-B95B-6738D35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14775"/>
            <a:ext cx="2362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7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00F443BB-AFF8-4D2D-8EBA-80FAFA6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81450"/>
            <a:ext cx="21907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58" name="查询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969C446D-9F86-46CB-95D8-B2E42E7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01490"/>
            <a:ext cx="219075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查询网络层与层内 Rank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7C2658-9DD9-4DE2-BFBF-491F4BCB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14775"/>
            <a:ext cx="2333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0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BE4FAF80-B53D-437E-BBCB-AC4ACDF4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2162175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61" name="查询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6FAE12DE-7CC4-4B1A-88A4-5DA26AD0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1490"/>
            <a:ext cx="2162175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查询实例类型与 Rank 间链路</a:t>
            </a:r>
          </a:p>
        </p:txBody>
      </p:sp>
      <p:sp>
        <p:nvSpPr>
          <p:cNvPr id="62" name="其他实例、端点查询&#10;按构造需要调用&#10;完整释义见备注">
            <a:extLst xmlns:a="http://schemas.openxmlformats.org/drawingml/2006/main">
              <a:ext uri="{FF2B5EF4-FFF2-40B4-BE49-F238E27FC236}">
                <a16:creationId xmlns:a16="http://schemas.microsoft.com/office/drawing/2014/main" id="{39950D29-9234-4763-9E74-A01029B9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62400"/>
            <a:ext cx="2343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其他实例、端点查询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按构造需要调用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完整释义见备注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9B8F13-5EB2-4ADB-8E39-DB657A7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FE3621-B027-4367-A38B-0B9DFA67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2915603" y="4048602"/>
            <a:ext cx="10086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C055C3-DFE4-4AA6-8485-5EB2E954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100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7" name="未命中">
            <a:extLst xmlns:a="http://schemas.openxmlformats.org/drawingml/2006/main">
              <a:ext uri="{FF2B5EF4-FFF2-40B4-BE49-F238E27FC236}">
                <a16:creationId xmlns:a16="http://schemas.microsoft.com/office/drawing/2014/main" id="{AFDF7DDD-06C2-4FC0-A5AB-DF9FF63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AF4066-11BE-4C96-B54F-7C2E35F2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00650"/>
            <a:ext cx="514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9" name="HCCL Host">
            <a:extLst xmlns:a="http://schemas.openxmlformats.org/drawingml/2006/main">
              <a:ext uri="{FF2B5EF4-FFF2-40B4-BE49-F238E27FC236}">
                <a16:creationId xmlns:a16="http://schemas.microsoft.com/office/drawing/2014/main" id="{E352ADFF-3276-4E9A-A550-AB01BCB7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267325"/>
            <a:ext cx="4972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70" name="AlltoAllAutoSelector::SelectAicpuAlgo">
            <a:extLst xmlns:a="http://schemas.openxmlformats.org/drawingml/2006/main">
              <a:ext uri="{FF2B5EF4-FFF2-40B4-BE49-F238E27FC236}">
                <a16:creationId xmlns:a16="http://schemas.microsoft.com/office/drawing/2014/main" id="{B1EE0046-177E-42F0-8657-3DFD3E5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438775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AlltoAllAutoSelector::SelectAicpuAlgo</a:t>
            </a:r>
          </a:p>
        </p:txBody>
      </p:sp>
      <p:sp>
        <p:nvSpPr>
          <p:cNvPr id="71" name="结合拓扑、数据量选定普通 Mesh 算法">
            <a:extLst xmlns:a="http://schemas.openxmlformats.org/drawingml/2006/main">
              <a:ext uri="{FF2B5EF4-FFF2-40B4-BE49-F238E27FC236}">
                <a16:creationId xmlns:a16="http://schemas.microsoft.com/office/drawing/2014/main" id="{70A1D27D-F436-4AAF-8D08-B6A0788A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638800"/>
            <a:ext cx="497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结合拓扑、数据量选定普通 Mesh 算法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C8DFC1-909F-42BE-9BA1-91262831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AE57D8-AA30-482A-B29C-137A48BC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477477" y="4858703"/>
            <a:ext cx="0" cy="3419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628F5E-F601-46D0-9F99-C3E6DE88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E1DFD57-AEB6-4C76-9906-17C3022D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7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1962627" y="4430078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6EC700-02F3-4D38-80CA-6E05753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7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409E2BD-C9F9-4029-AC1F-02964DF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57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1963103" y="5572602"/>
            <a:ext cx="19611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3FB345-2AF4-48C5-9EAD-B466A76A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72075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2" name="命中：复用拓扑说明">
            <a:extLst xmlns:a="http://schemas.openxmlformats.org/drawingml/2006/main">
              <a:ext uri="{FF2B5EF4-FFF2-40B4-BE49-F238E27FC236}">
                <a16:creationId xmlns:a16="http://schemas.microsoft.com/office/drawing/2014/main" id="{6DBD2E0C-B626-4472-941E-7B0E0EA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命中：复用拓扑说明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4B93D6-0D0A-4A9E-AF5B-EEF0A0AC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006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84" name="HCCL Host">
            <a:extLst xmlns:a="http://schemas.openxmlformats.org/drawingml/2006/main">
              <a:ext uri="{FF2B5EF4-FFF2-40B4-BE49-F238E27FC236}">
                <a16:creationId xmlns:a16="http://schemas.microsoft.com/office/drawing/2014/main" id="{D74A1F4A-0BFB-4F74-9E8F-1A7125A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267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85" name="HcclExecOp">
            <a:extLst xmlns:a="http://schemas.openxmlformats.org/drawingml/2006/main">
              <a:ext uri="{FF2B5EF4-FFF2-40B4-BE49-F238E27FC236}">
                <a16:creationId xmlns:a16="http://schemas.microsoft.com/office/drawing/2014/main" id="{01DCB661-E32B-40F5-98A1-7F6E56D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438775"/>
            <a:ext cx="2114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86" name="进入资源准备　P4">
            <a:extLst xmlns:a="http://schemas.openxmlformats.org/drawingml/2006/main">
              <a:ext uri="{FF2B5EF4-FFF2-40B4-BE49-F238E27FC236}">
                <a16:creationId xmlns:a16="http://schemas.microsoft.com/office/drawing/2014/main" id="{1F9D50F7-45FE-429E-ADD9-A033120D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638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进入资源准备　P4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727421-A2FE-4AAE-9C3A-E09A1229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81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72C1F2B-A55A-407E-A53A-585FC1A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81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9068753" y="55821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54542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0577D9BA-B4CA-4243-9A40-A1C4863D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设备完成时需要通知用户流，因此先把用户 Thread 导出成 AICPU 可用句柄。">
            <a:extLst xmlns:a="http://schemas.openxmlformats.org/drawingml/2006/main">
              <a:ext uri="{FF2B5EF4-FFF2-40B4-BE49-F238E27FC236}">
                <a16:creationId xmlns:a16="http://schemas.microsoft.com/office/drawing/2014/main" id="{CA37E899-9284-4CEE-90F4-2C77F41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设备完成时需要通知用户流，因此先把用户 Thread 导出成 AICPU 可用句柄。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AB4B727A-8240-42D5-B8FB-624028A4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4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690F0-BC79-458C-8673-327D22F0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059DF-0F20-4A8E-9041-0757EACF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DCCD613C-7E28-499B-987D-0C227C4C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C7515109-864B-4344-9B5A-5BC5542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7A6FF-BAA4-43D3-A925-74A3211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3825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26BB8728-132A-4EB1-A3A1-BE5E69E3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GetAlgExec">
            <a:extLst xmlns:a="http://schemas.openxmlformats.org/drawingml/2006/main">
              <a:ext uri="{FF2B5EF4-FFF2-40B4-BE49-F238E27FC236}">
                <a16:creationId xmlns:a16="http://schemas.microsoft.com/office/drawing/2014/main" id="{AE35B9E7-72A5-4421-A94C-A80FED74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2" name="按算法名称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865A6658-C25D-4096-8DF3-EA252600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按算法名称取得 Host 执行器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D850E-B600-4703-965E-4B81F5EF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443B3A1F-9CD5-4AA1-AA52-CAB4A2E8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304925"/>
            <a:ext cx="3409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15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C608FA6D-990A-4395-9DAA-A2C3CD70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76375"/>
            <a:ext cx="3409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16" name="把用户 stream 包装为 CPU_TS Thread">
            <a:extLst xmlns:a="http://schemas.openxmlformats.org/drawingml/2006/main">
              <a:ext uri="{FF2B5EF4-FFF2-40B4-BE49-F238E27FC236}">
                <a16:creationId xmlns:a16="http://schemas.microsoft.com/office/drawing/2014/main" id="{C1C03BB0-1555-4163-B0C8-EE81387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把用户 stream 包装为 CPU_TS Thread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4EC71-1D6A-4DAD-B453-87E7CBA9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38250"/>
            <a:ext cx="34004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E3F13552-DF97-4456-AC11-E1FAF86C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04925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19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7C97D236-F897-44CE-8C70-8CF27BDB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3228975" cy="14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20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7EC8365F-36C9-4156-8DDE-A1E83A31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4018"/>
            <a:ext cx="3228975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29327-3142-4D14-949A-31E333FA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8FC92-4A6B-43E8-9286-16086505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639503" y="1686402"/>
            <a:ext cx="646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FDC1D1-D7C8-4A36-B79D-C0E07317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940FD-CFDC-4719-9979-1111725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85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68603" y="16864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8434C-8E2E-4CD7-8951-E0233BD1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00325"/>
            <a:ext cx="34004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8" name="HCCL Host">
            <a:extLst xmlns:a="http://schemas.openxmlformats.org/drawingml/2006/main">
              <a:ext uri="{FF2B5EF4-FFF2-40B4-BE49-F238E27FC236}">
                <a16:creationId xmlns:a16="http://schemas.microsoft.com/office/drawing/2014/main" id="{101496B4-40AA-42B1-A335-45E27385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29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83C260D9-9712-45D0-A226-5DB355E2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3228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30" name="读取资源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77F39CA-7BE3-405F-B55E-E0441549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3228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读取资源属性，TryReuseResource 检查复用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B2F88-B316-4EF4-A6B7-31277F9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133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CC4F46-4C68-4F00-93E8-4A1E2DF0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600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187465" y="2134553"/>
            <a:ext cx="0" cy="4657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E78D58-2AF4-4FD4-AFE5-856CF6C3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0325"/>
            <a:ext cx="3581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5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9541CF65-E613-4006-96B0-2FF93B3C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67000"/>
            <a:ext cx="3409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36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BFCC4A06-FB76-4312-96AA-87FFC112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38450"/>
            <a:ext cx="3409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37" name="查找此算法的资源上下文">
            <a:extLst xmlns:a="http://schemas.openxmlformats.org/drawingml/2006/main">
              <a:ext uri="{FF2B5EF4-FFF2-40B4-BE49-F238E27FC236}">
                <a16:creationId xmlns:a16="http://schemas.microsoft.com/office/drawing/2014/main" id="{F6DDDE99-EDA8-4EFC-8150-D3B11943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38475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查找此算法的资源上下文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05F10C-8A78-45CA-825C-FF5910B5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B7BB75-44A9-4EDE-BFBB-FC10B6F7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38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7868603" y="307705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2AE109-3D99-4215-B896-76CA108B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5100"/>
            <a:ext cx="2514600" cy="819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92968F"/>
            </a:solidFill>
          </a:ln>
        </p:spPr>
      </p:sp>
      <p:sp>
        <p:nvSpPr>
          <p:cNvPr id="42" name="算法资源可复用？">
            <a:extLst xmlns:a="http://schemas.openxmlformats.org/drawingml/2006/main">
              <a:ext uri="{FF2B5EF4-FFF2-40B4-BE49-F238E27FC236}">
                <a16:creationId xmlns:a16="http://schemas.microsoft.com/office/drawing/2014/main" id="{9C0E75D1-EF7B-4240-B439-8891D8E0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07" y="2885313"/>
            <a:ext cx="1659636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算法资源可复用？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1DBF4C-2073-48D6-B98F-234F829E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CEFCCB-B8AF-4A44-9FBC-5487CFEB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14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3210878" y="3077052"/>
            <a:ext cx="1075372" cy="381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5E1AEC-DDDC-4056-8B03-FFD376D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095875"/>
            <a:ext cx="3400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7" name="交给后续设备上下文 / 发射">
            <a:extLst xmlns:a="http://schemas.openxmlformats.org/drawingml/2006/main">
              <a:ext uri="{FF2B5EF4-FFF2-40B4-BE49-F238E27FC236}">
                <a16:creationId xmlns:a16="http://schemas.microsoft.com/office/drawing/2014/main" id="{55F6AFCC-5C8A-4460-97C1-019526A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6255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交给后续设备上下文 / 发射</a:t>
            </a:r>
          </a:p>
        </p:txBody>
      </p:sp>
      <p:sp>
        <p:nvSpPr>
          <p:cNvPr id="48" name="可用的算法资源">
            <a:extLst xmlns:a="http://schemas.openxmlformats.org/drawingml/2006/main">
              <a:ext uri="{FF2B5EF4-FFF2-40B4-BE49-F238E27FC236}">
                <a16:creationId xmlns:a16="http://schemas.microsoft.com/office/drawing/2014/main" id="{F6470D95-7874-4DE6-90AB-E8D7747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3228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可用的算法资源</a:t>
            </a:r>
          </a:p>
        </p:txBody>
      </p:sp>
      <p:sp>
        <p:nvSpPr>
          <p:cNvPr id="49" name="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1C681422-3C53-47FD-ACF2-A36F37A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34025"/>
            <a:ext cx="3228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Thread、CCL、Channel 与地址描述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BA5DE1-409C-4C4B-95AD-879C827F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C48B18-9241-4339-9B04-1232F7CD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953102" y="3525203"/>
            <a:ext cx="0" cy="7991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07420E-EFD1-4D29-9D93-094CF25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539D01-73D3-49E2-BDE0-372887FA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1953578" y="4324827"/>
            <a:ext cx="82286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0B83E0-7229-4E24-B23F-843D6DA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94E047-BBD6-43C1-8ED7-E8742761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10182702" y="4325303"/>
            <a:ext cx="0" cy="7705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23B8F0-1F00-4892-BADE-B335B292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124325"/>
            <a:ext cx="2733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60" name="命中：复用，不重复申请">
            <a:extLst xmlns:a="http://schemas.openxmlformats.org/drawingml/2006/main">
              <a:ext uri="{FF2B5EF4-FFF2-40B4-BE49-F238E27FC236}">
                <a16:creationId xmlns:a16="http://schemas.microsoft.com/office/drawing/2014/main" id="{64359AA4-53CB-4B76-B932-6032F460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24325"/>
            <a:ext cx="2676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命中：复用，不重复申请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0AF038-6B1F-4188-801E-3B6F2254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95875"/>
            <a:ext cx="33337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2" name="HCCL Host">
            <a:extLst xmlns:a="http://schemas.openxmlformats.org/drawingml/2006/main">
              <a:ext uri="{FF2B5EF4-FFF2-40B4-BE49-F238E27FC236}">
                <a16:creationId xmlns:a16="http://schemas.microsoft.com/office/drawing/2014/main" id="{104A5E92-DF80-49B1-A4E1-3C3707C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63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8E2D7C15-EB3C-4703-94A5-2EA6EB3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3162300" cy="144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64" name="按拓扑分组，计算 Thread / Channel 等需求">
            <a:extLst xmlns:a="http://schemas.openxmlformats.org/drawingml/2006/main">
              <a:ext uri="{FF2B5EF4-FFF2-40B4-BE49-F238E27FC236}">
                <a16:creationId xmlns:a16="http://schemas.microsoft.com/office/drawing/2014/main" id="{220A5DD1-B7DD-48CF-8CC5-D4E210C3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16880"/>
            <a:ext cx="3162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按拓扑分组，计算 Thread / Channel 等需求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65EABE-DA90-4FDD-94B2-05ADF25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35814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6" name="HCCL Host">
            <a:extLst xmlns:a="http://schemas.openxmlformats.org/drawingml/2006/main">
              <a:ext uri="{FF2B5EF4-FFF2-40B4-BE49-F238E27FC236}">
                <a16:creationId xmlns:a16="http://schemas.microsoft.com/office/drawing/2014/main" id="{0C38C93E-AB34-4508-AF4A-C30655B5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62550"/>
            <a:ext cx="3409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67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38DEE90-FC6D-4DA5-9574-175088D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334000"/>
            <a:ext cx="3409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68" name="申请缺少的设备资源，详见 P5–7">
            <a:extLst xmlns:a="http://schemas.openxmlformats.org/drawingml/2006/main">
              <a:ext uri="{FF2B5EF4-FFF2-40B4-BE49-F238E27FC236}">
                <a16:creationId xmlns:a16="http://schemas.microsoft.com/office/drawing/2014/main" id="{1B57068E-6424-449E-B7E7-DDDE672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534025"/>
            <a:ext cx="3409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申请缺少的设备资源，详见 P5–7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4C1686-94D1-4476-A733-50C26D6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14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FD0A87-E765-4D1A-B2C9-B57AD5DB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114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69" idx="1"/>
            <a:endCxn xmlns:a="http://schemas.openxmlformats.org/drawingml/2006/main" id="70" idx="3"/>
          </p:cNvCxnSpPr>
          <p:nvPr/>
        </p:nvCxnSpPr>
        <p:spPr>
          <a:xfrm xmlns:a="http://schemas.openxmlformats.org/drawingml/2006/main" flipH="1">
            <a:off x="181928" y="3115152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507205-848C-4286-A0B5-1451D79B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114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4319645-1059-4A65-9584-DCA0AA3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552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81452" y="3115628"/>
            <a:ext cx="0" cy="2408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566748-8A8B-417B-884E-105DA32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552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0BE3F9-8DDB-437C-863D-61D9DB6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2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181928" y="5524977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3E11033-495E-4308-A56C-06EB51DB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05325"/>
            <a:ext cx="885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9" name="未命中">
            <a:extLst xmlns:a="http://schemas.openxmlformats.org/drawingml/2006/main">
              <a:ext uri="{FF2B5EF4-FFF2-40B4-BE49-F238E27FC236}">
                <a16:creationId xmlns:a16="http://schemas.microsoft.com/office/drawing/2014/main" id="{80E459F4-0187-4877-AD24-B976F3BD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05325"/>
            <a:ext cx="828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DB957D2-5BBD-4A1E-AD53-864C0CA1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9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89F25C-2B75-4DDC-8A8B-5A90C7D1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9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639503" y="5529740"/>
            <a:ext cx="646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CE14239-67D6-490B-8C21-95A5C829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29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05748D-2782-433D-9D41-59568620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29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7868603" y="5529740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02788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缓冲区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C63E555-FB98-4585-8525-7315D32F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缓冲区、设备 Thread 与 Peer 通道申请</a:t>
            </a:r>
          </a:p>
        </p:txBody>
      </p:sp>
      <p:sp>
        <p:nvSpPr>
          <p:cNvPr id="2" name="HCCL 按资源清单申请。两种 Thread 获取接口按能力选择，随后汇合到 Channel 准备。">
            <a:extLst xmlns:a="http://schemas.openxmlformats.org/drawingml/2006/main">
              <a:ext uri="{FF2B5EF4-FFF2-40B4-BE49-F238E27FC236}">
                <a16:creationId xmlns:a16="http://schemas.microsoft.com/office/drawing/2014/main" id="{17463482-4B21-4553-85E2-200EC58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按资源清单申请。两种 Thread 获取接口按能力选择，随后汇合到 Channel 准备。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4784342F-AE75-4F81-9F8E-6879AA5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180D9-3ADE-4966-9777-BC715C9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DFA90-CD92-449D-BEE7-B38969E4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F122C045-6310-439B-80AF-E679616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B411681-45AB-4C78-9A0E-EFB1E83B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437D7-7E66-40A9-8370-3D882FF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192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A60B9DC5-DAF9-4E87-91E5-27766E59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85875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C7ADFB00-3A51-4C2E-B3E3-BB4C74C9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12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2DD540E4-B711-4605-923A-CB7F934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06340-88D3-408D-ACBE-1FDAA09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19200"/>
            <a:ext cx="3581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控制面 / 内存">
            <a:extLst xmlns:a="http://schemas.openxmlformats.org/drawingml/2006/main">
              <a:ext uri="{FF2B5EF4-FFF2-40B4-BE49-F238E27FC236}">
                <a16:creationId xmlns:a16="http://schemas.microsoft.com/office/drawing/2014/main" id="{D47E9A8B-3DAF-4253-8F18-9EC86ECC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285875"/>
            <a:ext cx="3409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内存</a:t>
            </a:r>
          </a:p>
        </p:txBody>
      </p:sp>
      <p:sp>
        <p:nvSpPr>
          <p:cNvPr id="15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09ADFE7E-0242-462E-A37A-267958F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57325"/>
            <a:ext cx="3409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16" name="返回本 Rank CCL 地址和容量">
            <a:extLst xmlns:a="http://schemas.openxmlformats.org/drawingml/2006/main">
              <a:ext uri="{FF2B5EF4-FFF2-40B4-BE49-F238E27FC236}">
                <a16:creationId xmlns:a16="http://schemas.microsoft.com/office/drawing/2014/main" id="{64644444-E016-4095-A66B-0E2B203C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57350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返回本 Rank CCL 地址和容量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104E8-5CA7-4493-B731-5B71787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19200"/>
            <a:ext cx="3400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CL Host">
            <a:extLst xmlns:a="http://schemas.openxmlformats.org/drawingml/2006/main">
              <a:ext uri="{FF2B5EF4-FFF2-40B4-BE49-F238E27FC236}">
                <a16:creationId xmlns:a16="http://schemas.microsoft.com/office/drawing/2014/main" id="{A39C05E5-8A38-4384-813A-0AF5FF3B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85875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9" name="HcclGetThread / HcclGetAicpuThread">
            <a:extLst xmlns:a="http://schemas.openxmlformats.org/drawingml/2006/main">
              <a:ext uri="{FF2B5EF4-FFF2-40B4-BE49-F238E27FC236}">
                <a16:creationId xmlns:a16="http://schemas.microsoft.com/office/drawing/2014/main" id="{17BF24EE-22CC-4110-9211-D76BAB9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57325"/>
            <a:ext cx="3228975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 HcclGetAicpuThread</a:t>
            </a:r>
          </a:p>
        </p:txBody>
      </p:sp>
      <p:sp>
        <p:nvSpPr>
          <p:cNvPr id="20" name="组织设备主从 Thread 获取">
            <a:extLst xmlns:a="http://schemas.openxmlformats.org/drawingml/2006/main">
              <a:ext uri="{FF2B5EF4-FFF2-40B4-BE49-F238E27FC236}">
                <a16:creationId xmlns:a16="http://schemas.microsoft.com/office/drawing/2014/main" id="{B5C81A74-F867-43AA-9C0D-69AC1B4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43063"/>
            <a:ext cx="3228975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组织设备主从 Thread 获取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B39E9-B1BB-4242-82B5-7E811BAD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A27BA6-630D-4BDF-A8AC-49AD927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639503" y="1648302"/>
            <a:ext cx="646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8D686-A634-48F1-8937-C0A4C5CB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BDA132-9946-4299-B4C0-B06BE4F5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4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68603" y="16483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B4D7E-AC92-4378-9A31-3852DBF3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28875"/>
            <a:ext cx="2095500" cy="7905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92968F"/>
            </a:solidFill>
          </a:ln>
        </p:spPr>
      </p:sp>
      <p:sp>
        <p:nvSpPr>
          <p:cNvPr id="28" name="支持配置版接口？">
            <a:extLst xmlns:a="http://schemas.openxmlformats.org/drawingml/2006/main">
              <a:ext uri="{FF2B5EF4-FFF2-40B4-BE49-F238E27FC236}">
                <a16:creationId xmlns:a16="http://schemas.microsoft.com/office/drawing/2014/main" id="{17180619-CB7C-45AD-B32A-88978D3A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10" y="2602802"/>
            <a:ext cx="1383030" cy="434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支持配置版接口？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7637C-32D8-4E5A-9A02-BDC6100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076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FC6228-2C64-4C5C-9CCB-03BAC317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428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10182702" y="2077403"/>
            <a:ext cx="4763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E4483-CFB2-459F-889D-6B5809C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62225"/>
            <a:ext cx="3600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3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2E71C41A-11BD-4AF6-B6D0-54A6C89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34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7A8AD042-5461-434E-AE87-9DD90DFB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3429000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35" name="按各 Thread 的配置与通知数取得队列">
            <a:extLst xmlns:a="http://schemas.openxmlformats.org/drawingml/2006/main">
              <a:ext uri="{FF2B5EF4-FFF2-40B4-BE49-F238E27FC236}">
                <a16:creationId xmlns:a16="http://schemas.microsoft.com/office/drawing/2014/main" id="{FCFC1AF6-EDF0-4EAE-81CA-1193557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92755"/>
            <a:ext cx="34290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按各 Thread 的配置与通知数取得队列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C75CB3-EF38-4DB8-BF63-3F39AE98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24275"/>
            <a:ext cx="3400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7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C48A7C64-5EFC-4529-A101-460CC22E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38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F0A2D870-0D03-4BAB-A609-95F19166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62400"/>
            <a:ext cx="3228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39" name="兼容能力下按统一通知数量取得队列">
            <a:extLst xmlns:a="http://schemas.openxmlformats.org/drawingml/2006/main">
              <a:ext uri="{FF2B5EF4-FFF2-40B4-BE49-F238E27FC236}">
                <a16:creationId xmlns:a16="http://schemas.microsoft.com/office/drawing/2014/main" id="{E30F6C51-CBCB-4EC6-8E1C-AE4092C9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62425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兼容能力下按统一通知数量取得队列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A5E5DC-E949-4BA8-A8A2-5C92652C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241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39E618-D521-44E6-A075-2EC345F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7878128" y="2824640"/>
            <a:ext cx="1256347" cy="16668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B77DA8-247B-4831-AF71-57105B6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676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44" name="支持">
            <a:extLst xmlns:a="http://schemas.openxmlformats.org/drawingml/2006/main">
              <a:ext uri="{FF2B5EF4-FFF2-40B4-BE49-F238E27FC236}">
                <a16:creationId xmlns:a16="http://schemas.microsoft.com/office/drawing/2014/main" id="{00DE8FD4-F258-4B19-8385-B9C91868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908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532ED0-24C9-4C18-9979-2DD3315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62719D-BBD5-4A10-AF4C-BCDF95B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0182702" y="3220403"/>
            <a:ext cx="4763" cy="503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AE0BBD-D5F8-4268-999D-16D7FBF6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71850"/>
            <a:ext cx="942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49" name="不支持">
            <a:extLst xmlns:a="http://schemas.openxmlformats.org/drawingml/2006/main">
              <a:ext uri="{FF2B5EF4-FFF2-40B4-BE49-F238E27FC236}">
                <a16:creationId xmlns:a16="http://schemas.microsoft.com/office/drawing/2014/main" id="{D8AB9B66-B5C1-445A-9F51-367ACADF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71850"/>
            <a:ext cx="88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不支持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3CFF17-7DCF-4CED-8C8D-20CCC15B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24275"/>
            <a:ext cx="3600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1" name="HCCL Host">
            <a:extLst xmlns:a="http://schemas.openxmlformats.org/drawingml/2006/main">
              <a:ext uri="{FF2B5EF4-FFF2-40B4-BE49-F238E27FC236}">
                <a16:creationId xmlns:a16="http://schemas.microsoft.com/office/drawing/2014/main" id="{6658EB3D-4259-49FF-8BBE-E8FA0A8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909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5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457A7B27-4BDE-4ED4-A324-856727EB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62400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53" name="按 Peer、协议、端点组织请求">
            <a:extLst xmlns:a="http://schemas.openxmlformats.org/drawingml/2006/main">
              <a:ext uri="{FF2B5EF4-FFF2-40B4-BE49-F238E27FC236}">
                <a16:creationId xmlns:a16="http://schemas.microsoft.com/office/drawing/2014/main" id="{95327DFE-CDF7-46C9-8EC2-98FD79A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624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 Peer、协议、端点组织请求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6829A7-BB53-41F0-99AD-00466586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0CF3EB-4728-4CF6-9ADA-9F8034B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24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6077427" y="3420428"/>
            <a:ext cx="0" cy="3038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160AB3-F424-47BB-810F-6D577943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52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42B73D-D1E8-4345-AF35-8404A3D5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52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7878128" y="4153377"/>
            <a:ext cx="6086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CDE775-077C-4EED-B42E-CC1052A5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2427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1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B7791C68-2A15-4F0C-8831-80BCF0DE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9095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62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FD31C69E-B33A-4931-96DD-CEECCBD9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624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63" name="取得通道，未命中则进入 P6 建链">
            <a:extLst xmlns:a="http://schemas.openxmlformats.org/drawingml/2006/main">
              <a:ext uri="{FF2B5EF4-FFF2-40B4-BE49-F238E27FC236}">
                <a16:creationId xmlns:a16="http://schemas.microsoft.com/office/drawing/2014/main" id="{2F6A46A1-9B52-4BA1-BB17-0AE76C9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62425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取得通道，未命中则进入 P6 建链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4FFCCA-338C-4351-B992-74512661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52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C31191-D270-4D60-B74F-0D4C3F0A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3639503" y="4153377"/>
            <a:ext cx="6372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D72725-9D39-4002-99FA-6A353F69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124450"/>
            <a:ext cx="11582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8" name="HCCL Host">
            <a:extLst xmlns:a="http://schemas.openxmlformats.org/drawingml/2006/main">
              <a:ext uri="{FF2B5EF4-FFF2-40B4-BE49-F238E27FC236}">
                <a16:creationId xmlns:a16="http://schemas.microsoft.com/office/drawing/2014/main" id="{8C38E2E4-17AE-4725-B437-F9B9862B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91125"/>
            <a:ext cx="11410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6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AA70BB7F-D35E-4290-8583-2D3B87B1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62575"/>
            <a:ext cx="11410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70" name="拿到句柄后补齐端点属性、远端 CCL 等说明，继续 P7">
            <a:extLst xmlns:a="http://schemas.openxmlformats.org/drawingml/2006/main">
              <a:ext uri="{FF2B5EF4-FFF2-40B4-BE49-F238E27FC236}">
                <a16:creationId xmlns:a16="http://schemas.microsoft.com/office/drawing/2014/main" id="{896B734F-C957-4198-8860-878270EB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6260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拿到句柄后补齐端点属性、远端 CCL 等说明，继续 P7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509137-0AEC-4E3F-A8AD-1CAEFAB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9CACA1-4D7A-4FAF-B952-65103CE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71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1972152" y="458247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060EAC-9937-45F2-B80F-8879101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68835E-29BF-40F1-89C3-AACB1B7F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1972628" y="4905852"/>
            <a:ext cx="41233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526386-0DF1-49F6-B773-37DC2D66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05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A15927-3014-4C66-822D-EBDA702B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6096477" y="4906328"/>
            <a:ext cx="0" cy="2181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Thread：通信任务队列句柄">
            <a:extLst xmlns:a="http://schemas.openxmlformats.org/drawingml/2006/main">
              <a:ext uri="{FF2B5EF4-FFF2-40B4-BE49-F238E27FC236}">
                <a16:creationId xmlns:a16="http://schemas.microsoft.com/office/drawing/2014/main" id="{58E8851C-30AD-46C4-9E90-07F7CBE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67000"/>
            <a:ext cx="3267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Thread：通信任务队列句柄</a:t>
            </a:r>
          </a:p>
        </p:txBody>
      </p:sp>
      <p:sp>
        <p:nvSpPr>
          <p:cNvPr id="81" name="资源准备阶段尚未开始本次&#10;用户张量的跨 Rank 传输。">
            <a:extLst xmlns:a="http://schemas.openxmlformats.org/drawingml/2006/main">
              <a:ext uri="{FF2B5EF4-FFF2-40B4-BE49-F238E27FC236}">
                <a16:creationId xmlns:a16="http://schemas.microsoft.com/office/drawing/2014/main" id="{837ECEF1-A5DA-4EB9-AA1E-705D985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48000"/>
            <a:ext cx="3267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资源准备阶段尚未开始本次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用户张量的跨 Rank 传输。</a:t>
            </a:r>
          </a:p>
        </p:txBody>
      </p:sp>
    </p:spTree>
    <p:extLst>
      <p:ext uri="{BB962C8B-B14F-4D97-AF65-F5344CB8AC3E}">
        <p14:creationId xmlns:p14="http://schemas.microsoft.com/office/powerpoint/2010/main" val="356104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cclChannelAcquire 的建链展开">
            <a:extLst xmlns:a="http://schemas.openxmlformats.org/drawingml/2006/main">
              <a:ext uri="{FF2B5EF4-FFF2-40B4-BE49-F238E27FC236}">
                <a16:creationId xmlns:a16="http://schemas.microsoft.com/office/drawing/2014/main" id="{A390592B-FA86-42A4-B869-83F7410D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的建链展开</a:t>
            </a:r>
          </a:p>
        </p:txBody>
      </p:sp>
      <p:sp>
        <p:nvSpPr>
          <p:cNvPr id="2" name="通道资源管理负责统筹，底层接口准备端点、可访问内存和基础 Channel。">
            <a:extLst xmlns:a="http://schemas.openxmlformats.org/drawingml/2006/main">
              <a:ext uri="{FF2B5EF4-FFF2-40B4-BE49-F238E27FC236}">
                <a16:creationId xmlns:a16="http://schemas.microsoft.com/office/drawing/2014/main" id="{4274AE85-D7A4-41C7-8885-2F0FB337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通道资源管理负责统筹，底层接口准备端点、可访问内存和基础 Channel。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04C4B8F6-9716-481B-A3B0-A4E2BC04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6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3A424-9931-4E54-AC77-425C5C01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8F86F-E312-4440-B74F-BF927B27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E7E19196-D2B2-463D-9DA8-D8DCA6CA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E30A531-C684-468D-BFB2-E437324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54A00-56D3-46CE-99EF-AB87E17F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85875"/>
            <a:ext cx="3333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0E83272B-5113-44F9-8910-F847DAE9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11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BA36FDC4-874E-4CB1-820B-AFD188F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2" name="接收 HCCL 的 Peer 通道请求">
            <a:extLst xmlns:a="http://schemas.openxmlformats.org/drawingml/2006/main">
              <a:ext uri="{FF2B5EF4-FFF2-40B4-BE49-F238E27FC236}">
                <a16:creationId xmlns:a16="http://schemas.microsoft.com/office/drawing/2014/main" id="{C53CDE1E-090A-434D-B195-F8EFE2D9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24025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接收 HCCL 的 Peer 通道请求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A46D3-B24D-4799-8DE8-F5D33F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85875"/>
            <a:ext cx="3581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内部 / 资源管理">
            <a:extLst xmlns:a="http://schemas.openxmlformats.org/drawingml/2006/main">
              <a:ext uri="{FF2B5EF4-FFF2-40B4-BE49-F238E27FC236}">
                <a16:creationId xmlns:a16="http://schemas.microsoft.com/office/drawing/2014/main" id="{93923389-A203-46EC-A31D-03B9E726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352550"/>
            <a:ext cx="3409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内部 / 资源管理</a:t>
            </a:r>
          </a:p>
        </p:txBody>
      </p:sp>
      <p:sp>
        <p:nvSpPr>
          <p:cNvPr id="15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CE92C13D-4A09-421F-8B8A-35F23AEB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24000"/>
            <a:ext cx="3409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16" name="统筹一批通道的建立">
            <a:extLst xmlns:a="http://schemas.openxmlformats.org/drawingml/2006/main">
              <a:ext uri="{FF2B5EF4-FFF2-40B4-BE49-F238E27FC236}">
                <a16:creationId xmlns:a16="http://schemas.microsoft.com/office/drawing/2014/main" id="{0A105C82-CDD3-4BA4-8669-EAD80CC3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24025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统筹一批通道的建立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03657-1B09-45E8-841E-F3B60ADF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85875"/>
            <a:ext cx="34004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OMM 内部 / 资源管理">
            <a:extLst xmlns:a="http://schemas.openxmlformats.org/drawingml/2006/main">
              <a:ext uri="{FF2B5EF4-FFF2-40B4-BE49-F238E27FC236}">
                <a16:creationId xmlns:a16="http://schemas.microsoft.com/office/drawing/2014/main" id="{9733A343-0FC4-402E-88B3-A39B9F1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内部 / 资源管理</a:t>
            </a:r>
          </a:p>
        </p:txBody>
      </p:sp>
      <p:sp>
        <p:nvSpPr>
          <p:cNvPr id="19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A53564C8-B18F-42F8-9CA4-3BA3187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3228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20" name="准备双方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5863E542-A526-4DA4-84AF-03BDE34A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24025"/>
            <a:ext cx="3228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准备双方控制信息交换连接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9FC2E-3B6B-468F-AE29-2C474E7A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EF79D-30C3-4975-8AC1-B0D18A6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639503" y="1724502"/>
            <a:ext cx="646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6BED9B-0BC3-4EB6-BB07-A425188B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864DA-0B8E-4917-942B-B7898CB0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868603" y="1724502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C04E7-F987-4F4E-A686-1D476A88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05100"/>
            <a:ext cx="11582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88ED9E-34B6-4660-80D6-50D7619B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400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9" name="BatchCreateChannels：逐项准备底层通道资源">
            <a:extLst xmlns:a="http://schemas.openxmlformats.org/drawingml/2006/main">
              <a:ext uri="{FF2B5EF4-FFF2-40B4-BE49-F238E27FC236}">
                <a16:creationId xmlns:a16="http://schemas.microsoft.com/office/drawing/2014/main" id="{2C3FB8A3-4091-4281-9A67-9C956EF7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BatchCreateChannels：逐项准备底层通道资源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F5DC9-29B5-44C6-918E-0768F6D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24098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1" name="HCOMM / 底层资源">
            <a:extLst xmlns:a="http://schemas.openxmlformats.org/drawingml/2006/main">
              <a:ext uri="{FF2B5EF4-FFF2-40B4-BE49-F238E27FC236}">
                <a16:creationId xmlns:a16="http://schemas.microsoft.com/office/drawing/2014/main" id="{297F5BA1-CA4C-4102-861A-915D7A7F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43250"/>
            <a:ext cx="2238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/ 底层资源</a:t>
            </a:r>
          </a:p>
        </p:txBody>
      </p:sp>
      <p:sp>
        <p:nvSpPr>
          <p:cNvPr id="32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6A848367-2AC6-4BA6-8246-EF3F34B1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1470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33" name="缺少端点时创建&#10;已有端点可复用">
            <a:extLst xmlns:a="http://schemas.openxmlformats.org/drawingml/2006/main">
              <a:ext uri="{FF2B5EF4-FFF2-40B4-BE49-F238E27FC236}">
                <a16:creationId xmlns:a16="http://schemas.microsoft.com/office/drawing/2014/main" id="{9427FBF1-FF8D-4AFC-BEE4-504A7029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0520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已有端点可复用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F828A2-5977-4ACE-9B4B-1886ACB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24765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5" name="HCOMM / 底层资源">
            <a:extLst xmlns:a="http://schemas.openxmlformats.org/drawingml/2006/main">
              <a:ext uri="{FF2B5EF4-FFF2-40B4-BE49-F238E27FC236}">
                <a16:creationId xmlns:a16="http://schemas.microsoft.com/office/drawing/2014/main" id="{75ED9A0F-0611-4267-B232-DC0E5009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305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/ 底层资源</a:t>
            </a:r>
          </a:p>
        </p:txBody>
      </p:sp>
      <p:sp>
        <p:nvSpPr>
          <p:cNvPr id="36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2219DBDE-584D-485B-A515-4A400A1F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14700"/>
            <a:ext cx="230505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37" name="使本地端点可接受&#10;对端连接">
            <a:extLst xmlns:a="http://schemas.openxmlformats.org/drawingml/2006/main">
              <a:ext uri="{FF2B5EF4-FFF2-40B4-BE49-F238E27FC236}">
                <a16:creationId xmlns:a16="http://schemas.microsoft.com/office/drawing/2014/main" id="{03D732ED-14A6-460D-B66A-2E5BED6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01390"/>
            <a:ext cx="230505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使本地端点可接受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对端连接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536B2-C04D-43F1-873C-753687A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76575"/>
            <a:ext cx="23717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9" name="HCOMM / 内存管理">
            <a:extLst xmlns:a="http://schemas.openxmlformats.org/drawingml/2006/main">
              <a:ext uri="{FF2B5EF4-FFF2-40B4-BE49-F238E27FC236}">
                <a16:creationId xmlns:a16="http://schemas.microsoft.com/office/drawing/2014/main" id="{288723E3-AD56-4F6B-9DC7-50921703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200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/ 内存管理</a:t>
            </a:r>
          </a:p>
        </p:txBody>
      </p:sp>
      <p:sp>
        <p:nvSpPr>
          <p:cNvPr id="40" name="HcommMemReg">
            <a:extLst xmlns:a="http://schemas.openxmlformats.org/drawingml/2006/main">
              <a:ext uri="{FF2B5EF4-FFF2-40B4-BE49-F238E27FC236}">
                <a16:creationId xmlns:a16="http://schemas.microsoft.com/office/drawing/2014/main" id="{41B86645-B3C1-4FF2-B928-E235D293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14700"/>
            <a:ext cx="22002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1" name="按需注册通信内存&#10;供端点访问">
            <a:extLst xmlns:a="http://schemas.openxmlformats.org/drawingml/2006/main">
              <a:ext uri="{FF2B5EF4-FFF2-40B4-BE49-F238E27FC236}">
                <a16:creationId xmlns:a16="http://schemas.microsoft.com/office/drawing/2014/main" id="{68A85100-B636-4C70-9CA0-D616A541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14725"/>
            <a:ext cx="2200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按需注册通信内存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供端点访问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D776E4-E0A4-4ED3-8714-A8C27DC7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76575"/>
            <a:ext cx="26003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3" name="HCOMM / 底层资源">
            <a:extLst xmlns:a="http://schemas.openxmlformats.org/drawingml/2006/main">
              <a:ext uri="{FF2B5EF4-FFF2-40B4-BE49-F238E27FC236}">
                <a16:creationId xmlns:a16="http://schemas.microsoft.com/office/drawing/2014/main" id="{983AAB0F-18AD-4987-8957-00887F1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4325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/ 底层资源</a:t>
            </a:r>
          </a:p>
        </p:txBody>
      </p:sp>
      <p:sp>
        <p:nvSpPr>
          <p:cNvPr id="44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12794B63-5AE7-436D-B745-DD6F499B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314700"/>
            <a:ext cx="2428875" cy="14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45" name="创建集合通信使用的&#10;基础 Channel">
            <a:extLst xmlns:a="http://schemas.openxmlformats.org/drawingml/2006/main">
              <a:ext uri="{FF2B5EF4-FFF2-40B4-BE49-F238E27FC236}">
                <a16:creationId xmlns:a16="http://schemas.microsoft.com/office/drawing/2014/main" id="{E857D5A9-0BAC-4407-8AC7-FD18CE01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93770"/>
            <a:ext cx="2428875" cy="67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创建集合通信使用的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基础 Channel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AEA63A-812D-45A1-B1DD-C0851150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52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34CB8C-1CA0-480B-9C7F-8DE072AB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2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2867978" y="3653315"/>
            <a:ext cx="4657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7AC1D8-1B94-4AA3-8F10-64994C56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52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D90251-6173-452E-B7F1-ECDC4341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2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811203" y="3653315"/>
            <a:ext cx="4752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EFD9D3-E208-4739-BC83-B411F015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652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D46FB8-68FA-4202-AE63-D678632F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2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659178" y="3653315"/>
            <a:ext cx="4657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68242D-8709-4655-9066-6850DA10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A79967-25D5-4FC2-A90D-4957BA53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45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0187465" y="2163128"/>
            <a:ext cx="0" cy="2943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0E2D5E-EAA7-41F2-A409-7D4EEE26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45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D0F3CC-D87B-432A-8A58-2F29B9F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245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1663066" y="2457927"/>
            <a:ext cx="85239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353E8E-D9DC-46AF-AA85-2370D9CD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2457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FD44D3-9C25-4E74-AA2E-9E251446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662590" y="2458403"/>
            <a:ext cx="0" cy="6181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54C7C1-5593-468B-9B16-844E3BA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57775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5" name="HCOMM 内部">
            <a:extLst xmlns:a="http://schemas.openxmlformats.org/drawingml/2006/main">
              <a:ext uri="{FF2B5EF4-FFF2-40B4-BE49-F238E27FC236}">
                <a16:creationId xmlns:a16="http://schemas.microsoft.com/office/drawing/2014/main" id="{882D4F47-CD1B-4720-89C5-FB10CC7E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24450"/>
            <a:ext cx="3162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</p:txBody>
      </p:sp>
      <p:sp>
        <p:nvSpPr>
          <p:cNvPr id="66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75660ED6-D0C1-452A-ACF5-2A83FC9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959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67" name="等待这一批通道连接到位">
            <a:extLst xmlns:a="http://schemas.openxmlformats.org/drawingml/2006/main">
              <a:ext uri="{FF2B5EF4-FFF2-40B4-BE49-F238E27FC236}">
                <a16:creationId xmlns:a16="http://schemas.microsoft.com/office/drawing/2014/main" id="{B28A0C28-A532-479F-B879-41B5B06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95925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等待这一批通道连接到位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D6326A-10FE-4435-81C9-B4B8B668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57775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9" name="HCOMM 内部">
            <a:extLst xmlns:a="http://schemas.openxmlformats.org/drawingml/2006/main">
              <a:ext uri="{FF2B5EF4-FFF2-40B4-BE49-F238E27FC236}">
                <a16:creationId xmlns:a16="http://schemas.microsoft.com/office/drawing/2014/main" id="{6D78A006-3C5D-4173-B63B-C79C7A0B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24450"/>
            <a:ext cx="3409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</p:txBody>
      </p:sp>
      <p:sp>
        <p:nvSpPr>
          <p:cNvPr id="70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58E072BF-0B35-45F5-8A82-F499E83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95900"/>
            <a:ext cx="3409950" cy="150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71" name="交换并校验双方建链参数">
            <a:extLst xmlns:a="http://schemas.openxmlformats.org/drawingml/2006/main">
              <a:ext uri="{FF2B5EF4-FFF2-40B4-BE49-F238E27FC236}">
                <a16:creationId xmlns:a16="http://schemas.microsoft.com/office/drawing/2014/main" id="{C6379DC2-EDA5-4CC2-8312-67B90B81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484495"/>
            <a:ext cx="34099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交换并校验双方建链参数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A7668B-C9A6-410A-8B33-63C40F01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057775"/>
            <a:ext cx="34004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73" name="HCOMM 内部">
            <a:extLst xmlns:a="http://schemas.openxmlformats.org/drawingml/2006/main">
              <a:ext uri="{FF2B5EF4-FFF2-40B4-BE49-F238E27FC236}">
                <a16:creationId xmlns:a16="http://schemas.microsoft.com/office/drawing/2014/main" id="{BE5AE8CE-7877-429F-BF70-FAE096B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</p:txBody>
      </p:sp>
      <p:sp>
        <p:nvSpPr>
          <p:cNvPr id="74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2912AB7E-9547-4D27-9ED9-D4AB4B9E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95900"/>
            <a:ext cx="3228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75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60CA1F43-039C-4EE5-A729-F33A2A0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3228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3F138A-5F67-4483-8FF6-5E127AFE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B5B68D-7798-4B47-9E10-0DE3DDB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10425590" y="4230053"/>
            <a:ext cx="0" cy="4752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4A55D6-CA61-494F-B323-9043BE75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429B42-03B0-47D9-85D7-CCBDB1BA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972628" y="4705827"/>
            <a:ext cx="845248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D2B973-4A4B-4276-8DCF-9CA5D7B5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705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F2146E6-02C4-4575-B3E7-52C6AD47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05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972152" y="47063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FF3D32-D0E2-48F2-B19B-77AA379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0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5E7A13B-29F1-4A02-8F9E-FEFB8D48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0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639503" y="5505927"/>
            <a:ext cx="6467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C4BC115-A49A-4F5B-91D2-2C261ED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0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BD6FB88-5E50-48D1-B3CD-DF7A06ED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0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7868603" y="5505927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33836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通道描述与设备上下文交付">
            <a:extLst xmlns:a="http://schemas.openxmlformats.org/drawingml/2006/main">
              <a:ext uri="{FF2B5EF4-FFF2-40B4-BE49-F238E27FC236}">
                <a16:creationId xmlns:a16="http://schemas.microsoft.com/office/drawing/2014/main" id="{1EF90069-E549-4413-BC51-555E4A74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通道描述与设备上下文交付</a:t>
            </a:r>
          </a:p>
        </p:txBody>
      </p:sp>
      <p:sp>
        <p:nvSpPr>
          <p:cNvPr id="2" name="Host 把执行所需句柄和地址序列化，保存到设备上下文。用户张量仍留在自己的 Buffer。">
            <a:extLst xmlns:a="http://schemas.openxmlformats.org/drawingml/2006/main">
              <a:ext uri="{FF2B5EF4-FFF2-40B4-BE49-F238E27FC236}">
                <a16:creationId xmlns:a16="http://schemas.microsoft.com/office/drawing/2014/main" id="{A67A9CB4-8A42-4D4D-BD62-725302D8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Host 把执行所需句柄和地址序列化，保存到设备上下文。用户张量仍留在自己的 Buffer。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F6B8105F-E4F7-4527-80B5-9789764E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CF172-47F0-469D-A2B1-0F024885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F7F84-5AC2-4AFF-B9F7-ACFAA062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4795A2E8-4292-492D-85C4-1AF06F42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BC63AC5-48D1-45A9-B779-EDC28D1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08555-DE6D-4840-8075-8A7C29DF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1920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404806C0-29CA-41D2-A3E6-1B941E6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8587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968EBB09-E0FF-4B75-ACEB-A224236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5732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" name="补齐算法使用的 Channel 描述">
            <a:extLst xmlns:a="http://schemas.openxmlformats.org/drawingml/2006/main">
              <a:ext uri="{FF2B5EF4-FFF2-40B4-BE49-F238E27FC236}">
                <a16:creationId xmlns:a16="http://schemas.microsoft.com/office/drawing/2014/main" id="{210A7CF1-3638-43BD-95DD-E9BFD37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573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补齐算法使用的 Channel 描述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11052-9179-4D35-BCE4-3B04A31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1920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控制面 / 拓扑">
            <a:extLst xmlns:a="http://schemas.openxmlformats.org/drawingml/2006/main">
              <a:ext uri="{FF2B5EF4-FFF2-40B4-BE49-F238E27FC236}">
                <a16:creationId xmlns:a16="http://schemas.microsoft.com/office/drawing/2014/main" id="{B4F5AC93-5BDA-455E-ACEC-96BB8B6A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28587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拓扑</a:t>
            </a:r>
          </a:p>
        </p:txBody>
      </p:sp>
      <p:sp>
        <p:nvSpPr>
          <p:cNvPr id="15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878EEDB3-6905-4C10-9788-E25CA3C4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57325"/>
            <a:ext cx="3448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16" name="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025715EC-D1BA-4175-811C-C94DA874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47825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查询所选端点属性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8CA70-FCFA-45E0-B041-A7B11C95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1920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OMM 控制面 / 内存">
            <a:extLst xmlns:a="http://schemas.openxmlformats.org/drawingml/2006/main">
              <a:ext uri="{FF2B5EF4-FFF2-40B4-BE49-F238E27FC236}">
                <a16:creationId xmlns:a16="http://schemas.microsoft.com/office/drawing/2014/main" id="{1C340A00-3D43-43E3-B1CA-A7813D1A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28587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内存</a:t>
            </a:r>
          </a:p>
        </p:txBody>
      </p:sp>
      <p:sp>
        <p:nvSpPr>
          <p:cNvPr id="19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EF4855AF-D2B4-4184-A9C7-5DCCF071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45732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20" name="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04F7C99D-7EA0-481E-8AD3-053C8BD8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573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查询远端 CCL 地址与大小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3D12D-CE53-4052-8140-F6BA77E6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9825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2" name="HCOMM / 内存管理">
            <a:extLst xmlns:a="http://schemas.openxmlformats.org/drawingml/2006/main">
              <a:ext uri="{FF2B5EF4-FFF2-40B4-BE49-F238E27FC236}">
                <a16:creationId xmlns:a16="http://schemas.microsoft.com/office/drawing/2014/main" id="{ED9B3ECD-8148-4EE1-B31A-B43C6C5E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765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/ 内存管理</a:t>
            </a:r>
          </a:p>
        </p:txBody>
      </p:sp>
      <p:sp>
        <p:nvSpPr>
          <p:cNvPr id="2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0DE7B2E5-270D-4245-BCBD-FB6206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3448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24" name="返回底层通道的远端内存映射">
            <a:extLst xmlns:a="http://schemas.openxmlformats.org/drawingml/2006/main">
              <a:ext uri="{FF2B5EF4-FFF2-40B4-BE49-F238E27FC236}">
                <a16:creationId xmlns:a16="http://schemas.microsoft.com/office/drawing/2014/main" id="{796850F5-CF69-43CB-9AE1-C4879853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38450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返回底层通道的远端内存映射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41001-BAFF-4F6F-B87E-341E111A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9825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6" name="HCCL Host">
            <a:extLst xmlns:a="http://schemas.openxmlformats.org/drawingml/2006/main">
              <a:ext uri="{FF2B5EF4-FFF2-40B4-BE49-F238E27FC236}">
                <a16:creationId xmlns:a16="http://schemas.microsoft.com/office/drawing/2014/main" id="{08810F55-71A3-4E43-92D1-7F7B1AA9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765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27" name="Serialize">
            <a:extLst xmlns:a="http://schemas.openxmlformats.org/drawingml/2006/main">
              <a:ext uri="{FF2B5EF4-FFF2-40B4-BE49-F238E27FC236}">
                <a16:creationId xmlns:a16="http://schemas.microsoft.com/office/drawing/2014/main" id="{E416ED7F-1E8F-4DA0-8EF3-2C37A402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479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28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1367295-9E7A-4C34-A392-C224D332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47975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7AE9E-6900-434D-860D-EFC4D9F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09825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0" name="HCCL Host">
            <a:extLst xmlns:a="http://schemas.openxmlformats.org/drawingml/2006/main">
              <a:ext uri="{FF2B5EF4-FFF2-40B4-BE49-F238E27FC236}">
                <a16:creationId xmlns:a16="http://schemas.microsoft.com/office/drawing/2014/main" id="{C191246E-6211-4379-B73F-88DC2DCD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31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908CEEB1-0A9D-493E-BAAE-CA2C5EAA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3448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32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AC960926-5C2F-495B-A897-E07E4FB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38450"/>
            <a:ext cx="3448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B041B-4D50-40FF-87BA-6FB45DE8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4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67835115-9D0C-41F4-9BCC-014041C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35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DF092CDF-985A-4753-ADFC-80DC74C9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385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36" name="取得 AICPU 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70D37067-C84D-4C20-8175-86425B1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3860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取得 AICPU 上下文保存空间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B59573-07D4-4802-BD39-92BDC80E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8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F8DF5017-7BCA-4B1C-8FB7-0A0BC91A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671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39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6E10E2A-C8F6-4740-9F4E-67718C3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385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40" name="复制打包好的资源描述">
            <a:extLst xmlns:a="http://schemas.openxmlformats.org/drawingml/2006/main">
              <a:ext uri="{FF2B5EF4-FFF2-40B4-BE49-F238E27FC236}">
                <a16:creationId xmlns:a16="http://schemas.microsoft.com/office/drawing/2014/main" id="{BDC33C5B-642E-4AF6-B7A0-6852ABD9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3860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复制打包好的资源描述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B4E03-231D-402B-8464-3457F917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2" name="HCCL Host">
            <a:extLst xmlns:a="http://schemas.openxmlformats.org/drawingml/2006/main">
              <a:ext uri="{FF2B5EF4-FFF2-40B4-BE49-F238E27FC236}">
                <a16:creationId xmlns:a16="http://schemas.microsoft.com/office/drawing/2014/main" id="{E98E4E9C-2898-450D-A60D-BB865FF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671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4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22735DDC-6C03-4F19-BC76-5CF8E44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385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4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30609BA7-7A46-4DA3-9B37-F9BF0E2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3860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8F5394-3866-401A-A813-335ABE4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91075"/>
            <a:ext cx="3619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6" name="HCOMM 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FCB14456-A180-4D71-86F3-61D7FB71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577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控制面 / 域资源</a:t>
            </a:r>
          </a:p>
        </p:txBody>
      </p:sp>
      <p:sp>
        <p:nvSpPr>
          <p:cNvPr id="47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336F46B-B22A-4B10-9B55-BA39E156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29200"/>
            <a:ext cx="3448050" cy="150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48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1B8CEE8C-CCB5-474C-BB83-57C46C91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17795"/>
            <a:ext cx="344805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E68D33-EC11-40AB-9CB9-5382822B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D7AB59-9206-47F2-A23A-561BF02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925253" y="163877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CD905E-6478-4A2E-91AD-2102B0B0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918FD7-2D50-4208-B693-BE7549E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7906703" y="163877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181829-8FA8-4CFF-BD99-46A8B07C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5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AC42EC-9642-455D-AE92-FE8491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0077927" y="205835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4B4B9-D465-4111-8983-C4472BB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28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6E1E72-1146-4BC7-AB26-13AAEE76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28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7906703" y="282940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8F616F-4084-4A92-A44D-9CD0F6A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28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C2641A-8AFD-4D86-87D2-6DAE677D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28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3925253" y="2829402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AA8691-B162-4567-B732-29952C92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48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86BAF7-61B9-4F36-85FB-A06819CE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2115027" y="32489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6A8A89-4465-435C-967A-6123E27D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3FB733-6933-42B5-89F3-344600C5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3925253" y="40200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4ADDC6-471A-4016-A3E3-2A83EDB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1185C32-2ABF-4F74-8A53-01506A6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7906703" y="4020027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C4A8439-B0BA-426B-AF54-BF35DD9B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10FFE7-C385-420F-96CC-9359F311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0077927" y="4439603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导出后，Host 可以通知设备主 Thread“输入已就绪”。">
            <a:extLst xmlns:a="http://schemas.openxmlformats.org/drawingml/2006/main">
              <a:ext uri="{FF2B5EF4-FFF2-40B4-BE49-F238E27FC236}">
                <a16:creationId xmlns:a16="http://schemas.microsoft.com/office/drawing/2014/main" id="{193BBA01-93F2-4051-A88C-EF47FBB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943475"/>
            <a:ext cx="7324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导出后，Host 可以通知设备主 Thread“输入已就绪”。</a:t>
            </a:r>
          </a:p>
        </p:txBody>
      </p:sp>
      <p:sp>
        <p:nvSpPr>
          <p:cNvPr id="77" name="P4 导出用户 Thread，供设备通知完成。这里导出设备主 Thread，方向相反。">
            <a:extLst xmlns:a="http://schemas.openxmlformats.org/drawingml/2006/main">
              <a:ext uri="{FF2B5EF4-FFF2-40B4-BE49-F238E27FC236}">
                <a16:creationId xmlns:a16="http://schemas.microsoft.com/office/drawing/2014/main" id="{95401556-A998-40B1-9CA6-32124681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34000"/>
            <a:ext cx="7324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2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102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P4 导出用户 Thread，供设备通知完成。这里导出设备主 Thread，方向相反。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F828CB-9E3B-41DF-89C2-36E7534A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72200"/>
            <a:ext cx="1162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9" name="HcclEngineCtxCopy 搬的是资源元数据。真正的用户数据跨 Rank 传输在 P11–12。">
            <a:extLst xmlns:a="http://schemas.openxmlformats.org/drawingml/2006/main">
              <a:ext uri="{FF2B5EF4-FFF2-40B4-BE49-F238E27FC236}">
                <a16:creationId xmlns:a16="http://schemas.microsoft.com/office/drawing/2014/main" id="{316E8A5C-17A9-4865-9FA6-9659738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 搬的是资源元数据。真正的用户数据跨 Rank 传输在 P11–12。</a:t>
            </a:r>
          </a:p>
        </p:txBody>
      </p:sp>
    </p:spTree>
    <p:extLst>
      <p:ext uri="{BB962C8B-B14F-4D97-AF65-F5344CB8AC3E}">
        <p14:creationId xmlns:p14="http://schemas.microsoft.com/office/powerpoint/2010/main" val="6915578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Host 发射与前后通知依赖">
            <a:extLst xmlns:a="http://schemas.openxmlformats.org/drawingml/2006/main">
              <a:ext uri="{FF2B5EF4-FFF2-40B4-BE49-F238E27FC236}">
                <a16:creationId xmlns:a16="http://schemas.microsoft.com/office/drawing/2014/main" id="{BE30E6FD-7C76-4A20-9EEE-836B4EF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发射与前后通知依赖</a:t>
            </a:r>
          </a:p>
        </p:txBody>
      </p:sp>
      <p:sp>
        <p:nvSpPr>
          <p:cNvPr id="2" name="先排输入就绪通知，再提交 AICPU Kernel，最后在用户流排完成等待。">
            <a:extLst xmlns:a="http://schemas.openxmlformats.org/drawingml/2006/main">
              <a:ext uri="{FF2B5EF4-FFF2-40B4-BE49-F238E27FC236}">
                <a16:creationId xmlns:a16="http://schemas.microsoft.com/office/drawing/2014/main" id="{5BA317AD-8ED3-4371-9A7D-0B966F90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先排输入就绪通知，再提交 AICPU Kernel，最后在用户流排完成等待。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F7503AA1-C23B-4604-B3B0-F4B33A6F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8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DB44A-0B1A-4991-A174-9DB7935A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F969A-2F2D-431C-B816-EF64B06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B6F5FE4B-9E73-4D3E-8277-D42954D0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91A8E22-7223-4B75-9BC8-357386D5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80999-B3F1-42F8-AB57-4D2B885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620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Host">
            <a:extLst xmlns:a="http://schemas.openxmlformats.org/drawingml/2006/main">
              <a:ext uri="{FF2B5EF4-FFF2-40B4-BE49-F238E27FC236}">
                <a16:creationId xmlns:a16="http://schemas.microsoft.com/office/drawing/2014/main" id="{8D68CB25-4D4F-4506-993D-E97EB7BC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287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1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9EF606E-8D0E-4DAF-A1D0-9DB59E6A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0175"/>
            <a:ext cx="3448050" cy="151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2" name="组织一次算子的设备发射">
            <a:extLst xmlns:a="http://schemas.openxmlformats.org/drawingml/2006/main">
              <a:ext uri="{FF2B5EF4-FFF2-40B4-BE49-F238E27FC236}">
                <a16:creationId xmlns:a16="http://schemas.microsoft.com/office/drawing/2014/main" id="{57A945D6-A652-45B6-8E47-0A5F677C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9723"/>
            <a:ext cx="3448050" cy="381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组织一次算子的设备发射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92EA2-CC57-4949-A8B2-6C7A8013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620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26F50B2B-A02B-4C74-BE09-2B02C7E8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2287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15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C6FE9D09-8C1B-42A4-83CC-0E42FCB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00175"/>
            <a:ext cx="3448050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6" name="用户流通知设备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117DE19B-A643-49AC-B011-20D36DE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84960"/>
            <a:ext cx="34480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用户流通知设备主 Thread：输入就绪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BF25D-2FBE-4B59-9A7F-5797DC0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620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CL Host">
            <a:extLst xmlns:a="http://schemas.openxmlformats.org/drawingml/2006/main">
              <a:ext uri="{FF2B5EF4-FFF2-40B4-BE49-F238E27FC236}">
                <a16:creationId xmlns:a16="http://schemas.microsoft.com/office/drawing/2014/main" id="{F243B1DE-4C3B-476D-90DE-AE1F254F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2287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19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48F93BB9-5BCE-4635-8D97-602E0313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400175"/>
            <a:ext cx="344805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20" name="条件生效时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EFBCE92D-868E-43F6-B465-D15D9BE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586865"/>
            <a:ext cx="34480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条件生效时准备按序启动关系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F28CE-FDD4-4D2E-97E0-085D48E8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2" name="HCCL Host">
            <a:extLst xmlns:a="http://schemas.openxmlformats.org/drawingml/2006/main">
              <a:ext uri="{FF2B5EF4-FFF2-40B4-BE49-F238E27FC236}">
                <a16:creationId xmlns:a16="http://schemas.microsoft.com/office/drawing/2014/main" id="{D9F183BD-7247-473C-810D-BBE4FB75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479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23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3688C3EF-5E5B-406F-89CF-7260F32F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193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24" name="构造 ACL 设备入口和参数">
            <a:extLst xmlns:a="http://schemas.openxmlformats.org/drawingml/2006/main">
              <a:ext uri="{FF2B5EF4-FFF2-40B4-BE49-F238E27FC236}">
                <a16:creationId xmlns:a16="http://schemas.microsoft.com/office/drawing/2014/main" id="{0FBE9546-8DBE-40CA-B3B6-EC2A542B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19400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构造 ACL 设备入口和参数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F4948-E002-4D27-8136-A379520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6" name="ACL Runtime">
            <a:extLst xmlns:a="http://schemas.openxmlformats.org/drawingml/2006/main">
              <a:ext uri="{FF2B5EF4-FFF2-40B4-BE49-F238E27FC236}">
                <a16:creationId xmlns:a16="http://schemas.microsoft.com/office/drawing/2014/main" id="{AC7AE2E4-1A6C-4B03-9715-DE6E0190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27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B650E054-5518-46E4-BCC2-35BDE3D9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193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28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FBB43173-E3A6-4ACF-9665-F5E2C29A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19400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9696F-78D2-4A44-83AB-2A93D6C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812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0" name="ACL Runtime">
            <a:extLst xmlns:a="http://schemas.openxmlformats.org/drawingml/2006/main">
              <a:ext uri="{FF2B5EF4-FFF2-40B4-BE49-F238E27FC236}">
                <a16:creationId xmlns:a16="http://schemas.microsoft.com/office/drawing/2014/main" id="{E23E0515-C2F9-4204-BFD5-7EABEB04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479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31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85440D83-13D0-4096-9CB0-01DE5811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93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32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420B8B4D-7489-4B66-B73E-B4D18075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19400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EA3DE6-5667-4895-85F4-BDA88BBC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004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4" name="ACL Runtime">
            <a:extLst xmlns:a="http://schemas.openxmlformats.org/drawingml/2006/main">
              <a:ext uri="{FF2B5EF4-FFF2-40B4-BE49-F238E27FC236}">
                <a16:creationId xmlns:a16="http://schemas.microsoft.com/office/drawing/2014/main" id="{2875557E-DD3B-40BC-8893-1AC2E0F1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671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35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E05A28-3C82-49C2-AFCB-C2E9E9E3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385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36" name="加入算子参数和变长数据">
            <a:extLst xmlns:a="http://schemas.openxmlformats.org/drawingml/2006/main">
              <a:ext uri="{FF2B5EF4-FFF2-40B4-BE49-F238E27FC236}">
                <a16:creationId xmlns:a16="http://schemas.microsoft.com/office/drawing/2014/main" id="{B4121543-0EFA-49C1-AB2A-53609CE0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38600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加入算子参数和变长数据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A5A48D-A9A2-4BEB-BD41-E5CD36C6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8" name="ACL Runtime">
            <a:extLst xmlns:a="http://schemas.openxmlformats.org/drawingml/2006/main">
              <a:ext uri="{FF2B5EF4-FFF2-40B4-BE49-F238E27FC236}">
                <a16:creationId xmlns:a16="http://schemas.microsoft.com/office/drawing/2014/main" id="{64BF492A-C35A-4D1C-87DA-69772C24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671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39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D5B7DBC3-31CE-48E8-96C7-176A94C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38575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40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3B3D4417-4201-46FA-BCA4-781F5ECC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38600"/>
            <a:ext cx="3448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8D77D2-22EB-4184-B223-A34FAB48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2" name="ACL Runtime">
            <a:extLst xmlns:a="http://schemas.openxmlformats.org/drawingml/2006/main">
              <a:ext uri="{FF2B5EF4-FFF2-40B4-BE49-F238E27FC236}">
                <a16:creationId xmlns:a16="http://schemas.microsoft.com/office/drawing/2014/main" id="{76873CB7-1399-4750-B8A1-DE5CECD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671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43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28BAA9EB-4450-497D-8ED6-0D8978D5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38575"/>
            <a:ext cx="3448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44" name="提交 AICPU Kernel，设备侧见 P9">
            <a:extLst xmlns:a="http://schemas.openxmlformats.org/drawingml/2006/main">
              <a:ext uri="{FF2B5EF4-FFF2-40B4-BE49-F238E27FC236}">
                <a16:creationId xmlns:a16="http://schemas.microsoft.com/office/drawing/2014/main" id="{7ECBD17E-B97F-4E54-90C1-C037D56A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29075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提交 AICPU Kernel，设备侧见 P9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8950F5-8A43-4602-8224-86DCCEE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6" name="HCCL Host">
            <a:extLst xmlns:a="http://schemas.openxmlformats.org/drawingml/2006/main">
              <a:ext uri="{FF2B5EF4-FFF2-40B4-BE49-F238E27FC236}">
                <a16:creationId xmlns:a16="http://schemas.microsoft.com/office/drawing/2014/main" id="{F1C9578A-AFCD-4217-B5E9-C6D1F14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863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47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7A7A9CD3-9E4C-4696-BDF8-15C23884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57775"/>
            <a:ext cx="3448050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48" name="条件生效时完成发射后按序安排">
            <a:extLst xmlns:a="http://schemas.openxmlformats.org/drawingml/2006/main">
              <a:ext uri="{FF2B5EF4-FFF2-40B4-BE49-F238E27FC236}">
                <a16:creationId xmlns:a16="http://schemas.microsoft.com/office/drawing/2014/main" id="{32BC895F-D8C4-4B85-B010-53494AED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244465"/>
            <a:ext cx="34480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条件生效时完成发射后按序安排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5F8784-F130-40AE-8E18-5CC92AA4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3619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0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F11D0565-8C33-405B-B3BB-07C3619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86325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51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7F92F2FD-FF9A-4FB1-98E9-F09EA94D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57775"/>
            <a:ext cx="344805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2" name="用户流等设备最终通知，完成关系见 P13">
            <a:extLst xmlns:a="http://schemas.openxmlformats.org/drawingml/2006/main">
              <a:ext uri="{FF2B5EF4-FFF2-40B4-BE49-F238E27FC236}">
                <a16:creationId xmlns:a16="http://schemas.microsoft.com/office/drawing/2014/main" id="{FB75696A-29CD-45FC-A86A-AA174FC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43513"/>
            <a:ext cx="34480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用户流等设备最终通知，完成关系见 P13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584FE7-C518-4DEF-9F69-404B3173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95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6B55B5-597E-4C07-911B-8F40E9FE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95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3925253" y="15959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E75985-D8CA-44E7-84ED-8980A60E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95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6ABEDD-697D-4A06-931A-9CF60DD5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95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7906703" y="15959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735FED-284D-4CD5-8F97-33191A3E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FF76C1-1D93-4BE6-B1D9-60DF0EF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0077927" y="20297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D0F037-CE34-470F-90F5-F598B616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4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353997-340F-43CA-9791-6EE1B60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14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7906703" y="28151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B648FD-5AA9-488C-A317-69FCD5D1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4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BF63BC-914D-4197-8E24-E2311AEB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46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65" idx="1"/>
            <a:endCxn xmlns:a="http://schemas.openxmlformats.org/drawingml/2006/main" id="66" idx="3"/>
          </p:cNvCxnSpPr>
          <p:nvPr/>
        </p:nvCxnSpPr>
        <p:spPr>
          <a:xfrm xmlns:a="http://schemas.openxmlformats.org/drawingml/2006/main" flipH="1">
            <a:off x="3925253" y="28151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912348-67E4-422A-B285-18201146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48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5BAA45-6A80-48AC-A312-2763F2B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68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>
            <a:off x="2115027" y="32489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64D389-D19E-4AF0-A16C-CB04DF5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33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4FC0742-4E54-40D9-9C14-01BBAAEA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33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3925253" y="40343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6D377F-3E98-4222-861B-4CAC3B6A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3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05E31A-0BEA-4CC8-988C-D7CCF552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38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7906703" y="40343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534ED3-1B02-42E1-9B0C-75A1DAEC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6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9D8A7C-957C-4F49-A65F-26352DD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19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10077927" y="44681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44312AE-B4C0-4568-BCA3-537FF5A8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53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47DC532-6D51-46C8-996F-B9F739D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3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80" idx="1"/>
            <a:endCxn xmlns:a="http://schemas.openxmlformats.org/drawingml/2006/main" id="81" idx="3"/>
          </p:cNvCxnSpPr>
          <p:nvPr/>
        </p:nvCxnSpPr>
        <p:spPr>
          <a:xfrm xmlns:a="http://schemas.openxmlformats.org/drawingml/2006/main" flipH="1">
            <a:off x="7906703" y="5253515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3" name="Wait 入队后，Host 可继续提交任务。&#10;用户流后续任务受完成通知约束。">
            <a:extLst xmlns:a="http://schemas.openxmlformats.org/drawingml/2006/main">
              <a:ext uri="{FF2B5EF4-FFF2-40B4-BE49-F238E27FC236}">
                <a16:creationId xmlns:a16="http://schemas.microsoft.com/office/drawing/2014/main" id="{9F99A77E-763C-4801-80F3-905AD0F9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95875"/>
            <a:ext cx="3286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Wait 入队后，Host 可继续提交任务。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用户流后续任务受完成通知约束。</a:t>
            </a:r>
          </a:p>
        </p:txBody>
      </p:sp>
    </p:spTree>
    <p:extLst>
      <p:ext uri="{BB962C8B-B14F-4D97-AF65-F5344CB8AC3E}">
        <p14:creationId xmlns:p14="http://schemas.microsoft.com/office/powerpoint/2010/main" val="14278083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AICPU 入口与资源恢复">
            <a:extLst xmlns:a="http://schemas.openxmlformats.org/drawingml/2006/main">
              <a:ext uri="{FF2B5EF4-FFF2-40B4-BE49-F238E27FC236}">
                <a16:creationId xmlns:a16="http://schemas.microsoft.com/office/drawing/2014/main" id="{05A852FD-079F-4184-B072-398EE733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入口与资源恢复</a:t>
            </a:r>
          </a:p>
        </p:txBody>
      </p:sp>
      <p:sp>
        <p:nvSpPr>
          <p:cNvPr id="2" name="HCCL 恢复资源、进入编排，HCOMM 提供执行保护、批处理和输入依赖。">
            <a:extLst xmlns:a="http://schemas.openxmlformats.org/drawingml/2006/main">
              <a:ext uri="{FF2B5EF4-FFF2-40B4-BE49-F238E27FC236}">
                <a16:creationId xmlns:a16="http://schemas.microsoft.com/office/drawing/2014/main" id="{9389C555-BFD2-4125-A36B-9159A8B2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恢复资源、进入编排，HCOMM 提供执行保护、批处理和输入依赖。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0AF63AAC-D967-44FD-9196-6F58B986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4298F-E450-4D67-8A9B-E4B6887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F8DD5-E2C8-4C40-80E7-742456B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65627134-7040-4009-AA87-E0AE599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4C3BF15-68A2-485E-B46B-87777E35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B2CC-1F73-4B39-A7C8-14ABD4DE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0492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HCCL AICPU">
            <a:extLst xmlns:a="http://schemas.openxmlformats.org/drawingml/2006/main">
              <a:ext uri="{FF2B5EF4-FFF2-40B4-BE49-F238E27FC236}">
                <a16:creationId xmlns:a16="http://schemas.microsoft.com/office/drawing/2014/main" id="{6E15496E-E63E-4B57-8E36-973CD15A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11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4810900A-BA23-459D-8E86-D16CA4BB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430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12" name="接收 ACL 交付的参数">
            <a:extLst xmlns:a="http://schemas.openxmlformats.org/drawingml/2006/main">
              <a:ext uri="{FF2B5EF4-FFF2-40B4-BE49-F238E27FC236}">
                <a16:creationId xmlns:a16="http://schemas.microsoft.com/office/drawing/2014/main" id="{5C3F0616-66DC-40B5-BC70-97AE941C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接收 ACL 交付的参数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7E4F59-3050-494B-8C7C-D2B3A8BC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0492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HCOMM 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254BE252-746C-4C83-A989-E73269A4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3716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执行控制</a:t>
            </a:r>
          </a:p>
        </p:txBody>
      </p:sp>
      <p:sp>
        <p:nvSpPr>
          <p:cNvPr id="15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12127F45-C46D-479A-8F7D-0262E06E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430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16" name="取得本次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EBE91066-E6DB-4F2A-AF20-C1EA207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4307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取得本次通信域使用保护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522EA-C914-4F68-8E5E-7AF2F02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0492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HCCL AICPU">
            <a:extLst xmlns:a="http://schemas.openxmlformats.org/drawingml/2006/main">
              <a:ext uri="{FF2B5EF4-FFF2-40B4-BE49-F238E27FC236}">
                <a16:creationId xmlns:a16="http://schemas.microsoft.com/office/drawing/2014/main" id="{01F3AB70-B18B-4650-83D0-8821516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716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19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90B6B9F8-C4B9-4A25-82BC-3D77158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543050"/>
            <a:ext cx="3448050" cy="150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20" name="按序启动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F5F35464-DA33-4871-91B6-7880683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31645"/>
            <a:ext cx="3448050" cy="611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按序启动能力开启时发送入口通知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234EB-2AE0-4642-84C4-60420D3D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6227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2" name="HCCL AICPU">
            <a:extLst xmlns:a="http://schemas.openxmlformats.org/drawingml/2006/main">
              <a:ext uri="{FF2B5EF4-FFF2-40B4-BE49-F238E27FC236}">
                <a16:creationId xmlns:a16="http://schemas.microsoft.com/office/drawing/2014/main" id="{9F57DFF7-1BA7-4DAE-9BDF-05346C49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23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2F665DD9-C639-415A-B5D6-2C91497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0040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24" name="恢复 Thread、Channel 和缓冲区描述">
            <a:extLst xmlns:a="http://schemas.openxmlformats.org/drawingml/2006/main">
              <a:ext uri="{FF2B5EF4-FFF2-40B4-BE49-F238E27FC236}">
                <a16:creationId xmlns:a16="http://schemas.microsoft.com/office/drawing/2014/main" id="{63397880-6293-4650-B802-D9A0A58A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042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恢复 Thread、Channel 和缓冲区描述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292436-CF1F-4575-AB07-2033F687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6227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6" name="HCCL AICPU">
            <a:extLst xmlns:a="http://schemas.openxmlformats.org/drawingml/2006/main">
              <a:ext uri="{FF2B5EF4-FFF2-40B4-BE49-F238E27FC236}">
                <a16:creationId xmlns:a16="http://schemas.microsoft.com/office/drawing/2014/main" id="{E7FE66D4-98CF-4BB5-88B2-0A9E1B77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289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27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3C8A3352-1115-493B-B82C-88DF9C1E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0040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28" name="恢复 counts、位移等数组指针">
            <a:extLst xmlns:a="http://schemas.openxmlformats.org/drawingml/2006/main">
              <a:ext uri="{FF2B5EF4-FFF2-40B4-BE49-F238E27FC236}">
                <a16:creationId xmlns:a16="http://schemas.microsoft.com/office/drawing/2014/main" id="{7054A4D6-AF16-42EE-8B90-19E4699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0042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恢复 counts、位移等数组指针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5B2B55-A248-4467-8846-30138E46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6227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0" name="HCOMM 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11AB0B04-14F4-4936-B5D6-D5AE961B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2895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执行控制</a:t>
            </a:r>
          </a:p>
        </p:txBody>
      </p:sp>
      <p:sp>
        <p:nvSpPr>
          <p:cNvPr id="31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635336C5-0B46-4E05-80E0-98261A83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0040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32" name="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F297ADBE-451F-4914-93E8-597CC6F0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0042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开始批量组织 / 提交任务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5DDAA0-7931-438E-812E-5041AB3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61962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4" name="HCCL AICPU">
            <a:extLst xmlns:a="http://schemas.openxmlformats.org/drawingml/2006/main">
              <a:ext uri="{FF2B5EF4-FFF2-40B4-BE49-F238E27FC236}">
                <a16:creationId xmlns:a16="http://schemas.microsoft.com/office/drawing/2014/main" id="{63B2619E-2D82-4307-8A30-7446AA2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35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5D8951C0-746A-4246-A798-69D3D1BA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36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71D6D701-A0B4-4153-AE1A-920A0D7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5777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B30E11-2A9C-4905-8036-0F39D0C7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8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25FCBF9F-101A-4900-BD61-130557C3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863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39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03C47415-58DE-4E5A-B691-5E49C40D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57750"/>
            <a:ext cx="3448050" cy="28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40" name="主 Thread 等 Host 输入就绪通知">
            <a:extLst xmlns:a="http://schemas.openxmlformats.org/drawingml/2006/main">
              <a:ext uri="{FF2B5EF4-FFF2-40B4-BE49-F238E27FC236}">
                <a16:creationId xmlns:a16="http://schemas.microsoft.com/office/drawing/2014/main" id="{CA49D4C8-E87E-43F0-A185-90E033A9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83505"/>
            <a:ext cx="3448050" cy="474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主 Thread 等 Host 输入就绪通知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211766-0E4D-4A19-A551-32485E30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9625"/>
            <a:ext cx="3619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2" name="HCCL AICPU">
            <a:extLst xmlns:a="http://schemas.openxmlformats.org/drawingml/2006/main">
              <a:ext uri="{FF2B5EF4-FFF2-40B4-BE49-F238E27FC236}">
                <a16:creationId xmlns:a16="http://schemas.microsoft.com/office/drawing/2014/main" id="{EFC1350E-5CD9-4CA8-B831-57AABE70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86300"/>
            <a:ext cx="3448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D52C60F1-2D1F-4FFE-8E9B-B661EDD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857750"/>
            <a:ext cx="3448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取得设备侧执行器，进入 P10">
            <a:extLst xmlns:a="http://schemas.openxmlformats.org/drawingml/2006/main">
              <a:ext uri="{FF2B5EF4-FFF2-40B4-BE49-F238E27FC236}">
                <a16:creationId xmlns:a16="http://schemas.microsoft.com/office/drawing/2014/main" id="{B2E052E4-C2B5-4112-B09C-0E86F47B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057775"/>
            <a:ext cx="3448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取得设备侧执行器，进入 P10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80E4B5-B02E-434C-A414-164D40E7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52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C4A524-BDE6-47DE-8E06-956DE85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52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925253" y="1853090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FC4C3B-F9DB-43C6-8DA0-6526A61D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52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78BF51-7E8D-4A3E-AC40-76B86A8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52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906703" y="1853090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373D59-EA1D-4758-B238-B2A20EEC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5CCE85-4457-4356-8139-3E71DAB5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077927" y="2401253"/>
            <a:ext cx="0" cy="5610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A8DCD8-F5E1-4EB2-B0CB-B32C2A65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0E1B2F-3E62-44FC-85B8-8E76279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54" idx="1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H="1">
            <a:off x="7906703" y="3510440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1F72A0-9F10-4D10-88DF-38249F8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ADAAA2-7ECE-477C-B4A2-D80FABB7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3925253" y="3510440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C201C5-3E55-4E33-9699-298F610E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EDDD75-6E9B-41CC-B63D-A53E49D7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19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115027" y="4058603"/>
            <a:ext cx="0" cy="5610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CADD8E-793A-45B3-B38F-1DCA695F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67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99CFEF-20D4-4B28-BA00-7022FD1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7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63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3925253" y="5167790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C11B0B-9400-4F3A-AA92-F34D97CC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7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CF7547-D7C7-42B2-9E97-D8422154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7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906703" y="5167790"/>
            <a:ext cx="3609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73EC81-65D1-4DF9-959A-DAC9A27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72200"/>
            <a:ext cx="1162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0" name="HCCL 编排通信任务，HCOMM 按 Thread 依赖执行。旧能力用显式超时 Wait，两个接口互为替代。">
            <a:extLst xmlns:a="http://schemas.openxmlformats.org/drawingml/2006/main">
              <a:ext uri="{FF2B5EF4-FFF2-40B4-BE49-F238E27FC236}">
                <a16:creationId xmlns:a16="http://schemas.microsoft.com/office/drawing/2014/main" id="{C9D6B0F4-64F9-4011-8469-425C5D3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编排通信任务，HCOMM 按 Thread 依赖执行。旧能力用显式超时 Wait，两个接口互为替代。</a:t>
            </a:r>
          </a:p>
        </p:txBody>
      </p:sp>
    </p:spTree>
    <p:extLst>
      <p:ext uri="{BB962C8B-B14F-4D97-AF65-F5344CB8AC3E}">
        <p14:creationId xmlns:p14="http://schemas.microsoft.com/office/powerpoint/2010/main" val="13632538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AICPU 算法的循环展开">
            <a:extLst xmlns:a="http://schemas.openxmlformats.org/drawingml/2006/main">
              <a:ext uri="{FF2B5EF4-FFF2-40B4-BE49-F238E27FC236}">
                <a16:creationId xmlns:a16="http://schemas.microsoft.com/office/drawing/2014/main" id="{2115CE5E-F9A5-4EAF-831C-5DEA76FC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算法的循环展开</a:t>
            </a:r>
          </a:p>
        </p:txBody>
      </p:sp>
      <p:sp>
        <p:nvSpPr>
          <p:cNvPr id="2" name="执行器按容量分块，Mesh 模板在块内组织轮次、Peer、Channel 和非零 slice。">
            <a:extLst xmlns:a="http://schemas.openxmlformats.org/drawingml/2006/main">
              <a:ext uri="{FF2B5EF4-FFF2-40B4-BE49-F238E27FC236}">
                <a16:creationId xmlns:a16="http://schemas.microsoft.com/office/drawing/2014/main" id="{D1F1990C-98FE-4F35-90C0-919C0973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执行器按容量分块，Mesh 模板在块内组织轮次、Peer、Channel 和非零 slice。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5D443145-6C92-415E-BD09-4C74234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3C98E-8497-4E19-8247-082D6020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77C90-3773-481C-A9D7-23A20099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D6C9E176-1EE6-4BA6-91CF-AF17A37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AFC58C5-6B9E-4F1D-A1D5-17C3B4A0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287F6-8C1D-4BFF-8C79-DEB8B14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200150"/>
            <a:ext cx="32670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InsV2AlltoAllVSole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ABE4DE5F-722C-4AE3-B41A-CED430A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11" name="恢复各 Peer 的收发信息">
            <a:extLst xmlns:a="http://schemas.openxmlformats.org/drawingml/2006/main">
              <a:ext uri="{FF2B5EF4-FFF2-40B4-BE49-F238E27FC236}">
                <a16:creationId xmlns:a16="http://schemas.microsoft.com/office/drawing/2014/main" id="{AB3DEBDD-DB27-43B4-B927-4A01E79C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97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恢复各 Peer 的收发信息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5C42C-20EB-41BE-A57F-61C3F6EF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001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3" name="HCCL AICPU / 执行器">
            <a:extLst xmlns:a="http://schemas.openxmlformats.org/drawingml/2006/main">
              <a:ext uri="{FF2B5EF4-FFF2-40B4-BE49-F238E27FC236}">
                <a16:creationId xmlns:a16="http://schemas.microsoft.com/office/drawing/2014/main" id="{F1A507F3-46D6-4834-899E-8C37552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266825"/>
            <a:ext cx="3067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 / 执行器</a:t>
            </a:r>
          </a:p>
        </p:txBody>
      </p:sp>
      <p:sp>
        <p:nvSpPr>
          <p:cNvPr id="14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86DE6117-114A-4C9E-A0CC-E413C28E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438275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15" name="分块并推进用户 Buffer 偏移">
            <a:extLst xmlns:a="http://schemas.openxmlformats.org/drawingml/2006/main">
              <a:ext uri="{FF2B5EF4-FFF2-40B4-BE49-F238E27FC236}">
                <a16:creationId xmlns:a16="http://schemas.microsoft.com/office/drawing/2014/main" id="{B8AA23A3-44AF-4417-943B-D272E77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638300"/>
            <a:ext cx="3067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分块并推进用户 Buffer 偏移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EC52D-2BEF-40A4-8A9C-05588E2F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200150"/>
            <a:ext cx="4010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7" name="HCCL AICPU / 执行器调用模板">
            <a:extLst xmlns:a="http://schemas.openxmlformats.org/drawingml/2006/main">
              <a:ext uri="{FF2B5EF4-FFF2-40B4-BE49-F238E27FC236}">
                <a16:creationId xmlns:a16="http://schemas.microsoft.com/office/drawing/2014/main" id="{3FE5039F-7B75-4B5B-A6D4-7FF2B67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66825"/>
            <a:ext cx="38385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 / 执行器调用模板</a:t>
            </a:r>
          </a:p>
        </p:txBody>
      </p:sp>
      <p:sp>
        <p:nvSpPr>
          <p:cNvPr id="18" name="CalcScratchMultiple / KernelRun">
            <a:extLst xmlns:a="http://schemas.openxmlformats.org/drawingml/2006/main">
              <a:ext uri="{FF2B5EF4-FFF2-40B4-BE49-F238E27FC236}">
                <a16:creationId xmlns:a16="http://schemas.microsoft.com/office/drawing/2014/main" id="{94DAA2AA-5B18-4697-AE3F-B4CB370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38275"/>
            <a:ext cx="3838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 / KernelRun</a:t>
            </a:r>
          </a:p>
        </p:txBody>
      </p:sp>
      <p:sp>
        <p:nvSpPr>
          <p:cNvPr id="19" name="计算中转空间，调用模板处理当前块">
            <a:extLst xmlns:a="http://schemas.openxmlformats.org/drawingml/2006/main">
              <a:ext uri="{FF2B5EF4-FFF2-40B4-BE49-F238E27FC236}">
                <a16:creationId xmlns:a16="http://schemas.microsoft.com/office/drawing/2014/main" id="{3109E792-5C06-4FC3-993C-99F68C2A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28775"/>
            <a:ext cx="3838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计算中转空间，调用模板处理当前块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607C8-3F4E-4F97-9657-07CC7BE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04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48119-532A-4EE8-B7A8-89D6C672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4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582353" y="1605440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17F78-C841-4414-8837-A9A1EA3A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4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56DBC-BC1F-4E44-9598-0DFACA53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4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335203" y="1605440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D48B0-4140-45AE-A4A6-19760FE2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57450"/>
            <a:ext cx="1158240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CB14B-4A24-4B10-B18F-23760F16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4686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8" name="RunALLtoALL：当前数据块 / HCCL Mesh 模板">
            <a:extLst xmlns:a="http://schemas.openxmlformats.org/drawingml/2006/main">
              <a:ext uri="{FF2B5EF4-FFF2-40B4-BE49-F238E27FC236}">
                <a16:creationId xmlns:a16="http://schemas.microsoft.com/office/drawing/2014/main" id="{F3BF21D0-68A4-49EC-BC1D-872DA45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RunALLtoALL：当前数据块 / HCCL Mesh 模板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5DAEE-988A-48EF-8CF1-9AD1842C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771775"/>
            <a:ext cx="28670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0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325F3C19-D553-4DF5-9CCB-34533354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695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31" name="计算覆盖所有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B9AD652-9FD9-4E58-8C13-6883FC4F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2695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计算覆盖所有 Peer 的通信轮次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6353F-DE83-4BFD-BC1C-BD9E8405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71775"/>
            <a:ext cx="327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3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D76DF421-9E73-4E87-A7C5-88575E9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38450"/>
            <a:ext cx="3105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34" name="有从 Thread 时安排主从开始同步">
            <a:extLst xmlns:a="http://schemas.openxmlformats.org/drawingml/2006/main">
              <a:ext uri="{FF2B5EF4-FFF2-40B4-BE49-F238E27FC236}">
                <a16:creationId xmlns:a16="http://schemas.microsoft.com/office/drawing/2014/main" id="{045C28E3-4ED4-4C2E-9AAB-EB35A0AC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384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有从 Thread 时安排主从开始同步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67317-1411-4CAF-A8C9-C61BFB4A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A11112-422D-4A28-8F71-2AAF174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334703" y="3124677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DDC12D-08CB-42C5-BF77-1962FECF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686050"/>
            <a:ext cx="38957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9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363CF22F-B0DB-46BB-9C2D-95184A54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3724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40" name="HcommThreadNotifyRecordOnThread&#10;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28D04A2A-80E8-4A9C-8E8E-6AB32EE3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3724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41" name="主 Thread 发开始通知，从 Thread 等放行">
            <a:extLst xmlns:a="http://schemas.openxmlformats.org/drawingml/2006/main">
              <a:ext uri="{FF2B5EF4-FFF2-40B4-BE49-F238E27FC236}">
                <a16:creationId xmlns:a16="http://schemas.microsoft.com/office/drawing/2014/main" id="{CA4BE18B-D163-468E-AD82-90AC48DC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48025"/>
            <a:ext cx="3724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主 Thread 发开始通知，从 Thread 等放行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6D3300-CDA1-4977-820A-73ED63CE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07D1EE-9901-4D72-9C3D-B095167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125653" y="3124677"/>
            <a:ext cx="694372" cy="476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DD843-ADC4-463D-AE4D-C79408C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962400"/>
            <a:ext cx="28670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6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6F8EAC3C-0CB6-490F-A355-E245FD86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29075"/>
            <a:ext cx="2695575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47" name="选本轮 Peer，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36818F7F-5AA1-4E1A-B06F-BEC19E9E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4813"/>
            <a:ext cx="2695575" cy="395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选本轮 Peer，首轮另处理自分片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0A6A01-CECA-48AF-8F5A-527593D0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62400"/>
            <a:ext cx="3276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9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FC6EB9D-9E9A-4711-BCA8-93CC8E1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29075"/>
            <a:ext cx="3105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50" name="遍历 Peer，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1F3D19C1-CD3E-4DD2-AA6F-EB080D1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291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遍历 Peer，按端口组分配数据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8415D1-682F-44B7-9E5F-A2BD6DA9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962400"/>
            <a:ext cx="3895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2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E91A65D7-340D-461E-8D31-538D706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29075"/>
            <a:ext cx="37242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53" name="计算 CCL 槽位和 src / dst / len">
            <a:extLst xmlns:a="http://schemas.openxmlformats.org/drawingml/2006/main">
              <a:ext uri="{FF2B5EF4-FFF2-40B4-BE49-F238E27FC236}">
                <a16:creationId xmlns:a16="http://schemas.microsoft.com/office/drawing/2014/main" id="{572A67EA-C89C-423C-BB5A-9BD0400F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3724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计算 CCL 槽位和 src / dst / len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A8049-7822-4586-9E74-4427570C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37CB57-06D0-4274-9B8D-4B415D82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14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3334703" y="4315302"/>
            <a:ext cx="5133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374C26-632B-4CB7-B57D-74B0921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14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F804BB-6CDD-4CB8-A113-5A997056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14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7125653" y="4315302"/>
            <a:ext cx="6943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351C97-07E7-46B5-885B-FFE7FC88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657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A9A6B7-1D8C-46E3-BD90-354C1880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9768365" y="3658553"/>
            <a:ext cx="0" cy="1514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9C717A-1795-4C30-81FB-387188CB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587844-4B6E-41C7-9EE1-FFCDC9A0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63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>
            <a:off x="1901191" y="3810477"/>
            <a:ext cx="78666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A12884-C5F1-4B22-B8C0-F507DB3E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A089A0-7B53-48C4-A418-81583336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3962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900715" y="3810953"/>
            <a:ext cx="0" cy="1514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245D92-AED5-463A-B12E-7701F782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2867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70" name="LocalCopyForMyRank">
            <a:extLst xmlns:a="http://schemas.openxmlformats.org/drawingml/2006/main">
              <a:ext uri="{FF2B5EF4-FFF2-40B4-BE49-F238E27FC236}">
                <a16:creationId xmlns:a16="http://schemas.microsoft.com/office/drawing/2014/main" id="{8D8C7755-2507-4801-B1BD-7DB90312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26955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LocalCopyForMyRank</a:t>
            </a:r>
          </a:p>
        </p:txBody>
      </p:sp>
      <p:sp>
        <p:nvSpPr>
          <p:cNvPr id="71" name="自分片调用 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B086AF1-1A71-42E3-9D92-542FD54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自分片调用 HcommLocalCopyOnThread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B448F4-41DC-4E2B-AF44-2D178C1E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6B707A-49BB-45EA-9BC6-BC414318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900715" y="4668203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C0F150-2473-40F3-9728-A219A5B4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67300"/>
            <a:ext cx="38957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76" name="RunSendRecv / SendRecvWrite">
            <a:extLst xmlns:a="http://schemas.openxmlformats.org/drawingml/2006/main">
              <a:ext uri="{FF2B5EF4-FFF2-40B4-BE49-F238E27FC236}">
                <a16:creationId xmlns:a16="http://schemas.microsoft.com/office/drawing/2014/main" id="{B3141F91-23CA-4657-BE0F-FFC6326A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33975"/>
            <a:ext cx="37242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SendRecvWrite</a:t>
            </a:r>
          </a:p>
        </p:txBody>
      </p:sp>
      <p:sp>
        <p:nvSpPr>
          <p:cNvPr id="77" name="非零 slice 的握手与写入，展开见 P11">
            <a:extLst xmlns:a="http://schemas.openxmlformats.org/drawingml/2006/main">
              <a:ext uri="{FF2B5EF4-FFF2-40B4-BE49-F238E27FC236}">
                <a16:creationId xmlns:a16="http://schemas.microsoft.com/office/drawing/2014/main" id="{5F717914-BA31-42E6-8C3A-CBBDBE3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724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非零 slice 的握手与写入，展开见 P11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AD61F5D-5859-45A1-AB3B-85A13127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196078-FBE7-494D-A4B5-B2FDFBD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9768365" y="4668203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1CFBF4-D7B2-47A4-9255-919F3AC9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67300"/>
            <a:ext cx="3276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82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6A4B2342-3866-4202-9E37-22588FB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33975"/>
            <a:ext cx="3105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83" name="块内汇合后，外层继续下一块">
            <a:extLst xmlns:a="http://schemas.openxmlformats.org/drawingml/2006/main">
              <a:ext uri="{FF2B5EF4-FFF2-40B4-BE49-F238E27FC236}">
                <a16:creationId xmlns:a16="http://schemas.microsoft.com/office/drawing/2014/main" id="{78106141-FE17-4789-B510-62EFAADE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334000"/>
            <a:ext cx="3105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块内汇合后，外层继续下一块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ACDFBF-D526-4A5B-B29F-EDDF78BF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376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5D2142-FCFA-4793-810B-B82F3767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76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84" idx="1"/>
            <a:endCxn xmlns:a="http://schemas.openxmlformats.org/drawingml/2006/main" id="85" idx="3"/>
          </p:cNvCxnSpPr>
          <p:nvPr/>
        </p:nvCxnSpPr>
        <p:spPr>
          <a:xfrm xmlns:a="http://schemas.openxmlformats.org/drawingml/2006/main" flipH="1">
            <a:off x="7125653" y="5377340"/>
            <a:ext cx="6943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378539A-CF54-4CA3-A453-B1159218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3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2D85CF-412E-4FF3-AB95-71382EE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3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9873140" y="2010728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623A22-D984-4C58-8909-A4E62D78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663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4ACEF45-7442-447D-8F62-85652C8B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90" idx="1"/>
            <a:endCxn xmlns:a="http://schemas.openxmlformats.org/drawingml/2006/main" id="91" idx="3"/>
          </p:cNvCxnSpPr>
          <p:nvPr/>
        </p:nvCxnSpPr>
        <p:spPr>
          <a:xfrm xmlns:a="http://schemas.openxmlformats.org/drawingml/2006/main" flipH="1">
            <a:off x="1901191" y="2248377"/>
            <a:ext cx="7971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F7E48B1-B97A-4D2C-A869-9D082519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C348010-8655-441A-9E69-2514C0BE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277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1900715" y="2248853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8B8F10-E998-4A77-A689-E419DDF4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86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937CC5-F578-406E-BB7E-C5D3DF17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5486877" y="5687378"/>
            <a:ext cx="0" cy="3609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45C1EF-FA32-495C-A7CD-C253A9D9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BD306E-3063-490B-A0CD-D7CBC7BD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99" idx="1"/>
            <a:endCxn xmlns:a="http://schemas.openxmlformats.org/drawingml/2006/main" id="100" idx="3"/>
          </p:cNvCxnSpPr>
          <p:nvPr/>
        </p:nvCxnSpPr>
        <p:spPr>
          <a:xfrm xmlns:a="http://schemas.openxmlformats.org/drawingml/2006/main" flipH="1">
            <a:off x="162878" y="6048852"/>
            <a:ext cx="53235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1B9AE2-C440-4924-9908-71188D23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E6A1C8-2295-4D50-A504-5EDA421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62402" y="2239328"/>
            <a:ext cx="0" cy="38090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05C4214-2231-4191-BD52-0F7B0D22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85D602-E988-4E6E-A73D-245BFC99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62878" y="2238852"/>
            <a:ext cx="55521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81F73D-7D48-418C-B14F-5AFF9636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9E967D3-B17F-4046-82EC-E235CB0C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108" idx="0"/>
            <a:endCxn xmlns:a="http://schemas.openxmlformats.org/drawingml/2006/main" id="109" idx="2"/>
          </p:cNvCxnSpPr>
          <p:nvPr/>
        </p:nvCxnSpPr>
        <p:spPr>
          <a:xfrm xmlns:a="http://schemas.openxmlformats.org/drawingml/2006/main" flipV="1">
            <a:off x="5715477" y="2010728"/>
            <a:ext cx="0" cy="2276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BE2DA52-E5D8-48DA-8628-282FC439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6740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2" name="还有下一块">
            <a:extLst xmlns:a="http://schemas.openxmlformats.org/drawingml/2006/main">
              <a:ext uri="{FF2B5EF4-FFF2-40B4-BE49-F238E27FC236}">
                <a16:creationId xmlns:a16="http://schemas.microsoft.com/office/drawing/2014/main" id="{B0AE714B-AA61-473F-A188-B5B0E513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67400"/>
            <a:ext cx="1323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还有下一块</a:t>
            </a:r>
          </a:p>
        </p:txBody>
      </p:sp>
    </p:spTree>
    <p:extLst>
      <p:ext uri="{BB962C8B-B14F-4D97-AF65-F5344CB8AC3E}">
        <p14:creationId xmlns:p14="http://schemas.microsoft.com/office/powerpoint/2010/main" val="13260729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Peer 交换中的握手、写入与后拷贝">
            <a:extLst xmlns:a="http://schemas.openxmlformats.org/drawingml/2006/main">
              <a:ext uri="{FF2B5EF4-FFF2-40B4-BE49-F238E27FC236}">
                <a16:creationId xmlns:a16="http://schemas.microsoft.com/office/drawing/2014/main" id="{09B0597C-8C41-41CA-BE7E-A24BC937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Peer 交换中的握手、写入与后拷贝</a:t>
            </a:r>
          </a:p>
        </p:txBody>
      </p:sp>
      <p:sp>
        <p:nvSpPr>
          <p:cNvPr id="2" name="以 Rank 0 调用为主线。红虚线只表示对端通知依赖，黑粗线表示用户字节的方向。">
            <a:extLst xmlns:a="http://schemas.openxmlformats.org/drawingml/2006/main">
              <a:ext uri="{FF2B5EF4-FFF2-40B4-BE49-F238E27FC236}">
                <a16:creationId xmlns:a16="http://schemas.microsoft.com/office/drawing/2014/main" id="{7C618924-9729-4CB2-A8DC-524A354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以 Rank 0 调用为主线。红虚线只表示对端通知依赖，黑粗线表示用户字节的方向。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33C40B5F-86CB-4BE8-BFC1-1D569F28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11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5332F-B3BC-453B-91DD-D15B8BCC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E8B66-E837-4273-B2CB-FAC3E9E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119A990B-110B-44CD-87DF-02E4CF7F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E69C13D-9E15-4994-BC9F-D5853E0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6C990-8DCC-48AE-9A85-4E3FF6E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43000"/>
            <a:ext cx="7648575" cy="482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59DCE-A346-4085-96C0-C6847C70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54006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" name="Rank 0：HCCL SendRecvWrite 调 HCOMM 数据面">
            <a:extLst xmlns:a="http://schemas.openxmlformats.org/drawingml/2006/main">
              <a:ext uri="{FF2B5EF4-FFF2-40B4-BE49-F238E27FC236}">
                <a16:creationId xmlns:a16="http://schemas.microsoft.com/office/drawing/2014/main" id="{12FAA5D6-4B7C-4B0A-8E46-2A74A70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7343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Rank 0：HCCL SendRecvWrite 调 HCOMM 数据面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54B4E-B4FF-4DBB-AB1E-70514126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28750"/>
            <a:ext cx="3486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186C3FC3-FBEA-4CD4-80D5-1711DDD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14" name="recvChannel / ACK&#10;告诉对端：我的接收区已就绪">
            <a:extLst xmlns:a="http://schemas.openxmlformats.org/drawingml/2006/main">
              <a:ext uri="{FF2B5EF4-FFF2-40B4-BE49-F238E27FC236}">
                <a16:creationId xmlns:a16="http://schemas.microsoft.com/office/drawing/2014/main" id="{4704157A-B0E1-4112-973E-9BB330E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告诉对端：我的接收区已就绪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0CF48-AA0C-4E73-8799-C456EA37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905125"/>
            <a:ext cx="3486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1B20EC1B-0ADE-43AD-BE8D-85C7DEC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7" name="sendChannel / ACK&#10;等对端接收区就绪">
            <a:extLst xmlns:a="http://schemas.openxmlformats.org/drawingml/2006/main">
              <a:ext uri="{FF2B5EF4-FFF2-40B4-BE49-F238E27FC236}">
                <a16:creationId xmlns:a16="http://schemas.microsoft.com/office/drawing/2014/main" id="{7DF2DDF6-A73D-400A-94AF-4FD52B0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等对端接收区就绪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EFC63-0EF0-4345-B3BA-3731DB4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24375"/>
            <a:ext cx="3486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89B302A-767F-469E-B580-F2F10D4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331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20" name="sendChannel&#10;把 [2,3] 写入 Rank 1 CCL，8 字节">
            <a:extLst xmlns:a="http://schemas.openxmlformats.org/drawingml/2006/main">
              <a:ext uri="{FF2B5EF4-FFF2-40B4-BE49-F238E27FC236}">
                <a16:creationId xmlns:a16="http://schemas.microsoft.com/office/drawing/2014/main" id="{2ADD9532-76D6-4B1B-B907-81222AFD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3314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sendChannel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把 [2,3] 写入 Rank 1 CCL，8 字节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5FB4D-320D-429B-92B8-37B333E7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2CD5C-861E-44E7-8CC5-5C7379B6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2210277" y="2467928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A9174-6377-45AC-97FA-78F26141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7C2B99-370E-4261-A763-B4896B13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24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2210277" y="3944303"/>
            <a:ext cx="0" cy="5800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A52A8-0BBB-4BBD-97F6-83FDA950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24375"/>
            <a:ext cx="3486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28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AA213000-F025-465D-A833-6AB4279D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29" name="sendChannel / DATA_SIGNAL&#10;通知本端写阶段完成">
            <a:extLst xmlns:a="http://schemas.openxmlformats.org/drawingml/2006/main">
              <a:ext uri="{FF2B5EF4-FFF2-40B4-BE49-F238E27FC236}">
                <a16:creationId xmlns:a16="http://schemas.microsoft.com/office/drawing/2014/main" id="{E7C46CB9-25BE-4582-9973-3E16F73C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通知本端写阶段完成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6AB29-A5E1-4B75-9447-01C853C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434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765EE5-A280-4CAF-80C0-C59495D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434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953828" y="5043965"/>
            <a:ext cx="3419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2D676-9FCC-4C2C-8488-5E07FF89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905125"/>
            <a:ext cx="3486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4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0B8EE44-6F2E-4837-A193-A410D75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35" name="recvChannel / DATA_SIGNAL&#10;等对端发来的数据阶段完成">
            <a:extLst xmlns:a="http://schemas.openxmlformats.org/drawingml/2006/main">
              <a:ext uri="{FF2B5EF4-FFF2-40B4-BE49-F238E27FC236}">
                <a16:creationId xmlns:a16="http://schemas.microsoft.com/office/drawing/2014/main" id="{08B02B22-0589-43FE-98D9-99D19998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31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等对端发来的数据阶段完成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89E2FF-6762-4F48-8222-5D7F9576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24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36AD0-32E1-4132-9281-F9E2BAB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36" idx="0"/>
            <a:endCxn xmlns:a="http://schemas.openxmlformats.org/drawingml/2006/main" id="37" idx="2"/>
          </p:cNvCxnSpPr>
          <p:nvPr/>
        </p:nvCxnSpPr>
        <p:spPr>
          <a:xfrm xmlns:a="http://schemas.openxmlformats.org/drawingml/2006/main" flipV="1">
            <a:off x="6039327" y="3944303"/>
            <a:ext cx="0" cy="5800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2C72F3-34DE-4316-B04C-5B9970BB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28750"/>
            <a:ext cx="34861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0" name="外层 HCCL 模板调用">
            <a:extLst xmlns:a="http://schemas.openxmlformats.org/drawingml/2006/main">
              <a:ext uri="{FF2B5EF4-FFF2-40B4-BE49-F238E27FC236}">
                <a16:creationId xmlns:a16="http://schemas.microsoft.com/office/drawing/2014/main" id="{A1E273CC-4A65-4DE3-8C51-DF24C9A4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95425"/>
            <a:ext cx="3314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外层 HCCL 模板调用</a:t>
            </a:r>
          </a:p>
        </p:txBody>
      </p:sp>
      <p:sp>
        <p:nvSpPr>
          <p:cNvPr id="41" name="PostCopy：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F46F7141-64CC-4C42-BFED-C2B3E9A6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66875"/>
            <a:ext cx="33147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PostCopy：HcommLocalCopyOnThread</a:t>
            </a:r>
          </a:p>
        </p:txBody>
      </p:sp>
      <p:sp>
        <p:nvSpPr>
          <p:cNvPr id="42" name="把本地 CCL 的 [10,11]&#10;复制到 Rank 0 recvBuf[2]">
            <a:extLst xmlns:a="http://schemas.openxmlformats.org/drawingml/2006/main">
              <a:ext uri="{FF2B5EF4-FFF2-40B4-BE49-F238E27FC236}">
                <a16:creationId xmlns:a16="http://schemas.microsoft.com/office/drawing/2014/main" id="{958FF025-6350-48CD-9C19-E4DD0D4E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52613"/>
            <a:ext cx="33147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把本地 CCL 的 [10,11]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复制到 Rank 0 recvBuf[2]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2831BF-A5D5-4144-95DD-FB73E4D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AC26D5-82B1-4A56-B63E-67690D1D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" name=""/>
          <p:cNvCxnSpPr>
            <a:stCxn xmlns:a="http://schemas.openxmlformats.org/drawingml/2006/main" id="43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flipV="1">
            <a:off x="6039327" y="2467928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E03359-6821-4245-A8D9-1BB80BD0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3314700" cy="482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473412-5AB0-4C9C-B825-DE602585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0"/>
            <a:ext cx="19716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48" name="Rank 1：对端对应动作">
            <a:extLst xmlns:a="http://schemas.openxmlformats.org/drawingml/2006/main">
              <a:ext uri="{FF2B5EF4-FFF2-40B4-BE49-F238E27FC236}">
                <a16:creationId xmlns:a16="http://schemas.microsoft.com/office/drawing/2014/main" id="{5FB944E6-F88A-4F07-BFF6-055599B0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05727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Rank 1：对端对应动作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EAD192-3561-431A-8A50-15699D5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428750"/>
            <a:ext cx="2990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0" name="对端通知">
            <a:extLst xmlns:a="http://schemas.openxmlformats.org/drawingml/2006/main">
              <a:ext uri="{FF2B5EF4-FFF2-40B4-BE49-F238E27FC236}">
                <a16:creationId xmlns:a16="http://schemas.microsoft.com/office/drawing/2014/main" id="{8D9B1D32-ABD4-44AA-8561-97A7F16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95425"/>
            <a:ext cx="2819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</p:txBody>
      </p:sp>
      <p:sp>
        <p:nvSpPr>
          <p:cNvPr id="51" name="接收区就绪 ACK">
            <a:extLst xmlns:a="http://schemas.openxmlformats.org/drawingml/2006/main">
              <a:ext uri="{FF2B5EF4-FFF2-40B4-BE49-F238E27FC236}">
                <a16:creationId xmlns:a16="http://schemas.microsoft.com/office/drawing/2014/main" id="{6A12A56D-77FE-40D8-8BFE-196B5437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66875"/>
            <a:ext cx="2819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接收区就绪 ACK</a:t>
            </a:r>
          </a:p>
        </p:txBody>
      </p:sp>
      <p:sp>
        <p:nvSpPr>
          <p:cNvPr id="52" name="允许 Rank 0 向自己写数据">
            <a:extLst xmlns:a="http://schemas.openxmlformats.org/drawingml/2006/main">
              <a:ext uri="{FF2B5EF4-FFF2-40B4-BE49-F238E27FC236}">
                <a16:creationId xmlns:a16="http://schemas.microsoft.com/office/drawing/2014/main" id="{9AF1213E-77A7-47B9-A084-EE35C24C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9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允许 Rank 0 向自己写数据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886FB2-1E9B-4703-A7B6-8AEAB726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05125"/>
            <a:ext cx="29908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4" name="对端通知">
            <a:extLst xmlns:a="http://schemas.openxmlformats.org/drawingml/2006/main">
              <a:ext uri="{FF2B5EF4-FFF2-40B4-BE49-F238E27FC236}">
                <a16:creationId xmlns:a16="http://schemas.microsoft.com/office/drawing/2014/main" id="{DAAFFD89-BA68-4C35-9517-503F8035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819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</p:txBody>
      </p:sp>
      <p:sp>
        <p:nvSpPr>
          <p:cNvPr id="55" name="DATA_SIGNAL">
            <a:extLst xmlns:a="http://schemas.openxmlformats.org/drawingml/2006/main">
              <a:ext uri="{FF2B5EF4-FFF2-40B4-BE49-F238E27FC236}">
                <a16:creationId xmlns:a16="http://schemas.microsoft.com/office/drawing/2014/main" id="{9DA44EB7-7691-44A0-A9CA-4024288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2819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DATA_SIGNAL</a:t>
            </a:r>
          </a:p>
        </p:txBody>
      </p:sp>
      <p:sp>
        <p:nvSpPr>
          <p:cNvPr id="56" name="[10,11] 已写向 Rank 0&#10;通知这批反向数据阶段完成">
            <a:extLst xmlns:a="http://schemas.openxmlformats.org/drawingml/2006/main">
              <a:ext uri="{FF2B5EF4-FFF2-40B4-BE49-F238E27FC236}">
                <a16:creationId xmlns:a16="http://schemas.microsoft.com/office/drawing/2014/main" id="{E1F212BB-65AF-40A0-BE31-D95B7EFF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43275"/>
            <a:ext cx="2819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[10,11] 已写向 Rank 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通知这批反向数据阶段完成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A4E0B3-4373-4D3F-8A4D-6AA649D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524375"/>
            <a:ext cx="29908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8" name="远端用户字节的落点">
            <a:extLst xmlns:a="http://schemas.openxmlformats.org/drawingml/2006/main">
              <a:ext uri="{FF2B5EF4-FFF2-40B4-BE49-F238E27FC236}">
                <a16:creationId xmlns:a16="http://schemas.microsoft.com/office/drawing/2014/main" id="{7E6430EE-5FDB-4ECB-B770-DB6DC064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91050"/>
            <a:ext cx="2819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远端用户字节的落点</a:t>
            </a:r>
          </a:p>
        </p:txBody>
      </p:sp>
      <p:sp>
        <p:nvSpPr>
          <p:cNvPr id="59" name="Rank 1 CCL Buffer">
            <a:extLst xmlns:a="http://schemas.openxmlformats.org/drawingml/2006/main">
              <a:ext uri="{FF2B5EF4-FFF2-40B4-BE49-F238E27FC236}">
                <a16:creationId xmlns:a16="http://schemas.microsoft.com/office/drawing/2014/main" id="{1EFEB6F9-E368-4570-B714-DBD86D3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62500"/>
            <a:ext cx="2819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 Buffer</a:t>
            </a:r>
          </a:p>
        </p:txBody>
      </p:sp>
      <p:sp>
        <p:nvSpPr>
          <p:cNvPr id="60" name="接收 Rank 0 发来的 [2,3]">
            <a:extLst xmlns:a="http://schemas.openxmlformats.org/drawingml/2006/main">
              <a:ext uri="{FF2B5EF4-FFF2-40B4-BE49-F238E27FC236}">
                <a16:creationId xmlns:a16="http://schemas.microsoft.com/office/drawing/2014/main" id="{2B365D1A-EC29-4929-87DA-0E1B797A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62525"/>
            <a:ext cx="2819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接收 Rank 0 发来的 [2,3]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61CB53-3A15-4737-8C37-9B6FC9F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BC7F3B9-FD96-4CF0-A43B-88A91A4F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8306753" y="1857852"/>
            <a:ext cx="4276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0C482E-D91D-4F22-99F3-44222FA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301670-B12D-429D-8A9D-EEC80D62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8306277" y="1858328"/>
            <a:ext cx="0" cy="8277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D32B97-99F2-43B5-AC8B-9D65BFE3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008E02-4F08-45D7-9E97-FA626F92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4115753" y="2686527"/>
            <a:ext cx="41900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8C80BB-E1CC-41EC-A064-54B1E101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788DFA-3C86-489B-A29F-358D24E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4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4115277" y="2687003"/>
            <a:ext cx="0" cy="73723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B14E07-1084-4D1D-A6C2-C9EEF1E6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24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BD6ABF1-7AA2-4828-8196-80D9A9F0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24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3953828" y="3424715"/>
            <a:ext cx="1609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8702D1-6A20-44F7-82CD-912929BF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24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2ACB47-93FC-43E6-898E-378C5517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424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7782878" y="3424715"/>
            <a:ext cx="9515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11546A-0835-435B-B88F-70B60E2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518F3E-3442-4240-98D7-C8A7A06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2210277" y="556355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ABB572-9E8E-4F56-8B1F-8C352B9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EF8D87-5B44-4048-9EBB-214AFFDE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2210753" y="5801202"/>
            <a:ext cx="80190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CD46E01-974A-4199-8C3B-8453D16B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A1365F-5C35-421C-A1EE-0C9CF289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56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85" idx="0"/>
            <a:endCxn xmlns:a="http://schemas.openxmlformats.org/drawingml/2006/main" id="86" idx="2"/>
          </p:cNvCxnSpPr>
          <p:nvPr/>
        </p:nvCxnSpPr>
        <p:spPr>
          <a:xfrm xmlns:a="http://schemas.openxmlformats.org/drawingml/2006/main" flipV="1">
            <a:off x="10230327" y="556355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850639-E549-4041-BB50-3F391072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29275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9" name="HcommWriteOnThread 的数据方向">
            <a:extLst xmlns:a="http://schemas.openxmlformats.org/drawingml/2006/main">
              <a:ext uri="{FF2B5EF4-FFF2-40B4-BE49-F238E27FC236}">
                <a16:creationId xmlns:a16="http://schemas.microsoft.com/office/drawing/2014/main" id="{6B2BEAB2-BB09-48C1-98C4-DA57DDD1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56292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 的数据方向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7BD65A-4951-40A3-A9EA-8D7A5C44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72200"/>
            <a:ext cx="1162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Wait 等待远端通知。PostCopy 位于 SendRecvWrite 外部，等接收完成后才拷贝到用户输出。">
            <a:extLst xmlns:a="http://schemas.openxmlformats.org/drawingml/2006/main">
              <a:ext uri="{FF2B5EF4-FFF2-40B4-BE49-F238E27FC236}">
                <a16:creationId xmlns:a16="http://schemas.microsoft.com/office/drawing/2014/main" id="{68265073-4AF6-4184-8A6F-236510C4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等待远端通知。PostCopy 位于 SendRecvWrite 外部，等接收完成后才拷贝到用户输出。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5949850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用户字节路径与 HcommWriteOnThread 内部调用">
            <a:extLst xmlns:a="http://schemas.openxmlformats.org/drawingml/2006/main">
              <a:ext uri="{FF2B5EF4-FFF2-40B4-BE49-F238E27FC236}">
                <a16:creationId xmlns:a16="http://schemas.microsoft.com/office/drawing/2014/main" id="{549B789F-C040-40CD-B143-0A1DD53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 HcommWriteOnThread 内部调用</a:t>
            </a:r>
          </a:p>
        </p:txBody>
      </p:sp>
      <p:sp>
        <p:nvSpPr>
          <p:cNvPr id="2" name="R0 发给 R1 的 [2,3] 先落到 R1 CCL，再由接收端复制到 R1 用户输出。">
            <a:extLst xmlns:a="http://schemas.openxmlformats.org/drawingml/2006/main">
              <a:ext uri="{FF2B5EF4-FFF2-40B4-BE49-F238E27FC236}">
                <a16:creationId xmlns:a16="http://schemas.microsoft.com/office/drawing/2014/main" id="{59F29DF1-1D9E-4233-84FD-8C3536C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R0 发给 R1 的 [2,3] 先落到 R1 CCL，再由接收端复制到 R1 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2C7358F1-F8C4-4B3C-96CA-DB691210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12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34B45-B079-448B-885C-0E21084C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9C840-1366-4D9B-ACCC-F06E681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62F31741-0192-4145-9E76-FA1E1D89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578931B5-45B3-4613-BE3B-6230145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D0833-9FFA-4CA0-A587-700FBC69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343025"/>
            <a:ext cx="28670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用户输入">
            <a:extLst xmlns:a="http://schemas.openxmlformats.org/drawingml/2006/main">
              <a:ext uri="{FF2B5EF4-FFF2-40B4-BE49-F238E27FC236}">
                <a16:creationId xmlns:a16="http://schemas.microsoft.com/office/drawing/2014/main" id="{36674D86-5D2B-469C-A5A8-4F5E764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26955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用户输入</a:t>
            </a:r>
          </a:p>
        </p:txBody>
      </p:sp>
      <p:sp>
        <p:nvSpPr>
          <p:cNvPr id="11" name="Rank 0 sendBuf">
            <a:extLst xmlns:a="http://schemas.openxmlformats.org/drawingml/2006/main">
              <a:ext uri="{FF2B5EF4-FFF2-40B4-BE49-F238E27FC236}">
                <a16:creationId xmlns:a16="http://schemas.microsoft.com/office/drawing/2014/main" id="{742755E5-69D6-44A4-AFC4-8564861B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81150"/>
            <a:ext cx="2695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</a:t>
            </a:r>
          </a:p>
        </p:txBody>
      </p:sp>
      <p:sp>
        <p:nvSpPr>
          <p:cNvPr id="12" name="[0,1]  [2,3]  [4,5]  [6,7]&#10;本次源地址：sendBuf[2]">
            <a:extLst xmlns:a="http://schemas.openxmlformats.org/drawingml/2006/main">
              <a:ext uri="{FF2B5EF4-FFF2-40B4-BE49-F238E27FC236}">
                <a16:creationId xmlns:a16="http://schemas.microsoft.com/office/drawing/2014/main" id="{972A50AA-F549-433C-954F-30EB695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0225"/>
            <a:ext cx="2695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[0,1]  [2,3]  [4,5]  [6,7]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本次源地址：sendBuf[2]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6393C-0BAD-4E65-87DC-1D60155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43025"/>
            <a:ext cx="29241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4" name="通信中转">
            <a:extLst xmlns:a="http://schemas.openxmlformats.org/drawingml/2006/main">
              <a:ext uri="{FF2B5EF4-FFF2-40B4-BE49-F238E27FC236}">
                <a16:creationId xmlns:a16="http://schemas.microsoft.com/office/drawing/2014/main" id="{2A016006-3F2D-4964-B579-F9C7AB06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409700"/>
            <a:ext cx="2752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通信中转</a:t>
            </a:r>
          </a:p>
        </p:txBody>
      </p:sp>
      <p:sp>
        <p:nvSpPr>
          <p:cNvPr id="15" name="Rank 1 CCL">
            <a:extLst xmlns:a="http://schemas.openxmlformats.org/drawingml/2006/main">
              <a:ext uri="{FF2B5EF4-FFF2-40B4-BE49-F238E27FC236}">
                <a16:creationId xmlns:a16="http://schemas.microsoft.com/office/drawing/2014/main" id="{8F191B82-E4FA-48E0-8528-59F83AC0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581150"/>
            <a:ext cx="27527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6" name="本次接收 [2,3]，共 8 字节&#10;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3FECAF1D-67CF-45E7-80F1-D5EB1FFF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00225"/>
            <a:ext cx="2752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本次接收 [2,3]，共 8 字节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BBC96-5271-4536-8A43-052AD75D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43025"/>
            <a:ext cx="2876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8" name="用户输出">
            <a:extLst xmlns:a="http://schemas.openxmlformats.org/drawingml/2006/main">
              <a:ext uri="{FF2B5EF4-FFF2-40B4-BE49-F238E27FC236}">
                <a16:creationId xmlns:a16="http://schemas.microsoft.com/office/drawing/2014/main" id="{F2CD1880-7660-415E-A0C2-AAA04731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2705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用户输出</a:t>
            </a:r>
          </a:p>
        </p:txBody>
      </p:sp>
      <p:sp>
        <p:nvSpPr>
          <p:cNvPr id="19" name="Rank 1 recvBuf">
            <a:extLst xmlns:a="http://schemas.openxmlformats.org/drawingml/2006/main">
              <a:ext uri="{FF2B5EF4-FFF2-40B4-BE49-F238E27FC236}">
                <a16:creationId xmlns:a16="http://schemas.microsoft.com/office/drawing/2014/main" id="{FE0F716A-EDFF-4B79-9F7A-AE66FFD1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81150"/>
            <a:ext cx="2705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</a:t>
            </a:r>
          </a:p>
        </p:txBody>
      </p:sp>
      <p:sp>
        <p:nvSpPr>
          <p:cNvPr id="20" name="把 [2,3] 放到来源 Rank 0 的位置&#10;本次目的地址：recvBuf[0]">
            <a:extLst xmlns:a="http://schemas.openxmlformats.org/drawingml/2006/main">
              <a:ext uri="{FF2B5EF4-FFF2-40B4-BE49-F238E27FC236}">
                <a16:creationId xmlns:a16="http://schemas.microsoft.com/office/drawing/2014/main" id="{72B5C276-8632-4317-B1F9-237EBC5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022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把 [2,3] 放到来源 Rank 0 的位置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本次目的地址：recvBuf[0]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D3F47-B726-4431-9908-DC8F4CCF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E1CAC-C2B1-4DFE-B174-ECDB33F2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172778" y="1819752"/>
            <a:ext cx="1380172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D47C-CF8F-4295-8EBC-A0B2B35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543050"/>
            <a:ext cx="638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5" name="Write">
            <a:extLst xmlns:a="http://schemas.openxmlformats.org/drawingml/2006/main">
              <a:ext uri="{FF2B5EF4-FFF2-40B4-BE49-F238E27FC236}">
                <a16:creationId xmlns:a16="http://schemas.microsoft.com/office/drawing/2014/main" id="{29D9BF39-D579-4541-A528-ADC2EEB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43050"/>
            <a:ext cx="581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6A311-A156-47BD-BEE1-3B956326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C0954-9B0D-46A2-93D7-FB6D8E6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19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478078" y="1819752"/>
            <a:ext cx="1532572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2F8BC3-099A-4CDC-96A0-451C69F3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430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30" name="LocalCopy">
            <a:extLst xmlns:a="http://schemas.openxmlformats.org/drawingml/2006/main">
              <a:ext uri="{FF2B5EF4-FFF2-40B4-BE49-F238E27FC236}">
                <a16:creationId xmlns:a16="http://schemas.microsoft.com/office/drawing/2014/main" id="{A13A36C7-2B9A-4555-80C7-D4AA17D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543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LocalCopy</a:t>
            </a:r>
          </a:p>
        </p:txBody>
      </p:sp>
      <p:sp>
        <p:nvSpPr>
          <p:cNvPr id="31" name="BuildDataSlices 根据用户 Buffer、CCL 槽位和分片长度生成 src / dst / len。以上下标单位为元素。">
            <a:extLst xmlns:a="http://schemas.openxmlformats.org/drawingml/2006/main">
              <a:ext uri="{FF2B5EF4-FFF2-40B4-BE49-F238E27FC236}">
                <a16:creationId xmlns:a16="http://schemas.microsoft.com/office/drawing/2014/main" id="{04A10C55-AE2A-412C-8D63-DF47AEA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476500"/>
            <a:ext cx="11572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BuildDataSlices 根据用户 Buffer、CCL 槽位和分片长度生成 src / dst / len。以上下标单位为元素。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FB0062-7B90-4EC9-8131-EC8D3351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76575"/>
            <a:ext cx="11582400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3D2F14-7CD8-4C51-8004-C20B388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6972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34" name="HcommWriteOnThread：Ascend 950 适配路径 / HCOMM 数据面内部">
            <a:extLst xmlns:a="http://schemas.openxmlformats.org/drawingml/2006/main">
              <a:ext uri="{FF2B5EF4-FFF2-40B4-BE49-F238E27FC236}">
                <a16:creationId xmlns:a16="http://schemas.microsoft.com/office/drawing/2014/main" id="{D2397C96-4779-4EA6-9083-DA15B48C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HcommWriteOnThread：Ascend 950 适配路径 / HCOMM 数据面内部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BC20C-1931-4F33-A363-2764150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400425"/>
            <a:ext cx="32385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6" name="C 接口适配">
            <a:extLst xmlns:a="http://schemas.openxmlformats.org/drawingml/2006/main">
              <a:ext uri="{FF2B5EF4-FFF2-40B4-BE49-F238E27FC236}">
                <a16:creationId xmlns:a16="http://schemas.microsoft.com/office/drawing/2014/main" id="{5479B48F-670F-444C-9451-D1BEFF9F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3067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 接口适配</a:t>
            </a:r>
          </a:p>
        </p:txBody>
      </p:sp>
      <p:sp>
        <p:nvSpPr>
          <p:cNvPr id="37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4B19E11C-0772-4725-ADEE-6B0BBB5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38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3618E3CE-9CFE-40FE-AAAD-DD8BC5E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3067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BAB604-38F6-4C99-BFDE-5791D2DE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0425"/>
            <a:ext cx="3295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0" name="批处理管理">
            <a:extLst xmlns:a="http://schemas.openxmlformats.org/drawingml/2006/main">
              <a:ext uri="{FF2B5EF4-FFF2-40B4-BE49-F238E27FC236}">
                <a16:creationId xmlns:a16="http://schemas.microsoft.com/office/drawing/2014/main" id="{04ECD46A-56C0-451C-96F2-C6E47E3C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67100"/>
            <a:ext cx="3124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批处理管理</a:t>
            </a:r>
          </a:p>
        </p:txBody>
      </p:sp>
      <p:sp>
        <p:nvSpPr>
          <p:cNvPr id="41" name="AddThread">
            <a:extLst xmlns:a="http://schemas.openxmlformats.org/drawingml/2006/main">
              <a:ext uri="{FF2B5EF4-FFF2-40B4-BE49-F238E27FC236}">
                <a16:creationId xmlns:a16="http://schemas.microsoft.com/office/drawing/2014/main" id="{D41B367E-5D4F-4165-A07E-BAF36977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3124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42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395E17D9-C110-4E7F-B35F-F664A9FF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38575"/>
            <a:ext cx="3124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DC4B86-0C0F-4EC6-9780-EE5B9D3A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00425"/>
            <a:ext cx="32575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44" name="Thread 内部">
            <a:extLst xmlns:a="http://schemas.openxmlformats.org/drawingml/2006/main">
              <a:ext uri="{FF2B5EF4-FFF2-40B4-BE49-F238E27FC236}">
                <a16:creationId xmlns:a16="http://schemas.microsoft.com/office/drawing/2014/main" id="{9B8A7401-5842-4D85-B42C-7FF556EE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3086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Thread 内部</a:t>
            </a:r>
          </a:p>
        </p:txBody>
      </p:sp>
      <p:sp>
        <p:nvSpPr>
          <p:cNvPr id="45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47A2016A-26B2-42B8-80BB-4F396366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46" name="取得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738E1046-D059-4AB2-A862-828CC0F6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38575"/>
            <a:ext cx="3086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取得 950 的轻量任务流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319974-6306-428E-8C78-E1748C70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43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0A3382-E17B-4631-9698-7AF900EC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43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3706178" y="3843815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914D90-7131-4C73-80DF-8E597F6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3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4AE408-FE25-40E8-9B62-F94015B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43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7735253" y="3843815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9F53A6-69F9-45CE-A6FE-73FFA61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91075"/>
            <a:ext cx="32575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4" name="BaseTransportLiteImpl">
            <a:extLst xmlns:a="http://schemas.openxmlformats.org/drawingml/2006/main">
              <a:ext uri="{FF2B5EF4-FFF2-40B4-BE49-F238E27FC236}">
                <a16:creationId xmlns:a16="http://schemas.microsoft.com/office/drawing/2014/main" id="{9A4F7706-BF02-4A50-A79B-EF68079B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57750"/>
            <a:ext cx="3086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BaseTransportLiteImpl</a:t>
            </a:r>
          </a:p>
        </p:txBody>
      </p:sp>
      <p:sp>
        <p:nvSpPr>
          <p:cNvPr id="55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E2EFF68-F800-4FD5-97A7-6BF27AB5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56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00373A9A-260F-4739-975F-06CA511D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29225"/>
            <a:ext cx="3086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6EAF7B-1948-4EF2-8F35-43A9548C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91075"/>
            <a:ext cx="3295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8" name="传输内部">
            <a:extLst xmlns:a="http://schemas.openxmlformats.org/drawingml/2006/main">
              <a:ext uri="{FF2B5EF4-FFF2-40B4-BE49-F238E27FC236}">
                <a16:creationId xmlns:a16="http://schemas.microsoft.com/office/drawing/2014/main" id="{790E6121-E027-417B-8A86-9DC2DDC1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124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传输内部</a:t>
            </a:r>
          </a:p>
        </p:txBody>
      </p:sp>
      <p:sp>
        <p:nvSpPr>
          <p:cNvPr id="59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C15B3FA-6066-473D-BFB0-BC1F356F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29200"/>
            <a:ext cx="31242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0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0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60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6BA8954D-6B36-47DA-9822-8D8B0C85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23510"/>
            <a:ext cx="31242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2A80B7-136F-45F3-89A1-3924661F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91075"/>
            <a:ext cx="32385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62" name="更深层随 UB 等协议变化">
            <a:extLst xmlns:a="http://schemas.openxmlformats.org/drawingml/2006/main">
              <a:ext uri="{FF2B5EF4-FFF2-40B4-BE49-F238E27FC236}">
                <a16:creationId xmlns:a16="http://schemas.microsoft.com/office/drawing/2014/main" id="{B159E475-286B-41BA-9C56-BD47A598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3067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更深层随 UB 等协议变化</a:t>
            </a:r>
          </a:p>
        </p:txBody>
      </p:sp>
      <p:sp>
        <p:nvSpPr>
          <p:cNvPr id="63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D4132473-935E-4E38-99F6-A6994FE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64" name="生成对应协议的传输任务">
            <a:extLst xmlns:a="http://schemas.openxmlformats.org/drawingml/2006/main">
              <a:ext uri="{FF2B5EF4-FFF2-40B4-BE49-F238E27FC236}">
                <a16:creationId xmlns:a16="http://schemas.microsoft.com/office/drawing/2014/main" id="{998A7231-B852-41DC-AC79-212AFF5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29225"/>
            <a:ext cx="3067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生成对应协议的传输任务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7E1DC5-FB76-4024-81FD-6C3E85B4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86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57D724-8361-41CA-9408-FC84553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91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10096977" y="4287203"/>
            <a:ext cx="0" cy="503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A4D8D7-42BE-4614-8DD6-F44AB16C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33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3DE152-1412-499A-B0E3-24F2DB4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33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68" idx="1"/>
            <a:endCxn xmlns:a="http://schemas.openxmlformats.org/drawingml/2006/main" id="69" idx="3"/>
          </p:cNvCxnSpPr>
          <p:nvPr/>
        </p:nvCxnSpPr>
        <p:spPr>
          <a:xfrm xmlns:a="http://schemas.openxmlformats.org/drawingml/2006/main" flipH="1">
            <a:off x="7735253" y="5234465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01F31D-A60B-4D26-A176-8D23A984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33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810D9A-2244-4651-9F34-AA7C117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2339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71" idx="1"/>
            <a:endCxn xmlns:a="http://schemas.openxmlformats.org/drawingml/2006/main" id="72" idx="3"/>
          </p:cNvCxnSpPr>
          <p:nvPr/>
        </p:nvCxnSpPr>
        <p:spPr>
          <a:xfrm xmlns:a="http://schemas.openxmlformats.org/drawingml/2006/main" flipH="1">
            <a:off x="3706178" y="5234465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DDF42C-AE2F-4FBE-89DD-9BDA2219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172200"/>
            <a:ext cx="11620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接收端 HcommLocalCopyOnThread 调 Thread::LocalCopy，处理自分片和接收后的本地拷贝。">
            <a:extLst xmlns:a="http://schemas.openxmlformats.org/drawingml/2006/main">
              <a:ext uri="{FF2B5EF4-FFF2-40B4-BE49-F238E27FC236}">
                <a16:creationId xmlns:a16="http://schemas.microsoft.com/office/drawing/2014/main" id="{0700E0E9-863E-425F-8A10-73EA64C2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0077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接收端 HcommLocalCopyOnThread 调 Thread::LocalCopy，处理自分片和接收后的本地拷贝。</a:t>
            </a:r>
          </a:p>
        </p:txBody>
      </p:sp>
    </p:spTree>
    <p:extLst>
      <p:ext uri="{BB962C8B-B14F-4D97-AF65-F5344CB8AC3E}">
        <p14:creationId xmlns:p14="http://schemas.microsoft.com/office/powerpoint/2010/main" val="3848486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通信完成与用户流继续执行">
            <a:extLst xmlns:a="http://schemas.openxmlformats.org/drawingml/2006/main">
              <a:ext uri="{FF2B5EF4-FFF2-40B4-BE49-F238E27FC236}">
                <a16:creationId xmlns:a16="http://schemas.microsoft.com/office/drawing/2014/main" id="{28FD8905-35E6-4C22-8E22-0C6E6E33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52400"/>
            <a:ext cx="11601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通信完成与用户流继续执行</a:t>
            </a:r>
          </a:p>
        </p:txBody>
      </p:sp>
      <p:sp>
        <p:nvSpPr>
          <p:cNvPr id="2" name="最终完成通知排在全部数据块与主从汇合之后。用户流上的 Wait 早在 Host 发射后已经排入。">
            <a:extLst xmlns:a="http://schemas.openxmlformats.org/drawingml/2006/main">
              <a:ext uri="{FF2B5EF4-FFF2-40B4-BE49-F238E27FC236}">
                <a16:creationId xmlns:a16="http://schemas.microsoft.com/office/drawing/2014/main" id="{25C79B20-057C-4B02-80EB-BE36363A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最终完成通知排在全部数据块与主从汇合之后。用户流上的 Wait 早在 Host 发射后已经排入。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05F28696-F214-4F94-94C0-28C7C37C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9600"/>
            <a:ext cx="600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749E0-D958-4B3B-95D9-DCE8AA4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98123-24E9-490F-9FD0-04A1B72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普通 Mesh Write　资源未命中、Task Cache 关闭　源码静态分析">
            <a:extLst xmlns:a="http://schemas.openxmlformats.org/drawingml/2006/main">
              <a:ext uri="{FF2B5EF4-FFF2-40B4-BE49-F238E27FC236}">
                <a16:creationId xmlns:a16="http://schemas.microsoft.com/office/drawing/2014/main" id="{1B5A2AF3-451F-4050-8112-EA1EA11F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19875"/>
            <a:ext cx="914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源码静态分析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F94BB79-F469-42C8-A990-14776AD2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98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65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0EB61-6250-439A-94EC-B0CAC4AF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90625"/>
            <a:ext cx="75628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C7D2F-614D-4580-BA0B-99D30D35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6400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" name="当前块收尾：HCCL PostSyncInterThreads（有从 Thread 时）">
            <a:extLst xmlns:a="http://schemas.openxmlformats.org/drawingml/2006/main">
              <a:ext uri="{FF2B5EF4-FFF2-40B4-BE49-F238E27FC236}">
                <a16:creationId xmlns:a16="http://schemas.microsoft.com/office/drawing/2014/main" id="{4FFD72E7-8CC7-43B1-9337-73395AE4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725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当前块收尾：HCCL PostSyncInterThreads（有从 Thread 时）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D4AF4-A3A3-43B8-8B64-A41C398E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71625"/>
            <a:ext cx="32956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3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A54EB0BC-3244-496B-BD45-C254AB9E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124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1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2D2CED87-4FD4-49B7-A781-99DA0D79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124200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5" name="主 Thread 排入汇合等待&#10;等待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E319C34-5C0F-4E24-B914-4E588A6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95488"/>
            <a:ext cx="3124200" cy="709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主 Thread 排入汇合等待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等待参与的从 Thread 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BC309-6DAC-4451-9478-184EBD9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34004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17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C1DA3BA4-AA16-46B9-A8FC-23F2002C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18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DE763FA8-CF9B-4F9B-853F-A7E327E8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22897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19" name="从 Thread 的通信、后拷贝之后&#10;向主 Thread 发送完成通知">
            <a:extLst xmlns:a="http://schemas.openxmlformats.org/drawingml/2006/main">
              <a:ext uri="{FF2B5EF4-FFF2-40B4-BE49-F238E27FC236}">
                <a16:creationId xmlns:a16="http://schemas.microsoft.com/office/drawing/2014/main" id="{6A4CBCB6-7E1B-4603-B557-1EE00207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4535"/>
            <a:ext cx="3228975" cy="710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从 Thread 的通信、后拷贝之后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向主 Thread 发送完成通知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30F2C-406A-433F-913C-77B5C12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0392D-B0F2-4DF8-B61C-BC8FC3C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763328" y="2191227"/>
            <a:ext cx="5324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4B0839-D94A-4E2E-9198-C2879694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571625"/>
            <a:ext cx="2476500" cy="10382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620">
            <a:solidFill>
              <a:srgbClr val="92968F"/>
            </a:solidFill>
          </a:ln>
        </p:spPr>
      </p:sp>
      <p:sp>
        <p:nvSpPr>
          <p:cNvPr id="24" name="还有下一块？">
            <a:extLst xmlns:a="http://schemas.openxmlformats.org/drawingml/2006/main">
              <a:ext uri="{FF2B5EF4-FFF2-40B4-BE49-F238E27FC236}">
                <a16:creationId xmlns:a16="http://schemas.microsoft.com/office/drawing/2014/main" id="{F9E35888-2214-4458-A5DB-0CC126B5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80" y="1800035"/>
            <a:ext cx="1634490" cy="571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还有下一块？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85644-E13D-4371-8BEB-522B1F8C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A7CB4-7001-4D52-AFFE-8307E39C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24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868603" y="2124552"/>
            <a:ext cx="7705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C783F-018C-4698-A031-82BFC6A8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1228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9" name="当前块汇合">
            <a:extLst xmlns:a="http://schemas.openxmlformats.org/drawingml/2006/main">
              <a:ext uri="{FF2B5EF4-FFF2-40B4-BE49-F238E27FC236}">
                <a16:creationId xmlns:a16="http://schemas.microsoft.com/office/drawing/2014/main" id="{17B22F52-EB35-4611-9083-20396C0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809750"/>
            <a:ext cx="1171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当前块汇合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9233A-0BD5-4E7D-AFF3-FCBC2ECC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38525"/>
            <a:ext cx="32099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31" name="HCCL AICPU">
            <a:extLst xmlns:a="http://schemas.openxmlformats.org/drawingml/2006/main">
              <a:ext uri="{FF2B5EF4-FFF2-40B4-BE49-F238E27FC236}">
                <a16:creationId xmlns:a16="http://schemas.microsoft.com/office/drawing/2014/main" id="{C07F8C6F-81AB-4968-8E8C-F0BA49EF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05200"/>
            <a:ext cx="3038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32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CE379A7D-5CA5-47A6-919B-32C7D8C4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76650"/>
            <a:ext cx="3038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33" name="继续生成下一数据块的通信任务">
            <a:extLst xmlns:a="http://schemas.openxmlformats.org/drawingml/2006/main">
              <a:ext uri="{FF2B5EF4-FFF2-40B4-BE49-F238E27FC236}">
                <a16:creationId xmlns:a16="http://schemas.microsoft.com/office/drawing/2014/main" id="{1ECB59CD-7EFC-466F-ACD4-E654F38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76675"/>
            <a:ext cx="3038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继续生成下一数据块的通信任务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A026AD-9A62-46D5-B9AF-DAB1C3B3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09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A6AE9-1316-4CF8-9379-FCAB65FF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877902" y="2610803"/>
            <a:ext cx="395288" cy="8277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76771E-51EF-419F-B9BF-BDAC65A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09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38" name="有">
            <a:extLst xmlns:a="http://schemas.openxmlformats.org/drawingml/2006/main">
              <a:ext uri="{FF2B5EF4-FFF2-40B4-BE49-F238E27FC236}">
                <a16:creationId xmlns:a16="http://schemas.microsoft.com/office/drawing/2014/main" id="{F5292AE6-6692-4134-AAD4-EB8CFDFB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098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E65B05-E93A-4C55-BE9F-A1FD2891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C49E75-12C4-44D0-89F9-96A92490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10273190" y="4230053"/>
            <a:ext cx="0" cy="2752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609E1A-05D1-4CFF-831D-EBCD922F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FD724A-439A-4AD1-B6EB-B6F2A00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42" idx="1"/>
            <a:endCxn xmlns:a="http://schemas.openxmlformats.org/drawingml/2006/main" id="43" idx="3"/>
          </p:cNvCxnSpPr>
          <p:nvPr/>
        </p:nvCxnSpPr>
        <p:spPr>
          <a:xfrm xmlns:a="http://schemas.openxmlformats.org/drawingml/2006/main" flipH="1">
            <a:off x="8230553" y="4505802"/>
            <a:ext cx="204216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16940B-DB45-4474-AFA9-20881791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F61A03-2F09-469D-877F-E00908A6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5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45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8230077" y="1058228"/>
            <a:ext cx="0" cy="34470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A43EAB-5755-4A4E-B9C4-3D42A5F4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5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73B963-A33E-4B45-BB60-47B8E6A1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05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48" idx="1"/>
            <a:endCxn xmlns:a="http://schemas.openxmlformats.org/drawingml/2006/main" id="49" idx="3"/>
          </p:cNvCxnSpPr>
          <p:nvPr/>
        </p:nvCxnSpPr>
        <p:spPr>
          <a:xfrm xmlns:a="http://schemas.openxmlformats.org/drawingml/2006/main" flipH="1">
            <a:off x="4068128" y="1057752"/>
            <a:ext cx="4161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CFCC47-5831-4AA4-BA75-5077ED4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05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CF9DCA-9BA9-4EE5-A1D0-E5736603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4067652" y="10582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595E59"/>
            </a:solidFill>
            <a:prstDash val="dash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B27902-BFC2-4C8B-96BF-7DE0B495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57575"/>
            <a:ext cx="35147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55" name="HCOMM 数据面 / 同步">
            <a:extLst xmlns:a="http://schemas.openxmlformats.org/drawingml/2006/main">
              <a:ext uri="{FF2B5EF4-FFF2-40B4-BE49-F238E27FC236}">
                <a16:creationId xmlns:a16="http://schemas.microsoft.com/office/drawing/2014/main" id="{6A5123DA-957F-4662-B243-0A2A14F4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3343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数据面 / 同步</a:t>
            </a:r>
          </a:p>
        </p:txBody>
      </p:sp>
      <p:sp>
        <p:nvSpPr>
          <p:cNvPr id="56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BF53A1D-0922-4BA5-A4F4-22F3DF74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95700"/>
            <a:ext cx="3343275" cy="147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7" name="设备主 Thread 排入算子完成通知&#10;目标：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8822297E-8565-4A30-9B91-501926E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81438"/>
            <a:ext cx="3343275" cy="652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设备主 Thread 排入算子完成通知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目标：导出后的用户 Thread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155724-412F-444F-9747-23813897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907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38E9FC-DFA0-4594-BFD3-E2A0CC6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07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8287703" y="2091215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5BE4D2-74AC-48F2-938F-E16FE2CB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07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C1493A-AA23-4BFD-9A9D-02C12619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8287227" y="2091691"/>
            <a:ext cx="0" cy="1137284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0177D19-58F8-46FD-8589-EB76F49A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CEA7ED-935B-4AA6-920F-014375BC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2063116" y="3229452"/>
            <a:ext cx="6223634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073AC8-0EE6-438D-A031-4B5A8433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2BB7A5-6E44-4A11-A9CD-26A549F6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3457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2062640" y="3229928"/>
            <a:ext cx="0" cy="2276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F11342-93C6-4E65-9916-97140844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71" name="无：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8D2DD5D5-2FD0-446A-80B4-0439FE8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4800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无：全部数据块已编排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CB0E78-2CF3-41EB-AA9B-0C247EFF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32575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73" name="用户 stream 中的 HCOMM 任务">
            <a:extLst xmlns:a="http://schemas.openxmlformats.org/drawingml/2006/main">
              <a:ext uri="{FF2B5EF4-FFF2-40B4-BE49-F238E27FC236}">
                <a16:creationId xmlns:a16="http://schemas.microsoft.com/office/drawing/2014/main" id="{3C74CE1F-8507-4514-989D-3763223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3086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 stream 中的 HCOMM 任务</a:t>
            </a:r>
          </a:p>
        </p:txBody>
      </p:sp>
      <p:sp>
        <p:nvSpPr>
          <p:cNvPr id="7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F4D7EE0-2BEC-4CAF-A198-3AE448FD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95700"/>
            <a:ext cx="3086100" cy="14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75" name="P8 已排在用户流&#10;等待设备的最终完成通知">
            <a:extLst xmlns:a="http://schemas.openxmlformats.org/drawingml/2006/main">
              <a:ext uri="{FF2B5EF4-FFF2-40B4-BE49-F238E27FC236}">
                <a16:creationId xmlns:a16="http://schemas.microsoft.com/office/drawing/2014/main" id="{DF4A80BB-69D7-4617-8D9D-D42B94F2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79533"/>
            <a:ext cx="3086100" cy="654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P8 已排在用户流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等待设备的最终完成通知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171429B-C9B2-4FCC-B7A4-9F085FA1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24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1FAD6F-CF32-4774-BBC8-3236B040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43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820478" y="4024790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7A37B03-3190-4544-A88A-9D56F972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95875"/>
            <a:ext cx="35147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80" name="HCCL AICPU 调 HCOMM">
            <a:extLst xmlns:a="http://schemas.openxmlformats.org/drawingml/2006/main">
              <a:ext uri="{FF2B5EF4-FFF2-40B4-BE49-F238E27FC236}">
                <a16:creationId xmlns:a16="http://schemas.microsoft.com/office/drawing/2014/main" id="{B9B5BF97-CF45-4103-A0BF-895B21DF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3343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 调 HCOMM</a:t>
            </a:r>
          </a:p>
        </p:txBody>
      </p:sp>
      <p:sp>
        <p:nvSpPr>
          <p:cNvPr id="81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E8770876-621E-4725-938F-96AB5DB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34000"/>
            <a:ext cx="33432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82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7FE89A31-EF9A-455E-B5BC-99342FF5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34025"/>
            <a:ext cx="334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4632F8-1F29-4D48-8425-6E639F83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95875"/>
            <a:ext cx="3257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84" name="HCCL AICPU 调 HCOMM">
            <a:extLst xmlns:a="http://schemas.openxmlformats.org/drawingml/2006/main">
              <a:ext uri="{FF2B5EF4-FFF2-40B4-BE49-F238E27FC236}">
                <a16:creationId xmlns:a16="http://schemas.microsoft.com/office/drawing/2014/main" id="{E66383DF-78DF-42D6-89C2-BBE07A1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62550"/>
            <a:ext cx="3086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AICPU 调 HCOMM</a:t>
            </a:r>
          </a:p>
        </p:txBody>
      </p:sp>
      <p:sp>
        <p:nvSpPr>
          <p:cNvPr id="85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5ADFCCAE-532A-4B0D-92DB-EBB59A6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340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6" name="退出域使用保护，资源可继续复用">
            <a:extLst xmlns:a="http://schemas.openxmlformats.org/drawingml/2006/main">
              <a:ext uri="{FF2B5EF4-FFF2-40B4-BE49-F238E27FC236}">
                <a16:creationId xmlns:a16="http://schemas.microsoft.com/office/drawing/2014/main" id="{6B583967-26A3-4428-9BC6-7CB18B6D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34025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退出域使用保护，资源可继续复用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E6BEE93-A893-4D04-9999-BED31F8F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FB664DF-BCBD-4BA2-A69B-5CD1F1FF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2062640" y="4592003"/>
            <a:ext cx="0" cy="5038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E5DF572-9113-4501-89FA-7E91B96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EB802B3-5B55-4820-854C-73AE3F01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3820478" y="5486877"/>
            <a:ext cx="6181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617E88C-B86F-407F-9984-B96ED3BF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32099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92968F"/>
            </a:solidFill>
          </a:ln>
        </p:spPr>
      </p:sp>
      <p:sp>
        <p:nvSpPr>
          <p:cNvPr id="94" name="完成依赖满足后的执行">
            <a:extLst xmlns:a="http://schemas.openxmlformats.org/drawingml/2006/main">
              <a:ext uri="{FF2B5EF4-FFF2-40B4-BE49-F238E27FC236}">
                <a16:creationId xmlns:a16="http://schemas.microsoft.com/office/drawing/2014/main" id="{725260BE-B804-4454-B873-18ACE47D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162550"/>
            <a:ext cx="3038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完成依赖满足后的执行</a:t>
            </a:r>
          </a:p>
        </p:txBody>
      </p:sp>
      <p:sp>
        <p:nvSpPr>
          <p:cNvPr id="95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7143B3C4-888B-4C88-AD62-A556EB4F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334000"/>
            <a:ext cx="30384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96" name="Wait 满足后可以使用 recvBuf">
            <a:extLst xmlns:a="http://schemas.openxmlformats.org/drawingml/2006/main">
              <a:ext uri="{FF2B5EF4-FFF2-40B4-BE49-F238E27FC236}">
                <a16:creationId xmlns:a16="http://schemas.microsoft.com/office/drawing/2014/main" id="{499B6648-F354-4742-8A2C-CA41B6D0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534025"/>
            <a:ext cx="3038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95E59"/>
                </a:solidFill>
                <a:latin typeface="PingFang SC"/>
                <a:ea typeface="PingFang SC"/>
                <a:cs typeface="PingFang SC"/>
              </a:rPr>
              <a:t>Wait 满足后可以使用 recvBuf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4B69611-D074-4210-9135-599FE128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591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A606241-B418-4C72-BEC2-F4978605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067902" y="45920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19B06F-9E15-4A97-8C9D-323E766E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79FBD1-B375-4A76-BD71-933AF13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068378" y="4829652"/>
            <a:ext cx="420433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4F48C34-AD1D-4CE1-9504-4CEAE5E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4829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EE782A1-8FC0-4889-81E2-6C1BFFA0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0273190" y="4830128"/>
            <a:ext cx="0" cy="2657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32120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2026-09-27T14:00:01.8350000Z</dcterms:created>
  <dcterms:modified xsi:type="dcterms:W3CDTF">2026-09-27T14:00:01.8350000Z</dcterms:modified>
</coreProperties>
</file>