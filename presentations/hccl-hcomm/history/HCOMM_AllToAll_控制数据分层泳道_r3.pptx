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b251471f084661" /><Relationship Type="http://schemas.openxmlformats.org/officeDocument/2006/relationships/extended-properties" Target="/docProps/app.xml" Id="R0c8e4e3d8e264714" /><Relationship Type="http://schemas.openxmlformats.org/officeDocument/2006/relationships/officeDocument" Target="/ppt/presentation.xml" Id="Reab79cd68b8546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14f792f758479f"/>
  </p:sldMasterIdLst>
  <p:notesMasterIdLst>
    <p:notesMasterId xmlns:r="http://schemas.openxmlformats.org/officeDocument/2006/relationships" r:id="R7e7da31647b94925"/>
  </p:notesMasterIdLst>
  <p:sldIdLst>
    <p:sldId xmlns:r="http://schemas.openxmlformats.org/officeDocument/2006/relationships" id="256" r:id="Rd256a1c001d54e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9c2839b271421c" /><Relationship Type="http://schemas.openxmlformats.org/officeDocument/2006/relationships/slideMaster" Target="/ppt/slideMasters/slideMaster1.xml" Id="R5b14f792f758479f" /><Relationship Type="http://schemas.openxmlformats.org/officeDocument/2006/relationships/notesMaster" Target="/ppt/notesMasters/notesMaster1.xml" Id="R7e7da31647b94925" /><Relationship Type="http://schemas.openxmlformats.org/officeDocument/2006/relationships/presProps" Target="/ppt/presProps.xml" Id="Ra34719f4424f4f35" /><Relationship Type="http://schemas.openxmlformats.org/officeDocument/2006/relationships/tableStyles" Target="/ppt/tableStyles.xml" Id="R7ffa1cde0f7c4bca" /><Relationship Type="http://schemas.openxmlformats.org/officeDocument/2006/relationships/slide" Target="/ppt/slides/slide1.xml" Id="Rd256a1c001d54e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fd7149075949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d7cb1870f045fb" /><Relationship Type="http://schemas.openxmlformats.org/officeDocument/2006/relationships/notesMaster" Target="/ppt/notesMasters/notesMaster1.xml" Id="R11b70c394bf54e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本版采用六条水平泳道：上层调用方、HCCL Host、HCOMM控制面、ACL Runtime、HCCL AICPU、HCOMM数据面。沿阶段①至⑤和有向连线读，上下只表示归属。框内函数是该局部流程的调用展开，并非所有同高度文字同时执行。HCOMM数据面可能由Host调用，不能按调用CPU位置把Notify API归入控制面。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SCL未被当作已确认源码模块，此处按前文HCCL理解。上层调用方仍以泛称标识，不假设具体框架或测试工具实现。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正常路径与源码基线沿用原分析：Ascend950、AICPU_TS、OPBASE、普通Mesh Write、普通内存、非零数据、资源未命中、Task Cache关闭。函数层级分类以实际源码实现为依据，Hccl前缀不代表必然属于HCCL。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阶段①参数整理还经过AlltoAllVOutPlaceCommon（共用参数与调度）、Selector（统筹选择）。SelectAicpuAlgo为AlltoAllAutoSelector成员。RankGraph查询为构图所需接口集合，并不声称每个拓扑分支都恰好调用一次。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②HcclExecOp取得执行器后先绑定、导出用户Thread，再获取算法资源。GetAlgoMeta读取算法属性，TryReuseResource查算法资源上下文，未命中后计算通信分组和资源需求。HcclGetThread/HcclGetAicpuThread属于获取设备主从队列的包装，配置版ThreadAcquire不支持时走HcclThreadAcquire兼容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③HcclChannelAcquire内由MyRank::CreateChannels统筹，按需执行建链。HcommEndpointCreate/StartListen在BatchCreateChannels内部，HcommMemReg负责注册内存，HcommCollectiveChannelCreate创建基础通道。BatchConnectChannels通过内部ChannelProcess::ChannelGetStatus查询，不误写为另一个公共状态API。BuildChannelInfo查远端CCL后才Serialize，继而HcclEngineCtxCreate/Copy传递资源描述。HcclChannelGetHcclBuffer内部用HcommChannelGetRemoteMems取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④主Thread第二次导出方向为AICPU到CPU_TS，是HCOMM控制面资源接口；随后Host调用数据面ThreadNotifyRecord排输入就绪，再通过内部AicpuKernelLaunch调用ACL五步，再将完成Wait排入用户流。图中的跨多泳道红线表示Host也会调用数据面，而不是控制面到数据面自动转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备入口先AcquireComm，恢复上下文/变长数据，BatchStart，再OpOrchestrate安排输入依赖并取得算法执行器。普通Mesh的RunALLtoALL先CalcCommLoops，多线程时PreSyncInterThreads：主Record、从Wait；随后每轮选Peer，首轮LocalCopyForMyRank进行自己分片拷贝。图中受空间约束只显示这几项对应的公开数据面原语，完整内部符号保留于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阶段⑤每个Peer、Channel及非零slice按A–E顺序展开SendRecvWrite，F为外层模板PostCopy调用的LocalCopy，而非SendRecvWrite内部。A/B为ACK接收准备，D/E为DATA_SIGNAL。发送和接收逻辑方向可复用同一Channel句柄。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tSyncInterThreads先在主Thread排Wait，再在从Thread排Record。所有外层大块编排完后才返回Kernel并安排最后的用户流完成Record，再BatchModeEnd/ReleaseComm。红回线表示完成通知满足此前Host已排入的Wait，不是整个网络全局同步。灰虚线回环只是剩余数据继续迭代，非最终完成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Wait的默认超时与显式超时是包装层能力替代关系。实际符号可能为HcommThreadNotifyWaitOnThreadWithDefaultTimeout或HcommChannelNotifyWaitOnThreadWithDefaultTimeout。图用代表名表达同一依赖。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以下保留旧版完整逐API解释与源码证据，仅技术内容有效，旧版页序/布局说明请以上述六泳道说明为准。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本页为固定归属泳道。横向三列从左到右为 HCCL、HCOMM、ACL Runtime，纵向阶段①至⑧向下阅读。上半区是Host执行，下半区是AICPU执行。软件归属列不随执行地点切换。黑实线是阶段内跨层调用和主流程继续，灰虚线是返回资源，红虚线是异步通知依赖，红实线为运行时到设备入口的执行交接。框内多个内部函数按子组a再b、组内自上而下阅读；这些是局部调用展开，不把三列所有同高文字宣称为严格同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阶段①：HCOMM 的 GetRankSize / GetCommName / GetRankId 发生于参数整理所需的查询调用点，查询后才完成相关数组和OpParam构造。AlltoAllVOutPlace 和 AlltoAllVOutPlaceCommon 分别为非原地入口及共用调度入口，不是两个新的上层算子。阶段②Selector统筹选择，HcclCalcTopoInfo取得拓扑，AlltoAllAutoSelector::SelectAicpuAlgo按拓扑与数据量选择。表内只摘主路径的拓扑查询集合，不宣称这些查询固定一次或唯一先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③：HcclExecOp先取GetAlgExec，再调用HCOMM绑定并导出用户Thread，然后HcclGetAlgRes。图的a/b框按职责给出局部展开，不表示HcclGetAlgRes先于Thread绑定发生。两次Thread导出方向不同：③CPU_TS用户Thread导出为AICPU视图，⑤AICPU主Thread导出为CPU_TS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③HCOMM的通道内展开归属MyRank::CreateChannels。BatchCreateChannels内才有按需端点创建/监听/内存注册/底层通道创建，之后BatchConnectChannels通过内部ChannelProcess::ChannelGetStatus检查状态，再BatchExchangeAndCheckConsistency，最后FinalizeChannelsByEngi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阶段④BuildChannelInfo补齐远端缓冲地址发生在Serialize之前。图中HcclChannelGetHcclBuffer置于交付阶段列出产物来源，并不表示先Serialize才获取远端地址。HcclEngineCtxCreate和Copy属于资源上下文交付，传的不是用户输入。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阶段⑤严格的任务提交关系：准备主Thread的Host视图，输入ready Record在用户流排入，内部AicpuKernelLaunch构造ACL参数并提交Kernel，Host在发射后将完成Wait排入用户流。完成Wait提前入队并一直受⑧设备完成通知约束。该Wait不是CPU先阻塞导致Kernel永远不能发射。ACL组按上到下五个API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阶段⑥先AcquireComm，再恢复资源及参数，BatchModeStart，OpOrchestrate安排输入依赖并取得执行器。Wait包装按能力在显式超时和WithDefaultTimeout接口中择一，图用代表名标同一依赖。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⑦执行器类为InsV2AlltoAllVSoleExecutor，Orchestrate恢复收发信息，OrchestrateLoop分块。模板类InsTempAlltoAllVMesh1D，其KernelRun→RunALLtoALL→CalcCommLoops，存在从Thread时PreSyncInterThreads（主Record→从Wait），之后每轮CalcCommRankSetForOneLoop，首轮LocalCopyForMyRank，再RunSendRecvByLoop。A–E在SendRecvWrite中，F在外层模板PostCopy中。多块、多轮、Peer和Channel数影响重复次数，本图不假设每项仅执行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⑧PostSyncInterThreads先在主Thread排汇合Wait，再在从Thread排Record。全部块编排后，Kernel排最终主Thread到用户流的完成Record，再BatchModeEnd和ReleaseComm。红色回线只表示满足早已排入的⑤Wait，不表示时间倒流或Host到这里才第一次调用Wai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下面保留完整逐函数解释和源码依据。旧版布局阅读说明不再适用于本页，以本段泳道读法为准。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AllToAll 一页全流程，按①至⑨阅读。左右是同一流程的连续两段，不是两种方案。每个分区内，左泳道为 HCCL 调用方，右泳道为被调 HCOMM 能力。⑤单独列明 ACL Runtime。跨泳道箭头表示调用，竖向红线表示 Host 提交后进入设备入口。图上的顺序主要表达任务生成和依赖，不能当作全局硬件完成时间。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适用条件：Ascend 950，AICPU_TS，OPBASE，多 Rank、非零数据、普通内存、普通 InsTempAlltoAllVMesh1D Write 路径。通信域和用户 stream 已存在。本图以 Host 资源缓存未命中且 Task Cache 关闭解释正常主线。没有使用插件算法、PCIe Read、多 Jetty、对称窗口或 CCU 分支。源码基线 hccl 170ddeec539b4d693028ce6e0cf5c58933e4d46d，hcomm 87ce550f8f7c584e0ed89b0ec56699553d9c332d。未执行真实设备实验。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上层调用方名称尚未确认，因此不将 STL 写成已确认源码模块。示例：4 个 Rank，各自调用 HcclAlltoAll(sendBuf,2,HCCL_DATA_TYPE_FP32,recvBuf,2,HCCL_DATA_TYPE_FP32,comm,stream)。每个 Rank 共 8 个 FP32。R0 输入 0..7，R1 输入 10..17，R2 输入 20..27，R3 输入 30..37。R0 收到各 Rank 第0份，输出 [0,1,10,11,20,21,30,31]。R0 发往R1的 [2,3] 起始于sendBuf[2]。反向R1发来 [10,11]，最终到R0 recvBuf[2]。CCL槽位是内部计算的中转位置，不可直接等同Rank编号。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GetRankSize/GetCommName/GetRankId 按不同调用点提供成员/域信息。AllToAll 借用 AllToAllV 内部框架，但 opType 仍是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SelectAicpuAlgo 的完整成员归属是 AlltoAllAutoSelector::SelectAicpuAlgo。本例小数据在对应 MESH_1D/CLOS 分支选 AicpuAllToAllSoleMeshSingleChannel。拓扑缓存未命中时按构图逻辑调用所需 RankGraph 查询，图中若干查询不是强制的唯一顺序。全部接口及含义见下方完整讲解。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先 GetAlgExec，再绑定用户 Thread 并导出，再 HcclGetAlgRes。HcclThreadExportToCommEngine 首次把 CPU_TS 用户 Thread 导出给 AICPU，供完成通知使用。ThreadAcquireWithConfig 能力不支持时，替代接口 HcclThreadAcquire 按统一通知数获取资源，两者不是顺序必调。HcclGetHcclBuffer 属于内存管理，Thread/ChannelAcquire/EngineCtx 属于通信域资源管理。缓存命中可跳过相应重建，不会免除本次数据通信。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建链完整顺序：MyRank::CreateChannels 统筹建立；BatchCreateSockets 创建控制连接；BatchCreateChannels 创建或复用端点、内存与基础通道，其中 HcommEndpointCreate 创建端点、HcommEndpointStartListen 监听、HcommMemReg 注册通信内存、HcommCollectiveChannelCreate 创建集合通信基础通道；BatchConnectChannels 通过内部 ChannelProcess::ChannelGetStatus 检查连接状态；BatchExchangeAndCheckConsistency 交换校验两端参数；FinalizeChannelsByEngine 整理 AICPU 能用的最终句柄。前述 EndpointMgr/RankPair/EndpointPair 内有缓存。不存在“每次必定全部重新创建”的假设。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④ BuildChannelInfo 还通过 HcclRankGraphGetEndpointInfo 查询端点带宽/Die属性，用于分片。HcclChannelGetHcclBuffer 内部以 HcommChannelGetRemoteMems 获取远端内存映射。逻辑上补齐地址属于资源准备，在序列化前完成。Serialize 对象为 AlgResourceCtxSerializable。HcclEngineCtxCreate/Copy 属通信域资源管理，复制的是元数据，不是用户输入。GetMainThreadInfo 后还会第二次 HcclThreadExportToCommEngine，把 AICPU 主Thread导出给CPU_TS，供Host就绪通知使用。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⑤ HcclAicpuKernelEntranceLaunch 调用内部 AicpuKernelLaunch。AllToAll 经这个内部函数直接调用 ACL 的BinaryGetFunction、KernelArgsInit/Append/Finalize、LaunchKernelWithConfig，不把导出 HcclAicpuKernelLaunch 错列为本例必经项。保序能力条件满足时还执行 HcclOrderLaunchToOrderStream（发射前建立顺序依赖）、HcclOrderLaunchToKernelStream（发射后衔接）、设备 HcclOrderLaunchNotifyRecord（设备入口通知）。具体语义见下方完整讲解。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⑥ Kernel 先 AcquireComm，恢复资源及变长参数，BatchModeStart，再 OpOrchestrate。OpOrchestrate 可设置资源等待/Notify超时，再排入输入依赖并取得算法执行器。HcommThreadNotifyWaitOnThread 与 HcommThreadNotifyWaitOnThreadWithDefaultTimeout（默认超时）为能力兼容替代项。Channel Wait 亦同理，由 HcommChannelNotifyWaitOnThreadWithDefaultTimeout 替代携带显式超时版本。图用不带默认后缀的代表名说明同一依赖，不表示两个依次调用。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⑦ 实际模板局部顺序：KernelRun → RunALLtoALL → CalcCommLoops → 存在从Thread时 PreSyncInterThreads → 每轮 CalcCommRankSetForOneLoop → 首轮 LocalCopyForMyRank → RunSendRecvByLoop。PreSync 是主 Record 后从 Wait。执行器 OrchestrateLoop 外层按大块循环，模板内层按轮/Peer/Channel执行。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⑧ SendRecvWrite 内 A-E 顺序为接收方向 ACK Record、发送方向 ACK Wait、非零slice Write、发送方向 DATA_SIGNAL Record、接收方向 DATA_SIGNAL Wait。第F项不在 SendRecvWrite 内，由外层模板 PostCopy → LocalCopy 包装调用 HcommLocalCopyOnThread。通知API提交任务而非CPU阻塞等待。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⑧ Write 950适配内部：UnwrapChannelHandle 解包 → AddThread 记录执行Thread → Thread::GetStreamLitePtr 取得StreamLite → BaseTransportLiteImpl::BuildLocRmaBufferLite 构造本地访问描述 → BaseTransportLiteImpl::Write 提交传输。再向下取决于Channel协议，不把某个UB分支固定推广到所有950。LocalCopy进入 Thread::LocalCopy，不等同网络远端写。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⑨ PostSync 源码先在主Thread排Wait，再给从Thread排Record。全部块完成编排后才返回Kernel，主Thread最终Record通知Host，再BatchModeEnd、ReleaseComm。Host Wait在⑤之后已提前入队。HcclAlltoAll CPU函数返回或某个Record函数返回，均不等于所有数据已到达。用户流的完成依赖满足后，后续工作才能安全使用输出。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别对照：控制面包括通信域资源管理、内存、拓扑、算子编排、底层通信资源。此链路的主要集合算法编排位于HCCL内部；底层Endpoint/CollectiveChannelCreate属于底层通信资源，MemReg属于内存。数据面用到搬运（Write/LocalCopy）、同步（Thread/Channel Notify）、执行控制（Acquire/ReleaseComm、BatchStart/End）。没有归约数值计算，没有CCU C++操作。Hccl前缀不必然代表HCCL实现，所属泳道根据源码归属而定。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完整逐函数讲解与来源（保留原分析以便演讲查询）：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 AllToAll 的输入输出</a:t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>来源索引：entry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上层调用进来后，HCCL 先把请求整理完整</a:t>
            </a:r>
          </a:p>
          <a:p xmlns:a="http://schemas.openxmlformats.org/drawingml/2006/main">
            <a:r>
              <a:t>[上层调用 HCCL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>[HCCL Host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>[HCCL 调 HCOMM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>[HCCL 调 HCOMM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>[HCCL 调 HCOMM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>[HCCL Host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>[HCCL Host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>[HCCL Host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>[HCCL Host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>来源索引：entry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HCCL 查询配置和拓扑，决定由哪个算法来做</a:t>
            </a:r>
          </a:p>
          <a:p xmlns:a="http://schemas.openxmlformats.org/drawingml/2006/main">
            <a:r>
              <a:t>[HCCL Host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>[HCCL 调 HCOMM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>[HCCL Host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>[HCCL Host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>[HCCL 调 HCOMM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>[HCCL Host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>[HCCL 调 HCOMM 控制面 / 域资源] HcclEngineCtxGet：先查已有的拓扑上下文。命中则直接恢复已有说明。未命中才查询拓扑并保存，具体查询逐项解释在本页备注对应专题。</a:t>
            </a:r>
          </a:p>
          <a:p xmlns:a="http://schemas.openxmlformats.org/drawingml/2006/main">
            <a:r>
              <a:t>[HCCL Host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>[HCCL Host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>来源索引：entry, selector,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HCCL 先绑定用户流，再计算缺少哪些资源</a:t>
            </a:r>
          </a:p>
          <a:p xmlns:a="http://schemas.openxmlformats.org/drawingml/2006/main">
            <a:r>
              <a:t>[HCCL Host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>[HCCL 调 HCOMM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>[HCCL 调 HCOMM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>[HCCL Host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>[HCCL Host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>[HCCL Host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>[HCCL 调 HCOMM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>[HCCL Host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>[HCCL Host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>来源索引：common, executor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HCCL 向 HCOMM 取得缓冲区、线程和通道</a:t>
            </a:r>
          </a:p>
          <a:p xmlns:a="http://schemas.openxmlformats.org/drawingml/2006/main">
            <a:r>
              <a:t>[HCCL Host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>[HCCL Host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>[HCCL 调 HCOMM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>[HCCL Host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>[HCCL Host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>[HCCL 调 HCOMM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>[HCCL 调 HCOMM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>[HCCL Host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>[HCCL 调 HCOMM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>来源索引：common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HcclChannelAcquire 内部具体怎样建链</a:t>
            </a:r>
          </a:p>
          <a:p xmlns:a="http://schemas.openxmlformats.org/drawingml/2006/main">
            <a:r>
              <a:t>[HCOMM 内部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>[HCOMM 内部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>[HCOMM 内部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>[HCOMM 内部调用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>[HCOMM 内部调用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>[HCOMM 内部调用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>[HCOMM 内部调用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>[HCOMM 内部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>[HCOMM 内部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>[HCOMM 内部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>来源索引：channel,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Host 整理资源，把设备执行所需信息交过去</a:t>
            </a:r>
          </a:p>
          <a:p xmlns:a="http://schemas.openxmlformats.org/drawingml/2006/main">
            <a:r>
              <a:t>[HCCL Host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>[HCCL 调 HCOMM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>[HCCL 调 HCOMM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>[HCOMM 内部调用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>[HCCL Host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>[HCCL Host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>[HCCL 调 HCOMM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>[HCCL 调 HCOMM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>[HCCL 调 HCOMM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>来源索引：common, channel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Host 发输入就绪通知，再通过 ACL 启动 AICPU</a:t>
            </a:r>
          </a:p>
          <a:p xmlns:a="http://schemas.openxmlformats.org/drawingml/2006/main">
            <a:r>
              <a:t>[HCCL Host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>[HCCL 调 HCOMM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>[HCCL Host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>[HCCL Host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>[HCCL 调 ACL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>[HCCL 调 ACL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>[HCCL 调 ACL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>[HCCL 调 ACL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>[HCCL 调 ACL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>[HCCL Host 内部函数] HcclOrderLaunchToKernelStream：完成发射后的按序同步安排。随后还要把“等待本次通信完成”的任务排入用户流，具体完成关系见本页备注对应专题。</a:t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>来源索引：common, 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AICPU 收到任务后，恢复参数并进入算法编排</a:t>
            </a:r>
          </a:p>
          <a:p xmlns:a="http://schemas.openxmlformats.org/drawingml/2006/main">
            <a:r>
              <a:t>[ACL 启动 HCCL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>[HCCL 调 HCOMM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>[HCCL AICPU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>[HCCL AICPU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>[HCCL AICPU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>[HCCL 调 HCOMM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>[HCCL AICPU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>[HCCL 调 HCOMM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>[HCCL 调 HCOMM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>[HCCL AICPU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开启时还有查找/录制/重放路径，见本页备注对应专题。</a:t>
            </a:r>
          </a:p>
          <a:p xmlns:a="http://schemas.openxmlformats.org/drawingml/2006/main">
            <a:r>
              <a:t>来源索引：kernel,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AICPU 先确定块大小，再让主从 Thread 按顺序开始</a:t>
            </a:r>
          </a:p>
          <a:p xmlns:a="http://schemas.openxmlformats.org/drawingml/2006/main">
            <a:r>
              <a:t>[HCCL AICPU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>[HCCL AICPU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>[HCCL AICPU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>[HCCL AICPU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>[HCCL AICPU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>[HCCL AICPU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>[HCCL AICPU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>[HCCL 调 HCOMM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>[HCCL 调 HCOMM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>来源索引：executor,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逐个 Peer 计算：发哪一片、走哪个通道、放到哪里</a:t>
            </a:r>
          </a:p>
          <a:p xmlns:a="http://schemas.openxmlformats.org/drawingml/2006/main">
            <a:r>
              <a:t>[HCCL AICPU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>[HCCL AICPU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>[HCCL 调 HCOMM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>[HCCL AICPU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>[HCCL AICPU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>[HCCL AICPU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>[HCCL AICPU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>[HCCL AICPU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>[HCCL AICPU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>[HCCL AICPU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>来源索引：template,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Rank 0 与 Rank 1 的双向通信</a:t>
            </a:r>
          </a:p>
          <a:p xmlns:a="http://schemas.openxmlformats.org/drawingml/2006/main">
            <a:r>
              <a:t>[HCCL 调 HCOMM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>[HCCL 调 HCOMM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>[HCCL 调 HCOMM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>[HCCL 调 HCOMM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>[HCCL 调 HCOMM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>[HCCL 调 HCOMM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>来源索引：wrapper, template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所有 Peer 的任务排好后，怎样通知上层可以继续</a:t>
            </a:r>
          </a:p>
          <a:p xmlns:a="http://schemas.openxmlformats.org/drawingml/2006/main">
            <a:r>
              <a:t>[HCCL AICPU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>[HCCL 调 HCOMM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>[HCCL 调 HCOMM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>[HCCL AICPU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>[HCCL 调 HCOMM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>[HCCL 调 HCOMM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>[HCCL 调 HCOMM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>[Host 已排入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>来源索引：kernel,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1. HcommWriteOnThread 里面还做了什么</a:t>
            </a:r>
          </a:p>
          <a:p xmlns:a="http://schemas.openxmlformats.org/drawingml/2006/main">
            <a:r>
              <a:t>[HCCL 调 HCOMM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>[HCOMM 数据面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>[HCOMM 数据面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>[HCOMM 数据面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>[HCOMM 传输层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>[HCOMM 传输层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>[HCOMM 数据面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>[HCOMM 数据面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>来源索引：primitive,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2. 拓扑查询里的每个接口分别回答什么</a:t>
            </a:r>
          </a:p>
          <a:p xmlns:a="http://schemas.openxmlformats.org/drawingml/2006/main">
            <a:r>
              <a:t>[HCCL 调 HCOMM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>[HCCL 调 HCOMM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>[HCCL 调 HCOMM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>[HCCL 调 HCOMM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>[HCCL 调 HCOMM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>[HCCL 调 HCOMM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>[HCCL 调 HCOMM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>[HCCL 调 HCOMM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>[HCCL 调 HCOMM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>[HCCL 调 HCOMM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>来源索引：topo,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3. 再运行一次时，哪些步骤可能省掉或改变</a:t>
            </a:r>
          </a:p>
          <a:p xmlns:a="http://schemas.openxmlformats.org/drawingml/2006/main">
            <a:r>
              <a:t>[HCCL 调 HCOMM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>[HCCL 调 HCOMM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>[HCCL 调 HCOMM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>[HCCL 调 HCOMM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>[HCCL 调 HCOMM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>[HCCL 调 HCOMM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>[HCCL 调 HCOMM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>[HCCL 调 HCOMM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>[HCCL 调 HCOMM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>来源索引：common, kernel,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文件：hccl/src/ops/all_to_all_v/all_to_all_v.cc:23–80,410–420,641–850；hccl/src/ops/all_to_all_v/selector/alltoall_auto_selector.cc:131–188；hccl/src/ops/op_common/op_common.cc:780–918,1005–1214,1285–1429,1670–1845,2000–2091；hcomm/src/coll_communicator_mgr/resource_mgr/local/my_rank/my_rank.cc:675–850,1228–1303；hcomm/src/base_comm/resources/endpoint_pairs/endpoint_pair.cc:199；hcomm/src/coll_communicator_mgr/resource_mgr/local/my_rank/endpoints/endpoint_mgr.cc:138；hccl/src/ops/op_common/algorithm/template/aicpu/kernel_launch.cc:276–327,348–628,912–950；hccl/src/ops/all_to_all_v/algorithm/executor/ins_v2_all_to_all_v_sole_executor.cc:113–380,562；hccl/src/ops/all_to_all_v/algorithm/template/aicpu/ins_temp_all_to_all_v_mesh_1D.cc:167–420；hccl/src/ops/op_common/algorithm/template/wrapper/alg_data_trans_wrapper.cc:428–472,880,1010–1080；hccl/src/common/hcomm_dlsym/hcomm_primitives_dl.cc:176；hcomm/src/base_comm/primitives/api_c_adpt/aicpu_ts_primitives_c_adpt.cc:495–535,1118；hcomm/include/hccl/hccl_rank_graph.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256bcdee14d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a7d19b007c42e8" /><Relationship Type="http://schemas.openxmlformats.org/officeDocument/2006/relationships/slideLayout" Target="/ppt/slideLayouts/slideLayout1.xml" Id="R3f199c625ce94b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199c625ce94b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f49b4490b42dc" /><Relationship Type="http://schemas.openxmlformats.org/officeDocument/2006/relationships/notesSlide" Target="/ppt/notesSlides/notesSlide1.xml" Id="Rd3f7e4b58b2b45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7" name="AllToAll 跨层执行：HCOMM 控制面与数据面分开看">
            <a:extLst xmlns:a="http://schemas.openxmlformats.org/drawingml/2006/main">
              <a:ext uri="{FF2B5EF4-FFF2-40B4-BE49-F238E27FC236}">
                <a16:creationId xmlns:a16="http://schemas.microsoft.com/office/drawing/2014/main" id="{AFAB1A1E-FB01-43C4-82F9-A40F557E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跨层执行：HCOMM 控制面与数据面分开看</a:t>
            </a:r>
          </a:p>
        </p:txBody>
      </p:sp>
      <p:sp>
        <p:nvSpPr>
          <p:cNvPr id="2" name="Ascend 950 / AICPU_TS / OPBASE / 普通 Mesh Write；资源首次准备，关闭任务缓存。每条横带只放所属层的函数。">
            <a:extLst xmlns:a="http://schemas.openxmlformats.org/drawingml/2006/main">
              <a:ext uri="{FF2B5EF4-FFF2-40B4-BE49-F238E27FC236}">
                <a16:creationId xmlns:a16="http://schemas.microsoft.com/office/drawing/2014/main" id="{C87CE079-BAD5-4A65-B4F1-9E10B87B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67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Ascend 950 / AICPU_TS / OPBASE / 普通 Mesh Write；资源首次准备，关闭任务缓存。每条横带只放所属层的函数。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2643A-81D7-46F2-A42C-C953B060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A48EE-257F-4DB2-82CC-F5D6A11D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42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0668953" y="543402"/>
            <a:ext cx="2371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" name="调用 / 执行">
            <a:extLst xmlns:a="http://schemas.openxmlformats.org/drawingml/2006/main">
              <a:ext uri="{FF2B5EF4-FFF2-40B4-BE49-F238E27FC236}">
                <a16:creationId xmlns:a16="http://schemas.microsoft.com/office/drawing/2014/main" id="{C042620B-5124-4908-96E3-6A289465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667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调用 / 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08871-B49C-45F4-95A1-29F20A50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33425"/>
            <a:ext cx="1990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① 下发与选算法">
            <a:extLst xmlns:a="http://schemas.openxmlformats.org/drawingml/2006/main">
              <a:ext uri="{FF2B5EF4-FFF2-40B4-BE49-F238E27FC236}">
                <a16:creationId xmlns:a16="http://schemas.microsoft.com/office/drawing/2014/main" id="{F0B1D3D3-3F0D-46CC-8496-6837B888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74295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下发与选算法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38383-578F-48B4-B587-3DF7B2E0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33425"/>
            <a:ext cx="1990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" name="② 计算并申请资源">
            <a:extLst xmlns:a="http://schemas.openxmlformats.org/drawingml/2006/main">
              <a:ext uri="{FF2B5EF4-FFF2-40B4-BE49-F238E27FC236}">
                <a16:creationId xmlns:a16="http://schemas.microsoft.com/office/drawing/2014/main" id="{36B97CBE-40FC-453A-9C61-7A334340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74295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计算并申请资源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F93A0-8263-4E55-8392-9A3913D6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33425"/>
            <a:ext cx="1990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③ 建链与上下文交付">
            <a:extLst xmlns:a="http://schemas.openxmlformats.org/drawingml/2006/main">
              <a:ext uri="{FF2B5EF4-FFF2-40B4-BE49-F238E27FC236}">
                <a16:creationId xmlns:a16="http://schemas.microsoft.com/office/drawing/2014/main" id="{01B60A24-D29B-498A-97BE-9557A371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74295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 建链与上下文交付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9AB29-3687-4F53-AB63-B26FEEC9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33425"/>
            <a:ext cx="1990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④ 发射、设备展开">
            <a:extLst xmlns:a="http://schemas.openxmlformats.org/drawingml/2006/main">
              <a:ext uri="{FF2B5EF4-FFF2-40B4-BE49-F238E27FC236}">
                <a16:creationId xmlns:a16="http://schemas.microsoft.com/office/drawing/2014/main" id="{BCE59CAA-399B-44E6-B81C-9C1C5A59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74295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 发射、设备展开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BFDBE-1D9C-405B-80C5-0E223AF8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733425"/>
            <a:ext cx="2181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6" name="⑤ 交换数据、完成">
            <a:extLst xmlns:a="http://schemas.openxmlformats.org/drawingml/2006/main">
              <a:ext uri="{FF2B5EF4-FFF2-40B4-BE49-F238E27FC236}">
                <a16:creationId xmlns:a16="http://schemas.microsoft.com/office/drawing/2014/main" id="{7065DDCA-9B2F-4839-8C46-CAB613F8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2105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 交换数据、完成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B920B-2FF3-42F1-B951-EB20AAA9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71550"/>
            <a:ext cx="1183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9C1AE-6396-4FBE-8FFE-ECAFEAF1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715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9" name="上层调用方">
            <a:extLst xmlns:a="http://schemas.openxmlformats.org/drawingml/2006/main">
              <a:ext uri="{FF2B5EF4-FFF2-40B4-BE49-F238E27FC236}">
                <a16:creationId xmlns:a16="http://schemas.microsoft.com/office/drawing/2014/main" id="{227D4ED2-62BA-4D0F-8EFA-55C1FC15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0096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上层调用方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48A5B-F10A-4A7C-9E7B-03AA2942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04925"/>
            <a:ext cx="118300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F30CB-97A6-4E7E-949C-C0691E29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04925"/>
            <a:ext cx="1104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D0BA6807-AF88-4F5A-98AB-DF03E757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85900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23" name="参数、选算法&#10;与资源组织">
            <a:extLst xmlns:a="http://schemas.openxmlformats.org/drawingml/2006/main">
              <a:ext uri="{FF2B5EF4-FFF2-40B4-BE49-F238E27FC236}">
                <a16:creationId xmlns:a16="http://schemas.microsoft.com/office/drawing/2014/main" id="{C26AE697-0160-4851-B5D8-8FD43078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050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参数、选算法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与资源组织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447DD-423F-4ABC-99FF-5E24B58F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11830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649FFE-4570-400C-8FE8-E5DD6F01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1104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300C2311-BEA9-418B-BF48-F206609C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14625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27" name="域资源 / 拓扑&#10;内存 / 建链">
            <a:extLst xmlns:a="http://schemas.openxmlformats.org/drawingml/2006/main">
              <a:ext uri="{FF2B5EF4-FFF2-40B4-BE49-F238E27FC236}">
                <a16:creationId xmlns:a16="http://schemas.microsoft.com/office/drawing/2014/main" id="{1ECB9C75-6F90-4F69-803D-5A497880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337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域资源 / 拓扑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内存 / 建链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48E2E4-116F-4850-92DC-9303184D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62375"/>
            <a:ext cx="11830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01F89E-19F6-40E3-8A20-3E25C6F8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62375"/>
            <a:ext cx="1104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ACL Runtime">
            <a:extLst xmlns:a="http://schemas.openxmlformats.org/drawingml/2006/main">
              <a:ext uri="{FF2B5EF4-FFF2-40B4-BE49-F238E27FC236}">
                <a16:creationId xmlns:a16="http://schemas.microsoft.com/office/drawing/2014/main" id="{E5C9F771-9180-4A66-8CDE-83509A67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838575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31" name="提交设备 Kernel">
            <a:extLst xmlns:a="http://schemas.openxmlformats.org/drawingml/2006/main">
              <a:ext uri="{FF2B5EF4-FFF2-40B4-BE49-F238E27FC236}">
                <a16:creationId xmlns:a16="http://schemas.microsoft.com/office/drawing/2014/main" id="{DFD32B6F-F0AB-4BAA-B979-5F59F9AE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1148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提交设备 Kernel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A90BB3-EC53-4586-A2D1-A649982A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343400"/>
            <a:ext cx="11830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8A21A1-55F6-481A-97C3-201F6E7B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343400"/>
            <a:ext cx="1104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&#10;AICPU">
            <a:extLst xmlns:a="http://schemas.openxmlformats.org/drawingml/2006/main">
              <a:ext uri="{FF2B5EF4-FFF2-40B4-BE49-F238E27FC236}">
                <a16:creationId xmlns:a16="http://schemas.microsoft.com/office/drawing/2014/main" id="{1541DD18-3F84-41C7-B679-3613ED74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533900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</a:t>
            </a:r>
          </a:p>
        </p:txBody>
      </p:sp>
      <p:sp>
        <p:nvSpPr>
          <p:cNvPr id="35" name="执行器与模板&#10;生成通信任务">
            <a:extLst xmlns:a="http://schemas.openxmlformats.org/drawingml/2006/main">
              <a:ext uri="{FF2B5EF4-FFF2-40B4-BE49-F238E27FC236}">
                <a16:creationId xmlns:a16="http://schemas.microsoft.com/office/drawing/2014/main" id="{D4D92853-38B7-4661-B19E-C4CAAE5A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9530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执行器与模板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生成通信任务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CD8B07-57C3-48EB-B89D-B66F62EC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419725"/>
            <a:ext cx="11830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596CBA-A838-43AC-A454-63552F9E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419725"/>
            <a:ext cx="1104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8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986FCD8C-4B50-4FF9-B0BA-706BD699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695950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39" name="同步 / 搬运&#10;执行控制">
            <a:extLst xmlns:a="http://schemas.openxmlformats.org/drawingml/2006/main">
              <a:ext uri="{FF2B5EF4-FFF2-40B4-BE49-F238E27FC236}">
                <a16:creationId xmlns:a16="http://schemas.microsoft.com/office/drawing/2014/main" id="{AD5DC918-A73A-44B1-9D71-C199A184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1150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同步 / 搬运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执行控制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740295-5D06-4E6C-8E6E-21360A6B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F97AF5-82E7-4E0F-A7E6-CFEC88E0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619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3419952" y="972503"/>
            <a:ext cx="0" cy="564737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9"/>
            </a:solidFill>
            <a:prstDash val="dash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9B3DA7-33F9-494F-901E-7156602F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37CD68-1402-4B90-A2E3-50073FA4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619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1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5515452" y="972503"/>
            <a:ext cx="0" cy="564737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9"/>
            </a:solidFill>
            <a:prstDash val="dash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B4EF52-E261-4F13-9936-DDE71DE8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A7404D-EC6D-45FD-A219-9AF45DB9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6619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7610952" y="972503"/>
            <a:ext cx="0" cy="564737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9"/>
            </a:solidFill>
            <a:prstDash val="dash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104641-9472-4294-BEB1-CB401F0C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0C89BE-6E25-4B16-802A-FA4A9A16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6619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7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9706452" y="972503"/>
            <a:ext cx="0" cy="564737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9"/>
            </a:solidFill>
            <a:prstDash val="dash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DA1B14-3403-4CE0-A7BF-A9F5E567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09650"/>
            <a:ext cx="4086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53" name="发起 HcclAlltoAll(sendBuf, 2, FP32, recvBuf, 2, FP32, comm, stream)">
            <a:extLst xmlns:a="http://schemas.openxmlformats.org/drawingml/2006/main">
              <a:ext uri="{FF2B5EF4-FFF2-40B4-BE49-F238E27FC236}">
                <a16:creationId xmlns:a16="http://schemas.microsoft.com/office/drawing/2014/main" id="{977A172F-0E35-4533-B06D-83923B98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028700"/>
            <a:ext cx="3971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发起 HcclAlltoAll(sendBuf, 2, FP32, recvBuf, 2, FP32, comm, stream)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633203-5710-48CF-958E-16E18AE5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09650"/>
            <a:ext cx="2181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55" name="完成依赖满足后，后续任务使用 recvBuf">
            <a:extLst xmlns:a="http://schemas.openxmlformats.org/drawingml/2006/main">
              <a:ext uri="{FF2B5EF4-FFF2-40B4-BE49-F238E27FC236}">
                <a16:creationId xmlns:a16="http://schemas.microsoft.com/office/drawing/2014/main" id="{BD6CB505-ABC9-4492-A0D2-210EFA5B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028700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完成依赖满足后，后续任务使用 recvBuf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2DAD7D-547B-42F0-9FBC-247D4F7D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21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2B6D90-D0D0-41CB-B024-D0C2FB17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4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2372202" y="1220153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167A6B7-2603-4F12-A314-A14698A2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52550"/>
            <a:ext cx="1990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60" name="①a 整理请求、选择算法">
            <a:extLst xmlns:a="http://schemas.openxmlformats.org/drawingml/2006/main">
              <a:ext uri="{FF2B5EF4-FFF2-40B4-BE49-F238E27FC236}">
                <a16:creationId xmlns:a16="http://schemas.microsoft.com/office/drawing/2014/main" id="{F4213253-1475-4E14-8152-F50AAA68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716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①a 整理请求、选择算法</a:t>
            </a:r>
          </a:p>
        </p:txBody>
      </p:sp>
      <p:sp>
        <p:nvSpPr>
          <p:cNvPr id="6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5B1EFF6-0148-4136-9861-E099B64A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504950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CheckAlltoAllInputPara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检查参数</a:t>
            </a:r>
          </a:p>
        </p:txBody>
      </p:sp>
      <p:sp>
        <p:nvSpPr>
          <p:cNvPr id="6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A449C5C-4669-460E-8052-061DED3B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597343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ConvertAlltoAllParam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生成数量 / 位移</a:t>
            </a:r>
          </a:p>
        </p:txBody>
      </p:sp>
      <p:sp>
        <p:nvSpPr>
          <p:cNvPr id="6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20E9DCF-45F5-4D3D-B7B7-8864A49E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689735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进入非原地入口</a:t>
            </a:r>
          </a:p>
        </p:txBody>
      </p:sp>
      <p:sp>
        <p:nvSpPr>
          <p:cNvPr id="6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6BFF007-0F8E-4E9D-A6E0-969971F8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82128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封装请求</a:t>
            </a:r>
          </a:p>
        </p:txBody>
      </p:sp>
      <p:sp>
        <p:nvSpPr>
          <p:cNvPr id="6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6C67BFB-CE1E-470F-9BF6-D6A4D225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874520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HcclGetOpExpansionMode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读展开方式</a:t>
            </a:r>
          </a:p>
        </p:txBody>
      </p:sp>
      <p:sp>
        <p:nvSpPr>
          <p:cNvPr id="6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B170B458-77BC-4853-B83D-76CED860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966913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AlltoAllVExecDispatch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进入分发</a:t>
            </a:r>
          </a:p>
        </p:txBody>
      </p:sp>
      <p:sp>
        <p:nvSpPr>
          <p:cNvPr id="6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DCA48D5-5CCD-4E16-B079-7D0523F9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59305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HcclCalcTopoInfo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取得拓扑说明</a:t>
            </a:r>
          </a:p>
        </p:txBody>
      </p:sp>
      <p:sp>
        <p:nvSpPr>
          <p:cNvPr id="6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BDEE02A4-C90D-41F5-9112-46D1714E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151698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SelectAicpuAlgo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选择 Mesh 算法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916FD9-20FA-4382-ADCF-7BF489F2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52550"/>
            <a:ext cx="1990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70" name="②a 先绑流，再规划资源">
            <a:extLst xmlns:a="http://schemas.openxmlformats.org/drawingml/2006/main">
              <a:ext uri="{FF2B5EF4-FFF2-40B4-BE49-F238E27FC236}">
                <a16:creationId xmlns:a16="http://schemas.microsoft.com/office/drawing/2014/main" id="{7093BDF9-2A24-4BF3-BDC3-F90E87A2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716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②a 先绑流，再规划资源</a:t>
            </a:r>
          </a:p>
        </p:txBody>
      </p:sp>
      <p:sp>
        <p:nvSpPr>
          <p:cNvPr id="7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ABAD951-85B9-4D7B-B4E1-356E6E3E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504950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HcclExecOp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进入执行准备</a:t>
            </a:r>
          </a:p>
        </p:txBody>
      </p:sp>
      <p:sp>
        <p:nvSpPr>
          <p:cNvPr id="7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66D6BB7-23AC-463D-8BA8-938F27F3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597343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取得算法执行器</a:t>
            </a:r>
          </a:p>
        </p:txBody>
      </p:sp>
      <p:sp>
        <p:nvSpPr>
          <p:cNvPr id="7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47CBF74-488B-4569-8124-F67AE7FE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89735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HcclGetAlgRes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取得算法资源</a:t>
            </a:r>
          </a:p>
        </p:txBody>
      </p:sp>
      <p:sp>
        <p:nvSpPr>
          <p:cNvPr id="7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AEFEFA8C-7C02-42F9-A112-BD0AF3DE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782128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TryReuseResource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检查资源复用</a:t>
            </a:r>
          </a:p>
        </p:txBody>
      </p:sp>
      <p:sp>
        <p:nvSpPr>
          <p:cNvPr id="7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56D6B1A-318B-49C9-93CE-8242C572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74520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CalcAlgHierarchyInfoV2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形成分组</a:t>
            </a:r>
          </a:p>
        </p:txBody>
      </p:sp>
      <p:sp>
        <p:nvSpPr>
          <p:cNvPr id="7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449A11C-348F-4272-A67D-31216ACC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66913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CalcRes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计算资源需求</a:t>
            </a:r>
          </a:p>
        </p:txBody>
      </p:sp>
      <p:sp>
        <p:nvSpPr>
          <p:cNvPr id="7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9A5C847-5D7F-4653-B00B-1EAD53CC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059305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GetAlgResAICPU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进入设备资源准备</a:t>
            </a:r>
          </a:p>
        </p:txBody>
      </p:sp>
      <p:sp>
        <p:nvSpPr>
          <p:cNvPr id="7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4CE6696-5B02-430D-913D-0605EF20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51698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按清单申请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A3B7FC5-894D-4672-B4EC-C63215B6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52550"/>
            <a:ext cx="1990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80" name="③a 组织资源、交付描述">
            <a:extLst xmlns:a="http://schemas.openxmlformats.org/drawingml/2006/main">
              <a:ext uri="{FF2B5EF4-FFF2-40B4-BE49-F238E27FC236}">
                <a16:creationId xmlns:a16="http://schemas.microsoft.com/office/drawing/2014/main" id="{21AA0AB3-6514-4259-B066-F253F444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716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③a 组织资源、交付描述</a:t>
            </a:r>
          </a:p>
        </p:txBody>
      </p:sp>
      <p:sp>
        <p:nvSpPr>
          <p:cNvPr id="8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0FD1847-40A0-46A8-940F-F865DB1A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504950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HcclGetThread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组织 Thread 申请</a:t>
            </a:r>
          </a:p>
        </p:txBody>
      </p:sp>
      <p:sp>
        <p:nvSpPr>
          <p:cNvPr id="8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D405EA3D-C963-469E-8EC8-CC84C38C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605915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HcclGetAicpuThread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获取主从队列</a:t>
            </a:r>
          </a:p>
        </p:txBody>
      </p:sp>
      <p:sp>
        <p:nvSpPr>
          <p:cNvPr id="8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3A0664E-99C3-492B-90DD-9E2C51A5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706880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HcclGetChannel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组织 Peer 通道申请</a:t>
            </a:r>
          </a:p>
        </p:txBody>
      </p:sp>
      <p:sp>
        <p:nvSpPr>
          <p:cNvPr id="8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1F846FDE-C8BB-44EA-BA39-294A2604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807845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补齐通道 / 远端地址</a:t>
            </a:r>
          </a:p>
        </p:txBody>
      </p:sp>
      <p:sp>
        <p:nvSpPr>
          <p:cNvPr id="8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E2A833A-B380-4F18-9308-62E479F5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908810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Serialize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打包资源描述</a:t>
            </a:r>
          </a:p>
        </p:txBody>
      </p:sp>
      <p:sp>
        <p:nvSpPr>
          <p:cNvPr id="8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18CDA32-90A1-462B-9955-55B57E26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009775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交付设备</a:t>
            </a:r>
          </a:p>
        </p:txBody>
      </p:sp>
      <p:sp>
        <p:nvSpPr>
          <p:cNvPr id="8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3012E8E-1D74-4965-BB83-2229202B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110740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GetMainThreadInfo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读取设备主 Thread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706919D-3465-4BCF-B5AB-CC6DB4F8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52550"/>
            <a:ext cx="19907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89" name="④a 输入就绪后发射">
            <a:extLst xmlns:a="http://schemas.openxmlformats.org/drawingml/2006/main">
              <a:ext uri="{FF2B5EF4-FFF2-40B4-BE49-F238E27FC236}">
                <a16:creationId xmlns:a16="http://schemas.microsoft.com/office/drawing/2014/main" id="{F5F5990A-7D4E-4FF5-AF25-4FCC021F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716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④a 输入就绪后发射</a:t>
            </a:r>
          </a:p>
        </p:txBody>
      </p:sp>
      <p:sp>
        <p:nvSpPr>
          <p:cNvPr id="9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39BAEFF-682D-4E0F-9A2F-C7DF07A8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514475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</a:t>
            </a:r>
          </a:p>
        </p:txBody>
      </p:sp>
      <p:sp>
        <p:nvSpPr>
          <p:cNvPr id="91" name="组织输入通知、发射与完成等待">
            <a:extLst xmlns:a="http://schemas.openxmlformats.org/drawingml/2006/main">
              <a:ext uri="{FF2B5EF4-FFF2-40B4-BE49-F238E27FC236}">
                <a16:creationId xmlns:a16="http://schemas.microsoft.com/office/drawing/2014/main" id="{4F549AB4-53BC-4E7A-98FB-590FA6AE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638300"/>
            <a:ext cx="1876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组织输入通知、发射与完成等待</a:t>
            </a:r>
          </a:p>
        </p:txBody>
      </p:sp>
      <p:sp>
        <p:nvSpPr>
          <p:cNvPr id="9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8DF0C615-E7E8-4D24-8792-EE0367BB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09750"/>
            <a:ext cx="1876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AicpuKernelLaunch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构造 ACL 发射参数</a:t>
            </a:r>
          </a:p>
        </p:txBody>
      </p:sp>
      <p:sp>
        <p:nvSpPr>
          <p:cNvPr id="93" name="CPU 调用返回 ≠ 数据已全部到达">
            <a:extLst xmlns:a="http://schemas.openxmlformats.org/drawingml/2006/main">
              <a:ext uri="{FF2B5EF4-FFF2-40B4-BE49-F238E27FC236}">
                <a16:creationId xmlns:a16="http://schemas.microsoft.com/office/drawing/2014/main" id="{817BD245-8B5D-4844-905C-08AB5AC9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66925"/>
            <a:ext cx="19907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4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4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CPU 调用返回 ≠ 数据已全部到达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53167A0-3F80-4445-A941-0BEC4467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9825"/>
            <a:ext cx="19907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95" name="①b 返回配置与拓扑">
            <a:extLst xmlns:a="http://schemas.openxmlformats.org/drawingml/2006/main">
              <a:ext uri="{FF2B5EF4-FFF2-40B4-BE49-F238E27FC236}">
                <a16:creationId xmlns:a16="http://schemas.microsoft.com/office/drawing/2014/main" id="{04525FE9-A1B8-4B5E-8BBF-C0A893BF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88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①b 返回配置与拓扑</a:t>
            </a:r>
          </a:p>
        </p:txBody>
      </p:sp>
      <p:sp>
        <p:nvSpPr>
          <p:cNvPr id="9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CF51E16-78F9-42E8-97DB-36571186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6222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HcclGetRankSize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成员数</a:t>
            </a:r>
          </a:p>
        </p:txBody>
      </p:sp>
      <p:sp>
        <p:nvSpPr>
          <p:cNvPr id="9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022DB47-F0B3-4D6E-94E6-1D2379BC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66509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HcclGetCommName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域名称</a:t>
            </a:r>
          </a:p>
        </p:txBody>
      </p:sp>
      <p:sp>
        <p:nvSpPr>
          <p:cNvPr id="9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B4F5D2C-C116-456A-B63B-E48ED21D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796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HcclGetRankId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本端编号</a:t>
            </a:r>
          </a:p>
        </p:txBody>
      </p:sp>
      <p:sp>
        <p:nvSpPr>
          <p:cNvPr id="99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DFDCF74-0E11-4570-9AC5-200E5CD2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7083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HcclConfigGetInfo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展开配置</a:t>
            </a:r>
          </a:p>
        </p:txBody>
      </p:sp>
      <p:sp>
        <p:nvSpPr>
          <p:cNvPr id="10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AF105F7E-7228-4AFD-A86E-77A21EF5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97370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HcclCommGetStatus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域状态（支持时）</a:t>
            </a:r>
          </a:p>
        </p:txBody>
      </p:sp>
      <p:sp>
        <p:nvSpPr>
          <p:cNvPr id="10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A2EA7AEA-CDC7-42CC-81B7-656773FF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07657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查拓扑缓存</a:t>
            </a:r>
          </a:p>
        </p:txBody>
      </p:sp>
      <p:sp>
        <p:nvSpPr>
          <p:cNvPr id="10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A0DE037-761C-4F67-A330-EBE444BF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7944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HcclRankGraphGetLayers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查询网络层</a:t>
            </a:r>
          </a:p>
        </p:txBody>
      </p:sp>
      <p:sp>
        <p:nvSpPr>
          <p:cNvPr id="10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AF54AD4D-2058-48C5-B2E7-00FE7212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8231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查成员</a:t>
            </a:r>
          </a:p>
        </p:txBody>
      </p:sp>
      <p:sp>
        <p:nvSpPr>
          <p:cNvPr id="10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B1FD8670-96A5-4C4E-8D50-20A553CF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38518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HcclRankGraphGetLinks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查链路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679D540-F429-4730-949C-A7A5FFFB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90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06" name="②b 域资源与内存">
            <a:extLst xmlns:a="http://schemas.openxmlformats.org/drawingml/2006/main">
              <a:ext uri="{FF2B5EF4-FFF2-40B4-BE49-F238E27FC236}">
                <a16:creationId xmlns:a16="http://schemas.microsoft.com/office/drawing/2014/main" id="{662AC87A-6E65-43CE-A51F-FAE9B24E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②b 域资源与内存</a:t>
            </a:r>
          </a:p>
        </p:txBody>
      </p:sp>
      <p:sp>
        <p:nvSpPr>
          <p:cNvPr id="10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E1B56E1-0C27-476C-B338-9342F900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562225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绑定用户流</a:t>
            </a:r>
          </a:p>
        </p:txBody>
      </p:sp>
      <p:sp>
        <p:nvSpPr>
          <p:cNvPr id="10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A6E3972-3DA8-4C59-990A-E98B6D21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67000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</a:t>
            </a:r>
          </a:p>
        </p:txBody>
      </p:sp>
      <p:sp>
        <p:nvSpPr>
          <p:cNvPr id="109" name="CPU_TS 用户 Thread 导出给 AICPU">
            <a:extLst xmlns:a="http://schemas.openxmlformats.org/drawingml/2006/main">
              <a:ext uri="{FF2B5EF4-FFF2-40B4-BE49-F238E27FC236}">
                <a16:creationId xmlns:a16="http://schemas.microsoft.com/office/drawing/2014/main" id="{C47B85AD-68E8-41FF-A79A-1735A054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71775"/>
            <a:ext cx="18002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CPU_TS 用户 Thread 导出给 AICPU</a:t>
            </a:r>
          </a:p>
        </p:txBody>
      </p:sp>
      <p:sp>
        <p:nvSpPr>
          <p:cNvPr id="11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A57C052-8397-4001-B4CD-977A9B71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14650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查算法资源缓存</a:t>
            </a:r>
          </a:p>
        </p:txBody>
      </p:sp>
      <p:sp>
        <p:nvSpPr>
          <p:cNvPr id="11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AE8EADB-9EAD-4024-94AB-984002E4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28950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取本地 CCL 中转区</a:t>
            </a:r>
          </a:p>
        </p:txBody>
      </p:sp>
      <p:sp>
        <p:nvSpPr>
          <p:cNvPr id="11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81C14C3A-4AD3-4FFF-AFEE-A9DFD930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43250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取主从队列</a:t>
            </a:r>
          </a:p>
        </p:txBody>
      </p:sp>
      <p:sp>
        <p:nvSpPr>
          <p:cNvPr id="113" name="缓存命中时，跳过相应创建与建链。">
            <a:extLst xmlns:a="http://schemas.openxmlformats.org/drawingml/2006/main">
              <a:ext uri="{FF2B5EF4-FFF2-40B4-BE49-F238E27FC236}">
                <a16:creationId xmlns:a16="http://schemas.microsoft.com/office/drawing/2014/main" id="{8AFB66D1-DE60-4416-9419-5FEC19EB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76600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82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缓存命中时，跳过相应创建与建链。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F45EE89-47C0-4471-9918-CD4E15F7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09825"/>
            <a:ext cx="1990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15" name="③b Channel 建链及上下文">
            <a:extLst xmlns:a="http://schemas.openxmlformats.org/drawingml/2006/main">
              <a:ext uri="{FF2B5EF4-FFF2-40B4-BE49-F238E27FC236}">
                <a16:creationId xmlns:a16="http://schemas.microsoft.com/office/drawing/2014/main" id="{D6407F55-CD3D-4C69-8E27-FCEF1FDF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③b Channel 建链及上下文</a:t>
            </a:r>
          </a:p>
        </p:txBody>
      </p:sp>
      <p:sp>
        <p:nvSpPr>
          <p:cNvPr id="11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97D63D0-C9E8-4A53-9A80-29CCD655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56222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取得通道</a:t>
            </a:r>
          </a:p>
        </p:txBody>
      </p:sp>
      <p:sp>
        <p:nvSpPr>
          <p:cNvPr id="11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40D272E-53AE-4B45-99D5-7C630E4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4604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BatchCreateSockets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建立控制连接</a:t>
            </a:r>
          </a:p>
        </p:txBody>
      </p:sp>
      <p:sp>
        <p:nvSpPr>
          <p:cNvPr id="11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DA7BF744-6409-4051-A552-A2A27ECD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2986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BatchCreateChannels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组织底层资源</a:t>
            </a:r>
          </a:p>
        </p:txBody>
      </p:sp>
      <p:sp>
        <p:nvSpPr>
          <p:cNvPr id="119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01E7DE5-79B7-4016-8C86-15D59331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81368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HcommEndpointCreate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创建端点</a:t>
            </a:r>
          </a:p>
        </p:txBody>
      </p:sp>
      <p:sp>
        <p:nvSpPr>
          <p:cNvPr id="12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1187F598-CA88-4E28-B171-4CDC4E0C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89750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开始监听</a:t>
            </a:r>
          </a:p>
        </p:txBody>
      </p:sp>
      <p:sp>
        <p:nvSpPr>
          <p:cNvPr id="12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89B50B9-B3C1-43D2-85F1-426C4475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98132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HcommMemReg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注册通信内存</a:t>
            </a:r>
          </a:p>
        </p:txBody>
      </p:sp>
      <p:sp>
        <p:nvSpPr>
          <p:cNvPr id="12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19E320FE-0367-43F7-9BF0-534F6AAD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06514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建通道</a:t>
            </a:r>
          </a:p>
        </p:txBody>
      </p:sp>
      <p:sp>
        <p:nvSpPr>
          <p:cNvPr id="12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AD45004-83EC-4F3C-B5BA-935749FD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4896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BatchConnectChannels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检查连接</a:t>
            </a:r>
          </a:p>
        </p:txBody>
      </p:sp>
      <p:sp>
        <p:nvSpPr>
          <p:cNvPr id="12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3979ED4-F734-407D-BBE5-DA34D915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23278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校验</a:t>
            </a:r>
          </a:p>
        </p:txBody>
      </p:sp>
      <p:sp>
        <p:nvSpPr>
          <p:cNvPr id="12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E517D37-D3FB-47E1-91C0-4DED17A7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31660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整理句柄</a:t>
            </a:r>
          </a:p>
        </p:txBody>
      </p:sp>
      <p:sp>
        <p:nvSpPr>
          <p:cNvPr id="12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A4D8464C-FAAE-453B-B348-E323B01C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40042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取远端 CCL</a:t>
            </a:r>
          </a:p>
        </p:txBody>
      </p:sp>
      <p:sp>
        <p:nvSpPr>
          <p:cNvPr id="12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F757ADCF-9E43-4BB9-9B43-51EFAE5A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48424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HcclEngineCtxCreate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创建资源上下文</a:t>
            </a:r>
          </a:p>
        </p:txBody>
      </p:sp>
      <p:sp>
        <p:nvSpPr>
          <p:cNvPr id="12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41F1FB6-5402-4B01-9DB4-D575CF65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56806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复制资源描述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2C7EFAB-CA0B-47B5-9F42-40F27059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09825"/>
            <a:ext cx="19907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30" name="④b 导出设备主 Thread">
            <a:extLst xmlns:a="http://schemas.openxmlformats.org/drawingml/2006/main">
              <a:ext uri="{FF2B5EF4-FFF2-40B4-BE49-F238E27FC236}">
                <a16:creationId xmlns:a16="http://schemas.microsoft.com/office/drawing/2014/main" id="{DD1A4737-3953-4855-95AE-57974963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④b 导出设备主 Thread</a:t>
            </a:r>
          </a:p>
        </p:txBody>
      </p:sp>
      <p:sp>
        <p:nvSpPr>
          <p:cNvPr id="13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BD3506D0-D2BF-4E3C-AE09-B28A68C3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71750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</a:t>
            </a:r>
          </a:p>
        </p:txBody>
      </p:sp>
      <p:sp>
        <p:nvSpPr>
          <p:cNvPr id="132" name="AICPU 主 Thread 导出为 CPU_TS 视图&#10;Host 随后才能给它发“输入就绪”通知">
            <a:extLst xmlns:a="http://schemas.openxmlformats.org/drawingml/2006/main">
              <a:ext uri="{FF2B5EF4-FFF2-40B4-BE49-F238E27FC236}">
                <a16:creationId xmlns:a16="http://schemas.microsoft.com/office/drawing/2014/main" id="{6B79667C-8483-458F-9272-79E78435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686050"/>
            <a:ext cx="1876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AICPU 主 Thread 导出为 CPU_TS 视图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Host 随后才能给它发“输入就绪”通知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FC91267-D8A8-4E19-9CFA-49125F5C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10000"/>
            <a:ext cx="4086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34" name="④c ACL Runtime（以下 API 公共前缀 aclrt）">
            <a:extLst xmlns:a="http://schemas.openxmlformats.org/drawingml/2006/main">
              <a:ext uri="{FF2B5EF4-FFF2-40B4-BE49-F238E27FC236}">
                <a16:creationId xmlns:a16="http://schemas.microsoft.com/office/drawing/2014/main" id="{BED7DC94-FF86-408D-BCE3-5D7EDE6F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829050"/>
            <a:ext cx="3971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④c ACL Runtime（以下 API 公共前缀 aclrt）</a:t>
            </a:r>
          </a:p>
        </p:txBody>
      </p:sp>
      <p:sp>
        <p:nvSpPr>
          <p:cNvPr id="135" name="BinaryGetFunction：取得入口　　KernelArgsInit：创建参数包">
            <a:extLst xmlns:a="http://schemas.openxmlformats.org/drawingml/2006/main">
              <a:ext uri="{FF2B5EF4-FFF2-40B4-BE49-F238E27FC236}">
                <a16:creationId xmlns:a16="http://schemas.microsoft.com/office/drawing/2014/main" id="{48C1F3B9-1DE7-4315-BC33-01552D53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952875"/>
            <a:ext cx="3971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BinaryGetFunction：取得入口　　KernelArgsInit：创建参数包</a:t>
            </a:r>
          </a:p>
        </p:txBody>
      </p:sp>
      <p:sp>
        <p:nvSpPr>
          <p:cNvPr id="136" name="KernelArgsAppend：追加算子参数　　KernelArgsFinalize：完成封装">
            <a:extLst xmlns:a="http://schemas.openxmlformats.org/drawingml/2006/main">
              <a:ext uri="{FF2B5EF4-FFF2-40B4-BE49-F238E27FC236}">
                <a16:creationId xmlns:a16="http://schemas.microsoft.com/office/drawing/2014/main" id="{4BACA991-99CC-4D14-839C-D7DC032D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048125"/>
            <a:ext cx="3971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KernelArgsAppend：追加算子参数　　KernelArgsFinalize：完成封装</a:t>
            </a:r>
          </a:p>
        </p:txBody>
      </p:sp>
      <p:sp>
        <p:nvSpPr>
          <p:cNvPr id="137" name="LaunchKernelWithConfig：向运行时提交 AICPU Kernel">
            <a:extLst xmlns:a="http://schemas.openxmlformats.org/drawingml/2006/main">
              <a:ext uri="{FF2B5EF4-FFF2-40B4-BE49-F238E27FC236}">
                <a16:creationId xmlns:a16="http://schemas.microsoft.com/office/drawing/2014/main" id="{DAB14AC3-6BB6-46A3-8C05-27F32090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143375"/>
            <a:ext cx="3971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LaunchKernelWithConfig：向运行时提交 AICPU Kernel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3FD5EFA-D5E0-4E79-B3BC-F538CE16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91025"/>
            <a:ext cx="1990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39" name="④d 恢复资源，进入算法">
            <a:extLst xmlns:a="http://schemas.openxmlformats.org/drawingml/2006/main">
              <a:ext uri="{FF2B5EF4-FFF2-40B4-BE49-F238E27FC236}">
                <a16:creationId xmlns:a16="http://schemas.microsoft.com/office/drawing/2014/main" id="{51DE560D-85EA-4BE7-840A-AB3B9F4C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④d 恢复资源，进入算法</a:t>
            </a:r>
          </a:p>
        </p:txBody>
      </p:sp>
      <p:sp>
        <p:nvSpPr>
          <p:cNvPr id="14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AB972E8E-B8FD-4006-8327-23759F30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54342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设备入口</a:t>
            </a:r>
          </a:p>
        </p:txBody>
      </p:sp>
      <p:sp>
        <p:nvSpPr>
          <p:cNvPr id="14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F66095BB-3461-4F6C-99F0-F64DF2D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3867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DeserializeResCtx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恢复资源</a:t>
            </a:r>
          </a:p>
        </p:txBody>
      </p:sp>
      <p:sp>
        <p:nvSpPr>
          <p:cNvPr id="14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CAAC084-4BBE-4FAB-A65F-9E90E62F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73392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恢复数量 / 位移</a:t>
            </a:r>
          </a:p>
        </p:txBody>
      </p:sp>
      <p:sp>
        <p:nvSpPr>
          <p:cNvPr id="14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82F1A05-7A7F-4E7B-BA0F-DC128F8F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82917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组织任务生成</a:t>
            </a:r>
          </a:p>
        </p:txBody>
      </p:sp>
      <p:sp>
        <p:nvSpPr>
          <p:cNvPr id="14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809B14F-4A9A-4518-A138-D9394AC8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92442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按中转区容量分块</a:t>
            </a:r>
          </a:p>
        </p:txBody>
      </p:sp>
      <p:sp>
        <p:nvSpPr>
          <p:cNvPr id="14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309393A-BA71-41E7-8BB0-3B729430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01967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KernelRun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模板处理当前块</a:t>
            </a:r>
          </a:p>
        </p:txBody>
      </p:sp>
      <p:sp>
        <p:nvSpPr>
          <p:cNvPr id="14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1617C758-6780-446A-B61E-BCCF5171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11492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CalcCommLoops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计算轮次数</a:t>
            </a:r>
          </a:p>
        </p:txBody>
      </p:sp>
      <p:sp>
        <p:nvSpPr>
          <p:cNvPr id="14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F8587FF-0E8F-4102-99F0-7069A948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21017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选 Peer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C90FE68-F386-4A85-A666-CC7047C3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91025"/>
            <a:ext cx="21812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49" name="⑤a 按轮 / Peer / Channel 展开">
            <a:extLst xmlns:a="http://schemas.openxmlformats.org/drawingml/2006/main">
              <a:ext uri="{FF2B5EF4-FFF2-40B4-BE49-F238E27FC236}">
                <a16:creationId xmlns:a16="http://schemas.microsoft.com/office/drawing/2014/main" id="{1B978AC7-16FF-4187-9851-56CD99DF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10075"/>
            <a:ext cx="2085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⑤a 按轮 / Peer / Channel 展开</a:t>
            </a:r>
          </a:p>
        </p:txBody>
      </p:sp>
      <p:sp>
        <p:nvSpPr>
          <p:cNvPr id="15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BCB5558-6603-4EBC-BEE5-92DA67CD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54342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RunSendRecvByLoop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遍历本轮 Peer</a:t>
            </a:r>
          </a:p>
        </p:txBody>
      </p:sp>
      <p:sp>
        <p:nvSpPr>
          <p:cNvPr id="15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A99A69F-C779-45B9-915D-17F81F9E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3867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按端口切片</a:t>
            </a:r>
          </a:p>
        </p:txBody>
      </p:sp>
      <p:sp>
        <p:nvSpPr>
          <p:cNvPr id="15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889529A-689E-462A-9C81-30E1FF5A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3392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RunSendRecvByChannel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逐 Channel 组织</a:t>
            </a:r>
          </a:p>
        </p:txBody>
      </p:sp>
      <p:sp>
        <p:nvSpPr>
          <p:cNvPr id="15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A865B56D-E6E9-4DA4-8492-0EA344BC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82917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CalcCclBuffIdx / BuildDataSlices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槽位 / 地址</a:t>
            </a:r>
          </a:p>
        </p:txBody>
      </p:sp>
      <p:sp>
        <p:nvSpPr>
          <p:cNvPr id="15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14E30A0-CF09-4ADD-8B31-19273038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92442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调用下面 A–E</a:t>
            </a:r>
          </a:p>
        </p:txBody>
      </p:sp>
      <p:sp>
        <p:nvSpPr>
          <p:cNvPr id="15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6D03EC6-6205-4B9C-AB5A-34DC5163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01967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PostCopy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调用下面 F</a:t>
            </a:r>
          </a:p>
        </p:txBody>
      </p:sp>
      <p:sp>
        <p:nvSpPr>
          <p:cNvPr id="15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19DFB7F-01E9-4CDE-905D-839475FE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11492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PostSyncInterThreads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等待本块主从汇合</a:t>
            </a:r>
          </a:p>
        </p:txBody>
      </p:sp>
      <p:sp>
        <p:nvSpPr>
          <p:cNvPr id="15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E1F0CE4-5211-43B9-A2CC-53D3FA57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21017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还有块则继续，否则返回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CA77E52-454A-46C8-9037-9F06C1D4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67350"/>
            <a:ext cx="19907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59" name="④e 建立任务依赖">
            <a:extLst xmlns:a="http://schemas.openxmlformats.org/drawingml/2006/main">
              <a:ext uri="{FF2B5EF4-FFF2-40B4-BE49-F238E27FC236}">
                <a16:creationId xmlns:a16="http://schemas.microsoft.com/office/drawing/2014/main" id="{7EED7F8A-A218-4605-A470-3EFDE3FB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864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④e 建立任务依赖</a:t>
            </a:r>
          </a:p>
        </p:txBody>
      </p:sp>
      <p:sp>
        <p:nvSpPr>
          <p:cNvPr id="160" name="Host 用户流：先 Record，发射后 Wait">
            <a:extLst xmlns:a="http://schemas.openxmlformats.org/drawingml/2006/main">
              <a:ext uri="{FF2B5EF4-FFF2-40B4-BE49-F238E27FC236}">
                <a16:creationId xmlns:a16="http://schemas.microsoft.com/office/drawing/2014/main" id="{9271675D-0998-4E66-9A50-E21C9C9D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619750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 用户流：先 Record，发射后 Wait</a:t>
            </a:r>
          </a:p>
        </p:txBody>
      </p:sp>
      <p:sp>
        <p:nvSpPr>
          <p:cNvPr id="16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DED1B22-617D-4D89-9B67-0AA46703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734050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输入就绪</a:t>
            </a:r>
          </a:p>
        </p:txBody>
      </p:sp>
      <p:sp>
        <p:nvSpPr>
          <p:cNvPr id="16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124EC54C-B681-4F1F-B2A4-6C8671ED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838825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等最终完成</a:t>
            </a:r>
          </a:p>
        </p:txBody>
      </p:sp>
      <p:sp>
        <p:nvSpPr>
          <p:cNvPr id="163" name="AICPU 编排调用：">
            <a:extLst xmlns:a="http://schemas.openxmlformats.org/drawingml/2006/main">
              <a:ext uri="{FF2B5EF4-FFF2-40B4-BE49-F238E27FC236}">
                <a16:creationId xmlns:a16="http://schemas.microsoft.com/office/drawing/2014/main" id="{45172D93-B1E2-45DA-9665-6AA651EB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924550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 编排调用：</a:t>
            </a:r>
          </a:p>
        </p:txBody>
      </p:sp>
      <p:sp>
        <p:nvSpPr>
          <p:cNvPr id="16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4ABE44A-6267-4E29-A890-96FC530F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29325"/>
            <a:ext cx="1876425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HcommAcquireComm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使用域保护</a:t>
            </a:r>
          </a:p>
        </p:txBody>
      </p:sp>
      <p:sp>
        <p:nvSpPr>
          <p:cNvPr id="16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BC6CFC8-6707-4B68-9292-C2DCB293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116955"/>
            <a:ext cx="1876425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HcommBatchModeStart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开启批模式</a:t>
            </a:r>
          </a:p>
        </p:txBody>
      </p:sp>
      <p:sp>
        <p:nvSpPr>
          <p:cNvPr id="16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D2B4AAA-DFCB-4D9B-A7FC-9E4912BB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204585"/>
            <a:ext cx="1876425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等输入</a:t>
            </a:r>
          </a:p>
        </p:txBody>
      </p:sp>
      <p:sp>
        <p:nvSpPr>
          <p:cNvPr id="16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16FEFFB5-0B37-40C9-B01C-DE63698C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292215"/>
            <a:ext cx="1876425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主通知从</a:t>
            </a:r>
          </a:p>
        </p:txBody>
      </p:sp>
      <p:sp>
        <p:nvSpPr>
          <p:cNvPr id="16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4D941CB-4B8B-4C8F-8C59-05526192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379845"/>
            <a:ext cx="1876425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从等主</a:t>
            </a:r>
          </a:p>
        </p:txBody>
      </p:sp>
      <p:sp>
        <p:nvSpPr>
          <p:cNvPr id="169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9C2C5E4-C22C-4708-977E-85319289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467475"/>
            <a:ext cx="1876425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拷贝自己分片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7199544-2C1D-4768-91B2-46F332EF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67350"/>
            <a:ext cx="2181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71" name="⑤b 对端交换与收尾（本端视角）">
            <a:extLst xmlns:a="http://schemas.openxmlformats.org/drawingml/2006/main">
              <a:ext uri="{FF2B5EF4-FFF2-40B4-BE49-F238E27FC236}">
                <a16:creationId xmlns:a16="http://schemas.microsoft.com/office/drawing/2014/main" id="{9A3F14F8-8287-4C96-AEBF-BD4163C3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86400"/>
            <a:ext cx="2085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⑤b 对端交换与收尾（本端视角）</a:t>
            </a:r>
          </a:p>
        </p:txBody>
      </p:sp>
      <p:sp>
        <p:nvSpPr>
          <p:cNvPr id="17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B744950C-BDFC-4EDC-BD95-C487A3B0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1975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 HcommChannelNotifyRecordOnThread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发 ACK</a:t>
            </a:r>
          </a:p>
        </p:txBody>
      </p:sp>
      <p:sp>
        <p:nvSpPr>
          <p:cNvPr id="17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B5066A52-79D7-4099-B18E-ADFD5CA4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70357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 HcommChannelNotifyWaitOnThread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 ACK</a:t>
            </a:r>
          </a:p>
        </p:txBody>
      </p:sp>
      <p:sp>
        <p:nvSpPr>
          <p:cNvPr id="17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4516D99-806B-40F2-80C6-06662A76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78739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 HcommWriteOnThread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写入对端 CCL</a:t>
            </a:r>
          </a:p>
        </p:txBody>
      </p:sp>
      <p:sp>
        <p:nvSpPr>
          <p:cNvPr id="17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850F8D6E-2CA5-4711-86E1-5B49ECFD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87121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 HcommChannelNotifyRecordOnThread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发完成信号</a:t>
            </a:r>
          </a:p>
        </p:txBody>
      </p:sp>
      <p:sp>
        <p:nvSpPr>
          <p:cNvPr id="17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893268D-9E54-439C-B216-5A2C67BF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95503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E HcommChannelNotifyWaitOnThread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等反向完成</a:t>
            </a:r>
          </a:p>
        </p:txBody>
      </p:sp>
      <p:sp>
        <p:nvSpPr>
          <p:cNvPr id="17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B1E2990-9A5C-45EF-AC9B-0C1CA9B4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03885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 HcommLocalCopyOnThread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CCL 拷到输出</a:t>
            </a:r>
          </a:p>
        </p:txBody>
      </p:sp>
      <p:sp>
        <p:nvSpPr>
          <p:cNvPr id="17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3C0D82D-AAD5-42F4-82DA-D3000193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12267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主等从</a:t>
            </a:r>
          </a:p>
        </p:txBody>
      </p:sp>
      <p:sp>
        <p:nvSpPr>
          <p:cNvPr id="179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DADCF11-4D67-4C03-89BC-E7671C19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20649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从通知主</a:t>
            </a:r>
          </a:p>
        </p:txBody>
      </p:sp>
      <p:sp>
        <p:nvSpPr>
          <p:cNvPr id="18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24EF94B-5827-4895-91F9-4D834062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29031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通知用户流</a:t>
            </a:r>
          </a:p>
        </p:txBody>
      </p:sp>
      <p:sp>
        <p:nvSpPr>
          <p:cNvPr id="18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4E655E8-A00F-42E5-81D7-328C64C4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37413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提交剩余任务</a:t>
            </a:r>
          </a:p>
        </p:txBody>
      </p:sp>
      <p:sp>
        <p:nvSpPr>
          <p:cNvPr id="18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8871BF21-2F32-4E3E-A903-A3D912B2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45795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HcommReleaseComm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退出使用保护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9399639-4931-40AD-946C-ACF7F3AE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999D427-D520-46DF-9ABF-7C95C5D2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09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1" name=""/>
          <p:cNvCxnSpPr>
            <a:stCxn xmlns:a="http://schemas.openxmlformats.org/drawingml/2006/main" id="183" idx="2"/>
            <a:endCxn xmlns:a="http://schemas.openxmlformats.org/drawingml/2006/main" id="184" idx="0"/>
          </p:cNvCxnSpPr>
          <p:nvPr/>
        </p:nvCxnSpPr>
        <p:spPr>
          <a:xfrm xmlns:a="http://schemas.openxmlformats.org/drawingml/2006/main">
            <a:off x="2372202" y="2267903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7C14FAA-3287-49D3-9690-E49C9768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B0B80A03-459B-49CD-8EC8-9AEA2FD1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4" name=""/>
          <p:cNvCxnSpPr>
            <a:stCxn xmlns:a="http://schemas.openxmlformats.org/drawingml/2006/main" id="186" idx="3"/>
            <a:endCxn xmlns:a="http://schemas.openxmlformats.org/drawingml/2006/main" id="187" idx="1"/>
          </p:cNvCxnSpPr>
          <p:nvPr/>
        </p:nvCxnSpPr>
        <p:spPr>
          <a:xfrm xmlns:a="http://schemas.openxmlformats.org/drawingml/2006/main">
            <a:off x="3372803" y="2791302"/>
            <a:ext cx="466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</a:ln>
        </p:spPr>
      </p:cxn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C3DB2AD-426B-4681-B690-C9E2649D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55F9672-5965-467E-9184-9D124A97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7" name=""/>
          <p:cNvCxnSpPr>
            <a:stCxn xmlns:a="http://schemas.openxmlformats.org/drawingml/2006/main" id="189" idx="0"/>
            <a:endCxn xmlns:a="http://schemas.openxmlformats.org/drawingml/2006/main" id="190" idx="2"/>
          </p:cNvCxnSpPr>
          <p:nvPr/>
        </p:nvCxnSpPr>
        <p:spPr>
          <a:xfrm xmlns:a="http://schemas.openxmlformats.org/drawingml/2006/main" flipV="1">
            <a:off x="3419952" y="1667828"/>
            <a:ext cx="0" cy="11229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</a:ln>
        </p:spPr>
      </p:cxn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7C550E1-C78D-4845-97A5-72D13F88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6DC120F8-BB33-496C-AA84-AD887088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0" name=""/>
          <p:cNvCxnSpPr>
            <a:stCxn xmlns:a="http://schemas.openxmlformats.org/drawingml/2006/main" id="192" idx="3"/>
            <a:endCxn xmlns:a="http://schemas.openxmlformats.org/drawingml/2006/main" id="193" idx="1"/>
          </p:cNvCxnSpPr>
          <p:nvPr/>
        </p:nvCxnSpPr>
        <p:spPr>
          <a:xfrm xmlns:a="http://schemas.openxmlformats.org/drawingml/2006/main">
            <a:off x="3420428" y="1667352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63185C9-5D47-4627-944C-54DB5155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76CA543C-7AE7-40F9-8B5B-0BCAA962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09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3" name=""/>
          <p:cNvCxnSpPr>
            <a:stCxn xmlns:a="http://schemas.openxmlformats.org/drawingml/2006/main" id="195" idx="2"/>
            <a:endCxn xmlns:a="http://schemas.openxmlformats.org/drawingml/2006/main" id="196" idx="0"/>
          </p:cNvCxnSpPr>
          <p:nvPr/>
        </p:nvCxnSpPr>
        <p:spPr>
          <a:xfrm xmlns:a="http://schemas.openxmlformats.org/drawingml/2006/main">
            <a:off x="4467702" y="2267903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D6AFC17-6CA0-41EF-8837-A7B3A71A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7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21BF775-F867-40C6-ADD3-43AA25B2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7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6" name=""/>
          <p:cNvCxnSpPr>
            <a:stCxn xmlns:a="http://schemas.openxmlformats.org/drawingml/2006/main" id="198" idx="3"/>
            <a:endCxn xmlns:a="http://schemas.openxmlformats.org/drawingml/2006/main" id="199" idx="1"/>
          </p:cNvCxnSpPr>
          <p:nvPr/>
        </p:nvCxnSpPr>
        <p:spPr>
          <a:xfrm xmlns:a="http://schemas.openxmlformats.org/drawingml/2006/main">
            <a:off x="5468303" y="16768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B33B938-1171-427F-BEDF-73F215CE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F423462-CC1D-4212-B45C-5E5194E9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09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9" name=""/>
          <p:cNvCxnSpPr>
            <a:stCxn xmlns:a="http://schemas.openxmlformats.org/drawingml/2006/main" id="201" idx="2"/>
            <a:endCxn xmlns:a="http://schemas.openxmlformats.org/drawingml/2006/main" id="202" idx="0"/>
          </p:cNvCxnSpPr>
          <p:nvPr/>
        </p:nvCxnSpPr>
        <p:spPr>
          <a:xfrm xmlns:a="http://schemas.openxmlformats.org/drawingml/2006/main">
            <a:off x="6563202" y="2267903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9B84EFC-6C7E-4907-B355-40F76D21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48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F1AC172-B5F7-4356-9F7C-D8CA6031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48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204" idx="3"/>
            <a:endCxn xmlns:a="http://schemas.openxmlformats.org/drawingml/2006/main" id="205" idx="1"/>
          </p:cNvCxnSpPr>
          <p:nvPr/>
        </p:nvCxnSpPr>
        <p:spPr>
          <a:xfrm xmlns:a="http://schemas.openxmlformats.org/drawingml/2006/main">
            <a:off x="7563803" y="3448527"/>
            <a:ext cx="466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</a:ln>
        </p:spPr>
      </p:cxn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6B6311EE-3A66-447A-AFC0-A3A5F33B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48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CB102DA-89E6-4F87-ADA5-23B965D5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5" name=""/>
          <p:cNvCxnSpPr>
            <a:stCxn xmlns:a="http://schemas.openxmlformats.org/drawingml/2006/main" id="207" idx="0"/>
            <a:endCxn xmlns:a="http://schemas.openxmlformats.org/drawingml/2006/main" id="208" idx="2"/>
          </p:cNvCxnSpPr>
          <p:nvPr/>
        </p:nvCxnSpPr>
        <p:spPr>
          <a:xfrm xmlns:a="http://schemas.openxmlformats.org/drawingml/2006/main" flipV="1">
            <a:off x="7610952" y="1715453"/>
            <a:ext cx="0" cy="17325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</a:ln>
        </p:spPr>
      </p:cxn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3D8AE5E-9C2A-4340-B8B7-F4429DC6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E1639EFC-313F-4DAC-B001-A085E075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8" name=""/>
          <p:cNvCxnSpPr>
            <a:stCxn xmlns:a="http://schemas.openxmlformats.org/drawingml/2006/main" id="210" idx="3"/>
            <a:endCxn xmlns:a="http://schemas.openxmlformats.org/drawingml/2006/main" id="211" idx="1"/>
          </p:cNvCxnSpPr>
          <p:nvPr/>
        </p:nvCxnSpPr>
        <p:spPr>
          <a:xfrm xmlns:a="http://schemas.openxmlformats.org/drawingml/2006/main">
            <a:off x="7611428" y="1714977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3EF834F-F6C3-4BAD-8211-21AD45CE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019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A1717DF-58C3-42FA-88A3-34764657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09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1" name=""/>
          <p:cNvCxnSpPr>
            <a:stCxn xmlns:a="http://schemas.openxmlformats.org/drawingml/2006/main" id="213" idx="2"/>
            <a:endCxn xmlns:a="http://schemas.openxmlformats.org/drawingml/2006/main" id="214" idx="0"/>
          </p:cNvCxnSpPr>
          <p:nvPr/>
        </p:nvCxnSpPr>
        <p:spPr>
          <a:xfrm xmlns:a="http://schemas.openxmlformats.org/drawingml/2006/main">
            <a:off x="8658702" y="2020253"/>
            <a:ext cx="0" cy="3895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7067D01-103D-4088-A87A-CA7EFF43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2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8708AD5C-DDB0-4BD5-B4C6-0FC17C39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2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4" name=""/>
          <p:cNvCxnSpPr>
            <a:stCxn xmlns:a="http://schemas.openxmlformats.org/drawingml/2006/main" id="216" idx="1"/>
            <a:endCxn xmlns:a="http://schemas.openxmlformats.org/drawingml/2006/main" id="217" idx="3"/>
          </p:cNvCxnSpPr>
          <p:nvPr/>
        </p:nvCxnSpPr>
        <p:spPr>
          <a:xfrm xmlns:a="http://schemas.openxmlformats.org/drawingml/2006/main" flipH="1">
            <a:off x="7611428" y="2724627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45B5C"/>
            </a:solidFill>
            <a:prstDash val="dash"/>
          </a:ln>
        </p:spPr>
      </p:cxn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8ECFAEB-CEDF-4CBD-BCB6-BB16D26C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2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5D33103-69A4-4775-9827-31FEA333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7" name=""/>
          <p:cNvCxnSpPr>
            <a:stCxn xmlns:a="http://schemas.openxmlformats.org/drawingml/2006/main" id="219" idx="0"/>
            <a:endCxn xmlns:a="http://schemas.openxmlformats.org/drawingml/2006/main" id="220" idx="2"/>
          </p:cNvCxnSpPr>
          <p:nvPr/>
        </p:nvCxnSpPr>
        <p:spPr>
          <a:xfrm xmlns:a="http://schemas.openxmlformats.org/drawingml/2006/main" flipV="1">
            <a:off x="7610952" y="1810703"/>
            <a:ext cx="0" cy="913447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45B5C"/>
            </a:solidFill>
            <a:prstDash val="dash"/>
          </a:ln>
        </p:spPr>
      </p:cxn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27A043A-7AD8-4375-8C39-0D3CE204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DFEDB65-F7F9-40BD-A427-5A81D494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0" name=""/>
          <p:cNvCxnSpPr>
            <a:stCxn xmlns:a="http://schemas.openxmlformats.org/drawingml/2006/main" id="222" idx="3"/>
            <a:endCxn xmlns:a="http://schemas.openxmlformats.org/drawingml/2006/main" id="223" idx="1"/>
          </p:cNvCxnSpPr>
          <p:nvPr/>
        </p:nvCxnSpPr>
        <p:spPr>
          <a:xfrm xmlns:a="http://schemas.openxmlformats.org/drawingml/2006/main">
            <a:off x="7611428" y="1810227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E581155-DDCD-4EA2-9BC2-09E64D0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C4264925-56E4-4D71-A602-C7EE2AFD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3" name=""/>
          <p:cNvCxnSpPr>
            <a:stCxn xmlns:a="http://schemas.openxmlformats.org/drawingml/2006/main" id="225" idx="3"/>
            <a:endCxn xmlns:a="http://schemas.openxmlformats.org/drawingml/2006/main" id="226" idx="1"/>
          </p:cNvCxnSpPr>
          <p:nvPr/>
        </p:nvCxnSpPr>
        <p:spPr>
          <a:xfrm xmlns:a="http://schemas.openxmlformats.org/drawingml/2006/main">
            <a:off x="9659303" y="1838802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</a:ln>
        </p:spPr>
      </p:cxn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71B19170-78B5-4142-A755-B8833DBD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C6167FA5-7847-4107-A69D-91FFD871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6" name=""/>
          <p:cNvCxnSpPr>
            <a:stCxn xmlns:a="http://schemas.openxmlformats.org/drawingml/2006/main" id="228" idx="2"/>
            <a:endCxn xmlns:a="http://schemas.openxmlformats.org/drawingml/2006/main" id="229" idx="0"/>
          </p:cNvCxnSpPr>
          <p:nvPr/>
        </p:nvCxnSpPr>
        <p:spPr>
          <a:xfrm xmlns:a="http://schemas.openxmlformats.org/drawingml/2006/main">
            <a:off x="9725502" y="1839278"/>
            <a:ext cx="0" cy="21326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</a:ln>
        </p:spPr>
      </p:cxn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CCE85CD-FBB1-4479-BDE6-62DCECB1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2A5A641-398E-4503-B4D0-C2AEFAC5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9" name=""/>
          <p:cNvCxnSpPr>
            <a:stCxn xmlns:a="http://schemas.openxmlformats.org/drawingml/2006/main" id="231" idx="1"/>
            <a:endCxn xmlns:a="http://schemas.openxmlformats.org/drawingml/2006/main" id="232" idx="3"/>
          </p:cNvCxnSpPr>
          <p:nvPr/>
        </p:nvCxnSpPr>
        <p:spPr>
          <a:xfrm xmlns:a="http://schemas.openxmlformats.org/drawingml/2006/main" flipH="1">
            <a:off x="9659303" y="3972402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01146B1-09BD-4852-8A0F-A0005EAF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248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0722D7F-E261-4DE8-9452-F5621393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2" name=""/>
          <p:cNvCxnSpPr>
            <a:stCxn xmlns:a="http://schemas.openxmlformats.org/drawingml/2006/main" id="234" idx="2"/>
            <a:endCxn xmlns:a="http://schemas.openxmlformats.org/drawingml/2006/main" id="235" idx="0"/>
          </p:cNvCxnSpPr>
          <p:nvPr/>
        </p:nvCxnSpPr>
        <p:spPr>
          <a:xfrm xmlns:a="http://schemas.openxmlformats.org/drawingml/2006/main">
            <a:off x="8658702" y="4249103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AFB1A7D0-4AD3-41AE-9560-D4893BB9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A68012A5-C915-446B-917E-B104536C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5" name=""/>
          <p:cNvCxnSpPr>
            <a:stCxn xmlns:a="http://schemas.openxmlformats.org/drawingml/2006/main" id="237" idx="3"/>
            <a:endCxn xmlns:a="http://schemas.openxmlformats.org/drawingml/2006/main" id="238" idx="1"/>
          </p:cNvCxnSpPr>
          <p:nvPr/>
        </p:nvCxnSpPr>
        <p:spPr>
          <a:xfrm xmlns:a="http://schemas.openxmlformats.org/drawingml/2006/main">
            <a:off x="9659303" y="48582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8111678-0CFD-47FE-AFFB-4C49DD21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324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10223D0-04B4-4C9F-8739-7FFDA081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46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8" name=""/>
          <p:cNvCxnSpPr>
            <a:stCxn xmlns:a="http://schemas.openxmlformats.org/drawingml/2006/main" id="240" idx="2"/>
            <a:endCxn xmlns:a="http://schemas.openxmlformats.org/drawingml/2006/main" id="241" idx="0"/>
          </p:cNvCxnSpPr>
          <p:nvPr/>
        </p:nvCxnSpPr>
        <p:spPr>
          <a:xfrm xmlns:a="http://schemas.openxmlformats.org/drawingml/2006/main">
            <a:off x="8658702" y="5325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7FC1ABFB-AD94-4D08-911B-1B7A7365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5324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D96E5DC-AAD2-4B93-988E-5653C335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546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1" name=""/>
          <p:cNvCxnSpPr>
            <a:stCxn xmlns:a="http://schemas.openxmlformats.org/drawingml/2006/main" id="243" idx="2"/>
            <a:endCxn xmlns:a="http://schemas.openxmlformats.org/drawingml/2006/main" id="244" idx="0"/>
          </p:cNvCxnSpPr>
          <p:nvPr/>
        </p:nvCxnSpPr>
        <p:spPr>
          <a:xfrm xmlns:a="http://schemas.openxmlformats.org/drawingml/2006/main">
            <a:off x="10849452" y="5325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57492AC-D2ED-4F92-AB53-D9F5C799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32644E27-D75C-40C1-98CC-0243755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4" name=""/>
          <p:cNvCxnSpPr>
            <a:stCxn xmlns:a="http://schemas.openxmlformats.org/drawingml/2006/main" id="246" idx="3"/>
            <a:endCxn xmlns:a="http://schemas.openxmlformats.org/drawingml/2006/main" id="247" idx="1"/>
          </p:cNvCxnSpPr>
          <p:nvPr/>
        </p:nvCxnSpPr>
        <p:spPr>
          <a:xfrm xmlns:a="http://schemas.openxmlformats.org/drawingml/2006/main">
            <a:off x="9659303" y="1572102"/>
            <a:ext cx="27622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931C25"/>
            </a:solidFill>
            <a:prstDash val="dash"/>
          </a:ln>
        </p:spPr>
      </p:cxn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993AC641-A443-4BCD-A355-70A59256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434E3AF-EE96-4A30-AFF9-E4028827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7" name=""/>
          <p:cNvCxnSpPr>
            <a:stCxn xmlns:a="http://schemas.openxmlformats.org/drawingml/2006/main" id="249" idx="2"/>
            <a:endCxn xmlns:a="http://schemas.openxmlformats.org/drawingml/2006/main" id="250" idx="0"/>
          </p:cNvCxnSpPr>
          <p:nvPr/>
        </p:nvCxnSpPr>
        <p:spPr>
          <a:xfrm xmlns:a="http://schemas.openxmlformats.org/drawingml/2006/main">
            <a:off x="9687402" y="1572578"/>
            <a:ext cx="0" cy="4209097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931C25"/>
            </a:solidFill>
            <a:prstDash val="dash"/>
          </a:ln>
        </p:spPr>
      </p:cxn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3EAEDEB-DEFD-4F97-A3B8-A21E661D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DC1553DE-A7A9-4974-9D17-DA5FA061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0" name=""/>
          <p:cNvCxnSpPr>
            <a:stCxn xmlns:a="http://schemas.openxmlformats.org/drawingml/2006/main" id="252" idx="1"/>
            <a:endCxn xmlns:a="http://schemas.openxmlformats.org/drawingml/2006/main" id="253" idx="3"/>
          </p:cNvCxnSpPr>
          <p:nvPr/>
        </p:nvCxnSpPr>
        <p:spPr>
          <a:xfrm xmlns:a="http://schemas.openxmlformats.org/drawingml/2006/main" flipH="1">
            <a:off x="9659303" y="5782152"/>
            <a:ext cx="27622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255" name="Host 调用数据面&#10;提交就绪 / 完成依赖">
            <a:extLst xmlns:a="http://schemas.openxmlformats.org/drawingml/2006/main">
              <a:ext uri="{FF2B5EF4-FFF2-40B4-BE49-F238E27FC236}">
                <a16:creationId xmlns:a16="http://schemas.microsoft.com/office/drawing/2014/main" id="{2B17D218-6997-4334-A989-9BAA8482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240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调用数据面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提交就绪 / 完成依赖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378F6349-53AB-4334-B032-6A1D2355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A8E8736C-438D-41D2-B204-61C2A3AC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4" name=""/>
          <p:cNvCxnSpPr>
            <a:stCxn xmlns:a="http://schemas.openxmlformats.org/drawingml/2006/main" id="256" idx="1"/>
            <a:endCxn xmlns:a="http://schemas.openxmlformats.org/drawingml/2006/main" id="257" idx="3"/>
          </p:cNvCxnSpPr>
          <p:nvPr/>
        </p:nvCxnSpPr>
        <p:spPr>
          <a:xfrm xmlns:a="http://schemas.openxmlformats.org/drawingml/2006/main" flipH="1">
            <a:off x="9716453" y="1667352"/>
            <a:ext cx="2562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931C25"/>
            </a:solidFill>
            <a:prstDash val="dash"/>
          </a:ln>
        </p:spPr>
      </p:cxn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4AA77439-3D8E-4D6E-9DA6-F5189464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66F0CCC-52DE-49A4-8130-4AED949C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7" name=""/>
          <p:cNvCxnSpPr>
            <a:stCxn xmlns:a="http://schemas.openxmlformats.org/drawingml/2006/main" id="259" idx="3"/>
            <a:endCxn xmlns:a="http://schemas.openxmlformats.org/drawingml/2006/main" id="260" idx="1"/>
          </p:cNvCxnSpPr>
          <p:nvPr/>
        </p:nvCxnSpPr>
        <p:spPr>
          <a:xfrm xmlns:a="http://schemas.openxmlformats.org/drawingml/2006/main">
            <a:off x="11945303" y="6334602"/>
            <a:ext cx="276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AB33E46-A528-4B2D-982B-E81294A6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B20A083-230D-41E7-8C57-3A953786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126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0" name=""/>
          <p:cNvCxnSpPr>
            <a:stCxn xmlns:a="http://schemas.openxmlformats.org/drawingml/2006/main" id="262" idx="0"/>
            <a:endCxn xmlns:a="http://schemas.openxmlformats.org/drawingml/2006/main" id="263" idx="2"/>
          </p:cNvCxnSpPr>
          <p:nvPr/>
        </p:nvCxnSpPr>
        <p:spPr>
          <a:xfrm xmlns:a="http://schemas.openxmlformats.org/drawingml/2006/main" flipV="1">
            <a:off x="11973402" y="1267778"/>
            <a:ext cx="0" cy="50663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3718C01-7754-4818-8EB7-4C8EE440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126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D229E03B-A768-4EDB-B310-4454FFE0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26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3" name=""/>
          <p:cNvCxnSpPr>
            <a:stCxn xmlns:a="http://schemas.openxmlformats.org/drawingml/2006/main" id="265" idx="1"/>
            <a:endCxn xmlns:a="http://schemas.openxmlformats.org/drawingml/2006/main" id="266" idx="3"/>
          </p:cNvCxnSpPr>
          <p:nvPr/>
        </p:nvCxnSpPr>
        <p:spPr>
          <a:xfrm xmlns:a="http://schemas.openxmlformats.org/drawingml/2006/main" flipH="1">
            <a:off x="10859453" y="1267302"/>
            <a:ext cx="11134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A6236133-B2B3-4D20-A73F-7A751EDF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26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353AC353-9D32-4AA3-B9C2-C3812E82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21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6" name=""/>
          <p:cNvCxnSpPr>
            <a:stCxn xmlns:a="http://schemas.openxmlformats.org/drawingml/2006/main" id="268" idx="0"/>
            <a:endCxn xmlns:a="http://schemas.openxmlformats.org/drawingml/2006/main" id="269" idx="2"/>
          </p:cNvCxnSpPr>
          <p:nvPr/>
        </p:nvCxnSpPr>
        <p:spPr>
          <a:xfrm xmlns:a="http://schemas.openxmlformats.org/drawingml/2006/main" flipV="1">
            <a:off x="10858977" y="12201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7A4207E-F756-4194-9E3C-F58D374D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000D2661-55F8-4C29-BEEE-43720791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9" name=""/>
          <p:cNvCxnSpPr>
            <a:stCxn xmlns:a="http://schemas.openxmlformats.org/drawingml/2006/main" id="271" idx="3"/>
            <a:endCxn xmlns:a="http://schemas.openxmlformats.org/drawingml/2006/main" id="272" idx="1"/>
          </p:cNvCxnSpPr>
          <p:nvPr/>
        </p:nvCxnSpPr>
        <p:spPr>
          <a:xfrm xmlns:a="http://schemas.openxmlformats.org/drawingml/2006/main">
            <a:off x="11945303" y="5239227"/>
            <a:ext cx="27622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45B5C"/>
            </a:solidFill>
            <a:prstDash val="dash"/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4FDD2F41-084D-42A2-9AC9-ED6A725D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293853ED-7C75-4372-9558-ECC54E26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4333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2" name=""/>
          <p:cNvCxnSpPr>
            <a:stCxn xmlns:a="http://schemas.openxmlformats.org/drawingml/2006/main" id="274" idx="0"/>
            <a:endCxn xmlns:a="http://schemas.openxmlformats.org/drawingml/2006/main" id="275" idx="2"/>
          </p:cNvCxnSpPr>
          <p:nvPr/>
        </p:nvCxnSpPr>
        <p:spPr>
          <a:xfrm xmlns:a="http://schemas.openxmlformats.org/drawingml/2006/main" flipV="1">
            <a:off x="11973402" y="4334828"/>
            <a:ext cx="0" cy="903922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45B5C"/>
            </a:solidFill>
            <a:prstDash val="dash"/>
          </a:ln>
        </p:spPr>
      </p:cxn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D5C4ABB1-419F-4041-ABCB-4B1D73AF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4333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9CB5EC87-1C91-4BB6-8B60-E580524A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33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5" name=""/>
          <p:cNvCxnSpPr>
            <a:stCxn xmlns:a="http://schemas.openxmlformats.org/drawingml/2006/main" id="277" idx="1"/>
            <a:endCxn xmlns:a="http://schemas.openxmlformats.org/drawingml/2006/main" id="278" idx="3"/>
          </p:cNvCxnSpPr>
          <p:nvPr/>
        </p:nvCxnSpPr>
        <p:spPr>
          <a:xfrm xmlns:a="http://schemas.openxmlformats.org/drawingml/2006/main" flipH="1">
            <a:off x="8649653" y="4334352"/>
            <a:ext cx="3323272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45B5C"/>
            </a:solidFill>
            <a:prstDash val="dash"/>
          </a:ln>
        </p:spPr>
      </p:cxn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762EEBC-89BA-4B84-9162-E5BABD9F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33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314CC28D-66AD-499D-BFC8-3962058B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8" name=""/>
          <p:cNvCxnSpPr>
            <a:stCxn xmlns:a="http://schemas.openxmlformats.org/drawingml/2006/main" id="280" idx="2"/>
            <a:endCxn xmlns:a="http://schemas.openxmlformats.org/drawingml/2006/main" id="281" idx="0"/>
          </p:cNvCxnSpPr>
          <p:nvPr/>
        </p:nvCxnSpPr>
        <p:spPr>
          <a:xfrm xmlns:a="http://schemas.openxmlformats.org/drawingml/2006/main">
            <a:off x="8649177" y="4334828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283" name="控制面准备“用什么资源”&#10;不搬运本次用户输入数据">
            <a:extLst xmlns:a="http://schemas.openxmlformats.org/drawingml/2006/main">
              <a:ext uri="{FF2B5EF4-FFF2-40B4-BE49-F238E27FC236}">
                <a16:creationId xmlns:a16="http://schemas.microsoft.com/office/drawing/2014/main" id="{14DEABC0-8458-4336-8058-5D2F7739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289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控制面准备“用什么资源”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不搬运本次用户输入数据</a:t>
            </a:r>
          </a:p>
        </p:txBody>
      </p:sp>
      <p:sp>
        <p:nvSpPr>
          <p:cNvPr id="284" name="数据面决定任务如何等待与搬运&#10;通知和拷贝都排入通信 Thread，API 返回不等于网络已完成">
            <a:extLst xmlns:a="http://schemas.openxmlformats.org/drawingml/2006/main">
              <a:ext uri="{FF2B5EF4-FFF2-40B4-BE49-F238E27FC236}">
                <a16:creationId xmlns:a16="http://schemas.microsoft.com/office/drawing/2014/main" id="{600EEABD-194E-4D3E-91BB-05B88C57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05450"/>
            <a:ext cx="567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数据面决定任务如何等待与搬运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通知和拷贝都排入通信 Thread，API 返回不等于网络已完成</a:t>
            </a:r>
          </a:p>
        </p:txBody>
      </p:sp>
      <p:sp>
        <p:nvSpPr>
          <p:cNvPr id="285" name="本例数据：4 个 Rank，每对发 2 个 FP32。&#10;Rank 0 发 [2,3] 给 Rank 1，接收 [10,11]。&#10;最终输出 [0,1,10,11,20,21,30,31]。">
            <a:extLst xmlns:a="http://schemas.openxmlformats.org/drawingml/2006/main">
              <a:ext uri="{FF2B5EF4-FFF2-40B4-BE49-F238E27FC236}">
                <a16:creationId xmlns:a16="http://schemas.microsoft.com/office/drawing/2014/main" id="{0395DB11-ADC5-4C9E-90DA-EC9C38CD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29325"/>
            <a:ext cx="567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本例数据：4 个 Rank，每对发 2 个 FP32。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Rank 0 发 [2,3] 给 Rank 1，接收 [10,11]。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最终输出 [0,1,10,11,20,21,30,31]。</a:t>
            </a:r>
          </a:p>
        </p:txBody>
      </p:sp>
      <p:sp>
        <p:nvSpPr>
          <p:cNvPr id="286" name="每条泳道固定归属，灰虚线表示返回 / 循环，红虚线表示通知依赖。普通 Write 主线，源码静态分析，未上板验证；完整接口解释与分支见备注。">
            <a:extLst xmlns:a="http://schemas.openxmlformats.org/drawingml/2006/main">
              <a:ext uri="{FF2B5EF4-FFF2-40B4-BE49-F238E27FC236}">
                <a16:creationId xmlns:a16="http://schemas.microsoft.com/office/drawing/2014/main" id="{6D66DC49-269F-4CFD-B411-BD6A3A43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667500"/>
            <a:ext cx="11811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每条泳道固定归属，灰虚线表示返回 / 循环，红虚线表示通知依赖。普通 Write 主线，源码静态分析，未上板验证；完整接口解释与分支见备注。</a:t>
            </a:r>
          </a:p>
        </p:txBody>
      </p:sp>
    </p:spTree>
    <p:extLst>
      <p:ext uri="{BB962C8B-B14F-4D97-AF65-F5344CB8AC3E}">
        <p14:creationId xmlns:p14="http://schemas.microsoft.com/office/powerpoint/2010/main" val="1335987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2026-09-27T13:08:09.1000000Z</dcterms:created>
  <dcterms:modified xsi:type="dcterms:W3CDTF">2026-09-27T13:08:09.1000000Z</dcterms:modified>
</coreProperties>
</file>