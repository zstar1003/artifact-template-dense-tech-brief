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572b39bae43fa" /><Relationship Type="http://schemas.openxmlformats.org/officeDocument/2006/relationships/extended-properties" Target="/docProps/app.xml" Id="R3e4777ceaf8f4a0a" /><Relationship Type="http://schemas.openxmlformats.org/officeDocument/2006/relationships/officeDocument" Target="/ppt/presentation.xml" Id="R02d7d32f656a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27cb3100b48ac"/>
  </p:sldMasterIdLst>
  <p:notesMasterIdLst>
    <p:notesMasterId xmlns:r="http://schemas.openxmlformats.org/officeDocument/2006/relationships" r:id="R556722a453a14ab9"/>
  </p:notesMasterIdLst>
  <p:sldIdLst>
    <p:sldId xmlns:r="http://schemas.openxmlformats.org/officeDocument/2006/relationships" id="256" r:id="R18eb65baa133431f"/>
    <p:sldId xmlns:r="http://schemas.openxmlformats.org/officeDocument/2006/relationships" id="257" r:id="R1c1396275bf34dc9"/>
    <p:sldId xmlns:r="http://schemas.openxmlformats.org/officeDocument/2006/relationships" id="258" r:id="R2805e58c4bdb4e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3d8e01949147ce" /><Relationship Type="http://schemas.openxmlformats.org/officeDocument/2006/relationships/slideMaster" Target="/ppt/slideMasters/slideMaster1.xml" Id="R8d427cb3100b48ac" /><Relationship Type="http://schemas.openxmlformats.org/officeDocument/2006/relationships/notesMaster" Target="/ppt/notesMasters/notesMaster1.xml" Id="R556722a453a14ab9" /><Relationship Type="http://schemas.openxmlformats.org/officeDocument/2006/relationships/presProps" Target="/ppt/presProps.xml" Id="R2565cf36ada04ecf" /><Relationship Type="http://schemas.openxmlformats.org/officeDocument/2006/relationships/tableStyles" Target="/ppt/tableStyles.xml" Id="R4d91e527d68d4f4c" /><Relationship Type="http://schemas.openxmlformats.org/officeDocument/2006/relationships/slide" Target="/ppt/slides/slide1.xml" Id="R18eb65baa133431f" /><Relationship Type="http://schemas.openxmlformats.org/officeDocument/2006/relationships/slide" Target="/ppt/slides/slide2.xml" Id="R1c1396275bf34dc9" /><Relationship Type="http://schemas.openxmlformats.org/officeDocument/2006/relationships/slide" Target="/ppt/slides/slide3.xml" Id="R2805e58c4bdb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9cc048c87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e324036cb34876" /><Relationship Type="http://schemas.openxmlformats.org/officeDocument/2006/relationships/notesMaster" Target="/ppt/notesMasters/notesMaster1.xml" Id="R405f775a338c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7c449b8fde48e5" /><Relationship Type="http://schemas.openxmlformats.org/officeDocument/2006/relationships/notesMaster" Target="/ppt/notesMasters/notesMaster1.xml" Id="R261c948b4c39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fcc3dcada4c8c" /><Relationship Type="http://schemas.openxmlformats.org/officeDocument/2006/relationships/notesMaster" Target="/ppt/notesMasters/notesMaster1.xml" Id="R757f4cf3fc7e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说明：以 HcclAllReduce 新流程为代表。其他集合算子替换公共入口和 Fill*OpParam，Selector、RankGraph、Executor 主干高度共用。旧 HCOMM 或不满足新流程条件时进入 HcclAllReduceInner / legacy。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汇报要点：HcclChannelAcquire 的核心不是简单创建连接，而是把 HCCL 的 HcclChannelDesc 转换成 HCOMM 描述符，建立或复用 RankPair/EndpointPair，然后按 Engine 和 Protocol 构造具体 Channel。BatchConnectChannels 通过 ChannelGetStatus 轮询连接状态。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汇报要点：AICPU_TS 由 AICPU Kernel 逐步调用 Hcomm*OnThread。AIV 在 Host 完成资源准备后发射 Vector Kernel，设备核直接使用映射后的通信信息。CCU 路径先申请或复用 CcuIns，注册 Kernel，再通过 HcommCcuKernelLaunch 提交。CCU 资源不足时各 Rank 协商后回退。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5bb3ba38b44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cd0bef5a6147af" /><Relationship Type="http://schemas.openxmlformats.org/officeDocument/2006/relationships/slideLayout" Target="/ppt/slideLayouts/slideLayout1.xml" Id="R32089d4970bf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089d4970bf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9d3ccbaf460b" /><Relationship Type="http://schemas.openxmlformats.org/officeDocument/2006/relationships/notesSlide" Target="/ppt/notesSlides/notesSlide1.xml" Id="R66e6d3f9cbb0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0fdceee154d92" /><Relationship Type="http://schemas.openxmlformats.org/officeDocument/2006/relationships/notesSlide" Target="/ppt/notesSlides/notesSlide2.xml" Id="R728c3c15e7e8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dd4c5f154fbc" /><Relationship Type="http://schemas.openxmlformats.org/officeDocument/2006/relationships/notesSlide" Target="/ppt/notesSlides/notesSlide3.xml" Id="R34d28556c529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818B58-D9F5-4412-B592-A9853165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8F8D-0E1C-4AD1-AB1A-4FA1AA2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44EDB-D053-4D10-A530-0D9A8556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算子先归一化为 OpParam，再由通信域配置和 RankGraph 拓扑共同确定算法与执行引擎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B363A-B97C-49DB-B80C-33EFFD19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54E5-67A2-442D-A505-45FE282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A0DC2-AED3-4D6D-B7C0-FDE5757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1B591-52F6-474E-BBBD-0CED094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5E347-6674-470F-A935-C5731575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CFC37-C540-4DCD-9049-BFB279D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582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cxnSp>
        <p:nvCxnSpPr>
          <p:cNvPr id="7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5C900-C22E-4A04-BA4A-9A9F9B5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57325"/>
            <a:ext cx="1981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HcclConfigGetInfo()</a:t>
            </a:r>
          </a:p>
        </p:txBody>
      </p: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678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03EF8-8480-4052-8C2F-E4C4C15D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展开模式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4700D-E633-46F5-999B-6A25ED5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C5216-772C-4850-9699-D07E3EE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7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7657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9C5A2-C797-4A56-9051-7A17581E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468DA-9AED-42A6-BEE4-5F453CB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31D6C-D381-4C11-9209-2B86309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EDEC9-1D19-44D0-AB67-B31AABF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6A4E8-DB04-4406-9171-D949A8F7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拓扑信息读取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1C2B0-A9D7-4508-BCC9-7E1691C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7831A-D67D-427F-9920-1B93093A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0B92B-5262-4716-A797-1D35AA1B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7C92B-75C1-4080-A773-018D3A8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7CA38-9E44-4E1C-9660-0C9A264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A9CC0-BED6-4A1B-8331-7CD9915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C2506-61B2-4E9E-B592-1BA3CD2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CDB35B-0087-410A-9D18-C7F063F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FA3B66-C6F5-4191-A6D9-58B939C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HcclRankGraphGetEndpointDesc()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1E00A1-14BB-48E0-8425-F0AF8D5E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70AD0-DD28-45A1-9903-D2DB9C4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HcclRankGraphGetEndpointInfo()</a:t>
            </a:r>
          </a:p>
        </p:txBody>
      </p:sp>
      <p:cxnSp>
        <p:nvCxnSpPr>
          <p:cNvPr id="9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1812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671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531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390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250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319213" y="3790950"/>
            <a:ext cx="9429750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1812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671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31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839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E0992B-EA1E-49C5-965B-D3ED9DAB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算法选择与执行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918CE1-2A3F-4F29-BE18-0963A2D0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FDCF96-8142-442A-9C5D-728AA8F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FA2C7A-F872-43A8-8E0A-D5EEDBE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7517E1-7342-43A2-8D3E-726C591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ECA4DA-BC26-4067-9C78-005A135F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739605-1FA8-4E2D-8C88-E633A320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2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0764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7EE74C-11C2-4437-8CBA-B277EFA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cxnSp>
        <p:nvCxnSpPr>
          <p:cNvPr id="11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4579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45820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648825" y="5391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FF9213-0883-4073-A512-87C16FB2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结果：algName、CommEngine、algTag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702F77-3800-4AF8-93DD-43AC5D02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关键判断条件：设备类型、Rank 数、数据量、datatype、reduceType、内存布局、CCU 资源是否充足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822867-1E8A-40C5-B21E-BF2856E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0AE208-DA57-4A1D-A701-3BDD0EF6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719940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03A788-28D2-4246-9C12-21EEA15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0E9B4-C771-4326-A360-7073AE6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建链全流程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6AE97-F276-46B3-B22A-C86AD63A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建链不是单一 API，它依次完成参数归一化、Socket 建立、EndpointPair 复用、Channel 创建、连接确认和资源回填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4C395-EE9E-4BAD-BE42-6513071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E2DF-7CCB-4BE2-8CC1-D6CDB6C0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HCCL 发起建链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B329E-77A3-4A83-8F49-B4256AB8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HcclGetChannelImpl()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E413-3609-4482-AAFD-E42C3F2B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AddExchangeInfo()</a:t>
            </a:r>
          </a:p>
        </p:txBody>
      </p:sp>
      <p:cxnSp>
        <p:nvCxnSpPr>
          <p:cNvPr id="80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811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35970-4C31-43CD-B3CD-81145840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HcclChannelAcquire()</a:t>
            </a:r>
          </a:p>
        </p:txBody>
      </p:sp>
      <p:cxnSp>
        <p:nvCxnSpPr>
          <p:cNvPr id="82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811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1D49E-8405-46DA-8FBD-AFF5CDF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CheckChannelResParams()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811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0D558-3692-4F60-A4E9-DCE38693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ProcessHcclResPackReq()</a:t>
            </a:r>
          </a:p>
        </p:txBody>
      </p:sp>
      <p:cxnSp>
        <p:nvCxnSpPr>
          <p:cNvPr id="86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7811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0E14A-3585-42A4-9414-DD28E24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PrepareV2ChannelAcquire()</a:t>
            </a:r>
          </a:p>
        </p:txBody>
      </p:sp>
      <p:cxnSp>
        <p:nvCxnSpPr>
          <p:cNvPr id="88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7811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E2259-BE33-442F-A5EE-D0C41DF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PrepareChannelSymMemHandles()</a:t>
            </a:r>
          </a:p>
        </p:txBody>
      </p: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811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C9EA5-3FA1-4313-BA0C-38558AD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MyRank::CreateChannels()</a:t>
            </a:r>
          </a:p>
        </p:txBody>
      </p:sp>
      <p:cxnSp>
        <p:nvCxnSpPr>
          <p:cNvPr id="92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7811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8FB5A-1860-4051-8E8A-0C64EC5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Socket 与描述符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F56B8-EC64-4F03-A494-50138D5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CheckChannelParam()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925AF-1225-43BC-9575-58262F2F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ChannelDescHccl2Hcomm()</a:t>
            </a:r>
          </a:p>
        </p:txBody>
      </p:sp>
      <p:cxnSp>
        <p:nvCxnSpPr>
          <p:cNvPr id="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6767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F3355-9D53-4AE1-B707-DFBE2913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ConfigSqDepthByExpansionMode()</a:t>
            </a:r>
          </a:p>
        </p:txBody>
      </p:sp>
      <p:cxnSp>
        <p:nvCxnSpPr>
          <p:cNvPr id="98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6767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3AD9D-0084-445A-A37C-91F4AF7E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BatchCreateSockets()</a:t>
            </a:r>
          </a:p>
        </p:txBody>
      </p:sp>
      <p:cxnSp>
        <p:nvCxnSpPr>
          <p:cNvPr id="100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6767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F3BA8A-38DB-465E-BC2E-FED48D0A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BatchServerInitForChannels()</a:t>
            </a:r>
          </a:p>
        </p:txBody>
      </p:sp>
      <p:cxnSp>
        <p:nvCxnSpPr>
          <p:cNvPr id="102" name=""/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767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F157D-C203-4D8B-9385-63260B3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BatchGetSocketsForChannels()</a:t>
            </a:r>
          </a:p>
        </p:txBody>
      </p:sp>
      <p:cxnSp>
        <p:nvCxnSpPr>
          <p:cNvPr id="104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6767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06B8E-71BC-4B40-ADE4-DF40036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BatchCreateChannels()</a:t>
            </a:r>
          </a:p>
        </p:txBody>
      </p:sp>
      <p:cxnSp>
        <p:nvCxnSpPr>
          <p:cNvPr id="106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6767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593BE-1D4A-4693-9348-01C4E47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EndpointMgr::Get()</a:t>
            </a:r>
          </a:p>
        </p:txBody>
      </p:sp>
      <p:cxnSp>
        <p:nvCxnSpPr>
          <p:cNvPr id="108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6767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CEC911-98A7-46F5-A4BE-15345D8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Endpoint 与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6951BD-D5E9-46E7-A204-13D5F2D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17  HcommEndpointStartListen()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A45C2-C1C6-42AC-A866-EAEAB3DF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18  PrepareMemHandles()</a:t>
            </a:r>
          </a:p>
        </p:txBody>
      </p:sp>
      <p:cxnSp>
        <p:nvCxnSpPr>
          <p:cNvPr id="112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723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2A86F5-BAC0-47AD-AE92-E54B17E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19  RankPairMgr::Get()</a:t>
            </a:r>
          </a:p>
        </p:txBody>
      </p:sp>
      <p:cxnSp>
        <p:nvCxnSpPr>
          <p:cNvPr id="114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5723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0188C-6E0B-4FFF-8CC5-196787FA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  RankPair::GetEndpointPair()</a:t>
            </a:r>
          </a:p>
        </p:txBody>
      </p:sp>
      <p:cxnSp>
        <p:nvCxnSpPr>
          <p:cNvPr id="116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75723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D153E7-3634-4C1C-909D-8808278C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21  EndpointPair::CreateChannel()</a:t>
            </a:r>
          </a:p>
        </p:txBody>
      </p:sp>
      <p:cxnSp>
        <p:nvCxnSpPr>
          <p:cNvPr id="118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949369-B6D0-4F4D-A8F7-8755E971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22  HcommCollectiveChannelCreate()</a:t>
            </a:r>
          </a:p>
        </p:txBody>
      </p:sp>
      <p:cxnSp>
        <p:nvCxnSpPr>
          <p:cNvPr id="120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5723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E48F7E-6FB2-4BA7-816D-46DB4C40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23  NormalizeHcommChannelDescs()</a:t>
            </a:r>
          </a:p>
        </p:txBody>
      </p:sp>
      <p:cxnSp>
        <p:nvCxnSpPr>
          <p:cNvPr id="122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75723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C5DAB-E9B0-48BB-A8A7-ECE6636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24  ChannelProcess::CreateChannelsLoop()</a:t>
            </a:r>
          </a:p>
        </p:txBody>
      </p:sp>
      <p:cxnSp>
        <p:nvCxnSpPr>
          <p:cNvPr id="124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5723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4CEC97-0551-4489-9E77-625DFD7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连接确认与回填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E45080-AF6E-472B-90DF-C3D997F5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25  Channel::CreateChannel()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1B2B13-5D62-4A85-A053-7A0878AF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26  BatchConnectChannels()</a:t>
            </a:r>
          </a:p>
        </p:txBody>
      </p:sp>
      <p:cxnSp>
        <p:nvCxnSpPr>
          <p:cNvPr id="1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04679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AF4B47-F943-40F5-86B4-42D93E2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27  ChannelProcess::ChannelGetStatus()</a:t>
            </a:r>
          </a:p>
        </p:txBody>
      </p:sp>
      <p:cxnSp>
        <p:nvCxnSpPr>
          <p:cNvPr id="130" name="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4679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6C904F-1F20-4831-AEDF-A7BE1AEF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28  BatchExchangeAndCheckConsistency()</a:t>
            </a:r>
          </a:p>
        </p:txBody>
      </p:sp>
      <p:cxnSp>
        <p:nvCxnSpPr>
          <p:cNvPr id="132" name=""/>
          <p:cNvCxnSpPr>
            <a:stCxn xmlns:a="http://schemas.openxmlformats.org/drawingml/2006/main" id="57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04679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C561ED-025E-4A36-A682-142521B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29  FinalizeChannelsByEngine()</a:t>
            </a:r>
          </a:p>
        </p:txBody>
      </p:sp>
      <p:cxnSp>
        <p:nvCxnSpPr>
          <p:cNvPr id="134" name=""/>
          <p:cNvCxnSpPr>
            <a:stCxn xmlns:a="http://schemas.openxmlformats.org/drawingml/2006/main" id="59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104679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F6890B-FC5C-4ADC-8B5B-F5AC2AD1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30  ConvertAivChannelHandlesToDevicePtrs()</a:t>
            </a:r>
          </a:p>
        </p:txBody>
      </p:sp>
      <p:cxnSp>
        <p:nvCxnSpPr>
          <p:cNvPr id="136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04679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B27702-6A9E-4BB9-8C9D-0398F7DD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31  HcclChannelGetHcclBuffer()</a:t>
            </a:r>
          </a:p>
        </p:txBody>
      </p:sp>
      <p:cxnSp>
        <p:nvCxnSpPr>
          <p:cNvPr id="138" name=""/>
          <p:cNvCxnSpPr>
            <a:stCxn xmlns:a="http://schemas.openxmlformats.org/drawingml/2006/main" id="6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04679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326858-0CFE-481B-A7B3-A61AE70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32  返回 ChannelHandle + Remote CCL Buffer</a:t>
            </a:r>
          </a:p>
        </p:txBody>
      </p:sp>
      <p:cxnSp>
        <p:nvCxnSpPr>
          <p:cNvPr id="140" name=""/>
          <p:cNvCxnSpPr>
            <a:stCxn xmlns:a="http://schemas.openxmlformats.org/drawingml/2006/main" id="65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04679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AC9B53-0A15-4AA9-80A9-48D2BE0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9CD049-B9C3-41AD-B7AA-FE3B0193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76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AICPU/AIV 才交换对称内存；AIV 才转换设备侧 Channel 句柄；DEV_TYPE_950 执行一致性校验；CCU 资源不足返回 HCCL_E_UNAVAIL 并触发回退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7D6414-DA41-4BE2-8B9E-F5B9C11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B6E1CD-B01E-43CF-8027-6D99A8D0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2027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5C749B-F2EB-477A-BBA7-A05EAD5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04573-4BA1-40B0-B14A-C61CE0A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AICPU、AIV、CCU 执行 API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8A43-D137-4A47-8B1A-E4FAB3FD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和通信内存，差别在算法展开位置与最终执行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D44CB-51BD-4C0A-A4E6-F25BD78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2EFCB-4A13-45C4-A390-8289C37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CF93-423C-4CB7-A1B6-AF7D4C15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EFA9E-E15B-4ADB-84C1-522393A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A23DA-0AA1-4789-AAB0-4156D73F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CEE6-B452-46B6-9123-A73CD71F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CBF4-1E4C-4D0B-88E2-DDC4390F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273E0-A6CB-4629-A369-0582637F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26346-63FD-473B-97DA-70B6D6D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HcommLocalCopyOnThread()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75954-AE1A-483D-8103-335B46D3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HcommLocalReduceOnThread()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2A7F6-445D-4558-9339-335B56C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HcommReadOnThread()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C9C22-9845-4522-9247-39A7BD1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HcommWriteOnThread()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4EE4F-0258-4283-A3EA-F4DEE218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HcommReadReduceOnThread()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3877-86A6-4B46-A243-377C021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HcommWriteReduceOnThread()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5C4C4-E75B-4C7B-8AF1-E5E36C9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HcommBatchTransferOnThread()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28ECF-4E65-4A56-8460-A803C1BC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HcommThreadNotifyRecord/WaitOnThread()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C8690-D5C1-48D2-A42A-58CC2F0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HcommChannelNotifyRecordOnThread()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269F6-E479-400C-82AD-244683EA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HcommFence/ChannelFence/DrainOnThread()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5C7EE-6808-4F32-87CA-A4DC9FC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38DF0-9A0E-4251-8547-AC7ED593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资源映射后发射 Vector Kernel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C0D49-DF03-4BCA-A650-32431CCF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018F6-9FF8-4037-91C8-F1D89FE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11CA5-6697-48DF-A8DF-16750DCB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A628E-0DF5-4610-9E2E-1E8150DE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FBBEC-B516-4BF1-990F-7B0C919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HcclEngineCtxGet/Create()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7096F-386A-4054-B8FC-A79090F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HcclCommRegCommStateCallback()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A3250-8826-463E-BDC8-FA2A333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HcclCommMemReg()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84344-030A-4B01-80D8-9A97D50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HcclGetHcclBuffer()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67CEE-D0D3-43DD-9A78-DE318FC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HcclChannelAcquire(AIV)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D6BD0-CDC4-4390-8345-1DA1F8DC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ConvertAivChannelHandlesToDevicePtrs()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1E134-C5A3-48C8-91FB-C87D950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HcclAivKernelEntranceLaunch()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93A07A-BA9C-4D5F-BE92-B4B369D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GetAivParamStorageByComm()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0A118B-2550-436D-979C-0607706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ExecuteKernelLaunch()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F85D62-2D83-4C99-B330-B1D51BA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ExecuteKernelLaunchInner()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234E8F-3A79-4A9D-A5FF-E6BD200C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aclrtLaunchKernelWithHostArgs()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90923D-C6A5-445C-AAF7-7E1063AD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8A1073-08A4-4F95-BC1C-3481DA17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申请 CCU 资源并提交 Mission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AE24E5-1BAD-4E5A-8564-06EAF6E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E16647-CB3A-41CF-B11C-D4ACBC6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4D9485-5753-4A4B-81E4-6D00E559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2120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577AEA-0160-4CDB-90E6-7059E31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171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6B8375-AE7C-4702-A4BE-D6760D82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221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HcclGetChannelForCcu()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C3D0D1-2399-4167-B340-1F26B62A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272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HcclChannelQuery()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9E3D39-406B-43C0-A66C-BEA6D28A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HcclChannelAcquire(CCU)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77259D-97B1-47C1-8F9C-B24F9F81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373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HcclGetCcuKernel()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4503FF-5075-4756-AE39-58202B1D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423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HcclGetCcuKernelDynamic()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D4AC24-1DA8-4352-80E4-9D27B3E3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474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HcclCommQueryAssignedCcuIns()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093037-3249-4CCE-8A94-3B91D70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524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HcommCcuInsResDescCreate()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8609DB-2798-4951-87F9-3D10677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HcommCcuInsResDescSetNum()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A77269-013F-42F3-8A6C-0BFFA62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625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HcommCcuInsCreate()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F75156-4101-4741-B4B3-AB1F78B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676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HcclCommAssignCcuIns()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C2DFA-C251-41EC-B117-0F1237E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726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HcommCcuKernelRegisterStart()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913AF3-D47A-4D30-80D6-7C9E99E6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777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HcommCcuKernelRegister()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AC085D-DB93-428C-B2B0-D09B28CD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HcommCcuKernelRegisterEnd()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75D3F7-D2AC-4552-A95D-757C4B94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7878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17  HcommCcuKernelLaunch()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BF9244-93B5-48F3-8DE6-613789D0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D6557D-C7DD-45E0-9FD8-C8ED9F3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F0E395-9DEF-49B6-AB8D-C76C903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99926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2026-09-14T13:15:03.2750000Z</dcterms:created>
  <dcterms:modified xsi:type="dcterms:W3CDTF">2026-09-14T13:15:03.2750000Z</dcterms:modified>
</coreProperties>
</file>