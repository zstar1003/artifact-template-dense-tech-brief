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7e9fad1e744bb" /><Relationship Type="http://schemas.openxmlformats.org/officeDocument/2006/relationships/extended-properties" Target="/docProps/app.xml" Id="R740b5e1769474755" /><Relationship Type="http://schemas.openxmlformats.org/officeDocument/2006/relationships/officeDocument" Target="/ppt/presentation.xml" Id="R5ed69f67a1c1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33ed71c4a4502"/>
  </p:sldMasterIdLst>
  <p:notesMasterIdLst>
    <p:notesMasterId xmlns:r="http://schemas.openxmlformats.org/officeDocument/2006/relationships" r:id="R79a3e816cf7441c2"/>
  </p:notesMasterIdLst>
  <p:sldIdLst>
    <p:sldId xmlns:r="http://schemas.openxmlformats.org/officeDocument/2006/relationships" id="256" r:id="Rbf1c75b8aaf943c7"/>
    <p:sldId xmlns:r="http://schemas.openxmlformats.org/officeDocument/2006/relationships" id="257" r:id="Rb0d89a202e6e4ad9"/>
    <p:sldId xmlns:r="http://schemas.openxmlformats.org/officeDocument/2006/relationships" id="258" r:id="Red632b248c1e478a"/>
    <p:sldId xmlns:r="http://schemas.openxmlformats.org/officeDocument/2006/relationships" id="259" r:id="R1fc4f22fab474c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b00788570427a" /><Relationship Type="http://schemas.openxmlformats.org/officeDocument/2006/relationships/slideMaster" Target="/ppt/slideMasters/slideMaster1.xml" Id="R92733ed71c4a4502" /><Relationship Type="http://schemas.openxmlformats.org/officeDocument/2006/relationships/notesMaster" Target="/ppt/notesMasters/notesMaster1.xml" Id="R79a3e816cf7441c2" /><Relationship Type="http://schemas.openxmlformats.org/officeDocument/2006/relationships/presProps" Target="/ppt/presProps.xml" Id="R9b37c0101fe84aa3" /><Relationship Type="http://schemas.openxmlformats.org/officeDocument/2006/relationships/tableStyles" Target="/ppt/tableStyles.xml" Id="Raed909e89c3748d2" /><Relationship Type="http://schemas.openxmlformats.org/officeDocument/2006/relationships/slide" Target="/ppt/slides/slide1.xml" Id="Rbf1c75b8aaf943c7" /><Relationship Type="http://schemas.openxmlformats.org/officeDocument/2006/relationships/slide" Target="/ppt/slides/slide2.xml" Id="Rb0d89a202e6e4ad9" /><Relationship Type="http://schemas.openxmlformats.org/officeDocument/2006/relationships/slide" Target="/ppt/slides/slide3.xml" Id="Red632b248c1e478a" /><Relationship Type="http://schemas.openxmlformats.org/officeDocument/2006/relationships/slide" Target="/ppt/slides/slide4.xml" Id="R1fc4f22fab474c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44495266f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25015c6374e5f" /><Relationship Type="http://schemas.openxmlformats.org/officeDocument/2006/relationships/notesMaster" Target="/ppt/notesMasters/notesMaster1.xml" Id="Rfebc5261b0a0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7e701a7f18447d" /><Relationship Type="http://schemas.openxmlformats.org/officeDocument/2006/relationships/notesMaster" Target="/ppt/notesMasters/notesMaster1.xml" Id="R37178c400e4446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58c962aba4def" /><Relationship Type="http://schemas.openxmlformats.org/officeDocument/2006/relationships/notesMaster" Target="/ppt/notesMasters/notesMaster1.xml" Id="R6e9e4326275a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936e7686b94c54" /><Relationship Type="http://schemas.openxmlformats.org/officeDocument/2006/relationships/notesMaster" Target="/ppt/notesMasters/notesMaster1.xml" Id="R83f72b4b6357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本页采用参考图的三段软件栈与右侧编号解读结构。源码依据：hccl/src/ops/all_reduce/all_reduce.cc，hccl/src/ops/op_common/op_common.cc，hcomm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SelectorEngine 与 ExecuteSelector 是不同选择入口，不应讲成顺序调用。旧流程或条件不满足时可能进入 legacy 分支。本页所有 API 均来自已克隆源码分析。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三列为互斥执行路径。AICPU 最终调用 Hcomm*OnThread；AIV 最终调用 aclrtLaunchKernelWithHostArgs；CCU 最终调用 HcommCcuKernelLaunch。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6ffa1c8984c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15106831b4eb8" /><Relationship Type="http://schemas.openxmlformats.org/officeDocument/2006/relationships/slideLayout" Target="/ppt/slideLayouts/slideLayout1.xml" Id="R5957abc3b6b0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7abc3b6b0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e8837d440401c" /><Relationship Type="http://schemas.openxmlformats.org/officeDocument/2006/relationships/notesSlide" Target="/ppt/notesSlides/notesSlide1.xml" Id="R1bc15c808d42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4162a09854170" /><Relationship Type="http://schemas.openxmlformats.org/officeDocument/2006/relationships/notesSlide" Target="/ppt/notesSlides/notesSlide2.xml" Id="R940c4b3341394f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81d0f524e479c" /><Relationship Type="http://schemas.openxmlformats.org/officeDocument/2006/relationships/notesSlide" Target="/ppt/notesSlides/notesSlide3.xml" Id="R600c17044487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838e9c5654ef9" /><Relationship Type="http://schemas.openxmlformats.org/officeDocument/2006/relationships/notesSlide" Target="/ppt/notesSlides/notesSlide4.xml" Id="Raab3ec49f0b146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8EA8FA-688E-49EA-A884-0061867A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83425-1F41-443D-9562-F9C30682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3036B-DA8C-4708-A7E6-3A9855D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C2E16-1CAA-4430-ABB6-57ABFF44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E2E0-0674-4912-8292-AD971630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294D0-9337-4C88-B4CF-FA575BC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9DC25-DB07-46AE-962E-1A44EDE0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A790F-BB97-4124-96B0-96619EF7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137B-16DB-477E-AB27-7F67FD8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E4D50-C03C-4BB4-B491-E94C854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64A32-A6A3-42DB-9CA3-5F203C04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0BCA9-B19F-46C3-BD0F-74F5BE9B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B8AA6-CA1E-49D3-B7D3-ED82371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CEDC0-45F7-41A7-9B1A-7A361713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11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7E76E-E4F0-4B37-AAE6-42D778C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15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8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B4E8B-72A9-4E35-9B52-D370FB7A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3E87C-D5A4-4533-8300-0755FB26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47C73-F9CD-4368-8EA6-5427045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93F36-A003-4022-9148-BAB8DC16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10D9D-06E4-4C3F-B990-2A7CD01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94EED-11B6-465F-B690-CA5BFB8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981B0-61A4-4149-8B41-878A1AB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9A84A-3A1F-46F3-ACDA-25ABA17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275ACC-772D-4FD2-A59B-E6A5509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8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09A6A-5EDC-4E4C-BF84-3E39FE04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D5D1B-48BF-4674-9ECD-FBE22AB3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770994-B214-4582-8157-856DFCA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</p:txBody>
      </p:sp>
      <p:cxnSp>
        <p:nvCxnSpPr>
          <p:cNvPr id="10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70E40A-E9AE-402D-96C8-B8C0010A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C2F9ED-B8F6-45FA-9467-D69617D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2AE3C2-F55D-4673-B0D0-84FABB2C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35ED44-D636-4FE7-92F9-DD425E1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68193F-B6FB-41F9-8964-78ADFE3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41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ABE9DC-D693-4363-89FE-904662D1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FC7C8E-26BF-47A4-A268-BE7A62E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0D67BE-69A5-4A46-951E-89336050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B98B12-B4D8-4F06-B35E-5169268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A64111-E1FC-4E21-BED1-C1FEA03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CBCE32-1AE3-4C7D-8D58-1360EEE7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0650B7-E497-4188-8C95-5A3D7107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cxnSp>
        <p:nvCxnSpPr>
          <p:cNvPr id="124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3C2BCB-C232-4EA3-96F5-DAAC2811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A73080-B905-4D68-9765-804384C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F88289-F494-4666-9988-C829FD9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619C12-13A3-41EF-B325-0DB9D3B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28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CFC501-3EA9-4C29-AD01-AC4C3D2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287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695FAF-F5C7-43E8-8AF8-678A6BBE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84C8D0-9100-4D78-BD7E-8771930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8D486F-A84E-44EC-8CCD-6C508D7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3914DD-48FD-44B0-9E61-DD286FE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607045-C8BD-4DB4-BAFD-6D3D0E8C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343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220115-92E2-4E72-855D-22468737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92AF8D-C939-4ABA-8873-F746C047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930877-44DA-4DE4-8700-E1243CF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E5E647-B294-46F8-9D09-228D203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AAB1F7-F52F-4E3C-89C4-93C39E6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7AFB82-88C7-4CEE-9BA0-3757A924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E84EB5-79EF-4F23-9E25-6C8A15F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729497-617F-43BF-A58A-18FEE159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3B3A70-6F14-494A-9B28-9A17D22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8506E9-59E1-4A56-9D05-4A403B2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6657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6E49A2-D590-43BB-B16A-61B111AD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BEAB4-D9E1-48AA-B86B-24FC1B7D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9BED4-E83E-4F90-A8A7-F9DEE91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3B3B9-A99F-4C17-9F6C-E7676180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BE97D-3087-47E7-86F7-D149594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F0F70-62C1-472C-A086-7822F611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2221D-F513-4612-9AF6-D8FD7F1B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FF7B9-1461-48C2-B1D6-C1E5B6F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FCD8-227E-4D41-B854-27A74940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86CA3-8D9E-456C-83FD-174D4B07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0268A-A63F-489E-93DB-5E7B574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1C0FF-CE49-4F27-9D2A-CD49D94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F7D8D-783B-421F-A377-B7BD551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57060-C41B-4801-9077-DF876A93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F26FF-DC13-4CD2-861F-D2948B90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3461E-8ADE-4C1E-BC3F-D763D286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6FABB-9418-4CF0-9373-B1E69FE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C4A83-CF08-4E6D-8930-744807E7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17BEA-80E9-42EA-BD68-2A8BEB2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3E686-42A5-4EAA-9450-D160DF2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611B0-4491-4F19-8352-FDA9914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E0A6F-2A5E-4C7E-98D1-C5F4A63A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95A65B-7A3E-49F7-A57B-099F2F3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F0178-C3CC-4388-B6FA-9D477561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B78A2-4F2E-45DC-B123-A98CE5F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A2B7B-9D92-46AB-BAA3-D0EB726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221D8-DB92-448A-83A6-C5DF532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9FE3F-ECE5-49DC-B199-80BF1EE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6C26A7-B541-4657-8081-563DF0B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F5C38-59F4-4EE5-8006-5A24235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4556D-B4BA-4F07-B8BB-D5706A2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426CB-02A3-44F5-9EBF-7F53E4B9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F366FB-BDF8-4256-8EC3-506C14D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D8EB8-D0D0-4EA4-9DF6-E8CBF181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E0D201-3765-43A4-8B43-C3E1C73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D3052-0E84-47F9-B3A3-05ADD6F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00725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23EB92-0202-4E63-881B-ABC7B13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867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CCB14D-2721-4AC1-BACD-68ACE9F8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C92EFC-5198-4DFA-B707-91FBD084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916943-8924-47CA-A110-B94E14D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857375" y="5519738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724525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95700" y="5519738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3695700" y="5724525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343525" y="57245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9FB276-6199-4AF3-84C2-197A695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174ACC-12BC-4543-8DE6-432C1E5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4464F7-1AC5-477D-81AB-8479796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26929B-4AB2-437E-9867-6ED34E3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573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3EEF26-DF6A-485B-B285-8857B28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66A121-9281-4BE2-BA44-2B1EC96D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92F498-9892-4837-A416-99F21C2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550F7A-0EBC-476A-ABE2-869B3BB1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945273-6C03-42D7-80F8-F0EAFF8D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343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9359F6-1F45-4E4A-98DB-244013A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6A728B-32C3-44CF-9B3E-96D878B9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98ADE0-AA0F-41EE-9B40-B80F64A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2BF0F6-3E2D-4EBD-892C-2279E849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5C8431-B2DA-4911-A5D4-9C46BB83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E25E1D-974F-4896-A8DD-BC317B9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3F831F-A35A-4D10-ABFD-27C17FA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518FD0-166B-4544-BDDE-E6517F5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9477A2-6B2D-4177-B7B5-539874B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520D9C-FB5A-4489-8145-1F29CE2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899265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36D774-DF68-41B8-9321-838B231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40C75-7624-4B28-8148-9CE505B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616DC-5037-4EFB-B8BB-ED349E39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B4D3C-51AD-412D-B856-BD4D8C8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E74F8-D572-4E5C-BEEA-A651030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71EF0-7E76-42F1-89C6-0B0DA7E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5739-B190-4314-B496-C870AE0D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90021-AA3C-4E9B-97B6-2125660E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B9C8A-709B-498D-9D64-C4B15BF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B2C1C-CC46-429A-A60D-3900BD88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89284-43DC-4F02-958D-A30BB69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8B957-E9DA-4F8E-B84D-81DB6510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A581C-B79F-4C9F-900D-7E366714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C44BD-0D5B-46CE-9028-1F9FDAA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99ACB-D51F-4EC0-B442-A86D448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97A3E-B613-4CEC-B29B-FDC8E89D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016A9-E807-4D2B-9F02-F2A328F7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6AFA8-9226-4B7F-BA60-2398783D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61B9A-5302-43FF-8E6C-A9E7C450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60027-46CC-4E1B-BAD9-79234BB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52E59-0E36-4423-9B07-CA6A766B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631DB-CB70-457C-B4EF-AE039E88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CA2CD-0847-488F-91C4-457219CC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61D07-2296-4C80-8FAD-19B972F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81AA8-BC0D-48D6-9667-4728BCA2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3FE36-A129-40E9-B023-2131973F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8CD0B-B852-4230-8963-487D0771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3BC0D-86C6-4A2B-9E9B-8960DE2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83A99-2910-4C0A-9896-C8AC502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1ECF89-3EE5-4181-BE05-B865455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D50C6-F874-44DF-BFBC-2071809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EDB2E-0EBE-46CD-9EC6-7A74DA6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0BEE2-7939-4FDF-BC6D-142A03C2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9A59E-5F8B-4F53-A3A3-8D19B15C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1D5936-58A2-413C-89CD-0AB8832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1B6B79-993C-49B2-B079-E80D62C2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A2D0AB-AE13-4C3F-99F3-CC46F0E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B8603-6FA1-4D15-A484-1796CD0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D6A24B-ABFB-417A-AA41-CC0A285C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17D20B-5405-4202-BF3D-54BB6209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8D1F4-E410-45E0-85A2-76A4552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6BA312-0210-49EB-A362-BE854DD2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23334E-D6E9-4357-9768-BBCCBC7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BA5343-2782-4D6C-80F8-E073EEE5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913C93-7757-4793-B237-AB4232F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D4DC71-62DF-44A5-AE9A-0251EF8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67C2C0-D222-419E-801E-E50764DB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03556C-E355-411A-A3D9-121FFC0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F68C86-0282-4DB3-A920-64647F0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5333C8-66AE-400F-BFF6-3FDA5D29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D08DCA-9364-47B7-96B2-68EDF3FD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C5318C-E0AB-4FC1-8BA1-D5456AA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C2317F-67B4-4AEA-B75C-30A620E1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8DF816-32E4-40A2-A9B2-7D341BCD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8147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F97D25-275C-4A39-8A87-E2D1E3C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45523C-D726-4891-A1FF-1E6820B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28B4EA-DDF3-4909-9B1D-527E7A4A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517F2D-E10B-4C3A-B657-3BADA3E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F7C042-C246-4113-A762-F2BC8DEF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8A7D90-3E2C-433B-9D24-B4195F78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059702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C0D572-4783-400C-95FB-370F24FA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27CE0-CC7B-4375-B0DC-87D4E9AD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C4BB9-8601-4D52-B5EE-EA4F2C65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6B23-02D2-4802-9ADF-EC4CBF2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6E30E-A1C0-4156-8E14-E596BFE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AE5A3-9CDF-4903-A505-304EDBC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538A0-0312-4C94-ADFB-ABD37ADE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A3155-01D9-40C1-A5F0-CC170A49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4BC97-6C97-4161-8A15-DF753D9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C8C28-319F-4A13-BE8D-3027CF8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EF5E8-5855-4A6B-846F-15048A78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2023E-B92E-4924-8DC7-7364B1FE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280B2-E207-449B-9D11-4EA7AF8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FDACE-8F19-4084-85BB-73699BB6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F5F63-8F38-4772-AC51-B0FF5464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F3078-F4DB-4027-887F-57DBF40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CB958-D343-4BDE-91EE-96BFB7B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21220-0108-4478-8E82-99D6884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ReduceOnThread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F3CDD-B5F6-44DC-98F5-C959BB98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WriteOnThread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8A626-8BBD-4ECA-B92C-806E528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WriteReduceOnThread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D16C0-3E08-4497-9557-9F92186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64BA4-D147-4CBB-9EFF-A483C7B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HcommThreadNotifyRecord / WaitOnThread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9A0AB-0E2A-4C29-B145-4CBB77C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HcommChannelNotifyRecordOnThread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72120-955F-4668-82D5-B0AB4DAC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7553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HcommFence / ChannelFence / DrainOnThread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CE7DD-6168-458E-A045-7181A47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F1DE7-32D5-49F1-A401-66087DD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DB591-3D67-439B-820F-5453904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3390F-1992-4A89-90E5-FF79B54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FDE98-578B-411A-ABB9-1D30D2E3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E590C-BC5F-4CA9-8C8D-B23583F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6FFE3F-C002-4A9C-86DC-3F1CFE4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CD156-4175-4182-89F3-E8C22963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3B4A35-7DB9-4C89-8A9A-44099FD1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1505A-05C2-49C6-B80B-C8C948B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HcclCommMemReg() / GetHcclBuffer()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AE9A67-053C-47DF-BA4C-48FFA35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CD1A3-95B3-4F1B-81B7-01BCBE3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2C085D-A561-4B7C-8007-A166DDB6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92D28-8BD3-48E9-8E19-30F5D34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379F68-182F-4ECD-B1A6-63E9299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8C0C1C-FB17-4396-BC7E-867C8C8C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A9E768-273A-482C-B11C-6B569169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A0BED4-58C5-4268-A559-4F06D60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9D6F34-BD91-41DC-9EA8-A840167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07797B-4DDA-43D5-9AA7-2F14B557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DA72F1-3013-49D8-B374-6CD8FD9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AC9385-9268-4DF4-9ED6-B1C8DCE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21A7F8-B8CA-490C-8BA6-A90F75D8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F5E790-F3E0-45E4-B4B7-2F795427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D626C9-1647-4B66-8F60-826F8F9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73745E-BC0D-471E-9758-9801444D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E7B5AF-1980-4FA1-9E0A-A1600C2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461A46-03C9-4BA7-BA8C-1C28968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47820D-7EB1-44C0-A446-6490F380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E7AED2-4C2C-497E-82F0-2B5D9919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AB7016-4825-4E94-9F60-A8B162E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F51F23-251D-40AB-A752-4F0C5A2F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430A44-2F98-4AA6-A811-6038815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CA151B-7EF2-4E76-BE29-6C36594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E48B83-58EF-47E3-8931-F6B3E13F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FA27FB-AD03-4820-9E7D-1E4CC74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1772ED-F6B0-4A02-AFD5-36CAA657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669FCC-0256-4195-8B4E-E4B940A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226AD1-8C85-4B95-94E3-D7FD85E7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AED112-C568-4A9C-867C-FAAD2BC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E5D4E9-8480-402D-82A8-64F4D57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7113BE-8F6F-4069-8C09-18848069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0D1077-7D6A-4E54-AC64-1C815F4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15872A-CDCA-46F1-9CC5-681F4C1C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D5A625-DE9B-4834-AF98-DD764CE2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EB2875-6BF8-4DAD-AEF4-CDC5E2C5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9F6A6A-83E4-4D06-B947-01F405F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1FAB96-8AC7-4FDD-9EDE-6C29B8F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076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34A6A4-3875-4F1B-BA7D-1500B44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97F73F-358C-4FB1-84C6-FC435C4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332326-8158-47C0-A5C0-F312DBA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5EAA8B-E5E1-48FB-9C74-A899BC9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053FC0-7C1D-4A11-910E-378BB32D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EF3F51-46FE-4742-9B41-A0F55DE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437691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2026-09-14T14:03:46.5410000Z</dcterms:created>
  <dcterms:modified xsi:type="dcterms:W3CDTF">2026-09-14T14:03:46.5410000Z</dcterms:modified>
</coreProperties>
</file>