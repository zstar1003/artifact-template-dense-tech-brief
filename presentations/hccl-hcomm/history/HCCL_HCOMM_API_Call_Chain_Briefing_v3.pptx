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4aac03109423e" /><Relationship Type="http://schemas.openxmlformats.org/officeDocument/2006/relationships/extended-properties" Target="/docProps/app.xml" Id="R909695decf63408e" /><Relationship Type="http://schemas.openxmlformats.org/officeDocument/2006/relationships/officeDocument" Target="/ppt/presentation.xml" Id="R6d6f264e983c41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965f74546147da"/>
  </p:sldMasterIdLst>
  <p:notesMasterIdLst>
    <p:notesMasterId xmlns:r="http://schemas.openxmlformats.org/officeDocument/2006/relationships" r:id="R460908f732464002"/>
  </p:notesMasterIdLst>
  <p:sldIdLst>
    <p:sldId xmlns:r="http://schemas.openxmlformats.org/officeDocument/2006/relationships" id="256" r:id="R57996db5e0724bed"/>
    <p:sldId xmlns:r="http://schemas.openxmlformats.org/officeDocument/2006/relationships" id="257" r:id="R42b0cd0cec0b470d"/>
    <p:sldId xmlns:r="http://schemas.openxmlformats.org/officeDocument/2006/relationships" id="258" r:id="Re1511e28a8db4a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d0a1b30cc94169" /><Relationship Type="http://schemas.openxmlformats.org/officeDocument/2006/relationships/slideMaster" Target="/ppt/slideMasters/slideMaster1.xml" Id="R55965f74546147da" /><Relationship Type="http://schemas.openxmlformats.org/officeDocument/2006/relationships/notesMaster" Target="/ppt/notesMasters/notesMaster1.xml" Id="R460908f732464002" /><Relationship Type="http://schemas.openxmlformats.org/officeDocument/2006/relationships/presProps" Target="/ppt/presProps.xml" Id="Rec6fad5df23943cf" /><Relationship Type="http://schemas.openxmlformats.org/officeDocument/2006/relationships/tableStyles" Target="/ppt/tableStyles.xml" Id="R0898f0554fbe43a3" /><Relationship Type="http://schemas.openxmlformats.org/officeDocument/2006/relationships/slide" Target="/ppt/slides/slide1.xml" Id="R57996db5e0724bed" /><Relationship Type="http://schemas.openxmlformats.org/officeDocument/2006/relationships/slide" Target="/ppt/slides/slide2.xml" Id="R42b0cd0cec0b470d" /><Relationship Type="http://schemas.openxmlformats.org/officeDocument/2006/relationships/slide" Target="/ppt/slides/slide3.xml" Id="Re1511e28a8db4a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9b697a5afa4f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2178d9e8f1452d" /><Relationship Type="http://schemas.openxmlformats.org/officeDocument/2006/relationships/notesMaster" Target="/ppt/notesMasters/notesMaster1.xml" Id="R2152f5467b19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9fb92314e54238" /><Relationship Type="http://schemas.openxmlformats.org/officeDocument/2006/relationships/notesMaster" Target="/ppt/notesMasters/notesMaster1.xml" Id="Rafc4c8f654ed48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4e90d8ab5645a6" /><Relationship Type="http://schemas.openxmlformats.org/officeDocument/2006/relationships/notesMaster" Target="/ppt/notesMasters/notesMaster1.xml" Id="R5844b73f9be244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说明：以 HcclAllReduce 新流程为代表。其他集合算子替换公共入口和 Fill*OpParam，Selector、RankGraph、Executor 主干高度共用。旧 HCOMM 或不满足新流程条件时进入 HcclAllReduceInner / legacy。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汇报要点：HcclChannelAcquire 的核心不是简单创建连接，而是把 HCCL 的 HcclChannelDesc 转换成 HCOMM 描述符，建立或复用 RankPair/EndpointPair，然后按 Engine 和 Protocol 构造具体 Channel。BatchConnectChannels 通过 ChannelGetStatus 轮询连接状态。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汇报要点：AICPU_TS 由 AICPU Kernel 逐步调用 Hcomm*OnThread。AIV 在 Host 完成资源准备后发射 Vector Kernel，设备核直接使用映射后的通信信息。CCU 路径先申请或复用 CcuIns，注册 Kernel，再通过 HcommCcuKernelLaunch 提交。CCU 资源不足时各 Rank 协商后回退。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8dcb8c8984b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206733154b4259" /><Relationship Type="http://schemas.openxmlformats.org/officeDocument/2006/relationships/slideLayout" Target="/ppt/slideLayouts/slideLayout1.xml" Id="R190898cc289744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0898cc289744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ddf0bace14d73" /><Relationship Type="http://schemas.openxmlformats.org/officeDocument/2006/relationships/notesSlide" Target="/ppt/notesSlides/notesSlide1.xml" Id="R1e2ea6557aa647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48aea1e584f2e" /><Relationship Type="http://schemas.openxmlformats.org/officeDocument/2006/relationships/notesSlide" Target="/ppt/notesSlides/notesSlide2.xml" Id="R24e9bb4e18db4a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9a59ef67a4676" /><Relationship Type="http://schemas.openxmlformats.org/officeDocument/2006/relationships/notesSlide" Target="/ppt/notesSlides/notesSlide3.xml" Id="Rd46948e0e2fb4d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B5916B-A0BE-4F90-B0C9-685DC7F6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0004E-AF46-4991-A476-834248EB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算子入口、展开模式与算法选择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34AB2-DFDD-4998-B35E-3AC8313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算子先归一化为 OpParam，再由通信域配置和 RankGraph 拓扑共同确定算法与执行引擎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03A7A-50BD-4B31-9FD4-C7ABA30F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EF97E-9E65-47D8-98C2-E8A89D4F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入口与参数归一化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D363E-9B40-4748-9CAE-0C771C37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59E26-55A3-4552-B422-CE99A76E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D6C95-DB24-4349-9247-37C506BC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FF00A-D5CA-4534-85A2-46A7688D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582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955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196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437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99405-3CE0-430A-BF8D-CE6472E0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57325"/>
            <a:ext cx="1981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HcclConfigGetInfo()</a:t>
            </a:r>
          </a:p>
        </p:txBody>
      </p:sp>
      <p:cxnSp>
        <p:nvCxnSpPr>
          <p:cNvPr id="7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4678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9A49A-83A1-4322-8B34-4F35C9F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展开模式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7AE5F-A001-49E7-AC63-0136B3F0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CC250-BEF9-434D-91BC-2D0D814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03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cxnSp>
        <p:nvCxnSpPr>
          <p:cNvPr id="7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76575" y="2600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21F6E-47BD-4467-9E13-059040BF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7352E-9D8C-4EBC-A82A-C5E86C43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68F6F-0305-4E6D-B8FD-57BC92EF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52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24F6D-D8EF-4E61-BAEE-75441363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B1CF7-ADD1-4620-8C0E-65655D18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拓扑信息读取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68E57-A1A9-49F8-988C-36E788E8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F14B5-C745-4AF0-8566-DE51E33C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HcclEngineCtxGet()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7798B-69D3-40B9-BD23-9EABB371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HcclEngineCtxCreate()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77B20-D1C5-4FDA-B529-29789DDF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HcclRankGraphGetLayers()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7157B-3FA5-4AD9-AAFA-045D6FE8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HcclRankGraphGetTopoInstsByLayer()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8C874-71CE-4688-8F99-0C269BF1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HcclRankGraphGetTopoType()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806D17-C5D3-4F61-93D9-8A834321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HcclRankGraphGetRanksByTopoInst()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291623-1672-4DCB-866A-E63A40A6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HcclRankGraphGetEndpointNum()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8C00B6-47A4-419C-A39D-0BD377E9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HcclRankGraphGetEndpointDesc()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6FFEA4-C672-4F6E-B419-6ACE60B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HcclRankGraphGetLinks()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5CEAA4-8F6B-47A9-924D-4CF97308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HcclRankGraphGetEndpointInfo()</a:t>
            </a:r>
          </a:p>
        </p:txBody>
      </p:sp>
      <p:cxnSp>
        <p:nvCxnSpPr>
          <p:cNvPr id="9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1812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06717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9531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83907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7250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1319213" y="3790950"/>
            <a:ext cx="9429750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18122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06717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95312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83907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F2A1FB-21CF-4F45-9069-83B72F1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算法选择与执行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4D86C1-AFDE-40A7-A8B9-76CA607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7A9B52-9F24-487B-A913-8686ACCE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53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4784DE-0643-4040-BBF1-739A4D9C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53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533F75-7E02-47C3-ABAC-5DE668ED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45585B-B005-464C-B83F-E8606FA1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63F2EE-42CA-4E3A-9E29-920B4216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38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113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07645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6851F0-0868-4771-9C1D-0FA0EF2D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二选一</a:t>
            </a:r>
          </a:p>
        </p:txBody>
      </p:sp>
      <p:cxnSp>
        <p:nvCxnSpPr>
          <p:cNvPr id="115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4267200" y="517207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645795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45820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9648825" y="53911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428E30-7479-48D1-AC5A-3EA11A9F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结果：algName、CommEngine、algTag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CA93F7-9CAC-4FD9-A346-DE77E613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关键判断条件：设备类型、Rank 数、数据量、datatype、reduceType、内存布局、CCU 资源是否充足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E7A2FC-15EA-477D-9DD8-E1290A79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9C4343-9BC6-43AB-AA0B-334BFBA5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451404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A60196-240A-4B26-92E3-9B42BF55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48EEB-F132-4BEA-9F13-ECC42483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HcclChannelAcquire 建链全流程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FC519-84C6-4444-9CFC-7345C37F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建链不是单一 API，它依次完成参数归一化、Socket 建立、EndpointPair 复用、Channel 创建、连接确认和资源回填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1A85B-9DBB-459B-931C-C0F7D76C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D820C-5BF8-4D76-A24F-00F4D5A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HCCL 发起建链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B8FF4-5AA4-40C4-AA76-2BAD5042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HcclGetChannelImpl()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29084-CF88-44E9-A8FB-1C288419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AddExchangeInfo()</a:t>
            </a:r>
          </a:p>
        </p:txBody>
      </p:sp>
      <p:cxnSp>
        <p:nvCxnSpPr>
          <p:cNvPr id="80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811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B7789-576C-4768-A729-BDD37ECC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HcclChannelAcquire()</a:t>
            </a:r>
          </a:p>
        </p:txBody>
      </p:sp>
      <p:cxnSp>
        <p:nvCxnSpPr>
          <p:cNvPr id="82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7811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8C0F5-B8D3-4483-AA74-84138065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CheckChannelResParams()</a:t>
            </a:r>
          </a:p>
        </p:txBody>
      </p:sp>
      <p:cxnSp>
        <p:nvCxnSpPr>
          <p:cNvPr id="84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811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B6D2B-256A-4AF9-9214-1AFAC546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ProcessHcclResPackReq()</a:t>
            </a:r>
          </a:p>
        </p:txBody>
      </p:sp>
      <p:cxnSp>
        <p:nvCxnSpPr>
          <p:cNvPr id="86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7811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F78C5-0D2C-4202-B5F5-7DD01156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PrepareV2ChannelAcquire()</a:t>
            </a:r>
          </a:p>
        </p:txBody>
      </p:sp>
      <p:cxnSp>
        <p:nvCxnSpPr>
          <p:cNvPr id="88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7811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7E1FA-E0CE-434A-8D8C-86E78385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PrepareChannelSymMemHandles()</a:t>
            </a:r>
          </a:p>
        </p:txBody>
      </p:sp>
      <p:cxnSp>
        <p:nvCxnSpPr>
          <p:cNvPr id="90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7811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0C638-A108-4E88-9E6C-3A51430E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MyRank::CreateChannels()</a:t>
            </a:r>
          </a:p>
        </p:txBody>
      </p:sp>
      <p:cxnSp>
        <p:nvCxnSpPr>
          <p:cNvPr id="92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7811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50C00-AB28-46ED-9BBC-0787A058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Socket 与描述符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17568-E9A0-4910-99AC-9A03FD4D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CheckChannelParam()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78340-DA32-438D-B8DF-66819015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ChannelDescHccl2Hcomm()</a:t>
            </a:r>
          </a:p>
        </p:txBody>
      </p:sp>
      <p:cxnSp>
        <p:nvCxnSpPr>
          <p:cNvPr id="96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46767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C6DB5-87BA-41B2-A29B-59396304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ConfigSqDepthByExpansionMode()</a:t>
            </a:r>
          </a:p>
        </p:txBody>
      </p:sp>
      <p:cxnSp>
        <p:nvCxnSpPr>
          <p:cNvPr id="98" name="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6767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1A4A0-2FA3-4B0D-96B5-9D3A7BBA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BatchCreateSockets()</a:t>
            </a:r>
          </a:p>
        </p:txBody>
      </p:sp>
      <p:cxnSp>
        <p:nvCxnSpPr>
          <p:cNvPr id="100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6767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41AF35-1FB2-4B68-A39D-6D6EABEF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BatchServerInitForChannels()</a:t>
            </a:r>
          </a:p>
        </p:txBody>
      </p:sp>
      <p:cxnSp>
        <p:nvCxnSpPr>
          <p:cNvPr id="102" name=""/>
          <p:cNvCxnSpPr>
            <a:stCxn xmlns:a="http://schemas.openxmlformats.org/drawingml/2006/main" id="2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46767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28B131-A8E8-49F9-BFAD-5FE23D7A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14  BatchGetSocketsForChannels()</a:t>
            </a:r>
          </a:p>
        </p:txBody>
      </p:sp>
      <p:cxnSp>
        <p:nvCxnSpPr>
          <p:cNvPr id="104" name=""/>
          <p:cNvCxnSpPr>
            <a:stCxn xmlns:a="http://schemas.openxmlformats.org/drawingml/2006/main" id="29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46767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B4EFF4-60A2-4580-AC66-5F675062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15  BatchCreateChannels()</a:t>
            </a:r>
          </a:p>
        </p:txBody>
      </p:sp>
      <p:cxnSp>
        <p:nvCxnSpPr>
          <p:cNvPr id="106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6767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083373-7D97-4BEA-B8C5-FD52A2C0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16  EndpointMgr::Get()</a:t>
            </a:r>
          </a:p>
        </p:txBody>
      </p:sp>
      <p:cxnSp>
        <p:nvCxnSpPr>
          <p:cNvPr id="108" name=""/>
          <p:cNvCxnSpPr>
            <a:stCxn xmlns:a="http://schemas.openxmlformats.org/drawingml/2006/main" id="33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6767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669A42-1936-40CF-85C0-BF768EF8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Endpoint 与 Channel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F231C9-3EF6-4977-BBDE-6ECB9136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17  HcommEndpointStartListen()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CC5BD9-8E1F-4010-9063-7235D86F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18  PrepareMemHandles()</a:t>
            </a:r>
          </a:p>
        </p:txBody>
      </p:sp>
      <p:cxnSp>
        <p:nvCxnSpPr>
          <p:cNvPr id="112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75723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16B141-BAAC-463B-9EB5-C77538CF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19  RankPairMgr::Get()</a:t>
            </a:r>
          </a:p>
        </p:txBody>
      </p:sp>
      <p:cxnSp>
        <p:nvCxnSpPr>
          <p:cNvPr id="114" name=""/>
          <p:cNvCxnSpPr>
            <a:stCxn xmlns:a="http://schemas.openxmlformats.org/drawingml/2006/main" id="39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75723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A98554-8411-4859-829B-4AD791F4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20  RankPair::GetEndpointPair()</a:t>
            </a:r>
          </a:p>
        </p:txBody>
      </p:sp>
      <p:cxnSp>
        <p:nvCxnSpPr>
          <p:cNvPr id="116" name=""/>
          <p:cNvCxnSpPr>
            <a:stCxn xmlns:a="http://schemas.openxmlformats.org/drawingml/2006/main" id="41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75723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8D1D0B-B74B-467D-8F3E-B7B428B9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21  EndpointPair::CreateChannel()</a:t>
            </a:r>
          </a:p>
        </p:txBody>
      </p:sp>
      <p:cxnSp>
        <p:nvCxnSpPr>
          <p:cNvPr id="118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75723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5C9F59-FC09-433E-A94D-3ADE976D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22  HcommCollectiveChannelCreate()</a:t>
            </a:r>
          </a:p>
        </p:txBody>
      </p:sp>
      <p:cxnSp>
        <p:nvCxnSpPr>
          <p:cNvPr id="120" name=""/>
          <p:cNvCxnSpPr>
            <a:stCxn xmlns:a="http://schemas.openxmlformats.org/drawingml/2006/main" id="45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5723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8BBC21-928E-4CA7-8A37-B3A257B8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23  NormalizeHcommChannelDescs()</a:t>
            </a:r>
          </a:p>
        </p:txBody>
      </p:sp>
      <p:cxnSp>
        <p:nvCxnSpPr>
          <p:cNvPr id="122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75723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8AA69B-B85A-4BBE-AE19-34FC81F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24  ChannelProcess::CreateChannelsLoop()</a:t>
            </a:r>
          </a:p>
        </p:txBody>
      </p:sp>
      <p:cxnSp>
        <p:nvCxnSpPr>
          <p:cNvPr id="124" name="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5723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C326A3-77DE-4F70-9BAE-E9A8CD6E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连接确认与回填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DE7D64-CC6D-45D6-B7A6-30AAD48C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25  Channel::CreateChannel()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24858B-B837-4B0F-9E5D-1DFA0F64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26  BatchConnectChannels()</a:t>
            </a:r>
          </a:p>
        </p:txBody>
      </p:sp>
      <p:cxnSp>
        <p:nvCxnSpPr>
          <p:cNvPr id="12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04679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B77381-E8A2-46F5-985A-E3C3A447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27  ChannelProcess::ChannelGetStatus()</a:t>
            </a:r>
          </a:p>
        </p:txBody>
      </p:sp>
      <p:cxnSp>
        <p:nvCxnSpPr>
          <p:cNvPr id="130" name=""/>
          <p:cNvCxnSpPr>
            <a:stCxn xmlns:a="http://schemas.openxmlformats.org/drawingml/2006/main" id="55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04679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5DA831-D6C5-4A94-A4A5-78989BC7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28  BatchExchangeAndCheckConsistency()</a:t>
            </a:r>
          </a:p>
        </p:txBody>
      </p:sp>
      <p:cxnSp>
        <p:nvCxnSpPr>
          <p:cNvPr id="132" name=""/>
          <p:cNvCxnSpPr>
            <a:stCxn xmlns:a="http://schemas.openxmlformats.org/drawingml/2006/main" id="57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104679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37547B-CE4F-4D58-A98D-E9878ABE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29  FinalizeChannelsByEngine()</a:t>
            </a:r>
          </a:p>
        </p:txBody>
      </p:sp>
      <p:cxnSp>
        <p:nvCxnSpPr>
          <p:cNvPr id="134" name=""/>
          <p:cNvCxnSpPr>
            <a:stCxn xmlns:a="http://schemas.openxmlformats.org/drawingml/2006/main" id="59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104679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62C87D-3346-4B19-9550-ECD5BF2B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30  ConvertAivChannelHandlesToDevicePtrs()</a:t>
            </a:r>
          </a:p>
        </p:txBody>
      </p:sp>
      <p:cxnSp>
        <p:nvCxnSpPr>
          <p:cNvPr id="136" name=""/>
          <p:cNvCxnSpPr>
            <a:stCxn xmlns:a="http://schemas.openxmlformats.org/drawingml/2006/main" id="61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04679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2F689C-7265-4579-B3B6-727E60EE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31  HcclChannelGetHcclBuffer()</a:t>
            </a:r>
          </a:p>
        </p:txBody>
      </p:sp>
      <p:cxnSp>
        <p:nvCxnSpPr>
          <p:cNvPr id="138" name=""/>
          <p:cNvCxnSpPr>
            <a:stCxn xmlns:a="http://schemas.openxmlformats.org/drawingml/2006/main" id="63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104679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EF2B4F-407A-48B1-A73A-48A8DE14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32  返回 ChannelHandle + Remote CCL Buffer</a:t>
            </a:r>
          </a:p>
        </p:txBody>
      </p:sp>
      <p:cxnSp>
        <p:nvCxnSpPr>
          <p:cNvPr id="140" name=""/>
          <p:cNvCxnSpPr>
            <a:stCxn xmlns:a="http://schemas.openxmlformats.org/drawingml/2006/main" id="65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04679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30D2375-10C7-460A-8937-05A6462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300CBC-AA13-43DB-95D4-E7405558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76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AICPU/AIV 才交换对称内存；AIV 才转换设备侧 Channel 句柄；DEV_TYPE_950 执行一致性校验；CCU 资源不足返回 HCCL_E_UNAVAIL 并触发回退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74D4651-D633-40F1-87A5-25E229E4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FA29D79-ABCF-40CD-A506-388AE35E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860828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A0C02C-77BC-4A42-B887-B0D51C18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215A7-FA8F-4C89-9565-8185C46E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AICPU、AIV、CCU 执行 API 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7E6EA-56EE-4F1F-BCC0-82B72B8B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三条路径共享 RankGraph、EngineCtx、Thread、Channel 和通信内存，差别在算法展开位置与最终执行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DD108-A455-4818-B96E-8A30293A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FF86B-553E-4FD7-8D2D-8F3B9065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1B1B7-B0DE-473B-B012-ACC672C4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AICPU Kernel 逐原语展开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43958-F356-4D64-A254-0E4EDE48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3F80F-1A4F-4BBE-BBA9-7875490B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C4C8B-D7D2-450F-A3F2-9C2BFAEE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311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62D99-21EF-4325-8B14-A3B9E25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553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1A5B6-3709-4313-9D17-485170A2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794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5D061-A63C-41EE-8EB2-1CA5F23A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036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HcommLocalCopyOnThread()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C994B-098D-41EA-9DBA-3042573C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HcommLocalReduceOnThread()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1A981-68F3-46FF-AE7B-2544CB5B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519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HcommReadOnThread()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9A01B-2084-4A96-BA7E-A96473F0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760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HcommWriteOnThread()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0673D-A286-4A7B-A583-08FBCB99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002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HcommReadReduceOnThread()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BE3F0-89D8-4B9A-81D2-984DBBEE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243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HcommWriteReduceOnThread()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001F6-1404-49DF-961E-80CFE2D3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HcommBatchTransferOnThread()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ED5E2-F98E-4D4C-B9DE-2408E3D7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726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HcommThreadNotifyRecord/WaitOnThread()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6D6E1-458F-4369-9535-BBCAE01D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968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HcommChannelNotifyRecordOnThread()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99F30-34FD-42A7-B685-486EFF8A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209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14  HcommFence/ChannelFence/DrainOnThread()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88297-202C-4097-8834-36C87F36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929D1-2556-402D-AD77-432FB44C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资源映射后发射 Vector Kernel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9A2C1-4800-4CCF-B4E5-58A8722B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494A1-9E9C-4E31-B5C7-32292ACA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03E3E-61CF-4B40-956C-22233330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311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HcclEngineCtxCreate()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32E0C-FB0D-4791-966C-0AC3BB0C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553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267308-E03A-4C36-AA13-F4FBBA3F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794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HcclEngineCtxGet/Create()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702BB-905A-40A7-8BB1-4B5D87A3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8036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HcclCommRegCommStateCallback()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B20FA7-9CF1-4835-8CF2-2EFF14A9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HcclCommMemReg()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91381-60AD-40F2-A4D2-737C04A7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2519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HcclGetHcclBuffer()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FCA258-FA3F-4F1B-A9FB-D39954FA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760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HcclChannelAcquire(AIV)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914CB4-839E-46F4-9854-BD11A05D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7002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ConvertAivChannelHandlesToDevicePtrs()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735D38-353F-45CA-A607-97B550FA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4243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HcclAivKernelEntranceLaunch()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7DC49F-F29F-4C59-98BE-8DDDB18D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GetAivParamStorageByComm()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24FD62-630C-4C8B-BF6A-DDD85BA4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8726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ExecuteKernelLaunch()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C11D97-5540-4DB5-AA3B-42D6864F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5968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ExecuteKernelLaunchInner()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8DD38E-F07E-4283-AB30-2687639D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3209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14  aclrtLaunchKernelWithHostArgs()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0D6DCC-6D6B-44C7-9A2C-B834D88E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1C97C2-CB52-49F7-A5FF-4A35002F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申请 CCU 资源并提交 Mission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27214D-5F37-46E9-87FF-94E58965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DFCB93-88F4-4933-9C69-A5CFDB18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4B848C-8F55-41A5-A365-4746AADF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2120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2A45F7-E3B1-4258-A041-ADEC0873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5171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HcclGetThread()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10E2AC-2D3D-4F83-AF95-E3B7279D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8221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HcclGetChannelForCcu()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11679F-5FCA-411F-8DFD-286439B5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272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HcclChannelQuery()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97EB94-1FAE-4C48-8815-2A33C45C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4322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HcclChannelAcquire(CCU)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3C2DDE-D287-482C-9E1E-CA35A3A1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7373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HcclGetCcuKernel()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D6D678-EE30-40F9-8552-C221726F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423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HcclGetCcuKernelDynamic()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EE8A4A-067E-4B8A-BCCC-5EBFDE0E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474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HcclCommQueryAssignedCcuIns()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C9FF15-99F0-489A-A28A-A03D8706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524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HcommCcuInsResDescCreate()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805C24-140C-40FB-9981-1FD54CC4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HcommCcuInsResDescSetNum()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86DD72-C84C-4BA8-A25F-62ABB800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625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HcommCcuInsCreate()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E19039-B71D-45F2-A0E4-723F737E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676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HcclCommAssignCcuIns()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2BA6A9-F380-461A-85B9-32DD496D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726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14  HcommCcuKernelRegisterStart()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D68CE5-7B1B-4EBB-838E-3E47C61E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777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15  HcommCcuKernelRegister()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99F39C-8A4A-4713-A860-82899D0E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4827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16  HcommCcuKernelRegisterEnd()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5D900B-B63D-48F0-AE7F-AA22477B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7878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17  HcommCcuKernelLaunch()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5F7BA1-8D9F-4A50-814C-32E843E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76950"/>
            <a:ext cx="628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共同落点：Channel L3 → UB / RoCE / HCCS 等 Transport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461F74-A65B-4492-9D66-F942B61A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2B15A1-1518-44DB-8E0D-729D01FD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14113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2026-09-14T13:14:21.3540000Z</dcterms:created>
  <dcterms:modified xsi:type="dcterms:W3CDTF">2026-09-14T13:14:21.3540000Z</dcterms:modified>
</coreProperties>
</file>