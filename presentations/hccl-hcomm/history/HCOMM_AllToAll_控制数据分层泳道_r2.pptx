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fa90ae6e84559" /><Relationship Type="http://schemas.openxmlformats.org/officeDocument/2006/relationships/extended-properties" Target="/docProps/app.xml" Id="Rc204c152085d463b" /><Relationship Type="http://schemas.openxmlformats.org/officeDocument/2006/relationships/officeDocument" Target="/ppt/presentation.xml" Id="Rf5be6241159345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97a2262e0d4d5f"/>
  </p:sldMasterIdLst>
  <p:notesMasterIdLst>
    <p:notesMasterId xmlns:r="http://schemas.openxmlformats.org/officeDocument/2006/relationships" r:id="R611075a03db3416c"/>
  </p:notesMasterIdLst>
  <p:sldIdLst>
    <p:sldId xmlns:r="http://schemas.openxmlformats.org/officeDocument/2006/relationships" id="256" r:id="R013a03c2709b4d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c39d56886d4301" /><Relationship Type="http://schemas.openxmlformats.org/officeDocument/2006/relationships/slideMaster" Target="/ppt/slideMasters/slideMaster1.xml" Id="R2297a2262e0d4d5f" /><Relationship Type="http://schemas.openxmlformats.org/officeDocument/2006/relationships/notesMaster" Target="/ppt/notesMasters/notesMaster1.xml" Id="R611075a03db3416c" /><Relationship Type="http://schemas.openxmlformats.org/officeDocument/2006/relationships/presProps" Target="/ppt/presProps.xml" Id="Rfb092d73609b4fef" /><Relationship Type="http://schemas.openxmlformats.org/officeDocument/2006/relationships/tableStyles" Target="/ppt/tableStyles.xml" Id="Rf06245c2f0eb4d0d" /><Relationship Type="http://schemas.openxmlformats.org/officeDocument/2006/relationships/slide" Target="/ppt/slides/slide1.xml" Id="R013a03c2709b4d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c0108ba46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2a8fab92f484a" /><Relationship Type="http://schemas.openxmlformats.org/officeDocument/2006/relationships/notesMaster" Target="/ppt/notesMasters/notesMaster1.xml" Id="Ra05d42c6d51d4e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本版采用六条水平泳道：上层调用方、HCCL Host、HCOMM控制面、ACL Runtime、HCCL AICPU、HCOMM数据面。沿阶段①至⑤和有向连线读，上下只表示归属。框内函数是该局部流程的调用展开，并非所有同高度文字同时执行。HCOMM数据面可能由Host调用，不能按调用CPU位置把Notify API归入控制面。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SCL未被当作已确认源码模块，此处按前文HCCL理解。上层调用方仍以泛称标识，不假设具体框架或测试工具实现。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正常路径与源码基线沿用原分析：Ascend950、AICPU_TS、OPBASE、普通Mesh Write、普通内存、非零数据、资源未命中、Task Cache关闭。函数层级分类以实际源码实现为依据，Hccl前缀不代表必然属于HCCL。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阶段①参数整理还经过AlltoAllVOutPlaceCommon（共用参数与调度）、Selector（统筹选择）。SelectAicpuAlgo为AlltoAllAutoSelector成员。RankGraph查询为构图所需接口集合，并不声称每个拓扑分支都恰好调用一次。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②HcclExecOp取得执行器后先绑定、导出用户Thread，再获取算法资源。GetAlgoMeta读取算法属性，TryReuseResource查算法资源上下文，未命中后计算通信分组和资源需求。HcclGetThread/HcclGetAicpuThread属于获取设备主从队列的包装，配置版ThreadAcquire不支持时走HcclThreadAcquire兼容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HcclChannelAcquire内由MyRank::CreateChannels统筹，按需执行建链。HcommEndpointCreate/StartListen在BatchCreateChannels内部，HcommMemReg负责注册内存，HcommCollectiveChannelCreate创建基础通道。BatchConnectChannels通过内部ChannelProcess::ChannelGetStatus查询，不误写为另一个公共状态API。BuildChannelInfo查远端CCL后才Serialize，继而HcclEngineCtxCreate/Copy传递资源描述。HcclChannelGetHcclBuffer内部用HcommChannelGetRemoteMems取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④主Thread第二次导出方向为AICPU到CPU_TS，是HCOMM控制面资源接口；随后Host调用数据面ThreadNotifyRecord排输入就绪，再通过内部AicpuKernelLaunch调用ACL五步，再将完成Wait排入用户流。图中的跨多泳道红线表示Host也会调用数据面，而不是控制面到数据面自动转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备入口先AcquireComm，恢复上下文/变长数据，BatchStart，再OpOrchestrate安排输入依赖并取得算法执行器。普通Mesh的RunALLtoALL先CalcCommLoops，多线程时PreSyncInterThreads：主Record、从Wait；随后每轮选Peer，首轮LocalCopyForMyRank进行自己分片拷贝。图中受空间约束只显示这几项对应的公开数据面原语，完整内部符号保留于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阶段⑤每个Peer、Channel及非零slice按A–E顺序展开SendRecvWrite，F为外层模板PostCopy调用的LocalCopy，而非SendRecvWrite内部。A/B为ACK接收准备，D/E为DATA_SIGNAL。发送和接收逻辑方向可复用同一Channel句柄。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SyncInterThreads先在主Thread排Wait，再在从Thread排Record。所有外层大块编排完后才返回Kernel并安排最后的用户流完成Record，再BatchModeEnd/ReleaseComm。红回线表示完成通知满足此前Host已排入的Wait，不是整个网络全局同步。灰虚线回环只是剩余数据继续迭代，非最终完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Wait的默认超时与显式超时是包装层能力替代关系。实际符号可能为HcommThreadNotifyWaitOnThreadWithDefaultTimeout或HcommChannelNotifyWaitOnThreadWithDefaultTimeout。图用代表名表达同一依赖。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以下保留旧版完整逐API解释与源码证据，仅技术内容有效，旧版页序/布局说明请以上述六泳道说明为准。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ae0ad252145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8845a238e467c" /><Relationship Type="http://schemas.openxmlformats.org/officeDocument/2006/relationships/slideLayout" Target="/ppt/slideLayouts/slideLayout1.xml" Id="R0fd8e4584a52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d8e4584a52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9b3ce9326461b" /><Relationship Type="http://schemas.openxmlformats.org/officeDocument/2006/relationships/notesSlide" Target="/ppt/notesSlides/notesSlide1.xml" Id="R3d923d741c25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AllToAll 跨层执行：HCOMM 控制面与数据面分开看">
            <a:extLst xmlns:a="http://schemas.openxmlformats.org/drawingml/2006/main">
              <a:ext uri="{FF2B5EF4-FFF2-40B4-BE49-F238E27FC236}">
                <a16:creationId xmlns:a16="http://schemas.microsoft.com/office/drawing/2014/main" id="{772E2C1D-829C-4035-90AC-C81C364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跨层执行：HCOMM 控制面与数据面分开看</a:t>
            </a:r>
          </a:p>
        </p:txBody>
      </p:sp>
      <p:sp>
        <p:nvSpPr>
          <p:cNvPr id="2" name="Ascend 950 / AICPU_TS / OPBASE / 普通 Mesh Write；资源首次准备，关闭任务缓存。每条横带只放所属层的函数。">
            <a:extLst xmlns:a="http://schemas.openxmlformats.org/drawingml/2006/main">
              <a:ext uri="{FF2B5EF4-FFF2-40B4-BE49-F238E27FC236}">
                <a16:creationId xmlns:a16="http://schemas.microsoft.com/office/drawing/2014/main" id="{CA0F12C2-7EC0-467D-A4BE-3B520A52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67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 / 普通 Mesh Write；资源首次准备，关闭任务缓存。每条横带只放所属层的函数。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799A3-928C-480B-8F9F-AB1FC0B1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4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E7E8B-413C-4CC3-89CE-B7E7B90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42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0668953" y="543402"/>
            <a:ext cx="2371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" name="调用 / 执行">
            <a:extLst xmlns:a="http://schemas.openxmlformats.org/drawingml/2006/main">
              <a:ext uri="{FF2B5EF4-FFF2-40B4-BE49-F238E27FC236}">
                <a16:creationId xmlns:a16="http://schemas.microsoft.com/office/drawing/2014/main" id="{208E1FD2-1165-4C62-A9F4-2BEAF5AC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667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调用 / 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AB0D4-EDD0-487A-842D-B7C949E8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① 下发与选算法">
            <a:extLst xmlns:a="http://schemas.openxmlformats.org/drawingml/2006/main">
              <a:ext uri="{FF2B5EF4-FFF2-40B4-BE49-F238E27FC236}">
                <a16:creationId xmlns:a16="http://schemas.microsoft.com/office/drawing/2014/main" id="{69438314-1878-4500-88E8-5BF6CA27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下发与选算法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D1D2E-ACC1-436A-B5BB-B3F59FC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② 计算并申请资源">
            <a:extLst xmlns:a="http://schemas.openxmlformats.org/drawingml/2006/main">
              <a:ext uri="{FF2B5EF4-FFF2-40B4-BE49-F238E27FC236}">
                <a16:creationId xmlns:a16="http://schemas.microsoft.com/office/drawing/2014/main" id="{FD4F1C0F-2C4F-4908-969D-B43088B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计算并申请资源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899F2-1947-4E66-A5C6-7B4761A3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③ 建链与上下文交付">
            <a:extLst xmlns:a="http://schemas.openxmlformats.org/drawingml/2006/main">
              <a:ext uri="{FF2B5EF4-FFF2-40B4-BE49-F238E27FC236}">
                <a16:creationId xmlns:a16="http://schemas.microsoft.com/office/drawing/2014/main" id="{216184C9-166E-4233-857B-47B418A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 建链与上下文交付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E8EC8-6C70-4964-8DF5-0457C12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733425"/>
            <a:ext cx="19907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④ 发射、设备展开">
            <a:extLst xmlns:a="http://schemas.openxmlformats.org/drawingml/2006/main">
              <a:ext uri="{FF2B5EF4-FFF2-40B4-BE49-F238E27FC236}">
                <a16:creationId xmlns:a16="http://schemas.microsoft.com/office/drawing/2014/main" id="{F78C9D30-FD85-4EAA-BAC6-AB11B157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4295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 发射、设备展开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D227B-B7DC-4279-BF7B-53D4D3A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33425"/>
            <a:ext cx="2181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⑤ 交换数据、完成">
            <a:extLst xmlns:a="http://schemas.openxmlformats.org/drawingml/2006/main">
              <a:ext uri="{FF2B5EF4-FFF2-40B4-BE49-F238E27FC236}">
                <a16:creationId xmlns:a16="http://schemas.microsoft.com/office/drawing/2014/main" id="{7B0F15C8-5227-46D6-AC5F-41BF8A3A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21050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 交换数据、完成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A7D93-4E2A-4267-B184-63A76263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71550"/>
            <a:ext cx="1183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7297F-30CD-4541-B08A-329943B9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715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9" name="上层调用方">
            <a:extLst xmlns:a="http://schemas.openxmlformats.org/drawingml/2006/main">
              <a:ext uri="{FF2B5EF4-FFF2-40B4-BE49-F238E27FC236}">
                <a16:creationId xmlns:a16="http://schemas.microsoft.com/office/drawing/2014/main" id="{6F3C82C8-B534-42AB-843C-108E2807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009650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上层调用方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A1292-8553-4290-AFCD-1246E5E0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118300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DA05B2-482E-4466-A7C1-10F6A8DE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04925"/>
            <a:ext cx="1104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F099B810-E341-4A15-807B-437D8B7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4859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3" name="参数、选算法&#10;与资源组织">
            <a:extLst xmlns:a="http://schemas.openxmlformats.org/drawingml/2006/main">
              <a:ext uri="{FF2B5EF4-FFF2-40B4-BE49-F238E27FC236}">
                <a16:creationId xmlns:a16="http://schemas.microsoft.com/office/drawing/2014/main" id="{68C98D20-5762-4040-B02F-AA3B661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050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参数、选算法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与资源组织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874B3-B7C2-47E4-A781-2433C7DE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11830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BD5F7-C47A-4587-858E-8B77E87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62200"/>
            <a:ext cx="1104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30866F27-FD36-4B62-B54E-32487757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14625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27" name="域资源 / 拓扑&#10;内存 / 建链">
            <a:extLst xmlns:a="http://schemas.openxmlformats.org/drawingml/2006/main">
              <a:ext uri="{FF2B5EF4-FFF2-40B4-BE49-F238E27FC236}">
                <a16:creationId xmlns:a16="http://schemas.microsoft.com/office/drawing/2014/main" id="{A0A9B242-E331-4ED0-A301-E1365FEC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337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域资源 / 拓扑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内存 / 建链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B98AE-EA30-4D0B-B2EE-C3AF994E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11830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F18524-C671-4576-A714-AC2ADA1D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762375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ACL Runtime">
            <a:extLst xmlns:a="http://schemas.openxmlformats.org/drawingml/2006/main">
              <a:ext uri="{FF2B5EF4-FFF2-40B4-BE49-F238E27FC236}">
                <a16:creationId xmlns:a16="http://schemas.microsoft.com/office/drawing/2014/main" id="{D7DD9811-CA62-4E7C-83E6-17F45613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38575"/>
            <a:ext cx="971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31" name="提交设备 Kernel">
            <a:extLst xmlns:a="http://schemas.openxmlformats.org/drawingml/2006/main">
              <a:ext uri="{FF2B5EF4-FFF2-40B4-BE49-F238E27FC236}">
                <a16:creationId xmlns:a16="http://schemas.microsoft.com/office/drawing/2014/main" id="{A6E3C0BF-3402-4AF8-A0C8-E3E89AB0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114800"/>
            <a:ext cx="971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提交设备 Kernel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3DBBDD-9F80-4BA5-B760-64CC7A18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43400"/>
            <a:ext cx="11830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08412C-8614-44DE-83AE-623C7535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343400"/>
            <a:ext cx="1104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B6CF81F0-9507-4574-B582-47162741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53390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5" name="执行器与模板&#10;生成通信任务">
            <a:extLst xmlns:a="http://schemas.openxmlformats.org/drawingml/2006/main">
              <a:ext uri="{FF2B5EF4-FFF2-40B4-BE49-F238E27FC236}">
                <a16:creationId xmlns:a16="http://schemas.microsoft.com/office/drawing/2014/main" id="{57BAA846-D91C-4BAB-8BA7-3B719D92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9530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执行器与模板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生成通信任务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768C4B-DE5E-4411-88CE-05972887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19725"/>
            <a:ext cx="118300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8C908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1A7F5A-DBA2-43B2-8473-87D9996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419725"/>
            <a:ext cx="1104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8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73B8109F-41BF-4CFE-925E-32D3CEDF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695950"/>
            <a:ext cx="97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4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9" name="同步 / 搬运&#10;执行控制">
            <a:extLst xmlns:a="http://schemas.openxmlformats.org/drawingml/2006/main">
              <a:ext uri="{FF2B5EF4-FFF2-40B4-BE49-F238E27FC236}">
                <a16:creationId xmlns:a16="http://schemas.microsoft.com/office/drawing/2014/main" id="{6D3E477B-BE6F-43B3-ABED-7C8E8DA7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1150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同步 / 搬运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9CC88E-3061-4652-935F-C64672A8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7011B-8B18-4F30-9870-DE43DC35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34199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D3CF2D-AABF-4443-9642-979B30D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6FF27F-0D36-4AE1-9BB8-D8297B03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55154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E3879F-1B23-48D0-BD37-0026148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2B365F-EFFB-4CA6-A806-DB93CE13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6109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4EC74C-7A3D-4BDB-8F0C-B74E9068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DE14B3-AEBE-4628-8ABC-04EAB368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619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9706452" y="972503"/>
            <a:ext cx="0" cy="5647372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9"/>
            </a:solidFill>
            <a:prstDash val="dash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EFBD1E-233D-490C-996B-E63371F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09650"/>
            <a:ext cx="4086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3" name="发起 HcclAlltoAll(sendBuf, 2, FP32, recvBuf, 2, FP32, comm, stream)">
            <a:extLst xmlns:a="http://schemas.openxmlformats.org/drawingml/2006/main">
              <a:ext uri="{FF2B5EF4-FFF2-40B4-BE49-F238E27FC236}">
                <a16:creationId xmlns:a16="http://schemas.microsoft.com/office/drawing/2014/main" id="{A9B4F52D-FF7A-4451-83B9-FFF6925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028700"/>
            <a:ext cx="3971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发起 HcclAlltoAll(sendBuf, 2, FP32, recvBuf, 2, FP32, comm, stream)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90AB33-85F4-4E5C-AEB8-8EA88919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009650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55" name="完成依赖满足后，后续任务使用 recvBuf">
            <a:extLst xmlns:a="http://schemas.openxmlformats.org/drawingml/2006/main">
              <a:ext uri="{FF2B5EF4-FFF2-40B4-BE49-F238E27FC236}">
                <a16:creationId xmlns:a16="http://schemas.microsoft.com/office/drawing/2014/main" id="{F23D3696-3C20-4273-A75F-87BAB16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028700"/>
            <a:ext cx="2066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完成依赖满足后，后续任务使用 recvBuf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FF648F-714F-47B2-9CF7-49FF7773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21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B71D7B-510B-4EFC-8C69-7BD926E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352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372202" y="1220153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190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7C4AA5-2800-4E0C-8F22-3FD4C780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60" name="①a 整理请求、选择算法">
            <a:extLst xmlns:a="http://schemas.openxmlformats.org/drawingml/2006/main">
              <a:ext uri="{FF2B5EF4-FFF2-40B4-BE49-F238E27FC236}">
                <a16:creationId xmlns:a16="http://schemas.microsoft.com/office/drawing/2014/main" id="{D7399AF5-1109-42FA-9233-95476F69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①a 整理请求、选择算法</a:t>
            </a:r>
          </a:p>
        </p:txBody>
      </p:sp>
      <p:sp>
        <p:nvSpPr>
          <p:cNvPr id="6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282C2F0-CA5F-41BD-8998-91CA4231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0495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检查参数</a:t>
            </a:r>
          </a:p>
        </p:txBody>
      </p:sp>
      <p:sp>
        <p:nvSpPr>
          <p:cNvPr id="6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36F46AB-7003-4CBE-8649-E91FBEA0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9734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生成数量 / 位移</a:t>
            </a:r>
          </a:p>
        </p:txBody>
      </p:sp>
      <p:sp>
        <p:nvSpPr>
          <p:cNvPr id="6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D89B109-31C7-43D0-B4BE-E38D6F7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8973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进入非原地入口</a:t>
            </a:r>
          </a:p>
        </p:txBody>
      </p:sp>
      <p:sp>
        <p:nvSpPr>
          <p:cNvPr id="6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547D59D-B1E8-4B5F-A341-0C5353FD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8212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封装请求</a:t>
            </a:r>
          </a:p>
        </p:txBody>
      </p:sp>
      <p:sp>
        <p:nvSpPr>
          <p:cNvPr id="6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D29E4433-671A-4B2D-A2CA-DF7AC133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7452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读展开方式</a:t>
            </a:r>
          </a:p>
        </p:txBody>
      </p:sp>
      <p:sp>
        <p:nvSpPr>
          <p:cNvPr id="6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28189D2-8FC1-4136-AB52-653D1B96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96691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进入分发</a:t>
            </a:r>
          </a:p>
        </p:txBody>
      </p:sp>
      <p:sp>
        <p:nvSpPr>
          <p:cNvPr id="6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50CFB15-0E52-4AD5-9648-9103CAC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5930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取得拓扑说明</a:t>
            </a:r>
          </a:p>
        </p:txBody>
      </p:sp>
      <p:sp>
        <p:nvSpPr>
          <p:cNvPr id="6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6C39CEC-E1E4-4444-B899-3833F8A5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5169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选择 Mesh 算法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CF9D4B-6E62-4F4E-B4E6-77438AAA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70" name="②a 先绑流，再规划资源">
            <a:extLst xmlns:a="http://schemas.openxmlformats.org/drawingml/2006/main">
              <a:ext uri="{FF2B5EF4-FFF2-40B4-BE49-F238E27FC236}">
                <a16:creationId xmlns:a16="http://schemas.microsoft.com/office/drawing/2014/main" id="{D4D0169D-1048-4722-8A95-26843AF6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②a 先绑流，再规划资源</a:t>
            </a:r>
          </a:p>
        </p:txBody>
      </p:sp>
      <p:sp>
        <p:nvSpPr>
          <p:cNvPr id="7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2871361-73A8-41B8-BCB7-7B18B76C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0495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进入执行准备</a:t>
            </a:r>
          </a:p>
        </p:txBody>
      </p:sp>
      <p:sp>
        <p:nvSpPr>
          <p:cNvPr id="7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5B97595-6466-4B36-B030-7579EF36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59734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取得算法执行器</a:t>
            </a:r>
          </a:p>
        </p:txBody>
      </p:sp>
      <p:sp>
        <p:nvSpPr>
          <p:cNvPr id="7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F18F48B-6C9E-48D3-A85F-C053572C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8973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取得算法资源</a:t>
            </a:r>
          </a:p>
        </p:txBody>
      </p:sp>
      <p:sp>
        <p:nvSpPr>
          <p:cNvPr id="7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7472009-DF44-451E-8518-611E6FF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78212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检查资源复用</a:t>
            </a:r>
          </a:p>
        </p:txBody>
      </p:sp>
      <p:sp>
        <p:nvSpPr>
          <p:cNvPr id="7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D6131F6F-84E9-4500-9000-6B72B5F9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74520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形成分组</a:t>
            </a:r>
          </a:p>
        </p:txBody>
      </p:sp>
      <p:sp>
        <p:nvSpPr>
          <p:cNvPr id="7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87A148E-615A-42C3-AA9F-11F46113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66913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计算资源需求</a:t>
            </a:r>
          </a:p>
        </p:txBody>
      </p:sp>
      <p:sp>
        <p:nvSpPr>
          <p:cNvPr id="7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4219C48-BB2E-43B9-A483-279EE7AE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59305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进入设备资源准备</a:t>
            </a:r>
          </a:p>
        </p:txBody>
      </p:sp>
      <p:sp>
        <p:nvSpPr>
          <p:cNvPr id="7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405E5F4-1B79-4787-BAFD-A00FA037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51698"/>
            <a:ext cx="1876425" cy="92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按清单申请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CA9B43-529F-4FD2-B76C-A36C606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52550"/>
            <a:ext cx="1990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80" name="③a 组织资源、交付描述">
            <a:extLst xmlns:a="http://schemas.openxmlformats.org/drawingml/2006/main">
              <a:ext uri="{FF2B5EF4-FFF2-40B4-BE49-F238E27FC236}">
                <a16:creationId xmlns:a16="http://schemas.microsoft.com/office/drawing/2014/main" id="{B6749E1E-FB04-4C86-AA81-0E8B6333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③a 组织资源、交付描述</a:t>
            </a:r>
          </a:p>
        </p:txBody>
      </p:sp>
      <p:sp>
        <p:nvSpPr>
          <p:cNvPr id="8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0BFD407-F996-4D18-8C7E-B12FE960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50495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 Thread 申请</a:t>
            </a:r>
          </a:p>
        </p:txBody>
      </p:sp>
      <p:sp>
        <p:nvSpPr>
          <p:cNvPr id="8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F6DAAAB-1212-4BAC-9CC3-5FC9854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60591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获取主从队列</a:t>
            </a:r>
          </a:p>
        </p:txBody>
      </p:sp>
      <p:sp>
        <p:nvSpPr>
          <p:cNvPr id="8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99E5706-C824-40D1-B85D-AC65E74A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70688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 Peer 通道申请</a:t>
            </a:r>
          </a:p>
        </p:txBody>
      </p:sp>
      <p:sp>
        <p:nvSpPr>
          <p:cNvPr id="8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FD72390-F65B-4973-B503-2CE119A8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0784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补齐通道 / 远端地址</a:t>
            </a:r>
          </a:p>
        </p:txBody>
      </p:sp>
      <p:sp>
        <p:nvSpPr>
          <p:cNvPr id="8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2D19A84-A4F6-4F2E-8C9A-A04E641E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90881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打包资源描述</a:t>
            </a:r>
          </a:p>
        </p:txBody>
      </p:sp>
      <p:sp>
        <p:nvSpPr>
          <p:cNvPr id="8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28600D2-DB34-4A21-B850-A147EC7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009775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交付设备</a:t>
            </a:r>
          </a:p>
        </p:txBody>
      </p:sp>
      <p:sp>
        <p:nvSpPr>
          <p:cNvPr id="8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8571532-764E-4559-80C4-480A9134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110740"/>
            <a:ext cx="18764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读取设备主 Thread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3173AA9-4201-4744-A0D3-DED2CF42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52550"/>
            <a:ext cx="19907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89" name="④a 输入就绪后发射">
            <a:extLst xmlns:a="http://schemas.openxmlformats.org/drawingml/2006/main">
              <a:ext uri="{FF2B5EF4-FFF2-40B4-BE49-F238E27FC236}">
                <a16:creationId xmlns:a16="http://schemas.microsoft.com/office/drawing/2014/main" id="{1A2BC417-8F27-43DF-A5CD-0E58D947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716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④a 输入就绪后发射</a:t>
            </a:r>
          </a:p>
        </p:txBody>
      </p:sp>
      <p:sp>
        <p:nvSpPr>
          <p:cNvPr id="9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FF987C6-3FA7-488A-A66F-028666A6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514475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91" name="组织输入通知、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C83C9710-29CD-414C-898E-1BB0B73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38300"/>
            <a:ext cx="1876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组织输入通知、发射与完成等待</a:t>
            </a:r>
          </a:p>
        </p:txBody>
      </p:sp>
      <p:sp>
        <p:nvSpPr>
          <p:cNvPr id="9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8802F03-66B2-4B35-B178-9C483F0C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09750"/>
            <a:ext cx="1876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构造 ACL 发射参数</a:t>
            </a:r>
          </a:p>
        </p:txBody>
      </p:sp>
      <p:sp>
        <p:nvSpPr>
          <p:cNvPr id="93" name="CPU 调用返回 ≠ 数据已全部到达">
            <a:extLst xmlns:a="http://schemas.openxmlformats.org/drawingml/2006/main">
              <a:ext uri="{FF2B5EF4-FFF2-40B4-BE49-F238E27FC236}">
                <a16:creationId xmlns:a16="http://schemas.microsoft.com/office/drawing/2014/main" id="{C1450677-BD33-4576-B05C-522BEE7A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66925"/>
            <a:ext cx="19907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4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CPU 调用返回 ≠ 数据已全部到达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91033F6-81C1-42EB-93E5-CF46E790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9825"/>
            <a:ext cx="19907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95" name="①b 返回配置与拓扑">
            <a:extLst xmlns:a="http://schemas.openxmlformats.org/drawingml/2006/main">
              <a:ext uri="{FF2B5EF4-FFF2-40B4-BE49-F238E27FC236}">
                <a16:creationId xmlns:a16="http://schemas.microsoft.com/office/drawing/2014/main" id="{72977F89-A17C-464E-AC06-DDC0AFB2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①b 返回配置与拓扑</a:t>
            </a:r>
          </a:p>
        </p:txBody>
      </p:sp>
      <p:sp>
        <p:nvSpPr>
          <p:cNvPr id="9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7203EAD-98E0-4174-850A-2C5D9E14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6222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成员数</a:t>
            </a:r>
          </a:p>
        </p:txBody>
      </p:sp>
      <p:sp>
        <p:nvSpPr>
          <p:cNvPr id="9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54717F1-BB96-4E48-B45C-83F29613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66509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域名称</a:t>
            </a:r>
          </a:p>
        </p:txBody>
      </p:sp>
      <p:sp>
        <p:nvSpPr>
          <p:cNvPr id="9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5F8BDCB-BEAE-485A-89AF-D41F4942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796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本端编号</a:t>
            </a:r>
          </a:p>
        </p:txBody>
      </p:sp>
      <p:sp>
        <p:nvSpPr>
          <p:cNvPr id="9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A0C00E9F-6825-4D5B-8E31-F2D78142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7083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展开配置</a:t>
            </a:r>
          </a:p>
        </p:txBody>
      </p:sp>
      <p:sp>
        <p:nvSpPr>
          <p:cNvPr id="10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D0809B5-3B27-4C0A-81A4-03B471A0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97370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域状态（支持时）</a:t>
            </a:r>
          </a:p>
        </p:txBody>
      </p:sp>
      <p:sp>
        <p:nvSpPr>
          <p:cNvPr id="10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CB68A74-5679-411A-AACC-A86689B6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07657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查拓扑缓存</a:t>
            </a:r>
          </a:p>
        </p:txBody>
      </p:sp>
      <p:sp>
        <p:nvSpPr>
          <p:cNvPr id="10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29965D1-EAF3-4BD1-BAB1-5F9838E9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7944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查询网络层</a:t>
            </a:r>
          </a:p>
        </p:txBody>
      </p:sp>
      <p:sp>
        <p:nvSpPr>
          <p:cNvPr id="10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8B5E0B9-1E6F-4270-9811-40C3FEC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8231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查成员</a:t>
            </a:r>
          </a:p>
        </p:txBody>
      </p:sp>
      <p:sp>
        <p:nvSpPr>
          <p:cNvPr id="10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66E4B6F-248B-442D-BCAF-51617E48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85185"/>
            <a:ext cx="1876425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查链路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1CF807E-086B-4DA8-807D-AAB1CEB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907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06" name="②b 域资源与内存">
            <a:extLst xmlns:a="http://schemas.openxmlformats.org/drawingml/2006/main">
              <a:ext uri="{FF2B5EF4-FFF2-40B4-BE49-F238E27FC236}">
                <a16:creationId xmlns:a16="http://schemas.microsoft.com/office/drawing/2014/main" id="{8462E9E3-4908-4E96-A2EA-A62218C8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②b 域资源与内存</a:t>
            </a:r>
          </a:p>
        </p:txBody>
      </p:sp>
      <p:sp>
        <p:nvSpPr>
          <p:cNvPr id="10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308B8C6-3E55-493E-A5CE-347CA022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562225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绑定用户流</a:t>
            </a:r>
          </a:p>
        </p:txBody>
      </p:sp>
      <p:sp>
        <p:nvSpPr>
          <p:cNvPr id="10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02A165B-9504-49A4-AC78-DDB0AA90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6700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109" name="CPU_TS 用户 Thread 导出给 AICPU">
            <a:extLst xmlns:a="http://schemas.openxmlformats.org/drawingml/2006/main">
              <a:ext uri="{FF2B5EF4-FFF2-40B4-BE49-F238E27FC236}">
                <a16:creationId xmlns:a16="http://schemas.microsoft.com/office/drawing/2014/main" id="{345A4A65-73B9-4390-AA56-114FF9D4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71775"/>
            <a:ext cx="18002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CPU_TS 用户 Thread 导出给 AICPU</a:t>
            </a:r>
          </a:p>
        </p:txBody>
      </p:sp>
      <p:sp>
        <p:nvSpPr>
          <p:cNvPr id="11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2BE1A43-D8FE-406B-88D1-DC887A71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146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查算法资源缓存</a:t>
            </a:r>
          </a:p>
        </p:txBody>
      </p:sp>
      <p:sp>
        <p:nvSpPr>
          <p:cNvPr id="11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CD49F6E-4F92-449D-AE57-6D72A881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289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取本地 CCL 中转区</a:t>
            </a:r>
          </a:p>
        </p:txBody>
      </p:sp>
      <p:sp>
        <p:nvSpPr>
          <p:cNvPr id="11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C0FFDE5-9F72-40D7-8AF3-C323AEBF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432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66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取主从队列</a:t>
            </a:r>
          </a:p>
        </p:txBody>
      </p:sp>
      <p:sp>
        <p:nvSpPr>
          <p:cNvPr id="113" name="缓存命中时，跳过相应创建与建链。">
            <a:extLst xmlns:a="http://schemas.openxmlformats.org/drawingml/2006/main">
              <a:ext uri="{FF2B5EF4-FFF2-40B4-BE49-F238E27FC236}">
                <a16:creationId xmlns:a16="http://schemas.microsoft.com/office/drawing/2014/main" id="{56F3FCDB-7ABE-4075-9C13-6BCDB4DD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7660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8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缓存命中时，跳过相应创建与建链。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71BC168-226D-4C46-B9CA-47139CF2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09825"/>
            <a:ext cx="19907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15" name="③b Channel 建链及上下文">
            <a:extLst xmlns:a="http://schemas.openxmlformats.org/drawingml/2006/main">
              <a:ext uri="{FF2B5EF4-FFF2-40B4-BE49-F238E27FC236}">
                <a16:creationId xmlns:a16="http://schemas.microsoft.com/office/drawing/2014/main" id="{7FEB3E11-BC29-4FFF-92BC-866658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③b Channel 建链及上下文</a:t>
            </a:r>
          </a:p>
        </p:txBody>
      </p:sp>
      <p:sp>
        <p:nvSpPr>
          <p:cNvPr id="11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F55AF11-F228-4FAD-ADE4-B20173EA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5622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取得通道</a:t>
            </a:r>
          </a:p>
        </p:txBody>
      </p:sp>
      <p:sp>
        <p:nvSpPr>
          <p:cNvPr id="11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39B66D6-7591-4289-8706-9CE9EEA5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460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建立控制连接</a:t>
            </a:r>
          </a:p>
        </p:txBody>
      </p:sp>
      <p:sp>
        <p:nvSpPr>
          <p:cNvPr id="11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24078A3-5188-4BF1-93C5-C022E6E5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298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组织底层资源</a:t>
            </a:r>
          </a:p>
        </p:txBody>
      </p:sp>
      <p:sp>
        <p:nvSpPr>
          <p:cNvPr id="11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1DAC9E8-234C-4D3E-8947-669940A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1368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创建端点</a:t>
            </a:r>
          </a:p>
        </p:txBody>
      </p:sp>
      <p:sp>
        <p:nvSpPr>
          <p:cNvPr id="12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A6459B2-E413-45CA-9A68-E5A5CA83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89750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开始监听</a:t>
            </a:r>
          </a:p>
        </p:txBody>
      </p:sp>
      <p:sp>
        <p:nvSpPr>
          <p:cNvPr id="12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E7462B9-6941-40CD-852E-CA47626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9813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注册通信内存</a:t>
            </a:r>
          </a:p>
        </p:txBody>
      </p:sp>
      <p:sp>
        <p:nvSpPr>
          <p:cNvPr id="12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110D9FC-6B5D-4D46-A2D1-B459E7FA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651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建通道</a:t>
            </a:r>
          </a:p>
        </p:txBody>
      </p:sp>
      <p:sp>
        <p:nvSpPr>
          <p:cNvPr id="12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07A8B53-FB23-45DF-946E-2EA074A6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1489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检查连接</a:t>
            </a:r>
          </a:p>
        </p:txBody>
      </p:sp>
      <p:sp>
        <p:nvSpPr>
          <p:cNvPr id="12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8AE642E-146D-4D20-A20D-85778090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3278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校验</a:t>
            </a:r>
          </a:p>
        </p:txBody>
      </p:sp>
      <p:sp>
        <p:nvSpPr>
          <p:cNvPr id="12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C35936F-0B93-461F-B0C0-04F6A2B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31660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整理句柄</a:t>
            </a:r>
          </a:p>
        </p:txBody>
      </p:sp>
      <p:sp>
        <p:nvSpPr>
          <p:cNvPr id="12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97C3F6D-254D-44C8-BAE3-4BFA7B36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0042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取远端 CCL</a:t>
            </a:r>
          </a:p>
        </p:txBody>
      </p:sp>
      <p:sp>
        <p:nvSpPr>
          <p:cNvPr id="12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47C9311-F1EA-41C8-A390-9A9C7BAD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8424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创建资源上下文</a:t>
            </a:r>
          </a:p>
        </p:txBody>
      </p:sp>
      <p:sp>
        <p:nvSpPr>
          <p:cNvPr id="12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656AEA9D-601C-498C-9598-838A140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568065"/>
            <a:ext cx="18764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49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649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复制资源描述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008CF93-784D-4A08-AAD4-55572F74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19907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0" name="④b 导出设备主 Thread">
            <a:extLst xmlns:a="http://schemas.openxmlformats.org/drawingml/2006/main">
              <a:ext uri="{FF2B5EF4-FFF2-40B4-BE49-F238E27FC236}">
                <a16:creationId xmlns:a16="http://schemas.microsoft.com/office/drawing/2014/main" id="{83140974-9220-4E3E-BE17-77A14EA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④b 导出设备主 Thread</a:t>
            </a:r>
          </a:p>
        </p:txBody>
      </p:sp>
      <p:sp>
        <p:nvSpPr>
          <p:cNvPr id="13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5BC9C19-B102-4C7C-8A49-3A42CBAD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71750"/>
            <a:ext cx="18764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</a:t>
            </a:r>
          </a:p>
        </p:txBody>
      </p:sp>
      <p:sp>
        <p:nvSpPr>
          <p:cNvPr id="132" name="AICPU 主 Thread 导出为 CPU_TS 视图&#10;Host 随后才能给它发“输入就绪”通知">
            <a:extLst xmlns:a="http://schemas.openxmlformats.org/drawingml/2006/main">
              <a:ext uri="{FF2B5EF4-FFF2-40B4-BE49-F238E27FC236}">
                <a16:creationId xmlns:a16="http://schemas.microsoft.com/office/drawing/2014/main" id="{4930AEA9-DB5E-4EED-8118-4B0606C6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86050"/>
            <a:ext cx="1876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 主 Thread 导出为 CPU_TS 视图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Host 随后才能给它发“输入就绪”通知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BA252B1-0BCF-43F5-91D6-DF11E27A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0000"/>
            <a:ext cx="4086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4" name="④c ACL Runtime（以下 API 公共前缀 aclrt）">
            <a:extLst xmlns:a="http://schemas.openxmlformats.org/drawingml/2006/main">
              <a:ext uri="{FF2B5EF4-FFF2-40B4-BE49-F238E27FC236}">
                <a16:creationId xmlns:a16="http://schemas.microsoft.com/office/drawing/2014/main" id="{28049F3B-2140-4625-83A8-374A93F2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29050"/>
            <a:ext cx="3971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④c ACL Runtime（以下 API 公共前缀 aclrt）</a:t>
            </a:r>
          </a:p>
        </p:txBody>
      </p:sp>
      <p:sp>
        <p:nvSpPr>
          <p:cNvPr id="135" name="BinaryGetFunction：取得入口　　KernelArgsInit：创建参数包">
            <a:extLst xmlns:a="http://schemas.openxmlformats.org/drawingml/2006/main">
              <a:ext uri="{FF2B5EF4-FFF2-40B4-BE49-F238E27FC236}">
                <a16:creationId xmlns:a16="http://schemas.microsoft.com/office/drawing/2014/main" id="{F966CDDF-5746-4C14-B193-1361EF3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952875"/>
            <a:ext cx="3971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BinaryGetFunction：取得入口　　KernelArgsInit：创建参数包</a:t>
            </a:r>
          </a:p>
        </p:txBody>
      </p:sp>
      <p:sp>
        <p:nvSpPr>
          <p:cNvPr id="136" name="KernelArgsAppend：追加算子参数　　KernelArgsFinalize：完成封装">
            <a:extLst xmlns:a="http://schemas.openxmlformats.org/drawingml/2006/main">
              <a:ext uri="{FF2B5EF4-FFF2-40B4-BE49-F238E27FC236}">
                <a16:creationId xmlns:a16="http://schemas.microsoft.com/office/drawing/2014/main" id="{67248D5C-2958-461F-A5E7-C648D412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048125"/>
            <a:ext cx="3971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KernelArgsAppend：追加算子参数　　KernelArgsFinalize：完成封装</a:t>
            </a:r>
          </a:p>
        </p:txBody>
      </p:sp>
      <p:sp>
        <p:nvSpPr>
          <p:cNvPr id="137" name="LaunchKernelWithConfig：向运行时提交 AICPU Kernel">
            <a:extLst xmlns:a="http://schemas.openxmlformats.org/drawingml/2006/main">
              <a:ext uri="{FF2B5EF4-FFF2-40B4-BE49-F238E27FC236}">
                <a16:creationId xmlns:a16="http://schemas.microsoft.com/office/drawing/2014/main" id="{738F27F7-7AD6-4A85-8466-A2E87391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143375"/>
            <a:ext cx="3971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LaunchKernelWithConfig：向运行时提交 AICPU Kernel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32F3CC4-885A-4629-89EC-A5FED45B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91025"/>
            <a:ext cx="19907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39" name="④d 恢复资源，进入算法">
            <a:extLst xmlns:a="http://schemas.openxmlformats.org/drawingml/2006/main">
              <a:ext uri="{FF2B5EF4-FFF2-40B4-BE49-F238E27FC236}">
                <a16:creationId xmlns:a16="http://schemas.microsoft.com/office/drawing/2014/main" id="{6A70B0F7-C79F-46A2-98DC-5401438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④d 恢复资源，进入算法</a:t>
            </a:r>
          </a:p>
        </p:txBody>
      </p:sp>
      <p:sp>
        <p:nvSpPr>
          <p:cNvPr id="14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2EE3986-D39A-45CB-A028-0D45F00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5434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设备入口</a:t>
            </a:r>
          </a:p>
        </p:txBody>
      </p:sp>
      <p:sp>
        <p:nvSpPr>
          <p:cNvPr id="14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B812F55-0BB8-447E-B758-254E55A9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386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恢复资源</a:t>
            </a:r>
          </a:p>
        </p:txBody>
      </p:sp>
      <p:sp>
        <p:nvSpPr>
          <p:cNvPr id="14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EE2032E-E9EA-42E3-ABBE-774F96D8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7339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恢复数量 / 位移</a:t>
            </a:r>
          </a:p>
        </p:txBody>
      </p:sp>
      <p:sp>
        <p:nvSpPr>
          <p:cNvPr id="14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8EF7D39-5097-4B05-A8EE-1D19FA6B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8291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组织任务生成</a:t>
            </a:r>
          </a:p>
        </p:txBody>
      </p:sp>
      <p:sp>
        <p:nvSpPr>
          <p:cNvPr id="14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3E769EC-7D25-4263-A53C-8281C081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9244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按中转区容量分块</a:t>
            </a:r>
          </a:p>
        </p:txBody>
      </p:sp>
      <p:sp>
        <p:nvSpPr>
          <p:cNvPr id="14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C6890C1-FEAB-4535-8A65-8878010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0196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模板处理当前块</a:t>
            </a:r>
          </a:p>
        </p:txBody>
      </p:sp>
      <p:sp>
        <p:nvSpPr>
          <p:cNvPr id="14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6CF39B6-7EDF-4731-9556-425B7C50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11492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计算轮次数</a:t>
            </a:r>
          </a:p>
        </p:txBody>
      </p:sp>
      <p:sp>
        <p:nvSpPr>
          <p:cNvPr id="14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7A0B2F9-ABDB-49C3-B60D-78ACA746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10175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选 Peer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C85A047-6647-4F62-90C2-C15AE76C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91025"/>
            <a:ext cx="21812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49" name="⑤a 按轮 / Peer / Channel 展开">
            <a:extLst xmlns:a="http://schemas.openxmlformats.org/drawingml/2006/main">
              <a:ext uri="{FF2B5EF4-FFF2-40B4-BE49-F238E27FC236}">
                <a16:creationId xmlns:a16="http://schemas.microsoft.com/office/drawing/2014/main" id="{090A2474-1264-4EF1-9989-47E41147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10075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⑤a 按轮 / Peer / Channel 展开</a:t>
            </a:r>
          </a:p>
        </p:txBody>
      </p:sp>
      <p:sp>
        <p:nvSpPr>
          <p:cNvPr id="15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47A5728-8152-41B7-B128-06151894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5434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遍历本轮 Peer</a:t>
            </a:r>
          </a:p>
        </p:txBody>
      </p:sp>
      <p:sp>
        <p:nvSpPr>
          <p:cNvPr id="15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1254744-8AE2-4A1D-AA03-61FEACEC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386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按端口切片</a:t>
            </a:r>
          </a:p>
        </p:txBody>
      </p:sp>
      <p:sp>
        <p:nvSpPr>
          <p:cNvPr id="15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E6B2E4B-B6AB-4311-A8FE-05808157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339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逐 Channel 组织</a:t>
            </a:r>
          </a:p>
        </p:txBody>
      </p:sp>
      <p:sp>
        <p:nvSpPr>
          <p:cNvPr id="15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D89A5B18-53A2-45EC-915E-B4B0E178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291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 / BuildDataSlices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槽位 / 地址</a:t>
            </a:r>
          </a:p>
        </p:txBody>
      </p:sp>
      <p:sp>
        <p:nvSpPr>
          <p:cNvPr id="15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66DD36F-EE04-4E4B-961A-BB424F03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9244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调用下面 A–E</a:t>
            </a:r>
          </a:p>
        </p:txBody>
      </p:sp>
      <p:sp>
        <p:nvSpPr>
          <p:cNvPr id="15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B329CCB3-2083-4D62-9935-08C11835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0196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调用下面 F</a:t>
            </a:r>
          </a:p>
        </p:txBody>
      </p:sp>
      <p:sp>
        <p:nvSpPr>
          <p:cNvPr id="15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FF3719C0-DB2F-4A60-B0DD-F0249AE4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11492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等待本块主从汇合</a:t>
            </a:r>
          </a:p>
        </p:txBody>
      </p:sp>
      <p:sp>
        <p:nvSpPr>
          <p:cNvPr id="15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E22BFA99-BD9C-4545-9857-47AFB3F6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210175"/>
            <a:ext cx="20669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7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还有块则继续，否则返回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5E0E67-CB9B-432A-9914-479EBC84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67350"/>
            <a:ext cx="19907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59" name="④e 建立任务依赖">
            <a:extLst xmlns:a="http://schemas.openxmlformats.org/drawingml/2006/main">
              <a:ext uri="{FF2B5EF4-FFF2-40B4-BE49-F238E27FC236}">
                <a16:creationId xmlns:a16="http://schemas.microsoft.com/office/drawing/2014/main" id="{184935E9-9948-4AA4-B1EC-ED6B316C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86400"/>
            <a:ext cx="1895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④e 建立任务依赖</a:t>
            </a:r>
          </a:p>
        </p:txBody>
      </p:sp>
      <p:sp>
        <p:nvSpPr>
          <p:cNvPr id="160" name="Host 用户流：先 Record，发射后 Wait">
            <a:extLst xmlns:a="http://schemas.openxmlformats.org/drawingml/2006/main">
              <a:ext uri="{FF2B5EF4-FFF2-40B4-BE49-F238E27FC236}">
                <a16:creationId xmlns:a16="http://schemas.microsoft.com/office/drawing/2014/main" id="{C13DF472-CB38-4F4C-A4B9-CEB50CAB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61975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Host 用户流：先 Record，发射后 Wait</a:t>
            </a:r>
          </a:p>
        </p:txBody>
      </p:sp>
      <p:sp>
        <p:nvSpPr>
          <p:cNvPr id="16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968D00C7-F626-43B9-AF8A-A66CA74A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734050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输入就绪</a:t>
            </a:r>
          </a:p>
        </p:txBody>
      </p:sp>
      <p:sp>
        <p:nvSpPr>
          <p:cNvPr id="16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0BE317D-7BB1-482C-A2DE-575DFC16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38825"/>
            <a:ext cx="1876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3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3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等最终完成</a:t>
            </a:r>
          </a:p>
        </p:txBody>
      </p:sp>
      <p:sp>
        <p:nvSpPr>
          <p:cNvPr id="163" name="AICPU 编排调用：">
            <a:extLst xmlns:a="http://schemas.openxmlformats.org/drawingml/2006/main">
              <a:ext uri="{FF2B5EF4-FFF2-40B4-BE49-F238E27FC236}">
                <a16:creationId xmlns:a16="http://schemas.microsoft.com/office/drawing/2014/main" id="{7102C084-7E6E-49F5-9B8D-E3E2F5A8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924550"/>
            <a:ext cx="1876425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 编排调用：</a:t>
            </a:r>
          </a:p>
        </p:txBody>
      </p:sp>
      <p:sp>
        <p:nvSpPr>
          <p:cNvPr id="16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1F608D7-1AB6-44A0-9756-0C0BAE36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2932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使用域保护</a:t>
            </a:r>
          </a:p>
        </p:txBody>
      </p:sp>
      <p:sp>
        <p:nvSpPr>
          <p:cNvPr id="16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94839E8-98E9-4ACB-B0CE-8A182E2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11695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开启批模式</a:t>
            </a:r>
          </a:p>
        </p:txBody>
      </p:sp>
      <p:sp>
        <p:nvSpPr>
          <p:cNvPr id="16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AFF8D82-889F-4FFA-9452-E1552E7D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20458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等输入</a:t>
            </a:r>
          </a:p>
        </p:txBody>
      </p:sp>
      <p:sp>
        <p:nvSpPr>
          <p:cNvPr id="16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88B2300-13AD-4676-9858-DCDA337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29221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主通知从</a:t>
            </a:r>
          </a:p>
        </p:txBody>
      </p:sp>
      <p:sp>
        <p:nvSpPr>
          <p:cNvPr id="16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E6D751D-8E06-4343-AB12-E665C8EB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37984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从等主</a:t>
            </a:r>
          </a:p>
        </p:txBody>
      </p:sp>
      <p:sp>
        <p:nvSpPr>
          <p:cNvPr id="16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D1946ED-DCC0-460D-8AAB-19A0B8C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467475"/>
            <a:ext cx="1876425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拷贝自己分片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E515F48-5E44-428E-A829-2F67129C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67350"/>
            <a:ext cx="21812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668">
            <a:solidFill>
              <a:srgbClr val="8C908B"/>
            </a:solidFill>
          </a:ln>
        </p:spPr>
      </p:sp>
      <p:sp>
        <p:nvSpPr>
          <p:cNvPr id="171" name="⑤b 对端交换与收尾（本端视角）">
            <a:extLst xmlns:a="http://schemas.openxmlformats.org/drawingml/2006/main">
              <a:ext uri="{FF2B5EF4-FFF2-40B4-BE49-F238E27FC236}">
                <a16:creationId xmlns:a16="http://schemas.microsoft.com/office/drawing/2014/main" id="{CD0F1598-7EC0-41B8-A19B-2B813986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86400"/>
            <a:ext cx="2085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⑤b 对端交换与收尾（本端视角）</a:t>
            </a:r>
          </a:p>
        </p:txBody>
      </p:sp>
      <p:sp>
        <p:nvSpPr>
          <p:cNvPr id="17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1085E534-9ADF-4EF4-93FE-F2CA6934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197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HcommChannelNotifyRecordOnThread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发 ACK</a:t>
            </a:r>
          </a:p>
        </p:txBody>
      </p:sp>
      <p:sp>
        <p:nvSpPr>
          <p:cNvPr id="173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5C9DE5CE-AA6B-4643-A46A-AA5E99EE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70357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HcommChannelNotifyWaitOnThread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 ACK</a:t>
            </a:r>
          </a:p>
        </p:txBody>
      </p:sp>
      <p:sp>
        <p:nvSpPr>
          <p:cNvPr id="174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02A3DF7E-D166-4F76-A09E-59B64C9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78739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HcommWriteOnThread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写入对端 CCL</a:t>
            </a:r>
          </a:p>
        </p:txBody>
      </p:sp>
      <p:sp>
        <p:nvSpPr>
          <p:cNvPr id="175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4A0189A4-FD0C-4026-9B3F-661D3A3D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87121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HcommChannelNotifyRecordOnThread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发完成信号</a:t>
            </a:r>
          </a:p>
        </p:txBody>
      </p:sp>
      <p:sp>
        <p:nvSpPr>
          <p:cNvPr id="176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872DB0D-6B3C-4712-8B04-89CDEB46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95503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HcommChannelNotifyWaitOnThread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等反向完成</a:t>
            </a:r>
          </a:p>
        </p:txBody>
      </p:sp>
      <p:sp>
        <p:nvSpPr>
          <p:cNvPr id="177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89CCB55A-1B68-4CCE-AA4F-5AA1A204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0388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HcommLocalCopyOnThread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CCL 拷到输出</a:t>
            </a:r>
          </a:p>
        </p:txBody>
      </p:sp>
      <p:sp>
        <p:nvSpPr>
          <p:cNvPr id="178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9F12AEE-4497-4166-AA8A-F20FA7E4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12267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主等从</a:t>
            </a:r>
          </a:p>
        </p:txBody>
      </p:sp>
      <p:sp>
        <p:nvSpPr>
          <p:cNvPr id="179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79334EE9-D10A-4B51-93F8-E300B937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20649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从通知主</a:t>
            </a:r>
          </a:p>
        </p:txBody>
      </p:sp>
      <p:sp>
        <p:nvSpPr>
          <p:cNvPr id="180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24FC9D53-D8AE-43D0-A384-3BF8984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29031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通知用户流</a:t>
            </a:r>
          </a:p>
        </p:txBody>
      </p:sp>
      <p:sp>
        <p:nvSpPr>
          <p:cNvPr id="181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35BBE3C0-3CB7-4FDD-BE0E-B9E2E241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37413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提交剩余任务</a:t>
            </a:r>
          </a:p>
        </p:txBody>
      </p:sp>
      <p:sp>
        <p:nvSpPr>
          <p:cNvPr id="182" name="API及中文含义">
            <a:extLst xmlns:a="http://schemas.openxmlformats.org/drawingml/2006/main">
              <a:ext uri="{FF2B5EF4-FFF2-40B4-BE49-F238E27FC236}">
                <a16:creationId xmlns:a16="http://schemas.microsoft.com/office/drawing/2014/main" id="{CACFD1D5-A022-4AB5-AB16-AE47F10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6457950"/>
            <a:ext cx="2066925" cy="83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退出使用保护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7102A91D-D164-4437-9A91-443FF47C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0B0FFDB-C0AC-46B8-9A7A-24F8FD8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1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23722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F746E33-66D8-4419-860D-A2E82EE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EA835C4-EB7B-41D0-906A-DA3BC068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4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3372803" y="2791302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926CE0F-5FE5-4295-A557-99920660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90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72EE236-EADD-4FD6-8C9B-44BF1384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189" idx="0"/>
            <a:endCxn xmlns:a="http://schemas.openxmlformats.org/drawingml/2006/main" id="190" idx="2"/>
          </p:cNvCxnSpPr>
          <p:nvPr/>
        </p:nvCxnSpPr>
        <p:spPr>
          <a:xfrm xmlns:a="http://schemas.openxmlformats.org/drawingml/2006/main" flipV="1">
            <a:off x="3419952" y="1667828"/>
            <a:ext cx="0" cy="11229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2238389-89AE-4AB4-9D49-10EFCBBC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918E835-1BC0-4C2B-A789-FF06814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0" name="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3420428" y="1667352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EAFA77C-2E0A-4FB7-B0D0-2D239A07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C257336-D981-4F0F-9EE6-0A6280FF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3" name=""/>
          <p:cNvCxnSpPr>
            <a:stCxn xmlns:a="http://schemas.openxmlformats.org/drawingml/2006/main" id="195" idx="2"/>
            <a:endCxn xmlns:a="http://schemas.openxmlformats.org/drawingml/2006/main" id="196" idx="0"/>
          </p:cNvCxnSpPr>
          <p:nvPr/>
        </p:nvCxnSpPr>
        <p:spPr>
          <a:xfrm xmlns:a="http://schemas.openxmlformats.org/drawingml/2006/main">
            <a:off x="44677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746B1E1D-ECA3-4961-8C27-7458D70E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C5D3AC8-2031-417F-83E2-07F22A9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5468303" y="16768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B1CA198-B93E-43BD-AEE4-C2FE766C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66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D046DC6-FAB5-4A38-B691-3F176708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201" idx="2"/>
            <a:endCxn xmlns:a="http://schemas.openxmlformats.org/drawingml/2006/main" id="202" idx="0"/>
          </p:cNvCxnSpPr>
          <p:nvPr/>
        </p:nvCxnSpPr>
        <p:spPr>
          <a:xfrm xmlns:a="http://schemas.openxmlformats.org/drawingml/2006/main">
            <a:off x="6563202" y="22679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A945B68-648E-4619-82E3-56DE1D94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9A4BB93-4A16-4121-893A-ED7FF02E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204" idx="3"/>
            <a:endCxn xmlns:a="http://schemas.openxmlformats.org/drawingml/2006/main" id="205" idx="1"/>
          </p:cNvCxnSpPr>
          <p:nvPr/>
        </p:nvCxnSpPr>
        <p:spPr>
          <a:xfrm xmlns:a="http://schemas.openxmlformats.org/drawingml/2006/main">
            <a:off x="7563803" y="3448527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73D5017-2295-402B-AE70-C74F7DB3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1C583F1-6355-4335-B9CD-C362A23C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207" idx="0"/>
            <a:endCxn xmlns:a="http://schemas.openxmlformats.org/drawingml/2006/main" id="208" idx="2"/>
          </p:cNvCxnSpPr>
          <p:nvPr/>
        </p:nvCxnSpPr>
        <p:spPr>
          <a:xfrm xmlns:a="http://schemas.openxmlformats.org/drawingml/2006/main" flipV="1">
            <a:off x="7610952" y="1715453"/>
            <a:ext cx="0" cy="17325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</a:ln>
        </p:spPr>
      </p:cxn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427FC67-3B3A-42F6-83CA-13E738F8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83DF7D9-A433-4425-8290-8A2761B5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210" idx="3"/>
            <a:endCxn xmlns:a="http://schemas.openxmlformats.org/drawingml/2006/main" id="211" idx="1"/>
          </p:cNvCxnSpPr>
          <p:nvPr/>
        </p:nvCxnSpPr>
        <p:spPr>
          <a:xfrm xmlns:a="http://schemas.openxmlformats.org/drawingml/2006/main">
            <a:off x="7611428" y="171497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33B6B73-5A5F-4CB4-967C-A26A0489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19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724F39D-71EE-4C8D-82D8-199B9D0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09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213" idx="2"/>
            <a:endCxn xmlns:a="http://schemas.openxmlformats.org/drawingml/2006/main" id="214" idx="0"/>
          </p:cNvCxnSpPr>
          <p:nvPr/>
        </p:nvCxnSpPr>
        <p:spPr>
          <a:xfrm xmlns:a="http://schemas.openxmlformats.org/drawingml/2006/main">
            <a:off x="8658702" y="2020253"/>
            <a:ext cx="0" cy="3895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D7AC98AC-024E-41EC-9181-980C7C1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2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61A35C72-5EB3-4292-A486-597D76BE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216" idx="1"/>
            <a:endCxn xmlns:a="http://schemas.openxmlformats.org/drawingml/2006/main" id="217" idx="3"/>
          </p:cNvCxnSpPr>
          <p:nvPr/>
        </p:nvCxnSpPr>
        <p:spPr>
          <a:xfrm xmlns:a="http://schemas.openxmlformats.org/drawingml/2006/main" flipH="1">
            <a:off x="7611428" y="27246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45B5C"/>
            </a:solidFill>
            <a:prstDash val="dash"/>
          </a:ln>
        </p:spPr>
      </p:cxn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BF1D94E3-35A3-4912-8869-21ACAE3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2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7EFE293-5E94-44B5-BC20-9BB09C46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219" idx="0"/>
            <a:endCxn xmlns:a="http://schemas.openxmlformats.org/drawingml/2006/main" id="220" idx="2"/>
          </p:cNvCxnSpPr>
          <p:nvPr/>
        </p:nvCxnSpPr>
        <p:spPr>
          <a:xfrm xmlns:a="http://schemas.openxmlformats.org/drawingml/2006/main" flipV="1">
            <a:off x="7610952" y="1810703"/>
            <a:ext cx="0" cy="91344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45B5C"/>
            </a:solidFill>
            <a:prstDash val="dash"/>
          </a:ln>
        </p:spPr>
      </p:cxn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33ED54B-C55C-4CD0-B889-C3A532BA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C31989A-C060-43E4-A5A7-B4E10220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09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7611428" y="1810227"/>
            <a:ext cx="56197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71354B81-0065-497F-B967-60DE33A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CF5E563B-4EF2-496A-B33E-A7B5A958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9659303" y="1838802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</a:ln>
        </p:spPr>
      </p:cxn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FD13A399-FB91-4486-903A-32A90456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38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BC63969-1A52-496A-BFA5-645241C9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228" idx="2"/>
            <a:endCxn xmlns:a="http://schemas.openxmlformats.org/drawingml/2006/main" id="229" idx="0"/>
          </p:cNvCxnSpPr>
          <p:nvPr/>
        </p:nvCxnSpPr>
        <p:spPr>
          <a:xfrm xmlns:a="http://schemas.openxmlformats.org/drawingml/2006/main">
            <a:off x="9725502" y="1839278"/>
            <a:ext cx="0" cy="21326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</a:ln>
        </p:spPr>
      </p:cxn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5BFC50E-25BE-4A9F-AFA5-F5BAD81D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DF834A8-8250-4A53-89B3-9DE87A8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71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231" idx="1"/>
            <a:endCxn xmlns:a="http://schemas.openxmlformats.org/drawingml/2006/main" id="232" idx="3"/>
          </p:cNvCxnSpPr>
          <p:nvPr/>
        </p:nvCxnSpPr>
        <p:spPr>
          <a:xfrm xmlns:a="http://schemas.openxmlformats.org/drawingml/2006/main" flipH="1">
            <a:off x="9659303" y="3972402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A935B6C-D23A-4BEA-A867-0FE56FFA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48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29AE5BF-723D-4769-BE90-EAC612B6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8658702" y="4249103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234EAC-1FBD-4350-A29C-AB5817A4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9AB049C-D05A-4F37-B0AB-9416EBC2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57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237" idx="3"/>
            <a:endCxn xmlns:a="http://schemas.openxmlformats.org/drawingml/2006/main" id="238" idx="1"/>
          </p:cNvCxnSpPr>
          <p:nvPr/>
        </p:nvCxnSpPr>
        <p:spPr>
          <a:xfrm xmlns:a="http://schemas.openxmlformats.org/drawingml/2006/main">
            <a:off x="9659303" y="48582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33F2D88-F200-470D-96DB-2C81073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324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DDA09CA-65F4-439D-A489-BD97A4B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46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240" idx="2"/>
            <a:endCxn xmlns:a="http://schemas.openxmlformats.org/drawingml/2006/main" id="241" idx="0"/>
          </p:cNvCxnSpPr>
          <p:nvPr/>
        </p:nvCxnSpPr>
        <p:spPr>
          <a:xfrm xmlns:a="http://schemas.openxmlformats.org/drawingml/2006/main">
            <a:off x="8658702" y="5325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6661462-6144-4CFB-AF6F-D261B877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324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C92C6A28-99DB-4BF2-AC90-8E60114C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5467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243" idx="2"/>
            <a:endCxn xmlns:a="http://schemas.openxmlformats.org/drawingml/2006/main" id="244" idx="0"/>
          </p:cNvCxnSpPr>
          <p:nvPr/>
        </p:nvCxnSpPr>
        <p:spPr>
          <a:xfrm xmlns:a="http://schemas.openxmlformats.org/drawingml/2006/main">
            <a:off x="10849452" y="5325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CA3CDA5-1DB0-432B-AC7D-AE47859C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1EF00B9-137B-489E-99A1-482C6B1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>
            <a:off x="9659303" y="157210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</a:ln>
        </p:spPr>
      </p:cxn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9C2D41C-CE04-4B12-9237-5EAFDAA7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57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319B3EB-A6AD-470A-89DE-6E6EEF0B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249" idx="2"/>
            <a:endCxn xmlns:a="http://schemas.openxmlformats.org/drawingml/2006/main" id="250" idx="0"/>
          </p:cNvCxnSpPr>
          <p:nvPr/>
        </p:nvCxnSpPr>
        <p:spPr>
          <a:xfrm xmlns:a="http://schemas.openxmlformats.org/drawingml/2006/main">
            <a:off x="9687402" y="1572578"/>
            <a:ext cx="0" cy="4209097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</a:ln>
        </p:spPr>
      </p:cxn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308B3D8-DB7B-4A11-A6B1-A31A47A1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577A50F-FE67-4321-8887-77165AFD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81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252" idx="1"/>
            <a:endCxn xmlns:a="http://schemas.openxmlformats.org/drawingml/2006/main" id="253" idx="3"/>
          </p:cNvCxnSpPr>
          <p:nvPr/>
        </p:nvCxnSpPr>
        <p:spPr>
          <a:xfrm xmlns:a="http://schemas.openxmlformats.org/drawingml/2006/main" flipH="1">
            <a:off x="9659303" y="578215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8573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55" name="Host 调用数据面&#10;提交就绪 / 完成依赖">
            <a:extLst xmlns:a="http://schemas.openxmlformats.org/drawingml/2006/main">
              <a:ext uri="{FF2B5EF4-FFF2-40B4-BE49-F238E27FC236}">
                <a16:creationId xmlns:a16="http://schemas.microsoft.com/office/drawing/2014/main" id="{E41F28B4-2C3E-412F-8939-33920693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24000"/>
            <a:ext cx="1743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调用数据面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84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提交就绪 / 完成依赖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7FE66F86-955A-4169-AF9B-EFBC1156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85E6595-9153-49AC-B200-119FDAA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66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4" name=""/>
          <p:cNvCxnSpPr>
            <a:stCxn xmlns:a="http://schemas.openxmlformats.org/drawingml/2006/main" id="256" idx="1"/>
            <a:endCxn xmlns:a="http://schemas.openxmlformats.org/drawingml/2006/main" id="257" idx="3"/>
          </p:cNvCxnSpPr>
          <p:nvPr/>
        </p:nvCxnSpPr>
        <p:spPr>
          <a:xfrm xmlns:a="http://schemas.openxmlformats.org/drawingml/2006/main" flipH="1">
            <a:off x="9716453" y="1667352"/>
            <a:ext cx="2562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931C25"/>
            </a:solidFill>
            <a:prstDash val="dash"/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9A42229-333D-4D6E-B6A0-ADA8F0C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7E0E406-64C2-4368-A56A-6AB2E0B7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259" idx="3"/>
            <a:endCxn xmlns:a="http://schemas.openxmlformats.org/drawingml/2006/main" id="260" idx="1"/>
          </p:cNvCxnSpPr>
          <p:nvPr/>
        </p:nvCxnSpPr>
        <p:spPr>
          <a:xfrm xmlns:a="http://schemas.openxmlformats.org/drawingml/2006/main">
            <a:off x="11945303" y="6334602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E36E968-5300-4BA5-9C0C-04858AFB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334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A86A920C-176C-4899-BC13-326FEC88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262" idx="0"/>
            <a:endCxn xmlns:a="http://schemas.openxmlformats.org/drawingml/2006/main" id="263" idx="2"/>
          </p:cNvCxnSpPr>
          <p:nvPr/>
        </p:nvCxnSpPr>
        <p:spPr>
          <a:xfrm xmlns:a="http://schemas.openxmlformats.org/drawingml/2006/main" flipV="1">
            <a:off x="11973402" y="1267778"/>
            <a:ext cx="0" cy="5066347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41C3A2C-B40F-4D41-97D5-7A0C5713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2E2C4929-7AF4-4DC7-8F8E-BCCE2592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265" idx="1"/>
            <a:endCxn xmlns:a="http://schemas.openxmlformats.org/drawingml/2006/main" id="266" idx="3"/>
          </p:cNvCxnSpPr>
          <p:nvPr/>
        </p:nvCxnSpPr>
        <p:spPr>
          <a:xfrm xmlns:a="http://schemas.openxmlformats.org/drawingml/2006/main" flipH="1">
            <a:off x="10859453" y="1267302"/>
            <a:ext cx="1113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6B0D6255-08C7-4D82-AA55-A403D823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6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8276805-0042-4CF2-A5AA-76B91DDD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21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268" idx="0"/>
            <a:endCxn xmlns:a="http://schemas.openxmlformats.org/drawingml/2006/main" id="269" idx="2"/>
          </p:cNvCxnSpPr>
          <p:nvPr/>
        </p:nvCxnSpPr>
        <p:spPr>
          <a:xfrm xmlns:a="http://schemas.openxmlformats.org/drawingml/2006/main" flipV="1">
            <a:off x="10858977" y="1220153"/>
            <a:ext cx="0" cy="4667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2F13F24-8D33-4A2E-B649-2460D445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AD5B458-8213-4818-9C3E-468CD061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9" name=""/>
          <p:cNvCxnSpPr>
            <a:stCxn xmlns:a="http://schemas.openxmlformats.org/drawingml/2006/main" id="271" idx="3"/>
            <a:endCxn xmlns:a="http://schemas.openxmlformats.org/drawingml/2006/main" id="272" idx="1"/>
          </p:cNvCxnSpPr>
          <p:nvPr/>
        </p:nvCxnSpPr>
        <p:spPr>
          <a:xfrm xmlns:a="http://schemas.openxmlformats.org/drawingml/2006/main">
            <a:off x="11945303" y="5239227"/>
            <a:ext cx="27622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67A16C4-BDEE-463D-B0E7-C0632629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7DB731A7-F348-4D9A-9E4A-6B962804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274" idx="0"/>
            <a:endCxn xmlns:a="http://schemas.openxmlformats.org/drawingml/2006/main" id="275" idx="2"/>
          </p:cNvCxnSpPr>
          <p:nvPr/>
        </p:nvCxnSpPr>
        <p:spPr>
          <a:xfrm xmlns:a="http://schemas.openxmlformats.org/drawingml/2006/main" flipV="1">
            <a:off x="11973402" y="4334828"/>
            <a:ext cx="0" cy="903922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ED3CECA2-85A1-470D-AE04-6DF3C178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7FA497F1-586A-4723-AC4C-6B63A5AA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5" name=""/>
          <p:cNvCxnSpPr>
            <a:stCxn xmlns:a="http://schemas.openxmlformats.org/drawingml/2006/main" id="277" idx="1"/>
            <a:endCxn xmlns:a="http://schemas.openxmlformats.org/drawingml/2006/main" id="278" idx="3"/>
          </p:cNvCxnSpPr>
          <p:nvPr/>
        </p:nvCxnSpPr>
        <p:spPr>
          <a:xfrm xmlns:a="http://schemas.openxmlformats.org/drawingml/2006/main" flipH="1">
            <a:off x="8649653" y="4334352"/>
            <a:ext cx="3323272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0E452AC-E36A-4DD9-BF91-F6312181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33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236CF68A-ED5C-4429-93A4-FB3CCCA8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91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8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8649177" y="43348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283" name="控制面准备“用什么资源”&#10;不搬运本次用户输入数据">
            <a:extLst xmlns:a="http://schemas.openxmlformats.org/drawingml/2006/main">
              <a:ext uri="{FF2B5EF4-FFF2-40B4-BE49-F238E27FC236}">
                <a16:creationId xmlns:a16="http://schemas.microsoft.com/office/drawing/2014/main" id="{3E77E1E5-0583-4C05-9368-B47D0DA6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289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控制面准备“用什么资源”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不搬运本次用户输入数据</a:t>
            </a:r>
          </a:p>
        </p:txBody>
      </p:sp>
      <p:sp>
        <p:nvSpPr>
          <p:cNvPr id="284" name="数据面决定任务如何等待与搬运&#10;通知和拷贝都排入通信 Thread，API 返回不等于网络已完成">
            <a:extLst xmlns:a="http://schemas.openxmlformats.org/drawingml/2006/main">
              <a:ext uri="{FF2B5EF4-FFF2-40B4-BE49-F238E27FC236}">
                <a16:creationId xmlns:a16="http://schemas.microsoft.com/office/drawing/2014/main" id="{6F7DCDE3-775C-4DEF-825E-6E67C315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05450"/>
            <a:ext cx="567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数据面决定任务如何等待与搬运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通知和拷贝都排入通信 Thread，API 返回不等于网络已完成</a:t>
            </a:r>
          </a:p>
        </p:txBody>
      </p:sp>
      <p:sp>
        <p:nvSpPr>
          <p:cNvPr id="285" name="本例数据：4 个 Rank，每对发 2 个 FP32。&#10;Rank 0 发 [2,3] 给 Rank 1，接收 [10,11]。&#10;最终输出 [0,1,10,11,20,21,30,31]。">
            <a:extLst xmlns:a="http://schemas.openxmlformats.org/drawingml/2006/main">
              <a:ext uri="{FF2B5EF4-FFF2-40B4-BE49-F238E27FC236}">
                <a16:creationId xmlns:a16="http://schemas.microsoft.com/office/drawing/2014/main" id="{C9499012-4ADE-4A7B-91E6-AE1757F0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29325"/>
            <a:ext cx="5676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本例数据：4 个 Rank，每对发 2 个 FP32。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发 [2,3] 给 Rank 1，接收 [10,11]。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最终输出 [0,1,10,11,20,21,30,31]。</a:t>
            </a:r>
          </a:p>
        </p:txBody>
      </p:sp>
      <p:sp>
        <p:nvSpPr>
          <p:cNvPr id="286" name="每条泳道固定归属，灰虚线表示返回 / 循环，红虚线表示通知依赖。普通 Write 主线，源码静态分析，未上板验证；完整接口解释与分支见备注。">
            <a:extLst xmlns:a="http://schemas.openxmlformats.org/drawingml/2006/main">
              <a:ext uri="{FF2B5EF4-FFF2-40B4-BE49-F238E27FC236}">
                <a16:creationId xmlns:a16="http://schemas.microsoft.com/office/drawing/2014/main" id="{E9FAEFF5-F95F-495F-BE42-FCF7D636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67500"/>
            <a:ext cx="1181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每条泳道固定归属，灰虚线表示返回 / 循环，红虚线表示通知依赖。普通 Write 主线，源码静态分析，未上板验证；完整接口解释与分支见备注。</a:t>
            </a:r>
          </a:p>
        </p:txBody>
      </p:sp>
    </p:spTree>
    <p:extLst>
      <p:ext uri="{BB962C8B-B14F-4D97-AF65-F5344CB8AC3E}">
        <p14:creationId xmlns:p14="http://schemas.microsoft.com/office/powerpoint/2010/main" val="1287293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2026-09-27T13:04:26.6330000Z</dcterms:created>
  <dcterms:modified xsi:type="dcterms:W3CDTF">2026-09-27T13:04:26.6330000Z</dcterms:modified>
</coreProperties>
</file>