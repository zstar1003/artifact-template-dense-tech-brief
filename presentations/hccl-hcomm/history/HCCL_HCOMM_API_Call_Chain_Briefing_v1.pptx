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21bd131194d43" /><Relationship Type="http://schemas.openxmlformats.org/officeDocument/2006/relationships/extended-properties" Target="/docProps/app.xml" Id="R7429d12786c24cf5" /><Relationship Type="http://schemas.openxmlformats.org/officeDocument/2006/relationships/officeDocument" Target="/ppt/presentation.xml" Id="R2028afd80c20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47906f8074656"/>
  </p:sldMasterIdLst>
  <p:notesMasterIdLst>
    <p:notesMasterId xmlns:r="http://schemas.openxmlformats.org/officeDocument/2006/relationships" r:id="Rcf4b57f6245043d2"/>
  </p:notesMasterIdLst>
  <p:sldIdLst>
    <p:sldId xmlns:r="http://schemas.openxmlformats.org/officeDocument/2006/relationships" id="256" r:id="R1abe6a67229041d7"/>
    <p:sldId xmlns:r="http://schemas.openxmlformats.org/officeDocument/2006/relationships" id="257" r:id="Rafb13be3a53f445b"/>
    <p:sldId xmlns:r="http://schemas.openxmlformats.org/officeDocument/2006/relationships" id="258" r:id="R349ea7277206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681ad0411f4720" /><Relationship Type="http://schemas.openxmlformats.org/officeDocument/2006/relationships/slideMaster" Target="/ppt/slideMasters/slideMaster1.xml" Id="R50847906f8074656" /><Relationship Type="http://schemas.openxmlformats.org/officeDocument/2006/relationships/notesMaster" Target="/ppt/notesMasters/notesMaster1.xml" Id="Rcf4b57f6245043d2" /><Relationship Type="http://schemas.openxmlformats.org/officeDocument/2006/relationships/presProps" Target="/ppt/presProps.xml" Id="Rbe0dec3d55f14942" /><Relationship Type="http://schemas.openxmlformats.org/officeDocument/2006/relationships/tableStyles" Target="/ppt/tableStyles.xml" Id="R1039bce97f5a413b" /><Relationship Type="http://schemas.openxmlformats.org/officeDocument/2006/relationships/slide" Target="/ppt/slides/slide1.xml" Id="R1abe6a67229041d7" /><Relationship Type="http://schemas.openxmlformats.org/officeDocument/2006/relationships/slide" Target="/ppt/slides/slide2.xml" Id="Rafb13be3a53f445b" /><Relationship Type="http://schemas.openxmlformats.org/officeDocument/2006/relationships/slide" Target="/ppt/slides/slide3.xml" Id="R349ea7277206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100da183b0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4f509eae54871" /><Relationship Type="http://schemas.openxmlformats.org/officeDocument/2006/relationships/notesMaster" Target="/ppt/notesMasters/notesMaster1.xml" Id="Rda4cacc2b293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173cc90b642e1" /><Relationship Type="http://schemas.openxmlformats.org/officeDocument/2006/relationships/notesMaster" Target="/ppt/notesMasters/notesMaster1.xml" Id="R27e9bbc8d319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41049f3984dbf" /><Relationship Type="http://schemas.openxmlformats.org/officeDocument/2006/relationships/notesMaster" Target="/ppt/notesMasters/notesMaster1.xml" Id="R8b763bad815c4c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说明：以 HcclAllReduce 新流程为代表。其他集合算子替换公共入口和 Fill*OpParam，Selector、RankGraph、Executor 主干高度共用。旧 HCOMM 或不满足新流程条件时进入 HcclAllReduceInner / legacy。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汇报要点：HcclChannelAcquire 的核心不是简单创建连接，而是把 HCCL 的 HcclChannelDesc 转换成 HCOMM 描述符，建立或复用 RankPair/EndpointPair，然后按 Engine 和 Protocol 构造具体 Channel。BatchConnectChannels 通过 ChannelGetStatus 轮询连接状态。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汇报要点：AICPU_TS 由 AICPU Kernel 逐步调用 Hcomm*OnThread。AIV 在 Host 完成资源准备后发射 Vector Kernel，设备核直接使用映射后的通信信息。CCU 路径先申请或复用 CcuIns，注册 Kernel，再通过 HcommCcuKernelLaunch 提交。CCU 资源不足时各 Rank 协商后回退。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daa20f93d44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43d96b8a834526" /><Relationship Type="http://schemas.openxmlformats.org/officeDocument/2006/relationships/slideLayout" Target="/ppt/slideLayouts/slideLayout1.xml" Id="R303fee0ebe0a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3fee0ebe0a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3d1c80914180" /><Relationship Type="http://schemas.openxmlformats.org/officeDocument/2006/relationships/notesSlide" Target="/ppt/notesSlides/notesSlide1.xml" Id="R4279395ed2134a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2da7e509b469f" /><Relationship Type="http://schemas.openxmlformats.org/officeDocument/2006/relationships/notesSlide" Target="/ppt/notesSlides/notesSlide2.xml" Id="R1cef9a2bdc29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b7fb8ec0b4dc8" /><Relationship Type="http://schemas.openxmlformats.org/officeDocument/2006/relationships/notesSlide" Target="/ppt/notesSlides/notesSlide3.xml" Id="Rf7076b4140bb4b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605231-D83B-4934-951D-CFA34340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C191A-F2BB-4249-8E4E-E1D3280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算子入口、展开模式与算法选择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60C22-C933-4E44-8027-DA4A1FA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算子先归一化为 OpParam，再由通信域配置和 RankGraph 拓扑共同确定算法与执行引擎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D7996-9E16-4FE1-B345-C987961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7BFA1-4B45-4983-BEFD-554148A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入口与参数归一化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9356-A942-4FCC-B1A9-1ED779B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24DE9-59D9-4EA8-8687-F768F007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AF885-817D-4217-A3B7-5A445E54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05F18-2ACF-49DC-A019-0996EE2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57325"/>
            <a:ext cx="2038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582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196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E2AE2-0DE7-4104-AC6D-8C128D8D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57325"/>
            <a:ext cx="1981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HcclConfigGetInfo()</a:t>
            </a:r>
          </a:p>
        </p:txBody>
      </p:sp>
      <p:cxnSp>
        <p:nvCxnSpPr>
          <p:cNvPr id="7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67850" y="16621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8613D-81EB-431D-A4D9-B4F2F599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展开模式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D7FDA-805B-4A27-9E9A-3F5A50B2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619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299CD-3C00-485E-A626-FD52FB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7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76575" y="2600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0619E-6C1A-4F10-8C92-F61B3BD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22547-1B64-422C-93A8-0D49D3F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E0EFF-B987-45BF-8D20-0BC49DCC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0696B-E281-4FF3-BE8D-DAAD763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F4FE3-13EA-45CC-B090-8713AA7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拓扑信息读取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BB330-6369-4962-9499-4BBABA8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B5E4B-C769-4F18-A77C-D69CDEF1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HcclEngineCtxGet()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95D58-F52E-46A6-A00C-522885EA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52F7D-D562-4585-9368-8306B0E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HcclRankGraphGetLayers()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39EC8-226F-4A54-804C-913BE4E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HcclRankGraphGetTopoInstsByLayer()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ED8285-A46D-4B72-BF6A-A819F603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995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HcclRankGraphGetTopoType()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9C30C-0281-49D5-A73B-F3BEE733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HcclRankGraphGetRanksByTopoInst()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880A1-B9DC-48D3-B01F-17B0449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HcclRankGraphGetEndpointNum()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6F62C-0229-4290-92BE-1CC21629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HcclRankGraphGetEndpointDesc()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FE8543-AABF-4F40-8BBF-8588217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HcclRankGraphGetLinks()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97494-55F1-476B-8912-D6B9A3C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724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HcclRankGraphGetEndpointInfo()</a:t>
            </a:r>
          </a:p>
        </p:txBody>
      </p:sp>
      <p:cxnSp>
        <p:nvCxnSpPr>
          <p:cNvPr id="9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1812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671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531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3907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25025" y="36004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319213" y="3790950"/>
            <a:ext cx="9429750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1812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671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312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839075" y="4152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18882-E21C-49C8-9755-6ABCA45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算法选择与执行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623E40-028B-4800-B283-4AC5F87D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6F789-D7F6-433E-8482-C059A0C5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B9D580-3DF1-455F-B294-66E4FF84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D2D56A-9574-404E-99B8-03AF29A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72A7B4-E020-4CFB-8C55-9EFE7C8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383B9C-7072-410C-B6AC-6044216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3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0764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46" idx="2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1266825" y="5391150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4748B"/>
            </a:solidFill>
            <a:prstDash val="dash"/>
            <a:head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4267200" y="51720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45795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458200" y="5172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648825" y="5391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65B318-AE0A-4BB8-9C3B-B9B2F8A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结果：algName、CommEngine、algTag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8822F5-8FDA-437D-BDF5-806C2B09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关键判断条件：设备类型、Rank 数、数据量、datatype、reduceType、内存布局、CCU 资源是否充足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607DBF-0D21-43CD-A097-8EF44957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852B84-33DE-4D1F-AC7B-F261D22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80740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517157-4E1D-4163-B2D3-284C053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A7F6C-6F3E-4479-82F8-B774C529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HcclChannelAcquire 建链全流程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A0E24-DEA6-4709-8F88-0909CE8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建链不是单一 API，它依次完成参数归一化、Socket 建立、EndpointPair 复用、Channel 创建、连接确认和资源回填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04306-CD3D-4525-813E-9B34C9F0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3744A-33EC-49FD-A391-AAC12709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HCCL 发起建链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8D8B-CC80-4E3D-8053-46B0B5C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HcclGetChannelImpl()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E30D5-EB26-456C-88CE-AAE74D49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AddExchangeInfo()</a:t>
            </a:r>
          </a:p>
        </p:txBody>
      </p:sp>
      <p:cxnSp>
        <p:nvCxnSpPr>
          <p:cNvPr id="8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811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E337B-B87F-48F8-B185-B7D063E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HcclChannelAcquire()</a:t>
            </a:r>
          </a:p>
        </p:txBody>
      </p:sp>
      <p:cxnSp>
        <p:nvCxnSpPr>
          <p:cNvPr id="8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811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99A72-8850-4740-A187-E65AAFFB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CheckChannelResParams()</a:t>
            </a:r>
          </a:p>
        </p:txBody>
      </p:sp>
      <p:cxnSp>
        <p:nvCxnSpPr>
          <p:cNvPr id="87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811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ECEF4-A1BA-455B-AEA4-547DEA2A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ProcessHcclResPackReq()</a:t>
            </a:r>
          </a:p>
        </p:txBody>
      </p:sp>
      <p:cxnSp>
        <p:nvCxnSpPr>
          <p:cNvPr id="89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7811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1A347-4C5B-4190-8C23-464A50A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PrepareV2ChannelAcquire()</a:t>
            </a:r>
          </a:p>
        </p:txBody>
      </p:sp>
      <p:cxnSp>
        <p:nvCxnSpPr>
          <p:cNvPr id="91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7811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C2BBE-BDA6-44E9-93A3-59CC23D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PrepareChannelSymMemHandles()</a:t>
            </a:r>
          </a:p>
        </p:txBody>
      </p:sp>
      <p:cxnSp>
        <p:nvCxnSpPr>
          <p:cNvPr id="93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811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B2134-8417-4E2E-9F3D-01CB1BE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MyRank::CreateChannels()</a:t>
            </a:r>
          </a:p>
        </p:txBody>
      </p:sp>
      <p:cxnSp>
        <p:nvCxnSpPr>
          <p:cNvPr id="95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7811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81126-5043-46A1-8443-2BC1641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Socket 与描述符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5438D-5520-431A-894C-FE8613E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CheckChannelParam()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DFAFC-B4C0-4888-9D24-1E180155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ChannelDescHccl2Hcomm()</a:t>
            </a:r>
          </a:p>
        </p:txBody>
      </p:sp>
      <p:cxnSp>
        <p:nvCxnSpPr>
          <p:cNvPr id="9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6767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F2AF3-E193-44A4-AC40-7EE38A62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ConfigSqDepthByExpansionMode()</a:t>
            </a:r>
          </a:p>
        </p:txBody>
      </p:sp>
      <p:cxnSp>
        <p:nvCxnSpPr>
          <p:cNvPr id="101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6767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A75B5-447B-4258-B66B-A004DE4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BatchCreateSockets()</a:t>
            </a:r>
          </a:p>
        </p:txBody>
      </p:sp>
      <p:cxnSp>
        <p:nvCxnSpPr>
          <p:cNvPr id="103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6767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91AEA2-315E-4EDA-81EE-8E45FD5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BatchServerInitForChannels()</a:t>
            </a:r>
          </a:p>
        </p:txBody>
      </p:sp>
      <p:cxnSp>
        <p:nvCxnSpPr>
          <p:cNvPr id="105" name=""/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6767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7C489-C711-4974-8167-9D1B4A4F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BatchGetSocketsForChannels()</a:t>
            </a:r>
          </a:p>
        </p:txBody>
      </p:sp>
      <p:cxnSp>
        <p:nvCxnSpPr>
          <p:cNvPr id="107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6767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18239-2026-4FDE-A62A-6DC8E15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BatchCreateChannels()</a:t>
            </a:r>
          </a:p>
        </p:txBody>
      </p:sp>
      <p:cxnSp>
        <p:nvCxnSpPr>
          <p:cNvPr id="109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6767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ED657-DF7B-417B-9ACF-0BA6652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EndpointMgr::Get()</a:t>
            </a:r>
          </a:p>
        </p:txBody>
      </p:sp>
      <p:cxnSp>
        <p:nvCxnSpPr>
          <p:cNvPr id="111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6767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CB46E5-CA16-4015-8213-BCD260DF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Endpoint 与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9C2DD-7C9E-4FED-8DD4-DB0A8F2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17  HcommEndpointStartListen()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37566E-62C6-43AC-8DD2-CD80103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18  PrepareMemHandles()</a:t>
            </a:r>
          </a:p>
        </p:txBody>
      </p:sp>
      <p:cxnSp>
        <p:nvCxnSpPr>
          <p:cNvPr id="115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75723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91B6D-B917-40CD-97E3-245043B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19  RankPairMgr::Get()</a:t>
            </a:r>
          </a:p>
        </p:txBody>
      </p:sp>
      <p:cxnSp>
        <p:nvCxnSpPr>
          <p:cNvPr id="117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5723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060B2A-4A45-4396-9080-7484354E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20  RankPair::GetEndpointPair()</a:t>
            </a:r>
          </a:p>
        </p:txBody>
      </p:sp>
      <p:cxnSp>
        <p:nvCxnSpPr>
          <p:cNvPr id="119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75723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F75F04-4700-47AF-8316-F1D7F006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21  EndpointPair::CreateChannel()</a:t>
            </a:r>
          </a:p>
        </p:txBody>
      </p:sp>
      <p:cxnSp>
        <p:nvCxnSpPr>
          <p:cNvPr id="12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75723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7C9AF8-A85F-467B-ADE6-6AB4C7E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22  HcommCollectiveChannelCreate()</a:t>
            </a:r>
          </a:p>
        </p:txBody>
      </p:sp>
      <p:cxnSp>
        <p:nvCxnSpPr>
          <p:cNvPr id="123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5723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A83CA7-B555-4E10-A883-91749A5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23  NormalizeHcommChannelDescs()</a:t>
            </a:r>
          </a:p>
        </p:txBody>
      </p:sp>
      <p:cxnSp>
        <p:nvCxnSpPr>
          <p:cNvPr id="125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75723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01361B-9384-43F0-B19F-AD81E77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24  ChannelProcess::CreateChannelsLoop()</a:t>
            </a:r>
          </a:p>
        </p:txBody>
      </p:sp>
      <p:cxnSp>
        <p:nvCxnSpPr>
          <p:cNvPr id="127" name=""/>
          <p:cNvCxnSpPr>
            <a:stCxn xmlns:a="http://schemas.openxmlformats.org/drawingml/2006/main" id="49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5723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ECFF5-E981-4ECB-AA7C-D78DA21F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23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连接确认与回填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FFF5A3-0873-4F6D-876B-A6BAEEC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25  Channel::CreateChannel()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0D8CB1-A0B0-4DEA-A2C9-B307FDC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288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26  BatchConnectChannels()</a:t>
            </a:r>
          </a:p>
        </p:txBody>
      </p:sp>
      <p:cxnSp>
        <p:nvCxnSpPr>
          <p:cNvPr id="13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10467975" y="19335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0904C0-E06B-4A42-AC46-24DA2CD3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27  ChannelProcess::ChannelGetStatus()</a:t>
            </a:r>
          </a:p>
        </p:txBody>
      </p:sp>
      <p:cxnSp>
        <p:nvCxnSpPr>
          <p:cNvPr id="133" name=""/>
          <p:cNvCxnSpPr>
            <a:stCxn xmlns:a="http://schemas.openxmlformats.org/drawingml/2006/main" id="55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467975" y="24955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D1CFDE-EEE5-4FB0-BA93-0F70292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28  BatchExchangeAndCheckConsistency()</a:t>
            </a:r>
          </a:p>
        </p:txBody>
      </p:sp>
      <p:cxnSp>
        <p:nvCxnSpPr>
          <p:cNvPr id="135" name=""/>
          <p:cNvCxnSpPr>
            <a:stCxn xmlns:a="http://schemas.openxmlformats.org/drawingml/2006/main" id="57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0467975" y="30575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9281A4-74E2-4464-819C-DBDA408A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29  FinalizeChannelsByEngine()</a:t>
            </a:r>
          </a:p>
        </p:txBody>
      </p:sp>
      <p:cxnSp>
        <p:nvCxnSpPr>
          <p:cNvPr id="137" name=""/>
          <p:cNvCxnSpPr>
            <a:stCxn xmlns:a="http://schemas.openxmlformats.org/drawingml/2006/main" id="59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10467975" y="36195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EAE3AA-1267-4956-AA92-560C6C9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7672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30  ConvertAivChannelHandlesToDevicePtrs()</a:t>
            </a:r>
          </a:p>
        </p:txBody>
      </p:sp>
      <p:cxnSp>
        <p:nvCxnSpPr>
          <p:cNvPr id="139" name=""/>
          <p:cNvCxnSpPr>
            <a:stCxn xmlns:a="http://schemas.openxmlformats.org/drawingml/2006/main" id="6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0467975" y="41814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454A7F-3B90-4C07-89D0-A98319C9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2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31  HcclChannelGetHcclBuffer()</a:t>
            </a:r>
          </a:p>
        </p:txBody>
      </p:sp>
      <p:cxnSp>
        <p:nvCxnSpPr>
          <p:cNvPr id="141" name=""/>
          <p:cNvCxnSpPr>
            <a:stCxn xmlns:a="http://schemas.openxmlformats.org/drawingml/2006/main" id="63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0467975" y="47434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7D5C9B-733F-4BB9-B277-293A0452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00675"/>
            <a:ext cx="2724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32  返回 ChannelHandle + Remote CCL Buffer</a:t>
            </a:r>
          </a:p>
        </p:txBody>
      </p:sp>
      <p:cxnSp>
        <p:nvCxnSpPr>
          <p:cNvPr id="143" name=""/>
          <p:cNvCxnSpPr>
            <a:stCxn xmlns:a="http://schemas.openxmlformats.org/drawingml/2006/main" id="65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0467975" y="53054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19" idx="3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V="1">
            <a:off x="31432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5" idx="3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V="1">
            <a:off x="60388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head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51" idx="3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V="1">
            <a:off x="8934450" y="1466850"/>
            <a:ext cx="1533525" cy="4167188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1F5AA6"/>
            </a:solidFill>
            <a:prstDash val="solid"/>
            <a:head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DF570F-4CA0-488A-AE8D-A06E9670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F6583C-6F39-41E2-81A6-FE02DF9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76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AICPU/AIV 才交换对称内存；AIV 才转换设备侧 Channel 句柄；DEV_TYPE_950 执行一致性校验；CCU 资源不足返回 HCCL_E_UNAVAIL 并触发回退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7AFB33-2F6C-4A8B-A93B-CD99A63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90F9D8-03BE-48BA-A8E7-D0AA53F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99463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2F4E43-DCF5-48FC-AAF5-34781396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EEEA4-CE33-462B-B2A8-1BCB432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AICPU、AIV、CCU 执行 API 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45214-36EE-48C0-8F30-496FC61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三条路径共享 RankGraph、EngineCtx、Thread、Channel 和通信内存，差别在算法展开位置与最终执行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A1F81-2311-4667-800F-E72EB12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DFAF7-0306-4180-97EA-23290DD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DC08B-A9B3-4FA5-938F-44C28EC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AICPU Kernel 逐原语展开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AB2C1-15AB-43C0-99E2-77970FE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5B162-BD46-43B1-8BBE-6B286654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BAEC-0923-4FB8-A93F-1B3B444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1EA5-C735-4753-9C03-4734C57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102A0-BDE9-4B39-A89B-33E1FE90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247D0-786C-4D27-9DB1-9B67559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HcommLocalCopyOnThread()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C51AD-EEE9-46D8-91C1-C0428B71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HcommLocalReduceOnThread()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96299-C998-472F-8B72-76AFB757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HcommReadOnThread()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AAFFE-93B5-4B2E-A2BC-5DDF69B5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HcommWriteOnThread()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A8886-8150-4A55-934E-3E9822C6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HcommReadReduceOnThread()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C93D5-84C3-4D0C-AF87-F22C570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HcommWriteReduceOnThread()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175BF-CD06-42F7-9C52-4876411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HcommBatchTransferOnThread()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BA658-C2DB-497A-84D4-C049994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HcommThreadNotifyRecord/WaitOnThread()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BBFB0-9E6F-4907-B0CA-4B99E78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HcommChannelNotifyRecordOnThread()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5545D-CE4E-407F-A273-9080C850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HcommFence/ChannelFence/DrainOnThread()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B804E-4DEA-49D0-8E5A-41AE2A68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634B0-D8FB-4BFE-8CF5-A7777B3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资源映射后发射 Vector Kernel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A2F8D-F45F-4F01-B9A6-CF2515A0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4FA89-DE72-4919-BDC2-6676264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1877B-7804-4592-BD00-B97BB07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311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HcclEngineCtxCreate()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72F88-A4CC-44D3-9EB5-9599DF2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553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D6F43-C565-4585-87C5-408F164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794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HcclEngineCtxGet/Create()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21ECD-0759-4565-9EF0-D4CD3FE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8036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HcclCommRegCommStateCallback()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B35C1-D9CC-4507-9442-F773312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HcclCommMemReg()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26364-5CFC-4C6A-9709-337DE510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519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HcclGetHcclBuffer()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03D60-F7A5-44D9-B9C2-44972179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760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HcclChannelAcquire(AIV)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D0BC2-4FA1-405D-9278-75C7D6D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7002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ConvertAivChannelHandlesToDevicePtrs()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887C8-05BF-49F4-AA3C-8AA8726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4243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HcclAivKernelEntranceLaunch()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DB12DD-9B59-4CA8-BF35-1B1A12A3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GetAivParamStorageByComm()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84B4B8-75BD-40C9-B17D-DECA4AA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726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ExecuteKernelLaunch()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C8C9B7-AC7B-4933-81A9-2340E843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59680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ExecuteKernelLaunchInner()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0C660-CB96-493A-BBFD-E0D7F00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2095"/>
            <a:ext cx="33718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14  aclrtLaunchKernelWithHostArgs()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CC164D-A45D-47D7-8D4F-BE67F2E0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25CC5C-EF87-42FD-865C-1097CD1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3600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申请 CCU 资源并提交 Mission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E3A87D-45D3-48C3-858F-059183C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600450" cy="41910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679EFE-1D59-43C3-92E9-E17770B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B38816-B493-431A-AAEE-395840A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2120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91DAC3-754B-43F7-954F-76A94140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171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03  HcclGetThread()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89247A-72CB-4BE2-9C8D-414469D2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221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04  HcclGetChannelForCcu()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DF7A6D-2F30-421D-839E-67420F2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272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05  HcclChannelQuery()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0D77F8-DA9F-431D-AE7F-D495261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06  HcclChannelAcquire(CCU)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995F0E-4E46-4A52-B72C-AE159A2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373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07  HcclGetCcuKernel()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93AF8A-2CC4-40E4-9880-8B233F62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423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08  HcclGetCcuKernelDynamic()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6700EE-5668-4AC6-A699-EDCB5FA7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474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09  HcclCommQueryAssignedCcuIns()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F7E486-2C20-4DB6-BF29-8076A83F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524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 HcommCcuInsResDescCreate()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349571-18CC-44DD-B45F-8D1FE6D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11  HcommCcuInsResDescSetNum()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04F038-68FE-464E-8C34-AD239AE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625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12  HcommCcuInsCreate()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F2C2E3-5C05-4236-98C1-41D6DD5D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676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13  HcclCommAssignCcuIns()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56E693-489A-421F-B15D-6FADE8C6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726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14  HcommCcuKernelRegisterStart()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65ED55-CA70-4D57-8874-CECF2BE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777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15  HcommCcuKernelRegister()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7C1750-9C40-4416-9EB3-061BE7C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16  HcommCcuKernelRegisterEnd()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10CE58-EA47-41CD-8372-53E512C7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78780"/>
            <a:ext cx="33718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8"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F5AA6"/>
                </a:solidFill>
                <a:latin typeface="PingFang SC"/>
                <a:ea typeface="PingFang SC"/>
                <a:cs typeface="PingFang SC"/>
              </a:rPr>
              <a:t>17  HcommCcuKernelLaunch()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27ABED-DADC-4A05-966A-68AA3215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1F5A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共同落点：Channel L3 → UB / RoCE / HCCS 等 Transport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AFA5E3-4BA6-4D40-A931-04F092D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532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915A74-EF61-4817-A7C9-141AF219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24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551043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2026-09-14T13:12:50.1180000Z</dcterms:created>
  <dcterms:modified xsi:type="dcterms:W3CDTF">2026-09-14T13:12:50.1180000Z</dcterms:modified>
</coreProperties>
</file>