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bed385a594400" /><Relationship Type="http://schemas.openxmlformats.org/officeDocument/2006/relationships/extended-properties" Target="/docProps/app.xml" Id="R3cb78b1f38fa45fe" /><Relationship Type="http://schemas.openxmlformats.org/officeDocument/2006/relationships/officeDocument" Target="/ppt/presentation.xml" Id="R6dfc6317a96140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39bcc749314d0d"/>
  </p:sldMasterIdLst>
  <p:notesMasterIdLst>
    <p:notesMasterId xmlns:r="http://schemas.openxmlformats.org/officeDocument/2006/relationships" r:id="Ra158e80ac54642c9"/>
  </p:notesMasterIdLst>
  <p:sldIdLst>
    <p:sldId xmlns:r="http://schemas.openxmlformats.org/officeDocument/2006/relationships" id="256" r:id="Rc4409aeb3c7d4f2c"/>
    <p:sldId xmlns:r="http://schemas.openxmlformats.org/officeDocument/2006/relationships" id="257" r:id="R6bc37ebd91ac4fc9"/>
    <p:sldId xmlns:r="http://schemas.openxmlformats.org/officeDocument/2006/relationships" id="258" r:id="R5ae21f3b180a497b"/>
    <p:sldId xmlns:r="http://schemas.openxmlformats.org/officeDocument/2006/relationships" id="259" r:id="R0ff097f8091446b1"/>
    <p:sldId xmlns:r="http://schemas.openxmlformats.org/officeDocument/2006/relationships" id="260" r:id="R49fe0134f07948fa"/>
    <p:sldId xmlns:r="http://schemas.openxmlformats.org/officeDocument/2006/relationships" id="261" r:id="R8aad35821c924cb8"/>
    <p:sldId xmlns:r="http://schemas.openxmlformats.org/officeDocument/2006/relationships" id="262" r:id="R5a76fa492de84861"/>
    <p:sldId xmlns:r="http://schemas.openxmlformats.org/officeDocument/2006/relationships" id="263" r:id="R613dd36e24bd4d0c"/>
    <p:sldId xmlns:r="http://schemas.openxmlformats.org/officeDocument/2006/relationships" id="264" r:id="R4c506a7f1bc441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632c3dced84359" /><Relationship Type="http://schemas.openxmlformats.org/officeDocument/2006/relationships/slideMaster" Target="/ppt/slideMasters/slideMaster1.xml" Id="R6f39bcc749314d0d" /><Relationship Type="http://schemas.openxmlformats.org/officeDocument/2006/relationships/notesMaster" Target="/ppt/notesMasters/notesMaster1.xml" Id="Ra158e80ac54642c9" /><Relationship Type="http://schemas.openxmlformats.org/officeDocument/2006/relationships/presProps" Target="/ppt/presProps.xml" Id="R41b672ccea9a45c6" /><Relationship Type="http://schemas.openxmlformats.org/officeDocument/2006/relationships/tableStyles" Target="/ppt/tableStyles.xml" Id="R1a1ac822b6824ac7" /><Relationship Type="http://schemas.openxmlformats.org/officeDocument/2006/relationships/slide" Target="/ppt/slides/slide1.xml" Id="Rc4409aeb3c7d4f2c" /><Relationship Type="http://schemas.openxmlformats.org/officeDocument/2006/relationships/slide" Target="/ppt/slides/slide2.xml" Id="R6bc37ebd91ac4fc9" /><Relationship Type="http://schemas.openxmlformats.org/officeDocument/2006/relationships/slide" Target="/ppt/slides/slide3.xml" Id="R5ae21f3b180a497b" /><Relationship Type="http://schemas.openxmlformats.org/officeDocument/2006/relationships/slide" Target="/ppt/slides/slide4.xml" Id="R0ff097f8091446b1" /><Relationship Type="http://schemas.openxmlformats.org/officeDocument/2006/relationships/slide" Target="/ppt/slides/slide5.xml" Id="R49fe0134f07948fa" /><Relationship Type="http://schemas.openxmlformats.org/officeDocument/2006/relationships/slide" Target="/ppt/slides/slide6.xml" Id="R8aad35821c924cb8" /><Relationship Type="http://schemas.openxmlformats.org/officeDocument/2006/relationships/slide" Target="/ppt/slides/slide7.xml" Id="R5a76fa492de84861" /><Relationship Type="http://schemas.openxmlformats.org/officeDocument/2006/relationships/slide" Target="/ppt/slides/slide8.xml" Id="R613dd36e24bd4d0c" /><Relationship Type="http://schemas.openxmlformats.org/officeDocument/2006/relationships/slide" Target="/ppt/slides/slide9.xml" Id="R4c506a7f1bc441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1b573b2b44e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42092d316f4383" /><Relationship Type="http://schemas.openxmlformats.org/officeDocument/2006/relationships/notesMaster" Target="/ppt/notesMasters/notesMaster1.xml" Id="Rd48717b6932144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45ea65e1d1456a" /><Relationship Type="http://schemas.openxmlformats.org/officeDocument/2006/relationships/notesMaster" Target="/ppt/notesMasters/notesMaster1.xml" Id="Rd7140bb5697c4d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721e07409494c" /><Relationship Type="http://schemas.openxmlformats.org/officeDocument/2006/relationships/notesMaster" Target="/ppt/notesMasters/notesMaster1.xml" Id="Red38eef4b6a345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cd389cd3314c86" /><Relationship Type="http://schemas.openxmlformats.org/officeDocument/2006/relationships/notesMaster" Target="/ppt/notesMasters/notesMaster1.xml" Id="Rfe041b58b0e843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69d172fa5147e5" /><Relationship Type="http://schemas.openxmlformats.org/officeDocument/2006/relationships/notesMaster" Target="/ppt/notesMasters/notesMaster1.xml" Id="Rd7afb01ead4f4d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6f2c5938814dec" /><Relationship Type="http://schemas.openxmlformats.org/officeDocument/2006/relationships/notesMaster" Target="/ppt/notesMasters/notesMaster1.xml" Id="R1fcae5308c8449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1e465b7a674658" /><Relationship Type="http://schemas.openxmlformats.org/officeDocument/2006/relationships/notesMaster" Target="/ppt/notesMasters/notesMaster1.xml" Id="Recd5a05e45704d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d5fcd74801438e" /><Relationship Type="http://schemas.openxmlformats.org/officeDocument/2006/relationships/notesMaster" Target="/ppt/notesMasters/notesMaster1.xml" Id="R9071f658f6ce49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443971a2ba476f" /><Relationship Type="http://schemas.openxmlformats.org/officeDocument/2006/relationships/notesMaster" Target="/ppt/notesMasters/notesMaster1.xml" Id="R489d74e85d7f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六条连续纵向泳道，横向按软件职责归属，纵向按调用与依赖顺序。实线为调用或任务提交，灰虚线为结果/资源交付，红线为同步依赖。灰虚框是该层在资源交付/Kernel提交后的状态说明，不是额外函数调用。Host完成Wait可在设备编排尚未完成时入队，因此纵向图不是所有CPU线程的全局实测时序。HCOMM数据面既可接受Host CPU_TS Thread调用，也可接受AICPU_TS Thread调用。页内为调用族概览，原有函数级证据保留于第3–4页及本备注。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01：HcclAlltoAll 在新流程分支进行 CheckAlltoAllInputPara，查询 rankSize/commName/rankId，校验 tag/count/type/rank，ConvertAlltoAllParam 构造 sendCounts/recvCounts/sdispls/rdispls。经 AlltoAllVOutPlace → AlltoAllVOutPlaceCommon，PreCheckSymmetricMemory 可调用 HcclCommSymWinGet（版本、算子和模式满足时探测，不等于成功命中窗口）。AlltoAllVConstructOpParam 包装输入/输出指针、长度、stream、mode、engine、varData；HcclGetOpExpansionMode 内调用 HcclConfigGetInfo。AlltoAllVExecDispatch 再调用 Selector。AllToAll 复用 AllToAllV 的参数和执行基础设施，并不把 opType 改成 ALLTOALLV。</a:t>
            </a:r>
          </a:p>
          <a:p xmlns:a="http://schemas.openxmlformats.org/drawingml/2006/main">
            <a:r>
              <a:t>02：HcclCalcTopoInfo 先 HcclEngineCtxGet；拓扑 miss 时 InitRankInfo 查询成员、层级、实例、链路等，Serialize 后 HcclEngineCtxCreate 保存。普通 Mesh 分支选择 AicpuAllToAllSoleMesh 或 AicpuAllToAllSoleMeshSingleChannel，两者都注册到普通 Mesh Template；不同选择器/配置可改变结果。</a:t>
            </a:r>
          </a:p>
          <a:p xmlns:a="http://schemas.openxmlformats.org/drawingml/2006/main">
            <a:r>
              <a:t>03–05：HcclExecOp 在 HcclGetAlgRes 之前 AcquireWithStream 并将 CPU_TS Thread 导出给 AICPU。TryReuseResource 命中算法上下文时不再执行 CalcRes/申请等；不是说之后完全没有任何控制面调用。miss 时 GetAlgoMeta、CalcAlgHierarchyInfoV2、CalcRes 生成 resourceRequest；HcclAllocAlgResourceAICPU 先本地 Buffer，再 Thread，再 Channel。BuildChannelInfo 还调用 HcclRankGraphGetEndpointInfo〔C3〕；远端 Buffer 查询内调 HcommChannelGetRemoteMems〔C2〕。Serialize 后 HcclEngineCtxCreate/Copy 复制资源元数据到设备。回到 HcclExecOp 再把 AICPU 主 Thread 导出到 CPU_TS。DFX、能力检测及一致性检查是横切调用。</a:t>
            </a:r>
          </a:p>
          <a:p xmlns:a="http://schemas.openxmlformats.org/drawingml/2006/main">
            <a:r>
              <a:t>06：Host 的 HcommThreadNotifyRecordOnThread(cpuTsThread, exportedCpuTsThread, notifyNumOnMainThread-1) 先入队；可选保序后 AicpuKernelLaunch 组 ACL 参数，调用 aclrtLaunchKernelWithConfig；Host 侧随后通过 HcclThreadNotifyWaitOnThreadDefault 对应完成通知入队等待。HcclAicpuKernelLaunch 公开 API 当前仅 Send/Recv 分支调用，不应画成 AllToAll 必经。</a:t>
            </a:r>
          </a:p>
          <a:p xmlns:a="http://schemas.openxmlformats.org/drawingml/2006/main">
            <a:r>
              <a:t>07：HcclLaunchAicpuKernel 先 HcommAcquireComm；按能力发保序通知/检查状态。设备 g_cacheManager 命中时可复用反序列化结果；否则 DeserializeResCtx 后缓存。RestoreVarDataAlltoAllV 修复变长数组的指针。随后 BatchModeStart、DFX 和 KernelStartTask。</a:t>
            </a:r>
          </a:p>
          <a:p xmlns:a="http://schemas.openxmlformats.org/drawingml/2006/main">
            <a:r>
              <a:t>08：TaskCache 关闭则直接 OpOrchestrate。可选超时接口后 Wait Host-ready。GetAlgExec 取得 executor 并调用 Orchestrate。任务缓存命中则 Execute 刷新地址并重放，跳过 08–11 的本次逐条展开；运行生命周期仍保留。</a:t>
            </a:r>
          </a:p>
          <a:p xmlns:a="http://schemas.openxmlformats.org/drawingml/2006/main">
            <a:r>
              <a:t>09–10：Executor::Orchestrate 恢复映射、数据类型、counts/displs。OrchestrateLoop 受 CCL scratch 与 UB_MAX_DATA_SIZE 限制进行外层分块，按每 Peer 剩余 counts 更新本轮描述，逐块 KernelRun。KernelRun 检查 IsPcieProtocol，普通非 PCIe 是 Write；RunALLtoALL 在多线程时 PreSync，然后按通信轮次 CalcCommRankSetForOneLoop。自分片在首通信轮 LocalCopyForMyRank。RunSendRecvByLoop 对 Peer 分割端口组数据，RunSendRecvByChannel 计算 CCL 槽和 queIdx，构造 src/dst/remoteOffset 的 DataSlices，再 RunSendRecv。双向非零调用 SendRecvWrite，仅发送/接收则分别 SendWrite/RecvWrite。</a:t>
            </a:r>
          </a:p>
          <a:p xmlns:a="http://schemas.openxmlformats.org/drawingml/2006/main">
            <a:r>
              <a:t>11：SendRecvWrite 的精确顺序是 recvChannel Record(ACK)、sendChannel Wait(ACK)、sendChannel Write 每个非零 slice、sendChannel Record(DATA_SIGNAL)、recvChannel Wait(DATA_SIGNAL)。普通内存 Write 分支在上层模板 PostCopy 才把本地 CCL 拷到 userOut。不能把 PostCopy 算成 SendRecvWrite 内部第六个调用。</a:t>
            </a:r>
          </a:p>
          <a:p xmlns:a="http://schemas.openxmlformats.org/drawingml/2006/main">
            <a:r>
              <a:t>12：PostSyncInterThreads 源码在主 Thread 上先排 Wait，再在从 Thread 排 Record；它们建立依赖，不要误说 C++ 调用先 Record 后 Wait。最终 Kernel 在算法主 Thread 上 Record 到 exportedAicpuTsThread，Host 步骤06入队的 Wait 消费此通知；随后 ProfilingEnd/DeviceOp、BatchModeEnd、ReleaseComm。API 返回/Kernel CPU 返回不等于所有 Rank 全局同步完成。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星号展开：HcommThreadNotifyWaitOnThreadWithDefaultTimeout 或 HcommThreadNotifyWaitOnThread(...timeout)；HcommChannelNotifyWaitOnThreadWithDefaultTimeout 或 HcommChannelNotifyWaitOnThread(...timeout)，由 hcomm_primitives_dl.cc 的能力判断二选一。源码包装器分别 HcclThreadNotifyWaitOnThreadDefault、HcclChannelNotifyWaitOnThreadDefault。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本页省略的仅是横切校验、日志、Profiler、异常返回与其它引擎分支，主要功能调用已在第3–4页展开。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本页四条泳道固定为HCCL Host、HCOMM控制面、HCOMM数据面与ACL Runtime。箭头端点表示接口提供者，左侧方框是发起该组调用的HCCL内部函数。HCOMM控制面API文字写在控制面泳道，Host调用的HCOMM同步API写在数据面泳道。ACL调用跨过HCOMM泳道直接进入ACL，表示AllToAll这里通过HCCL内部发射函数调用ACL，而非HcclAicpuKernelLaunch导出API。TryReuseResource的hit旁路绕过CalcRes与重新申请，但仍进行主线程信息获取、必要的反向导出与Kernel发射。折线与虚线仅表示依赖与缓存分支，不是CPU多线程实测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① HcclAlltoAll 还执行 InitEnvConfig、CheckAlltoAllInputPara、HcclCheckTag、HcomCheckUserRank、CheckCount、CheckDataType。为避免把错误路径与主要调用混在一起，这些放入备注。原路径在硬件版本小于9或非新OutPlace条件回落旧实现。count全0、单Rank、其它engine分别有提前返回或独立分支。</a:t>
            </a:r>
          </a:p>
          <a:p xmlns:a="http://schemas.openxmlformats.org/drawingml/2006/main">
            <a:r>
              <a:t>② 当前拓扑查询 API 的具体子集取决于拓扑与缓存；完整例举：HcclRankGraphGetLayers、HcclRankGraphGetInstSizeListByLayer、HcclRankGraphGetTopoInstsByLayer、HcclRankGraphGetTopoType、HcclRankGraphGetRanksByTopoInst、HcclRankGraphGetRanksByLayer、HcclRankGraphGetLinks。它们不是任意设备都按此表逐个调用的承诺；成员接口HcclGetRankSize/HcclGetRankId与端点接口HcclRankGraphGetEndpointInfo见本页及后续页。各自完整定义及源行在附带报告中。</a:t>
            </a:r>
          </a:p>
          <a:p xmlns:a="http://schemas.openxmlformats.org/drawingml/2006/main">
            <a:r>
              <a:t>③ HcclExecOp 首先可能被 plugin 接管，也有fallbackCtx路径，此处不画入正常主链。GetAlgoMeta 在 HcclGetAlgRes 中位于 TryReuseResource 之前。TryReuseResource 命中将 resCtxSequence 设为已有设备上下文；后续仍会获取主线程信息、反向导出、发射Kernel，不能推导“控制面调用为零”。</a:t>
            </a:r>
          </a:p>
          <a:p xmlns:a="http://schemas.openxmlformats.org/drawingml/2006/main">
            <a:r>
              <a:t>④ CalcRes 最终调用算法 Template::CalcRes，资源需求包含线程、通知与各Peer通道。HcclGetThreadWithConfig 根据接口能力选择 WithConfig 或旧 Acquire。GetUnfoldThreadInfo 可命中已缓存unfold资源；主/从线程不是每次必重新新建。</a:t>
            </a:r>
          </a:p>
          <a:p xmlns:a="http://schemas.openxmlformats.org/drawingml/2006/main">
            <a:r>
              <a:t>⑤ AddExchangeInfo 仅在相关能力和检查需求满足时 HcclCommAddExchangeInfo。HcclChannelAcquire 内部可命中每个Endpoint、已注册内存或Channel的对象缓存，因此“算法资源miss”不意味着所有基础对象都必新建。BuildChannelInfo 读取 HcclRankGraphGetEndpointInfo、HcclChannelGetHcclBuffer；后者内部 HcommChannelGetRemoteMems 取得远端映射。连接状态查询在 MyRank 流程中为 ChannelProcess::ChannelGetStatus 内部方法，不是导出 HcommChannelGetStatus。</a:t>
            </a:r>
          </a:p>
          <a:p xmlns:a="http://schemas.openxmlformats.org/drawingml/2006/main">
            <a:r>
              <a:t>⑥ HcclEngineCtxCopy 管理元数据，归C1；不得因函数里有Copy就归成payload数据搬运D1。资源上下文缓存的生命周期长于一次算子运行。</a:t>
            </a:r>
          </a:p>
          <a:p xmlns:a="http://schemas.openxmlformats.org/drawingml/2006/main">
            <a:r>
              <a:t>⑦ 这里是两个不同方向的Thread导出：第③行把用户流CPU Thread导出给AICPU用于完成Record；第⑦行把算法AICPU主Thread导出给CPU用于Host-ready Record。Host-ready的notify索引是notifyNumOnMainThread-1。</a:t>
            </a:r>
          </a:p>
          <a:p xmlns:a="http://schemas.openxmlformats.org/drawingml/2006/main">
            <a:r>
              <a:t>⑧ AicpuKernelLaunch 为 HCCL 内部函数。其具体ACL调用是 aclrtBinaryGetFunction(入口名HcclLaunchAicpuKernel)、aclrtKernelArgsInit、Append(&amp;param,sizeof(OpParam)+varMemSize)、Finalize、aclrtLaunchKernelWithConfig。HcclThreadResGetInfo 获取unfold stream；接口缺失/不支持时使用用户stream。HcclAicpuKernelLaunch 导出API此调用点仅Send/Recv，不用于当前AllToAll分支。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可选保序的完整子链：HcclOrderLaunchToOrderStream 检查 HcclDedicatedThreadAcquire 能力，按需要获取Host ORDER_OPBASE和设备order线程，将Host order Thread导出给AICPU；HcommThreadNotifyRecordOnThread(hostOrder,unfold,0) + HcommThreadNotifyWaitOnThread(unfold,0)。Kernel进入后 HcclOrderLaunchNotifyRecord 通过HcommThreadNotifyRecordOnThread(deviceOrder,exportedHostOrder,1)通知Host；HcclOrderLaunchToKernelStream在Host order Thread上Wait notify1。无对应能力/句柄可跳过。图模式ACL event分支不属于本页OPBASE。</a:t>
            </a:r>
          </a:p>
          <a:p xmlns:a="http://schemas.openxmlformats.org/drawingml/2006/main">
            <a:r>
              <a:t>超时：HcclSetNotifyWaitTimeOut包装器按能力调用HcommSetNotifyWaitTimeOut；Wait包装器在HcommThreadNotifyWaitOnThreadWithDefaultTimeout与显式timeout版HcommThreadNotifyWaitOnThread之间选择。</a:t>
            </a:r>
          </a:p>
          <a:p xmlns:a="http://schemas.openxmlformats.org/drawingml/2006/main">
            <a:r>
              <a:t>横切：HcclDfxRegOpInfoByCommId、ReportOpProfilingInfo、HcclReportAicpuKernel；部分能力条件下HcclGroupStatusGet。没有把它们画作改变payload流向的阶段。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本页将AICPU职责拆成四条真实所有者泳道：HCCL Kernel入口、Executor、Template/Wrapper以及HCOMM数据面。Kernel负责上下文与运行生命周期；Executor负责由CCL/传输上限约束的大块循环；Template负责块内通信轮次与Peer/Channel/slice循环。分块循环与Kernel整体收尾分开：PostCopy/PostSync属于Template逐块处理，只有Executor全部大块完成并返回后Kernel才记录整个算子的完成通知。右侧缩写Thread Record/Wait完整符号为HcommThreadNotifyRecordOnThread及HcommThreadNotifyWaitOnThreadWithDefaultTimeout或HcommThreadNotifyWaitOnThread；Channel Record/Wait完整符号为HcommChannelNotifyRecordOnThread及HcommChannelNotifyWaitOnThreadWithDefaultTimeout或HcommChannelNotifyWaitOnThread。图中API名称在对应HCOMM泳道，Native Shape连线为可编辑。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① HcclLaunchAicpuKernel (kernel_launch.cc:348) → HcommAcquireComm (:357) → HcclOrderLaunchNotifyRecord (按句柄和保序能力) → IsOpsV2状态检查（HcclCommGetStatus，SUSPEND分支提前ReleaseComm并返回）→ g_cacheManager.Get或DeserializeResCtx/Put → RestoreVarDataAlltoAllV → HcommBatchModeStart (:473)。HcclDfxRegOpInfoByCommId、HcommProfilingReportKernelStartTask属DFX。OpOrchestrate (:276)按能力调用 HcommThreadResAcquireTimeOut；HcclSetNotifyWaitTimeOut 包装 HcommSetNotifyWaitTimeOut；HcclThreadNotifyWaitOnThreadDefault 等 Host-ready，再取Executor。</a:t>
            </a:r>
          </a:p>
          <a:p xmlns:a="http://schemas.openxmlformats.org/drawingml/2006/main">
            <a:r>
              <a:t>② InsV2AlltoAllVSoleExecutor::Orchestrate (:89) 将resCtx中的threads/CCL/topology/channel map恢复，将param的count/displacements构造成localSendRecvInfo。OrchestrateLoop (:202) 创建模板、CalcScratchMultiple，算maxDataSizePerLoop=min(UB_MAX_DATA_SIZE, aligned(CCL size / scratch multiple))（scratch multiple为零时使用传输上限），再以datatype字节数换算count。按各Peer send/recv最大count算loopTimes，更新processedDataCount、每Peer本轮send/recvCounts和displacements，逐块调用KernelRun (:390)。对称内存有独立优化，当前主例不走。</a:t>
            </a:r>
          </a:p>
          <a:p xmlns:a="http://schemas.openxmlformats.org/drawingml/2006/main">
            <a:r>
              <a:t>③ KernelRun (:167) 检查链路是否PCIe设置isDmaRead_，定位myAlgRank，按需要CalcChannelsPerRank，进入RunALLtoALL (:217)。CalcCommLoops控制通信轮次；threadNum&gt;1时PreSyncInterThreads。PreSync在主Thread入队所有Record，再在从Thread入队Wait；self拷贝只在首通信轮且非零self count时发生。Read分支还有首轮PreCopyByLoop及额外线程同步；当前Write主例不走。</a:t>
            </a:r>
          </a:p>
          <a:p xmlns:a="http://schemas.openxmlformats.org/drawingml/2006/main">
            <a:r>
              <a:t>④ 每轮CalcCommRankSetForOneLoop，对Peer循环取channels，CalcDataSplitByPortGroupCommon计算每端口组send/recv数据。RunSendRecvByChannel (:327)算my/remote CCL buffer index和queIdx，后续通信轮在复用相关buffer时PreSync/PostSync，按channel构造DataSlices。RunSendRecv (:391)按read/write以及非零收发count决定SendRecvWrite、SendWrite、RecvWrite等。不能只依据算子名推出固定的HCOMM调用次数。</a:t>
            </a:r>
          </a:p>
          <a:p xmlns:a="http://schemas.openxmlformats.org/drawingml/2006/main">
            <a:r>
              <a:t>⑤ 完整API顺序（alg_data_trans_wrapper.cc:428–464）：</a:t>
            </a:r>
          </a:p>
          <a:p xmlns:a="http://schemas.openxmlformats.org/drawingml/2006/main">
            <a:r>
              <a:t>1 HcommChannelNotifyRecordOnThread(thread,recvChannel,NOTIFY_IDX_ACK)；</a:t>
            </a:r>
          </a:p>
          <a:p xmlns:a="http://schemas.openxmlformats.org/drawingml/2006/main">
            <a:r>
              <a:t>2 HcclChannelNotifyWaitOnThreadDefault(thread,sendChannel,NOTIFY_IDX_ACK,timeout) 包装后调用 HcommChannelNotifyWaitOnThreadWithDefaultTimeout 或 HcommChannelNotifyWaitOnThread；</a:t>
            </a:r>
          </a:p>
          <a:p xmlns:a="http://schemas.openxmlformats.org/drawingml/2006/main">
            <a:r>
              <a:t>3 对每个非零slice：GetSliceAddr + HcommWriteOnThread(thread,sendChannel,dst,src,length)；</a:t>
            </a:r>
          </a:p>
          <a:p xmlns:a="http://schemas.openxmlformats.org/drawingml/2006/main">
            <a:r>
              <a:t>4 HcommChannelNotifyRecordOnThread(thread,sendChannel,NOTIFY_IDX_DATA_SIGNAL)；</a:t>
            </a:r>
          </a:p>
          <a:p xmlns:a="http://schemas.openxmlformats.org/drawingml/2006/main">
            <a:r>
              <a:t>5 对recvChannel用相同Wait包装器等待DATA_SIGNAL。</a:t>
            </a:r>
          </a:p>
          <a:p xmlns:a="http://schemas.openxmlformats.org/drawingml/2006/main">
            <a:r>
              <a:t>Wait并非主动向Peer发送一个请求，它在本地消费远端记录的通知。双方各自入队的动作存在并行，图不声称全网API串行。</a:t>
            </a:r>
          </a:p>
          <a:p xmlns:a="http://schemas.openxmlformats.org/drawingml/2006/main">
            <a:r>
              <a:t>⑥ RunSendRecvByChannel在普通内存!isDmaRead且recvcount非零时PostCopy。LocalCopy (alg_data_trans_wrapper.cc:880)经size检查、GetSliceAddr后调用HcommLocalCopyOnThread。PostSyncInterThreads (:1045)源代码先向main排Wait，再向sub排Record，约束是main后续任务必须等sub完成；C++函数调用顺序不同于任务完成先后。回Kernel后 HcommThreadNotifyRecordOnThread(mainThread, exportedAicpuTsThread, DEFAULT_NOTIFY_IDX=0) (:603)；HcommProfilingReportKernelEndTask / HcommProfilingReportDeviceOp 后 HcommBatchModeEnd (:618)，末尾 HcommReleaseComm (:725)。该release不销毁comm或Channel。最终payload完成由任务依赖与用户流同步保证，不能以CPU侧API返回等同全Rank完成。</a:t>
            </a:r>
          </a:p>
          <a:p xmlns:a="http://schemas.openxmlformats.org/drawingml/2006/main">
            <a:r>
              <a:t>⑦ hcomm/src/base_comm/primitives/api_c_adpt/aicpu_ts_primitives_c_adpt.cc:495，HcommWriteOnThread检查IsDeviceA5，解包Thread/Channel/StreamLite，BuildLocRmaBufferLite(src,len)并构造远端Buffer(dst,len)，调用BaseTransportLiteImpl::Write。UB具体类位于hcomm/src/legacy/ascend950/unified_platform/resource/transport/aicpu/ub_transport_lite_impl.cc:664：准备SqeConfig/GetTaskId，可选PreLaunchWqe → UbConnLite::Write → 可选PostLaunchWqe → BuildUbDbSendTask → ProfilingProcess。UbConnLite::Write在resource/connection/aicpu/ub_conn_lite.cc:367：ProcessSlices → FillOneSqeWrite(UDMA_OPC_WRITE) → ProcessOneWqe → UpdateWqeTasks，返回pi给上层生成DB任务。这是软件任务构造链，未通过硬件trace证明时序/性能。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任务缓存的完整路径：开启且满足策略时HcommAicpuTsTaskCacheLookup；miss时HcommAicpuTsTaskCacheStart → OpOrchestrate → EnforceLaunchTask（BatchModeEnd/Start flush）→ HcommAicpuTsTaskCacheEnd；hit时HcommAicpuTsTaskCacheExecute刷新用户地址并重放；异常录制可HcommAicpuTsTaskCacheClear。关闭时直接OpOrchestrate。上述条件不能省略成无条件五个串行API。</a:t>
            </a:r>
          </a:p>
          <a:p xmlns:a="http://schemas.openxmlformats.org/drawingml/2006/main">
            <a:r>
              <a:t>Wait完整符号：Thread使用HcommThreadNotifyWaitOnThreadWithDefaultTimeout或HcommThreadNotifyWaitOnThread；Channel使用HcommChannelNotifyWaitOnThreadWithDefaultTimeout或HcommChannelNotifyWaitOnThread。默认超时版本与显式timeout版本二选一。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cc19e02a64d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4abe3a2e8d4b12" /><Relationship Type="http://schemas.openxmlformats.org/officeDocument/2006/relationships/slideLayout" Target="/ppt/slideLayouts/slideLayout1.xml" Id="R7f90287c07944e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90287c07944e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0a8321c147c5" /><Relationship Type="http://schemas.openxmlformats.org/officeDocument/2006/relationships/notesSlide" Target="/ppt/notesSlides/notesSlide1.xml" Id="R328a17ee3ea746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a830d7b444276" /><Relationship Type="http://schemas.openxmlformats.org/officeDocument/2006/relationships/notesSlide" Target="/ppt/notesSlides/notesSlide2.xml" Id="Re4d29aaa98a84b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411d600a24bf4" /><Relationship Type="http://schemas.openxmlformats.org/officeDocument/2006/relationships/notesSlide" Target="/ppt/notesSlides/notesSlide3.xml" Id="R37fe48bfec1844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df3e2c524e9a" /><Relationship Type="http://schemas.openxmlformats.org/officeDocument/2006/relationships/notesSlide" Target="/ppt/notesSlides/notesSlide4.xml" Id="R845a968719cb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c31b7f768400d" /><Relationship Type="http://schemas.openxmlformats.org/officeDocument/2006/relationships/notesSlide" Target="/ppt/notesSlides/notesSlide5.xml" Id="R1633485cbcfa4d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b86ce8c394d97" /><Relationship Type="http://schemas.openxmlformats.org/officeDocument/2006/relationships/notesSlide" Target="/ppt/notesSlides/notesSlide6.xml" Id="R4c1e86d8f09141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2cc85f9574b56" /><Relationship Type="http://schemas.openxmlformats.org/officeDocument/2006/relationships/notesSlide" Target="/ppt/notesSlides/notesSlide7.xml" Id="Rf3795917e20049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b8009bd6d4cc1" /><Relationship Type="http://schemas.openxmlformats.org/officeDocument/2006/relationships/notesSlide" Target="/ppt/notesSlides/notesSlide8.xml" Id="Re790fe21d58349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109fe9d334e1b" /><Relationship Type="http://schemas.openxmlformats.org/officeDocument/2006/relationships/notesSlide" Target="/ppt/notesSlides/notesSlide9.xml" Id="Rd77ddbd257264b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8F578C-38D4-4ABA-BEB2-D1E9A6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AEE0-1CD5-4925-BA1F-974AB0E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C6-3CDF-4565-B9D7-790DCC1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338-4E81-4CD2-A83B-AF789C2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AC12-69D6-49BD-ACBB-0A7A184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C4-999F-4E0C-8874-1F5814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0CDB-F3BC-47E4-912D-7988546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02C6-1030-4701-B166-655BCFB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AA2C-867E-4409-B431-A512A59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8ED-3AFF-436A-8EBC-4336AFB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305-A00F-49FF-927D-78E9FD0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D954-7428-487B-83C2-403FB4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ACFF-D554-4DA5-A4DC-69BBAC2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7E1F-9778-4595-80B8-7263EDA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D413-0170-42B2-9746-47161F27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8B3F-E27E-4E31-932F-05075D7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EBC2E-0195-47D4-9F4F-69DC7DD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6BA46-0B68-4077-A78A-D0ED8BF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B170-9556-43BD-87B7-541EC9A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3C728-E0C1-4176-94AA-8751019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F763-24C5-48C9-8618-94DA6FA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C55A-9AC9-4210-9E08-1C898EB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77771-75FF-443C-A1BE-49CF4E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F0FEC-E7C8-43E6-A7D9-F7B491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861-DE60-4CA0-B0B5-070C852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A036-B893-4994-AC46-EEE9539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BFAB-CF90-405F-B32E-B25F59A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BD0F0-3766-49C8-947A-203C069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1D95A-A68D-49CA-A754-8CABF86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2B432-4756-4EF9-8DDB-344E408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7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A5EF8-9735-4BE1-84B2-9CE5A3F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1B09-BEC7-4A5F-84B4-3861CC4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4AE7-2A32-482A-8AAC-E332A2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18447-3CA6-46D1-9D5A-A0ABA61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2AA4B-29F1-4C9A-8D15-9E2A2AC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3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B6C6CA-66D0-40E9-9924-F9D272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4F488-88B4-48E0-8FFD-4C2C5C3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8B105-FCD6-4D82-AFD7-B4B01E0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37AF3D-57F2-4707-964F-3CF0DC3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F3CA7F-CE76-48C6-99DB-F3FFBFC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9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6A450-D4D0-4CAB-8287-C91BCB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072C-C45F-4279-89EE-B84EB52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3F81D-573F-47FE-A995-58BAE6D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6138C-926D-4CB0-A5FF-8B7217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45803-05B5-4824-9AAC-227EE8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5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37282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8301B3-6927-4102-A2A1-0798270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92E63-3E56-4034-833A-726F38D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36F70-9554-4D6D-8BE8-667EB60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28947-3193-48F8-811A-505587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285D2-BB5D-46BB-BF76-D9F6842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55F51-D86A-401E-B5AA-94912C2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14A383-CC0F-46D1-B96F-BA03EA3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871A1-A459-47FF-9D93-04FE1FC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AAFCC-0051-4B76-96C5-F8B3FDE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0AA3C-BC95-4D9B-828A-F546E99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B266A-EFC6-4B5D-A95E-6519366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EF23A-55AC-49E9-883E-FC31E6F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DD08C3-5E45-4CA5-9BCD-7602A0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C84276-A170-48ED-A94B-814A303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94558-934D-444B-97AD-C030D3E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71A56-E034-4ABA-B768-3A550F0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8F658F-BA03-4BE5-AA86-6B022F5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7BAB9-9D58-410E-B6AF-1B84E2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8EC391-0B9B-4C87-9F5E-3C20E5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5C0AF-A365-4D5D-A2A6-9229BD8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7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56224-F96B-4FF9-8359-4BFE82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2796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AllToAll 跨层泳道：各层负责什么，执行责任如何交接">
            <a:extLst xmlns:a="http://schemas.openxmlformats.org/drawingml/2006/main">
              <a:ext uri="{FF2B5EF4-FFF2-40B4-BE49-F238E27FC236}">
                <a16:creationId xmlns:a16="http://schemas.microsoft.com/office/drawing/2014/main" id="{F72F4EBD-28F8-4A40-8250-21A6CDFF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跨层泳道：各层负责什么，执行责任如何交接</a:t>
            </a:r>
          </a:p>
        </p:txBody>
      </p:sp>
      <p:sp>
        <p:nvSpPr>
          <p:cNvPr id="2" name="Ascend 950 / AICPU_TS / OPBASE，普通 Mesh Write。先看泳道标题，再从上">
            <a:extLst xmlns:a="http://schemas.openxmlformats.org/drawingml/2006/main">
              <a:ext uri="{FF2B5EF4-FFF2-40B4-BE49-F238E27FC236}">
                <a16:creationId xmlns:a16="http://schemas.microsoft.com/office/drawing/2014/main" id="{F2D4729D-3694-4660-AAFB-8B04CEF5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/ AICPU_TS / OPBASE，普通 Mesh Write。先看泳道标题，再从上向下沿箭头读；函数级展开见第 3–4 页。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CE1DF2D7-DF0C-49DC-B872-CE61AF7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4B110-6CBA-4D2C-ABE9-370420B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8953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11A5A-DE90-4658-B694-20FE7799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895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应用">
            <a:extLst xmlns:a="http://schemas.openxmlformats.org/drawingml/2006/main">
              <a:ext uri="{FF2B5EF4-FFF2-40B4-BE49-F238E27FC236}">
                <a16:creationId xmlns:a16="http://schemas.microsoft.com/office/drawing/2014/main" id="{380DAD09-D58C-40AF-9123-B4CC0EEF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  <p:sp>
        <p:nvSpPr>
          <p:cNvPr id="7" name="用户流">
            <a:extLst xmlns:a="http://schemas.openxmlformats.org/drawingml/2006/main">
              <a:ext uri="{FF2B5EF4-FFF2-40B4-BE49-F238E27FC236}">
                <a16:creationId xmlns:a16="http://schemas.microsoft.com/office/drawing/2014/main" id="{829776D3-464A-4DA9-A2FA-B99E5F85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用户流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D3E1A-6395-4BB0-8D07-2C461AF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76300"/>
            <a:ext cx="24384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F76BE-9693-432A-A202-C9708841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76300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CL Host">
            <a:extLst xmlns:a="http://schemas.openxmlformats.org/drawingml/2006/main">
              <a:ext uri="{FF2B5EF4-FFF2-40B4-BE49-F238E27FC236}">
                <a16:creationId xmlns:a16="http://schemas.microsoft.com/office/drawing/2014/main" id="{26FC9219-3DCA-461F-94E4-4A386B7F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048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1" name="参数 · 算法 · 资源组织">
            <a:extLst xmlns:a="http://schemas.openxmlformats.org/drawingml/2006/main">
              <a:ext uri="{FF2B5EF4-FFF2-40B4-BE49-F238E27FC236}">
                <a16:creationId xmlns:a16="http://schemas.microsoft.com/office/drawing/2014/main" id="{99056205-61C2-47B3-A35D-EE076B18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14425"/>
            <a:ext cx="2362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参数 · 算法 · 资源组织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DA8E3-8CBB-4EA0-A4D1-BBED4A42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76300"/>
            <a:ext cx="22574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39B3F-6E4D-440F-A975-A35EF784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76300"/>
            <a:ext cx="22574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0C0C01F2-91D2-41A0-84DA-5DFE517D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904875"/>
            <a:ext cx="2181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5" name="Thread / Channel / 内存">
            <a:extLst xmlns:a="http://schemas.openxmlformats.org/drawingml/2006/main">
              <a:ext uri="{FF2B5EF4-FFF2-40B4-BE49-F238E27FC236}">
                <a16:creationId xmlns:a16="http://schemas.microsoft.com/office/drawing/2014/main" id="{1273E249-32A9-4F78-91CB-684655D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114425"/>
            <a:ext cx="2181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Thread / Channel / 内存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A0585-6ABE-4DF3-BAB1-3355B585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876300"/>
            <a:ext cx="17526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4BC57-19EC-4488-BAE2-0A87CF0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876300"/>
            <a:ext cx="1752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ACL Runtime">
            <a:extLst xmlns:a="http://schemas.openxmlformats.org/drawingml/2006/main">
              <a:ext uri="{FF2B5EF4-FFF2-40B4-BE49-F238E27FC236}">
                <a16:creationId xmlns:a16="http://schemas.microsoft.com/office/drawing/2014/main" id="{690BC55D-0915-4BCF-91E3-17B52A2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904875"/>
            <a:ext cx="1676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9" name="参数封装 · Kernel 调度">
            <a:extLst xmlns:a="http://schemas.openxmlformats.org/drawingml/2006/main">
              <a:ext uri="{FF2B5EF4-FFF2-40B4-BE49-F238E27FC236}">
                <a16:creationId xmlns:a16="http://schemas.microsoft.com/office/drawing/2014/main" id="{411B4054-F0D8-4C42-B71A-6EA8EFD2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14425"/>
            <a:ext cx="1676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参数封装 · Kernel 调度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BB8D8-E9AB-4671-A695-F1FB0B5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876300"/>
            <a:ext cx="20764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F6389-B338-425C-B9E2-8CD25C92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876300"/>
            <a:ext cx="2076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22" name="HCCL AICPU">
            <a:extLst xmlns:a="http://schemas.openxmlformats.org/drawingml/2006/main">
              <a:ext uri="{FF2B5EF4-FFF2-40B4-BE49-F238E27FC236}">
                <a16:creationId xmlns:a16="http://schemas.microsoft.com/office/drawing/2014/main" id="{625C03D1-F99C-4EDA-8620-544A150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904875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23" name="恢复现场 · 算法展开">
            <a:extLst xmlns:a="http://schemas.openxmlformats.org/drawingml/2006/main">
              <a:ext uri="{FF2B5EF4-FFF2-40B4-BE49-F238E27FC236}">
                <a16:creationId xmlns:a16="http://schemas.microsoft.com/office/drawing/2014/main" id="{799BAC4C-E548-4109-BBFC-ED32B3DD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1144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恢复现场 · 算法展开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078BF-2019-4E5D-A029-4A1604D9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876300"/>
            <a:ext cx="22002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FFB5B-9C68-40A2-8625-8FAFEF82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876300"/>
            <a:ext cx="22002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2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AD64F886-B572-45FE-B5C6-9E1B6CCC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904875"/>
            <a:ext cx="2124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27" name="同步 · 搬运 · 执行控制">
            <a:extLst xmlns:a="http://schemas.openxmlformats.org/drawingml/2006/main">
              <a:ext uri="{FF2B5EF4-FFF2-40B4-BE49-F238E27FC236}">
                <a16:creationId xmlns:a16="http://schemas.microsoft.com/office/drawing/2014/main" id="{1019D31F-1F2A-4FCC-B12E-08D9A5C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114425"/>
            <a:ext cx="2124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同步 · 搬运 · 执行控制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DCCA58-2BC7-42EC-89A2-743957E6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4795A-4F14-4BFE-B66B-9DD1FB35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33902" y="1305878"/>
            <a:ext cx="0" cy="504729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72585A-B7FD-4EE5-9A35-F492BAD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88FDB2-A231-4518-BBE3-9A050243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267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2400777" y="1305878"/>
            <a:ext cx="0" cy="49615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CBB1CC-F8B4-44C5-ABC5-39E91A7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98B1AE-E15B-4236-A130-E3E1B136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5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743927" y="1305878"/>
            <a:ext cx="0" cy="196119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910A81-7818-43C6-BE64-A1923735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450F22-1B48-40FB-A012-8D70843A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8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753702" y="1305878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2CA63A-EEF5-4BEE-84CA-4FE4CAC2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4F9ECD-4BB8-471E-854D-5C39A4B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1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668227" y="1305878"/>
            <a:ext cx="0" cy="483774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836204-5061-4C3A-99BC-26885E9D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415464-A4BB-49C6-A148-862F5444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4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10811352" y="1305878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77729D-CD67-4853-B603-676C4BB8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00175"/>
            <a:ext cx="78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调用算子&#10;输入 / 输出">
            <a:extLst xmlns:a="http://schemas.openxmlformats.org/drawingml/2006/main">
              <a:ext uri="{FF2B5EF4-FFF2-40B4-BE49-F238E27FC236}">
                <a16:creationId xmlns:a16="http://schemas.microsoft.com/office/drawing/2014/main" id="{953856DE-CA9A-42C5-93B5-C5B9AE5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调用算子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 / 输出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874779-0958-4815-A97D-187F67D4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3906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9" name="01  HcclAlltoAll">
            <a:extLst xmlns:a="http://schemas.openxmlformats.org/drawingml/2006/main">
              <a:ext uri="{FF2B5EF4-FFF2-40B4-BE49-F238E27FC236}">
                <a16:creationId xmlns:a16="http://schemas.microsoft.com/office/drawing/2014/main" id="{C9E75F1A-3915-49BF-A43F-2939621D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192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 HcclAlltoAll</a:t>
            </a:r>
          </a:p>
        </p:txBody>
      </p:sp>
      <p:sp>
        <p:nvSpPr>
          <p:cNvPr id="50" name="ConvertAlltoAllParam&#10;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52BA3FCE-CB5B-418A-B8AE-0FC9F2DC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300CB9-C8DA-4300-AE60-E4A8207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E690B4-B403-486B-BAD7-D9F0A729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124903" y="157210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FB47E4-3AFF-4ED4-8A25-164086ED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38275"/>
            <a:ext cx="2066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HcclGetRankSize / RankId&#10;HcclGetCommName / ConfigGetInf">
            <a:extLst xmlns:a="http://schemas.openxmlformats.org/drawingml/2006/main">
              <a:ext uri="{FF2B5EF4-FFF2-40B4-BE49-F238E27FC236}">
                <a16:creationId xmlns:a16="http://schemas.microsoft.com/office/drawing/2014/main" id="{650BB296-4074-4709-A7E5-5CFCB7A1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668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RankId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HcclGetCommName / 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查询成员、域名、展开方式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895CE7-358B-469A-94BD-E12E7B20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1AB8DC-49CA-458F-9F75-B6955D5E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7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3525203" y="16387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91A516-AF58-4B96-8980-10FEF234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7167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02  Selector / HcclCalcTopoInfo">
            <a:extLst xmlns:a="http://schemas.openxmlformats.org/drawingml/2006/main">
              <a:ext uri="{FF2B5EF4-FFF2-40B4-BE49-F238E27FC236}">
                <a16:creationId xmlns:a16="http://schemas.microsoft.com/office/drawing/2014/main" id="{3986F456-F824-4C53-BEF3-96B4E411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Selector / HcclCalcTopoInfo</a:t>
            </a:r>
          </a:p>
        </p:txBody>
      </p:sp>
      <p:sp>
        <p:nvSpPr>
          <p:cNvPr id="61" name="按拓扑、数据量选择 algName">
            <a:extLst xmlns:a="http://schemas.openxmlformats.org/drawingml/2006/main">
              <a:ext uri="{FF2B5EF4-FFF2-40B4-BE49-F238E27FC236}">
                <a16:creationId xmlns:a16="http://schemas.microsoft.com/office/drawing/2014/main" id="{C2C29F94-BF60-4B00-ADFC-AC38552E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0275"/>
            <a:ext cx="2133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按拓扑、数据量选择 algName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F8E259-880D-4DCE-A709-CDF54F05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3" name="HcclEngineCtxGet&#10;miss：HcclRankGraphGet*&#10;拓扑查询 / 缓存">
            <a:extLst xmlns:a="http://schemas.openxmlformats.org/drawingml/2006/main">
              <a:ext uri="{FF2B5EF4-FFF2-40B4-BE49-F238E27FC236}">
                <a16:creationId xmlns:a16="http://schemas.microsoft.com/office/drawing/2014/main" id="{5251B342-9542-476E-B0FE-7FD8101D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812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miss：HcclRankGraphGet*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拓扑查询 / 缓存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BEEA17-FE00-4092-8A8C-79A73047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0A851F-F78B-49BB-8248-775A46AA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3525203" y="21436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676E08-FE61-49C7-8F9E-A220F8EF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1106C21-A851-4C56-AA71-B84E6F29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2401253" y="2543652"/>
            <a:ext cx="224694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1F2B73-45A0-45D1-90CE-06A3F91F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62200"/>
            <a:ext cx="1971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opoInfo / algName">
            <a:extLst xmlns:a="http://schemas.openxmlformats.org/drawingml/2006/main">
              <a:ext uri="{FF2B5EF4-FFF2-40B4-BE49-F238E27FC236}">
                <a16:creationId xmlns:a16="http://schemas.microsoft.com/office/drawing/2014/main" id="{408797FB-D960-4680-A82C-032C1433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62200"/>
            <a:ext cx="1933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topoInfo / algName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2C7BDBC-F917-4304-BB8A-4E34F27A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765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03  HcclExecOp / HcclGetAlgRes">
            <a:extLst xmlns:a="http://schemas.openxmlformats.org/drawingml/2006/main">
              <a:ext uri="{FF2B5EF4-FFF2-40B4-BE49-F238E27FC236}">
                <a16:creationId xmlns:a16="http://schemas.microsoft.com/office/drawing/2014/main" id="{F28833AA-57C2-4CEC-AE68-18046996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051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HcclExecOp / HcclGetAlgRes</a:t>
            </a:r>
          </a:p>
        </p:txBody>
      </p:sp>
      <p:sp>
        <p:nvSpPr>
          <p:cNvPr id="74" name="TryReuseResource → CalcRes&#10;GetAlgResAICPU：组织资源申请">
            <a:extLst xmlns:a="http://schemas.openxmlformats.org/drawingml/2006/main">
              <a:ext uri="{FF2B5EF4-FFF2-40B4-BE49-F238E27FC236}">
                <a16:creationId xmlns:a16="http://schemas.microsoft.com/office/drawing/2014/main" id="{E7B93E4F-E41F-4AEA-965C-D9759F76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 → CalcRes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GetAlgResAICPU：组织资源申请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2E99CB-A8F8-492F-BE90-6DE988F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2066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6" name="HcclThreadAcquire* / Export*&#10;HcclGetHcclBuffer / Channe">
            <a:extLst xmlns:a="http://schemas.openxmlformats.org/drawingml/2006/main">
              <a:ext uri="{FF2B5EF4-FFF2-40B4-BE49-F238E27FC236}">
                <a16:creationId xmlns:a16="http://schemas.microsoft.com/office/drawing/2014/main" id="{34DEFA30-F4C8-48B7-B6B5-A2F5D75B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860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 / Export*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/ ChannelAcquire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/ 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线程、通道、地址与设备资源上下文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443B69-74C0-42FF-8943-C8A8633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9230120-4022-42F2-84DC-0E36C964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3525203" y="29341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4BDEAE-836E-4A7B-9920-5ED4F374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00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55C75F-7C3F-4FDF-8DAC-FDF08C13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0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1" name=""/>
          <p:cNvCxnSpPr>
            <a:stCxn xmlns:a="http://schemas.openxmlformats.org/drawingml/2006/main" id="80" idx="1"/>
            <a:endCxn xmlns:a="http://schemas.openxmlformats.org/drawingml/2006/main" id="81" idx="3"/>
          </p:cNvCxnSpPr>
          <p:nvPr/>
        </p:nvCxnSpPr>
        <p:spPr>
          <a:xfrm xmlns:a="http://schemas.openxmlformats.org/drawingml/2006/main" flipH="1">
            <a:off x="2401253" y="3400902"/>
            <a:ext cx="22564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E6C844-E35E-4E73-8041-116C620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19450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Thread / Channel / resCtx">
            <a:extLst xmlns:a="http://schemas.openxmlformats.org/drawingml/2006/main">
              <a:ext uri="{FF2B5EF4-FFF2-40B4-BE49-F238E27FC236}">
                <a16:creationId xmlns:a16="http://schemas.microsoft.com/office/drawing/2014/main" id="{3851BA31-357B-4131-B1FB-AE79A786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19450"/>
            <a:ext cx="1981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Thread / Channel / resCtx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B3B189-E8D8-446F-9A5B-3F0FE15A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2247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6" name="04  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0125048A-233F-4F54-8484-23F14AF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HcclAicpuKernelEntranceLaunch</a:t>
            </a:r>
          </a:p>
        </p:txBody>
      </p:sp>
      <p:sp>
        <p:nvSpPr>
          <p:cNvPr id="87" name="AicpuKernelLaunch&#10;提交 Host-ready，封装 OpParam">
            <a:extLst xmlns:a="http://schemas.openxmlformats.org/drawingml/2006/main">
              <a:ext uri="{FF2B5EF4-FFF2-40B4-BE49-F238E27FC236}">
                <a16:creationId xmlns:a16="http://schemas.microsoft.com/office/drawing/2014/main" id="{AEC7559F-26CA-443E-9050-6B777FB5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 Host-ready，封装 OpParam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BB529E8-7102-43C4-B333-4835BCF5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62325"/>
            <a:ext cx="20097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9" name="HcommThreadNotifyRecordOnThread&#10;Host Thread：输入就绪〔D3〕">
            <a:extLst xmlns:a="http://schemas.openxmlformats.org/drawingml/2006/main">
              <a:ext uri="{FF2B5EF4-FFF2-40B4-BE49-F238E27FC236}">
                <a16:creationId xmlns:a16="http://schemas.microsoft.com/office/drawing/2014/main" id="{AB27F4E4-F564-4AD3-8EA0-45A2DB54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90900"/>
            <a:ext cx="1895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Thread：输入就绪〔D3〕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BFFAABA-57F3-4274-8AD3-DEB826F4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773B29F-5018-49F0-B575-FA0D123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1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525203" y="3629502"/>
            <a:ext cx="245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E5EBCD9-FBAC-4DDF-B3D1-C73821D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15F6EE0-E588-4280-A0B6-0B052712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4" name=""/>
          <p:cNvCxnSpPr>
            <a:stCxn xmlns:a="http://schemas.openxmlformats.org/drawingml/2006/main" id="93" idx="0"/>
            <a:endCxn xmlns:a="http://schemas.openxmlformats.org/drawingml/2006/main" id="94" idx="2"/>
          </p:cNvCxnSpPr>
          <p:nvPr/>
        </p:nvCxnSpPr>
        <p:spPr>
          <a:xfrm xmlns:a="http://schemas.openxmlformats.org/drawingml/2006/main" flipV="1">
            <a:off x="5982177" y="354425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7D5C5C-85AF-45B5-8F18-6D4DF31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EA7191-195C-4C78-AD77-E2FCA369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982653" y="3543777"/>
            <a:ext cx="3818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2E28A2E-B2C9-4B4B-BD32-73C35EF8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819525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0" name="aclrtKernelArgs*&#10;aclrtLaunchKernelWithConfig&#10;封装参数并发射 Ke">
            <a:extLst xmlns:a="http://schemas.openxmlformats.org/drawingml/2006/main">
              <a:ext uri="{FF2B5EF4-FFF2-40B4-BE49-F238E27FC236}">
                <a16:creationId xmlns:a16="http://schemas.microsoft.com/office/drawing/2014/main" id="{62DB5F25-F08E-4CE2-AE92-1CDD01FD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48100"/>
            <a:ext cx="1447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封装参数并发射 Kernel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EB48FCD-D79C-4A03-8FD1-BF123D30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902416D-8F7F-42EE-99F5-92048535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2" name=""/>
          <p:cNvCxnSpPr>
            <a:stCxn xmlns:a="http://schemas.openxmlformats.org/drawingml/2006/main" id="101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2400777" y="4010978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1E5D436-965A-40E8-8DD5-D90FD0BE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C48AE88-648A-45F2-BCD6-640C7BC6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5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2401253" y="4115277"/>
            <a:ext cx="35709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6101E3B-87BF-49C4-AA23-C05D637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95725"/>
            <a:ext cx="1885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8" name="05  HcclLaunchAicpuKernel&#10;DeserializeResCtx&#10;RestoreVarD">
            <a:extLst xmlns:a="http://schemas.openxmlformats.org/drawingml/2006/main">
              <a:ext uri="{FF2B5EF4-FFF2-40B4-BE49-F238E27FC236}">
                <a16:creationId xmlns:a16="http://schemas.microsoft.com/office/drawing/2014/main" id="{C21F8369-2DB8-45F2-9CC9-8C738358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24300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5A48228-691F-4451-BF7C-FE2E039A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91DA5C8-0759-41C2-83F5-FE99731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0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535228" y="41152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CABFA95-7610-43F6-AE8C-656F1827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88620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3" name="HcommAcquireComm〔D4〕&#10;HcommBatchModeStart〔D4〕">
            <a:extLst xmlns:a="http://schemas.openxmlformats.org/drawingml/2006/main">
              <a:ext uri="{FF2B5EF4-FFF2-40B4-BE49-F238E27FC236}">
                <a16:creationId xmlns:a16="http://schemas.microsoft.com/office/drawing/2014/main" id="{0D1DBDD3-7D75-4211-B053-A3BA963F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147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37F72BF-D511-48E1-9F7D-B01CE56E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ED0BF06-110B-47A3-9A87-7EC55584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611678" y="41057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14E140-1BD1-4121-823F-1B4ADCF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8" name="发射后：入队用户流完成 Wait">
            <a:extLst xmlns:a="http://schemas.openxmlformats.org/drawingml/2006/main">
              <a:ext uri="{FF2B5EF4-FFF2-40B4-BE49-F238E27FC236}">
                <a16:creationId xmlns:a16="http://schemas.microsoft.com/office/drawing/2014/main" id="{32B35DD2-B79B-4915-B1CA-98D10BB9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发射后：入队用户流完成 Wait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7228C20-FC0A-4970-99AD-E8AFA28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71975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0" name="Host Thread Wait*〔D3〕">
            <a:extLst xmlns:a="http://schemas.openxmlformats.org/drawingml/2006/main">
              <a:ext uri="{FF2B5EF4-FFF2-40B4-BE49-F238E27FC236}">
                <a16:creationId xmlns:a16="http://schemas.microsoft.com/office/drawing/2014/main" id="{19FD7677-A1FD-42DB-ADFB-809FDF7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005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Thread Wait*〔D3〕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3071D28-6D3E-413D-99FE-420AF7A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8AB68B1-8131-4780-8875-9752F193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2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3525203" y="4391502"/>
            <a:ext cx="2475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E8D0AEB-09D0-4EC4-8FEA-1CEDCC7F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3C1061-0067-498F-BC69-AB514413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5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6001227" y="439197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4AACBC1-77D4-4F29-9BD7-E7C08781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8B27AC5-3F35-45C2-88BA-3A0EDF7B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8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6001703" y="4515327"/>
            <a:ext cx="37995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58F7F72-2599-4B33-861F-4A9E46EA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95825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1" name="06  OpOrchestrate">
            <a:extLst xmlns:a="http://schemas.openxmlformats.org/drawingml/2006/main">
              <a:ext uri="{FF2B5EF4-FFF2-40B4-BE49-F238E27FC236}">
                <a16:creationId xmlns:a16="http://schemas.microsoft.com/office/drawing/2014/main" id="{5F214A79-3491-46FC-BC87-85A249CF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244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06  OpOrchestrate</a:t>
            </a:r>
          </a:p>
        </p:txBody>
      </p:sp>
      <p:sp>
        <p:nvSpPr>
          <p:cNvPr id="132" name="等输入就绪，调用 Executor">
            <a:extLst xmlns:a="http://schemas.openxmlformats.org/drawingml/2006/main">
              <a:ext uri="{FF2B5EF4-FFF2-40B4-BE49-F238E27FC236}">
                <a16:creationId xmlns:a16="http://schemas.microsoft.com/office/drawing/2014/main" id="{B7AA1D02-CF6B-474A-853E-064CE34E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1771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等输入就绪，调用 Executor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FEB2EDC-B6AC-4279-8D90-2E32125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743450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4" name="AICPU Thread Wait*〔D3〕">
            <a:extLst xmlns:a="http://schemas.openxmlformats.org/drawingml/2006/main">
              <a:ext uri="{FF2B5EF4-FFF2-40B4-BE49-F238E27FC236}">
                <a16:creationId xmlns:a16="http://schemas.microsoft.com/office/drawing/2014/main" id="{ECCD4794-F8C6-4FA7-A749-99DFD1D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72025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Thread Wait*〔D3〕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185800E-064D-4919-AA91-CB581331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A4F7713-AB3D-4388-9914-30CC460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6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9611678" y="48772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3C3991B-C61F-49C8-82DF-0E69032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191125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9" name="07  Executor → Template">
            <a:extLst xmlns:a="http://schemas.openxmlformats.org/drawingml/2006/main">
              <a:ext uri="{FF2B5EF4-FFF2-40B4-BE49-F238E27FC236}">
                <a16:creationId xmlns:a16="http://schemas.microsoft.com/office/drawing/2014/main" id="{FDE65451-1082-4D35-801D-55B9C975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197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Executor → Template</a:t>
            </a:r>
          </a:p>
        </p:txBody>
      </p:sp>
      <p:sp>
        <p:nvSpPr>
          <p:cNvPr id="140" name="OrchestrateLoop → KernelRun&#10;逐轮、Peer、Channel、slice 展开">
            <a:extLst xmlns:a="http://schemas.openxmlformats.org/drawingml/2006/main">
              <a:ext uri="{FF2B5EF4-FFF2-40B4-BE49-F238E27FC236}">
                <a16:creationId xmlns:a16="http://schemas.microsoft.com/office/drawing/2014/main" id="{691F96DF-BC2C-4852-9210-A93676DD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197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KernelRun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逐轮、Peer、Channel、slice 展开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6AAC84F-4653-4405-ADEA-73919DB1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143500"/>
            <a:ext cx="2009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2" name="Thread / Channel Notify〔D3〕&#10;HcommWriteOnThread〔D1〕&#10;Hcom">
            <a:extLst xmlns:a="http://schemas.openxmlformats.org/drawingml/2006/main">
              <a:ext uri="{FF2B5EF4-FFF2-40B4-BE49-F238E27FC236}">
                <a16:creationId xmlns:a16="http://schemas.microsoft.com/office/drawing/2014/main" id="{DA67FC52-236C-4B15-9B13-6B3F7F91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72075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 Notify〔D3〕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握手、写远端、中转拷贝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BAA802D-FC41-4D0A-9971-CBB4FFC1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5AAAF98-B126-46D5-B05A-AC283987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4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9611678" y="54392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8E83CFC-478C-489D-B252-59C70DC9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848350"/>
            <a:ext cx="1885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7" name="08  汇合后返回 Kernel">
            <a:extLst xmlns:a="http://schemas.openxmlformats.org/drawingml/2006/main">
              <a:ext uri="{FF2B5EF4-FFF2-40B4-BE49-F238E27FC236}">
                <a16:creationId xmlns:a16="http://schemas.microsoft.com/office/drawing/2014/main" id="{661643E7-F7EA-40CB-B604-96516374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876925"/>
            <a:ext cx="1771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汇合后返回 Kernel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CFCA3C5-A5B2-4AF7-8F77-D534DCBD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810250"/>
            <a:ext cx="2009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9" name="完成 Record〔D3〕&#10;HcommBatchModeEnd〔D4〕&#10;HcommReleaseComm〔D4">
            <a:extLst xmlns:a="http://schemas.openxmlformats.org/drawingml/2006/main">
              <a:ext uri="{FF2B5EF4-FFF2-40B4-BE49-F238E27FC236}">
                <a16:creationId xmlns:a16="http://schemas.microsoft.com/office/drawing/2014/main" id="{0E3F373A-2D28-4277-B75E-9958AB2A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838825"/>
            <a:ext cx="1895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 Record〔D3〕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HcommReleaseComm〔D4〕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6AE73F6-3B06-4452-BD56-C1169204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8EC13DA-6403-4049-B98C-0C7EA793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1" name="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9611678" y="59821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134BB52-A968-4BB3-98D0-BDC5ADA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2133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54" name="Host 不参与逐 Peer 展开">
            <a:extLst xmlns:a="http://schemas.openxmlformats.org/drawingml/2006/main">
              <a:ext uri="{FF2B5EF4-FFF2-40B4-BE49-F238E27FC236}">
                <a16:creationId xmlns:a16="http://schemas.microsoft.com/office/drawing/2014/main" id="{1645D532-6DB7-431B-BEBE-F9589803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1981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不参与逐 Peer 展开</a:t>
            </a:r>
          </a:p>
        </p:txBody>
      </p:sp>
      <p:sp>
        <p:nvSpPr>
          <p:cNvPr id="155" name="完成 Wait 已入队&#10;用户流的后续任务等待完成通知&#10;CPU 侧 API 返回不等于通信完成">
            <a:extLst xmlns:a="http://schemas.openxmlformats.org/drawingml/2006/main">
              <a:ext uri="{FF2B5EF4-FFF2-40B4-BE49-F238E27FC236}">
                <a16:creationId xmlns:a16="http://schemas.microsoft.com/office/drawing/2014/main" id="{4BE5AB17-E13E-4F5C-AF08-1E1F2C29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完成 Wait 已入队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用户流的后续任务等待完成通知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CPU 侧 API 返回不等于通信完成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FD4F74B-3627-4DCE-810E-77733C1D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867150"/>
            <a:ext cx="20383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57" name="控制面交付资源后">
            <a:extLst xmlns:a="http://schemas.openxmlformats.org/drawingml/2006/main">
              <a:ext uri="{FF2B5EF4-FFF2-40B4-BE49-F238E27FC236}">
                <a16:creationId xmlns:a16="http://schemas.microsoft.com/office/drawing/2014/main" id="{F728165B-8EA7-4CFA-803F-6EB23C65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24300"/>
            <a:ext cx="1885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控制面交付资源后</a:t>
            </a:r>
          </a:p>
        </p:txBody>
      </p:sp>
      <p:sp>
        <p:nvSpPr>
          <p:cNvPr id="158" name="设备侧继续使用 Thread、Channel、&#10;CCL 地址和 resCtx&#10;资源缓存可跨算子复用&#10;每个 sl">
            <a:extLst xmlns:a="http://schemas.openxmlformats.org/drawingml/2006/main">
              <a:ext uri="{FF2B5EF4-FFF2-40B4-BE49-F238E27FC236}">
                <a16:creationId xmlns:a16="http://schemas.microsoft.com/office/drawing/2014/main" id="{43E2C632-2ACF-4F8F-9CE0-A9D1144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91000"/>
            <a:ext cx="1885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设备侧继续使用 Thread、Channel、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CCL 地址和 resCtx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资源缓存可跨算子复用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每个 slice 不再重新建链</a:t>
            </a:r>
          </a:p>
        </p:txBody>
      </p:sp>
      <p:sp>
        <p:nvSpPr>
          <p:cNvPr id="159" name="ACL 已完成发射&#10;后续由 AICPU 编排&#10;设备通信任务">
            <a:extLst xmlns:a="http://schemas.openxmlformats.org/drawingml/2006/main">
              <a:ext uri="{FF2B5EF4-FFF2-40B4-BE49-F238E27FC236}">
                <a16:creationId xmlns:a16="http://schemas.microsoft.com/office/drawing/2014/main" id="{35155AD0-68D3-4CAB-8CD5-2701D1FB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8160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ACL 已完成发射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后续由 AICPU 编排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设备通信任务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4CAE920-8B14-4C4E-8A6A-DD3FBF0A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D91F575-3256-4EB4-8DC4-EE7E8720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1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0811352" y="62493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4BCB5DD-5B0F-45CC-8B1D-CB50960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48BA9BE-83D2-4B1F-9DBC-D4086302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4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734378" y="6325077"/>
            <a:ext cx="1007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88008F4-4230-4314-AEDE-31BB846D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14AC6E8-CA40-498C-AE35-50091616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7" name=""/>
          <p:cNvCxnSpPr>
            <a:stCxn xmlns:a="http://schemas.openxmlformats.org/drawingml/2006/main" id="166" idx="0"/>
            <a:endCxn xmlns:a="http://schemas.openxmlformats.org/drawingml/2006/main" id="167" idx="2"/>
          </p:cNvCxnSpPr>
          <p:nvPr/>
        </p:nvCxnSpPr>
        <p:spPr>
          <a:xfrm xmlns:a="http://schemas.openxmlformats.org/drawingml/2006/main" flipV="1">
            <a:off x="733902" y="604932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0B3F7F6-8670-4687-974C-007DDB94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8388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70" name="后续任务">
            <a:extLst xmlns:a="http://schemas.openxmlformats.org/drawingml/2006/main">
              <a:ext uri="{FF2B5EF4-FFF2-40B4-BE49-F238E27FC236}">
                <a16:creationId xmlns:a16="http://schemas.microsoft.com/office/drawing/2014/main" id="{7BD1653F-4FE1-422F-BADE-384520FC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后续任务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7592FE6-5035-4ACF-A2A5-DADD8D39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210300"/>
            <a:ext cx="373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完成通知满足用户流 Wait，后续任务才能继续">
            <a:extLst xmlns:a="http://schemas.openxmlformats.org/drawingml/2006/main">
              <a:ext uri="{FF2B5EF4-FFF2-40B4-BE49-F238E27FC236}">
                <a16:creationId xmlns:a16="http://schemas.microsoft.com/office/drawing/2014/main" id="{E346E2C4-CECB-4B98-8084-97C5C6C2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10300"/>
            <a:ext cx="3657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完成通知满足用户流 Wait，后续任务才能继续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280F05D-9496-4CDE-98AA-C123AF31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0119C0A-88C5-4BA8-AFA2-F239DCE7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6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263839AE-E3A4-44AA-90A1-05B6F8D0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000F9F1-1AE6-45CE-8304-39C455C0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81B5AD6-DAE4-4FC3-914E-406ED268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8" name=""/>
          <p:cNvCxnSpPr>
            <a:stCxn xmlns:a="http://schemas.openxmlformats.org/drawingml/2006/main" id="177" idx="3"/>
            <a:endCxn xmlns:a="http://schemas.openxmlformats.org/drawingml/2006/main" id="178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80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DC2F8C00-98B3-4CC1-A01C-E2B5C49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6AC1775-8996-4079-B449-5AC26D91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C9F0B18-8790-4ECF-8B77-8B11BB7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2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84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E4317481-8244-4860-B814-96F2D8B1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85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C598A492-D6C6-4AD8-B8CE-B3B40587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1EB2866-5ADB-4B52-94DC-5015FC41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20730D9-D5EA-49F6-964B-BBD282B7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7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89" name="泳道按软件职责划分。HCOMM 数据面可由 Host / AICPU 调用，执行引擎由 Thread 决定。*">
            <a:extLst xmlns:a="http://schemas.openxmlformats.org/drawingml/2006/main">
              <a:ext uri="{FF2B5EF4-FFF2-40B4-BE49-F238E27FC236}">
                <a16:creationId xmlns:a16="http://schemas.microsoft.com/office/drawing/2014/main" id="{11FE7972-B953-4110-A4F4-2DF2EF9A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泳道按软件职责划分。HCOMM 数据面可由 Host / AICPU 调用，执行引擎由 Thread 决定。* 接口族和超时分支详见第 3–4 页及备注。</a:t>
            </a:r>
          </a:p>
        </p:txBody>
      </p:sp>
    </p:spTree>
    <p:extLst>
      <p:ext uri="{BB962C8B-B14F-4D97-AF65-F5344CB8AC3E}">
        <p14:creationId xmlns:p14="http://schemas.microsoft.com/office/powerpoint/2010/main" val="1765550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Host 侧泳道：HCCL 组织调用，HCOMM 准备资源，ACL 负责发射">
            <a:extLst xmlns:a="http://schemas.openxmlformats.org/drawingml/2006/main">
              <a:ext uri="{FF2B5EF4-FFF2-40B4-BE49-F238E27FC236}">
                <a16:creationId xmlns:a16="http://schemas.microsoft.com/office/drawing/2014/main" id="{155BD1FF-B6B8-465B-BB43-28E8479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侧泳道：HCCL 组织调用，HCOMM 准备资源，ACL 负责发射</a:t>
            </a:r>
          </a:p>
        </p:txBody>
      </p:sp>
      <p:sp>
        <p:nvSpPr>
          <p:cNvPr id="2" name="消息箭头从 HCCL 发出，API 名称位于实际提供该接口的泳道。缓存 hit 走虚线旁路；本页不展开每个 P">
            <a:extLst xmlns:a="http://schemas.openxmlformats.org/drawingml/2006/main">
              <a:ext uri="{FF2B5EF4-FFF2-40B4-BE49-F238E27FC236}">
                <a16:creationId xmlns:a16="http://schemas.microsoft.com/office/drawing/2014/main" id="{862E719A-DAB0-43BA-B771-DBAC8FFD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消息箭头从 HCCL 发出，API 名称位于实际提供该接口的泳道。缓存 hit 走虚线旁路；本页不展开每个 Peer 的数据传输。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86D08AAA-5A73-4EE2-9932-760EC6E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F564B-1A4F-4C05-B8D5-1B57192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31908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B3F71-CC7A-42B0-BF8A-E84C5050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3190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16F6CDF8-65F7-4030-93D0-B4ADE508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3114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内部处理与申请顺序">
            <a:extLst xmlns:a="http://schemas.openxmlformats.org/drawingml/2006/main">
              <a:ext uri="{FF2B5EF4-FFF2-40B4-BE49-F238E27FC236}">
                <a16:creationId xmlns:a16="http://schemas.microsoft.com/office/drawing/2014/main" id="{95888A9D-53BF-4DDF-AE56-CF07F7C8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3114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内部处理与申请顺序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ACE21-9ADF-4DD4-83C7-E01621CB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76300"/>
            <a:ext cx="37052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91A6C-97A0-4447-A46A-6E94A9A1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76300"/>
            <a:ext cx="37052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C7992693-122B-4B42-A252-2588C979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904875"/>
            <a:ext cx="3629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1" name="通信域资源 C1 · 内存 C2 · 拓扑 C3">
            <a:extLst xmlns:a="http://schemas.openxmlformats.org/drawingml/2006/main">
              <a:ext uri="{FF2B5EF4-FFF2-40B4-BE49-F238E27FC236}">
                <a16:creationId xmlns:a16="http://schemas.microsoft.com/office/drawing/2014/main" id="{48AC998C-67FC-49E6-8ADA-7F478F23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114425"/>
            <a:ext cx="3629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通信域资源 C1 · 内存 C2 · 拓扑 C3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4E304-3E27-4F7C-8104-86843E73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76300"/>
            <a:ext cx="26289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55CD6-A705-4EBF-A087-38F8BC60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76300"/>
            <a:ext cx="2628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265E9838-4820-4FEA-BE2F-F1785D27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904875"/>
            <a:ext cx="2552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5" name="Host Thread 的通知 / 等待 D3">
            <a:extLst xmlns:a="http://schemas.openxmlformats.org/drawingml/2006/main">
              <a:ext uri="{FF2B5EF4-FFF2-40B4-BE49-F238E27FC236}">
                <a16:creationId xmlns:a16="http://schemas.microsoft.com/office/drawing/2014/main" id="{8022CD0A-61E4-4E40-93D7-843B1021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114425"/>
            <a:ext cx="2552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Host Thread 的通知 / 等待 D3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58306-E5F4-4567-9CB5-9AFA4AD8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20955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FEE21-0F37-48E3-A8B3-A46579A9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ACL Runtime">
            <a:extLst xmlns:a="http://schemas.openxmlformats.org/drawingml/2006/main">
              <a:ext uri="{FF2B5EF4-FFF2-40B4-BE49-F238E27FC236}">
                <a16:creationId xmlns:a16="http://schemas.microsoft.com/office/drawing/2014/main" id="{C3DE9C74-0863-43E7-BD1E-572ACC39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04875"/>
            <a:ext cx="2019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9" name="组装参数并调度 AICPU Kernel">
            <a:extLst xmlns:a="http://schemas.openxmlformats.org/drawingml/2006/main">
              <a:ext uri="{FF2B5EF4-FFF2-40B4-BE49-F238E27FC236}">
                <a16:creationId xmlns:a16="http://schemas.microsoft.com/office/drawing/2014/main" id="{89C162A9-78D5-4E87-AE82-B8CE4CA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114425"/>
            <a:ext cx="2019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组装参数并调度 AICPU Kernel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33EB1-B015-475C-82A6-DAEB5EF7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17F1C-66BD-4F9A-AF33-59AF001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3342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813E6-D7A1-48D2-9FF4-C877A5B5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DD36A-4BF1-4759-A168-EFA686E9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0299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2D132-1AA1-45C9-B22B-BA8AFAA2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B10661-5E99-4613-A84E-B1E81BEB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6588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198D1-BFE3-4D51-BA53-0AB4958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719BD-F9C6-4E0D-A54C-88BCD5CA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9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7543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600F38-AF0C-415E-ACA0-3AB2ADB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71600"/>
            <a:ext cx="57150" cy="494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C70333-29C3-46A5-80AC-CA5A87F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90650"/>
            <a:ext cx="571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C2837D-3718-435A-8B90-80F81D2A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768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32915A-4BE6-45A9-A474-ACF960C5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610225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AD6492-64BC-4973-A0F3-BA1478AF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7" name="① HcclAlltoAll">
            <a:extLst xmlns:a="http://schemas.openxmlformats.org/drawingml/2006/main">
              <a:ext uri="{FF2B5EF4-FFF2-40B4-BE49-F238E27FC236}">
                <a16:creationId xmlns:a16="http://schemas.microsoft.com/office/drawing/2014/main" id="{F64A336E-E9A2-440A-B56E-98071FB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001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HcclAlltoAll</a:t>
            </a:r>
          </a:p>
        </p:txBody>
      </p:sp>
      <p:sp>
        <p:nvSpPr>
          <p:cNvPr id="38" name="ConvertAlltoAllParam → AlltoAllVOutPlace&#10;AlltoAllVConst">
            <a:extLst xmlns:a="http://schemas.openxmlformats.org/drawingml/2006/main">
              <a:ext uri="{FF2B5EF4-FFF2-40B4-BE49-F238E27FC236}">
                <a16:creationId xmlns:a16="http://schemas.microsoft.com/office/drawing/2014/main" id="{46D2C856-DD56-4508-899E-88F0D4AD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0020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 → AlltoAllVOutPlace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AlltoAllVConstructOpParam：counts / displs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2B1C01-A5A8-439F-B667-8F7BF6B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4DEB1C-FF5B-4C62-A847-B95DEE73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3363278" y="15244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27F607-27CD-49BE-84C2-360754E5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430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cclGetRankSize / RankId / CommName">
            <a:extLst xmlns:a="http://schemas.openxmlformats.org/drawingml/2006/main">
              <a:ext uri="{FF2B5EF4-FFF2-40B4-BE49-F238E27FC236}">
                <a16:creationId xmlns:a16="http://schemas.microsoft.com/office/drawing/2014/main" id="{52880010-AC87-463F-AA0F-0EBE1D78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430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RankId / CommName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2CB0B7-D291-46C7-A689-A9EA573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616E45-078D-4ECF-A275-6CD3A6E6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3363278" y="180070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11D82A-B1F1-4358-A331-EB76F7E7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cclConfigGetInfo：读取展开方式">
            <a:extLst xmlns:a="http://schemas.openxmlformats.org/drawingml/2006/main">
              <a:ext uri="{FF2B5EF4-FFF2-40B4-BE49-F238E27FC236}">
                <a16:creationId xmlns:a16="http://schemas.microsoft.com/office/drawing/2014/main" id="{B8DBFEAF-999C-4EEA-805A-67714CCB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HcclConfigGetInfo：读取展开方式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FAC1FB-AF58-43D5-ADD0-8857E8F6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838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0" name="② Selector → HcclCalcTopoInfo">
            <a:extLst xmlns:a="http://schemas.openxmlformats.org/drawingml/2006/main">
              <a:ext uri="{FF2B5EF4-FFF2-40B4-BE49-F238E27FC236}">
                <a16:creationId xmlns:a16="http://schemas.microsoft.com/office/drawing/2014/main" id="{BDED5AC3-3744-4456-857C-DD4E57FA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859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Selector → HcclCalcTopoInfo</a:t>
            </a:r>
          </a:p>
        </p:txBody>
      </p:sp>
      <p:sp>
        <p:nvSpPr>
          <p:cNvPr id="51" name="恢复拓扑或 InitRankInfo&#10;返回 algName / topoInfo">
            <a:extLst xmlns:a="http://schemas.openxmlformats.org/drawingml/2006/main">
              <a:ext uri="{FF2B5EF4-FFF2-40B4-BE49-F238E27FC236}">
                <a16:creationId xmlns:a16="http://schemas.microsoft.com/office/drawing/2014/main" id="{BEF6BB94-37E3-4471-929C-5E642B2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2860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恢复拓扑或 InitRankInfo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algName / topoInfo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CC63DD-2E3A-4F08-BD73-E435F8BC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1DF21F-0103-4CA4-B9C4-6D2D0632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363278" y="212455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3BDAE6-B54E-43BA-A3D2-68F3214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4310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cclEngineCtxGet：查拓扑缓存">
            <a:extLst xmlns:a="http://schemas.openxmlformats.org/drawingml/2006/main">
              <a:ext uri="{FF2B5EF4-FFF2-40B4-BE49-F238E27FC236}">
                <a16:creationId xmlns:a16="http://schemas.microsoft.com/office/drawing/2014/main" id="{A30BAA9D-2819-4D22-83CF-399B7E60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HcclEngineCtxGet：查拓扑缓存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773E48-2B8C-445F-A9AF-5A3BDD50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908E9A-E98D-43EF-8C80-3EB9B836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363278" y="24007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730D89-8669-4BE9-A27C-20CFCA22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193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miss：HcclRankGraphGet* → EngineCtxCreate">
            <a:extLst xmlns:a="http://schemas.openxmlformats.org/drawingml/2006/main">
              <a:ext uri="{FF2B5EF4-FFF2-40B4-BE49-F238E27FC236}">
                <a16:creationId xmlns:a16="http://schemas.microsoft.com/office/drawing/2014/main" id="{0EE8A84E-307C-4CE6-89D0-11BDA32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miss：HcclRankGraphGet* → EngineCtxCreate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BCAF2A-41A4-4468-A445-9A89CA94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047C5D-8757-492A-A3EE-5915E432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3363278" y="26293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B41CB1-46FE-470A-9549-35BFE0F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669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opoInfo：网络层、成员、实例、端点、链路">
            <a:extLst xmlns:a="http://schemas.openxmlformats.org/drawingml/2006/main">
              <a:ext uri="{FF2B5EF4-FFF2-40B4-BE49-F238E27FC236}">
                <a16:creationId xmlns:a16="http://schemas.microsoft.com/office/drawing/2014/main" id="{CCF46B0F-4BEC-4894-841A-1F7052CA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topoInfo：网络层、成员、实例、端点、链路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4CA4BB-EA5B-42E2-97D1-468A453D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813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8" name="③ HcclExecOp → HcclGetAlgRes">
            <a:extLst xmlns:a="http://schemas.openxmlformats.org/drawingml/2006/main">
              <a:ext uri="{FF2B5EF4-FFF2-40B4-BE49-F238E27FC236}">
                <a16:creationId xmlns:a16="http://schemas.microsoft.com/office/drawing/2014/main" id="{3CCBB808-4162-4669-9D14-6E1386FD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8098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HcclExecOp → HcclGetAlgRes</a:t>
            </a:r>
          </a:p>
        </p:txBody>
      </p:sp>
      <p:sp>
        <p:nvSpPr>
          <p:cNvPr id="69" name="GetAlgExec → GetAlgoMeta&#10;TryReuseResource：查询算法资源上下文&#10;绑定用">
            <a:extLst xmlns:a="http://schemas.openxmlformats.org/drawingml/2006/main">
              <a:ext uri="{FF2B5EF4-FFF2-40B4-BE49-F238E27FC236}">
                <a16:creationId xmlns:a16="http://schemas.microsoft.com/office/drawing/2014/main" id="{D28527C4-09AB-4BE3-97DA-0065E513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009900"/>
            <a:ext cx="2724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GetAlgoMeta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TryReuseResource：查询算法资源上下文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绑定用户流，先导出 CPU Thread 给 AICPU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6BFBBB-4FDF-4955-BD8E-666F1AAE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95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5FEFB9-3A3F-49F1-BE0C-4AC8B878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95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3363278" y="28960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1A55A1-E3CB-468A-8AEE-F468D41D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146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cclThreadAcquireWithStream〔C1〕">
            <a:extLst xmlns:a="http://schemas.openxmlformats.org/drawingml/2006/main">
              <a:ext uri="{FF2B5EF4-FFF2-40B4-BE49-F238E27FC236}">
                <a16:creationId xmlns:a16="http://schemas.microsoft.com/office/drawing/2014/main" id="{5F7C6D43-6F6D-490B-BE55-1F33DDDA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295661-8106-49A0-9466-A0A5DA32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4F417B-F9A8-4640-AF13-0CBDC17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3363278" y="31627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FA982-E0F3-4CE2-A7C3-8ABAE508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813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cclThreadExportToCommEngine〔C1〕">
            <a:extLst xmlns:a="http://schemas.openxmlformats.org/drawingml/2006/main">
              <a:ext uri="{FF2B5EF4-FFF2-40B4-BE49-F238E27FC236}">
                <a16:creationId xmlns:a16="http://schemas.microsoft.com/office/drawing/2014/main" id="{8D0A184C-AB0C-4BBE-8AFA-86FB546C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813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A42616-EE76-40AF-8AAE-CD6EC0AF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915D4D-42F7-450D-B102-5949465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0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3363278" y="34294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6A4C8B-3A82-447D-A75D-4AEE56C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480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cclEngineCtxGet(algTag, AICPU_TS)〔C1〕">
            <a:extLst xmlns:a="http://schemas.openxmlformats.org/drawingml/2006/main">
              <a:ext uri="{FF2B5EF4-FFF2-40B4-BE49-F238E27FC236}">
                <a16:creationId xmlns:a16="http://schemas.microsoft.com/office/drawing/2014/main" id="{37BB87EE-773B-45DA-91A7-B800D67D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HcclEngineCtxGet(algTag, AICPU_TS)〔C1〕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12B66A-A073-490E-BBCA-3A99E740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67125"/>
            <a:ext cx="26574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6" name="④ miss：CalcAlgHierarchyInfoV2">
            <a:extLst xmlns:a="http://schemas.openxmlformats.org/drawingml/2006/main">
              <a:ext uri="{FF2B5EF4-FFF2-40B4-BE49-F238E27FC236}">
                <a16:creationId xmlns:a16="http://schemas.microsoft.com/office/drawing/2014/main" id="{2A3965EC-A9BF-40E9-A2E8-AA32CB6F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9570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miss：CalcAlgHierarchyInfoV2</a:t>
            </a:r>
          </a:p>
        </p:txBody>
      </p:sp>
      <p:sp>
        <p:nvSpPr>
          <p:cNvPr id="87" name="CalcRes → GetAlgResAICPU&#10;HcclAllocAlgResourceAICPU&#10;Hccl">
            <a:extLst xmlns:a="http://schemas.openxmlformats.org/drawingml/2006/main">
              <a:ext uri="{FF2B5EF4-FFF2-40B4-BE49-F238E27FC236}">
                <a16:creationId xmlns:a16="http://schemas.microsoft.com/office/drawing/2014/main" id="{204CCAA0-0012-4610-84AB-02C10D2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895725"/>
            <a:ext cx="25431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 → GetAlgResAICPU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 / HcclGetAicpuThread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/ BuildChannelInfo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计算需求，再取得本地 / 远端资源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C7A1125-62EE-41F2-8F8E-B33F8D78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DB1979B-EBDE-401A-9A1A-3141459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363278" y="37914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D131E29-70F8-4C46-AB1A-3CAE344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99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cclGetHcclBuffer〔C2〕：本地 CCL">
            <a:extLst xmlns:a="http://schemas.openxmlformats.org/drawingml/2006/main">
              <a:ext uri="{FF2B5EF4-FFF2-40B4-BE49-F238E27FC236}">
                <a16:creationId xmlns:a16="http://schemas.microsoft.com/office/drawing/2014/main" id="{77CCA728-28B4-49A0-9DD1-2D375FA6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99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HcclGetHcclBuffer〔C2〕：本地 CCL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F8328FB-BF2E-43BE-A575-3318AE8C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9DFADC-FACD-4780-BA05-9CE3D99D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3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3363278" y="40581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2087A4D-6E4A-48D2-8161-397C8268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766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cclThreadAcquireWithConfig / Acquire〔C1〕">
            <a:extLst xmlns:a="http://schemas.openxmlformats.org/drawingml/2006/main">
              <a:ext uri="{FF2B5EF4-FFF2-40B4-BE49-F238E27FC236}">
                <a16:creationId xmlns:a16="http://schemas.microsoft.com/office/drawing/2014/main" id="{76C6B363-F812-45A8-A89F-68812A02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766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 / Acquire〔C1〕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23BF6B-C2D7-4C7A-A63E-10363C3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410150-FECD-4FAC-81F2-1CC3B18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3363278" y="43248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150206-0F79-422F-9D79-8CC65F6D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433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cclChannelAcquire〔C1〕：内部建链见第 5 页">
            <a:extLst xmlns:a="http://schemas.openxmlformats.org/drawingml/2006/main">
              <a:ext uri="{FF2B5EF4-FFF2-40B4-BE49-F238E27FC236}">
                <a16:creationId xmlns:a16="http://schemas.microsoft.com/office/drawing/2014/main" id="{6855260B-BF4E-49E9-8723-8CE1C488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433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HcclChannelAcquire〔C1〕：内部建链见第 5 页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9015044-0622-47E6-AF2A-4B8B9E66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0C750D5-7AFF-4A3F-83D5-7315C80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3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3363278" y="45915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6CC395-D094-4F6D-9B30-24E73FB6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100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cclChannelGetHcclBuffer〔C2〕：远端映射">
            <a:extLst xmlns:a="http://schemas.openxmlformats.org/drawingml/2006/main">
              <a:ext uri="{FF2B5EF4-FFF2-40B4-BE49-F238E27FC236}">
                <a16:creationId xmlns:a16="http://schemas.microsoft.com/office/drawing/2014/main" id="{9DCBAB2E-5F21-4A2A-A61A-3AE240D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00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HcclChannelGetHcclBuffer〔C2〕：远端映射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96A9A7-23C2-497E-AAD1-500A3E16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B5EB902-7CC4-4214-8EAF-53A8ABE0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8" name=""/>
          <p:cNvCxnSpPr>
            <a:stCxn xmlns:a="http://schemas.openxmlformats.org/drawingml/2006/main" id="108" idx="1"/>
            <a:endCxn xmlns:a="http://schemas.openxmlformats.org/drawingml/2006/main" id="109" idx="3"/>
          </p:cNvCxnSpPr>
          <p:nvPr/>
        </p:nvCxnSpPr>
        <p:spPr>
          <a:xfrm xmlns:a="http://schemas.openxmlformats.org/drawingml/2006/main" flipH="1">
            <a:off x="3144203" y="34961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1086A9-E3B0-41C6-B984-51FF4EDB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D1E8CF2-3AA1-40F2-8918-DA40220F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1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3143727" y="3496628"/>
            <a:ext cx="0" cy="154209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5736528-0C16-4264-9129-9E69E66C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349A688-0154-4019-B3B2-CE68626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4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3144203" y="50392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DBAA7AD-8F39-4B6E-BD26-41985B27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14725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it：复用">
            <a:extLst xmlns:a="http://schemas.openxmlformats.org/drawingml/2006/main">
              <a:ext uri="{FF2B5EF4-FFF2-40B4-BE49-F238E27FC236}">
                <a16:creationId xmlns:a16="http://schemas.microsoft.com/office/drawing/2014/main" id="{E4B84E51-7D64-4539-AF96-0954AF3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14725"/>
            <a:ext cx="581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hit：复用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F92B64E-F584-4F4D-86E8-E218C07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0125"/>
            <a:ext cx="26574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0" name="⑤ Serialize → 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4E33FF44-E83C-4052-9C01-CE8B6387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83870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Serialize → HcclMemcpyCtxHostToDevice</a:t>
            </a:r>
          </a:p>
        </p:txBody>
      </p:sp>
      <p:sp>
        <p:nvSpPr>
          <p:cNvPr id="121" name="资源描述复制到设备；反向导出 AICPU 主线程">
            <a:extLst xmlns:a="http://schemas.openxmlformats.org/drawingml/2006/main">
              <a:ext uri="{FF2B5EF4-FFF2-40B4-BE49-F238E27FC236}">
                <a16:creationId xmlns:a16="http://schemas.microsoft.com/office/drawing/2014/main" id="{BFB0146D-778A-4788-9BEB-C86C7F3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038725"/>
            <a:ext cx="2543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资源描述复制到设备；反向导出 AICPU 主线程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7B5BFD3-463C-43F6-957E-23EE86D2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B67C166-2BD3-4CA7-8CA0-1E99DC60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2" name=""/>
          <p:cNvCxnSpPr>
            <a:stCxn xmlns:a="http://schemas.openxmlformats.org/drawingml/2006/main" id="122" idx="3"/>
            <a:endCxn xmlns:a="http://schemas.openxmlformats.org/drawingml/2006/main" id="123" idx="1"/>
          </p:cNvCxnSpPr>
          <p:nvPr/>
        </p:nvCxnSpPr>
        <p:spPr>
          <a:xfrm xmlns:a="http://schemas.openxmlformats.org/drawingml/2006/main">
            <a:off x="3363278" y="48582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E254FD5-4B24-4A6D-A8EB-02C7ED33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767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HcclEngineCtxCreate → HcclEngineCtxCopy〔C1〕">
            <a:extLst xmlns:a="http://schemas.openxmlformats.org/drawingml/2006/main">
              <a:ext uri="{FF2B5EF4-FFF2-40B4-BE49-F238E27FC236}">
                <a16:creationId xmlns:a16="http://schemas.microsoft.com/office/drawing/2014/main" id="{FC2E1F98-6430-4455-8C6B-6D7CA69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767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→ HcclEngineCtxCopy〔C1〕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881FC68-8F90-4C28-9B56-AF698680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09AC076-A884-4B54-9C58-B3809B5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7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3363278" y="513445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BD98F63-63CF-4A7E-9FB7-62BD280D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5300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cclThreadExportToCommEngine〔C1〕">
            <a:extLst xmlns:a="http://schemas.openxmlformats.org/drawingml/2006/main">
              <a:ext uri="{FF2B5EF4-FFF2-40B4-BE49-F238E27FC236}">
                <a16:creationId xmlns:a16="http://schemas.microsoft.com/office/drawing/2014/main" id="{8EDC338E-D635-48AC-A0B0-8F72B21E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5300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A730735-2605-4E16-ADDC-CACE652B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53050"/>
            <a:ext cx="2838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3" name="⑥ 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6210DC1A-D38A-4B7A-B5BD-CB5FBBE9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3816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HcclAicpuKernelEntranceLaunch</a:t>
            </a:r>
          </a:p>
        </p:txBody>
      </p:sp>
      <p:sp>
        <p:nvSpPr>
          <p:cNvPr id="134" name="提交 Host-ready，再调用 AicpuKernelLaunch">
            <a:extLst xmlns:a="http://schemas.openxmlformats.org/drawingml/2006/main">
              <a:ext uri="{FF2B5EF4-FFF2-40B4-BE49-F238E27FC236}">
                <a16:creationId xmlns:a16="http://schemas.microsoft.com/office/drawing/2014/main" id="{E831593B-793D-44EB-8BDF-45753D6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581650"/>
            <a:ext cx="2724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 Host-ready，再调用 AicpuKernelLaunch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6E1A194-6E11-42D4-9B19-3444FED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ED95164-78BA-4B16-B137-420C247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5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3363278" y="5382102"/>
            <a:ext cx="626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3C04838-3F3C-4A4B-83CC-077B2F6E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00650"/>
            <a:ext cx="2352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9C10D07B-0D19-4505-AA9B-8A46453F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0650"/>
            <a:ext cx="2314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40" name="输入就绪 → AICPU Wait 消费">
            <a:extLst xmlns:a="http://schemas.openxmlformats.org/drawingml/2006/main">
              <a:ext uri="{FF2B5EF4-FFF2-40B4-BE49-F238E27FC236}">
                <a16:creationId xmlns:a16="http://schemas.microsoft.com/office/drawing/2014/main" id="{FE976246-0EE8-4C4F-AA11-871F7AE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410200"/>
            <a:ext cx="2276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 → AICPU Wait 消费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74E7302-7B77-4D54-BC04-FF0E3644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0244578-25E2-4181-B99A-4945270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1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3334703" y="5744052"/>
            <a:ext cx="83905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5E2441F-3B11-4012-9125-9E1DDA64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543550"/>
            <a:ext cx="17811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5" name="aclrtBinaryGetFunction&#10;aclrtKernelArgsInit / Append&#10;acl">
            <a:extLst xmlns:a="http://schemas.openxmlformats.org/drawingml/2006/main">
              <a:ext uri="{FF2B5EF4-FFF2-40B4-BE49-F238E27FC236}">
                <a16:creationId xmlns:a16="http://schemas.microsoft.com/office/drawing/2014/main" id="{59AD97CF-E383-447B-8C90-4399AEED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72125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aclrtKernelArgsInit / Append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A20D349-8D96-429E-A8B5-B01DD366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115050"/>
            <a:ext cx="1781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7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90B36CFC-E300-4086-A6CF-15ADB7EA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143625"/>
            <a:ext cx="1666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149FE76-C3B4-43A3-BB19-B1FDF823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772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7FBF8C9-66C3-4882-B05E-F5930960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21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8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1754327" y="5773103"/>
            <a:ext cx="0" cy="4467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1" name="OpParam + varData + resCtx 指针">
            <a:extLst xmlns:a="http://schemas.openxmlformats.org/drawingml/2006/main">
              <a:ext uri="{FF2B5EF4-FFF2-40B4-BE49-F238E27FC236}">
                <a16:creationId xmlns:a16="http://schemas.microsoft.com/office/drawing/2014/main" id="{40C7D306-29D4-4587-B966-8F33FE47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781675"/>
            <a:ext cx="342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OpParam + varData + resCtx 指针</a:t>
            </a:r>
          </a:p>
        </p:txBody>
      </p:sp>
      <p:sp>
        <p:nvSpPr>
          <p:cNvPr id="152" name="HcclThreadResGetInfo 可选查询 stream">
            <a:extLst xmlns:a="http://schemas.openxmlformats.org/drawingml/2006/main">
              <a:ext uri="{FF2B5EF4-FFF2-40B4-BE49-F238E27FC236}">
                <a16:creationId xmlns:a16="http://schemas.microsoft.com/office/drawing/2014/main" id="{3F8B8119-5D10-4A2A-B7F3-8E200423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6000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HcclThreadResGetInfo 可选查询 stream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E0435F6-8C46-4BB6-8EC3-A52AE7A1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57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4" name="⑦ 发射后：把完成 Wait 排入用户流">
            <a:extLst xmlns:a="http://schemas.openxmlformats.org/drawingml/2006/main">
              <a:ext uri="{FF2B5EF4-FFF2-40B4-BE49-F238E27FC236}">
                <a16:creationId xmlns:a16="http://schemas.microsoft.com/office/drawing/2014/main" id="{94A7C48B-E2D9-4A1F-A150-75765A84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08647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⑦ 发射后：把完成 Wait 排入用户流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BE83452-246E-4175-B67A-17B4D6A9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625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768099D-FE98-475C-8943-453ED73A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25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5" name=""/>
          <p:cNvCxnSpPr>
            <a:stCxn xmlns:a="http://schemas.openxmlformats.org/drawingml/2006/main" id="155" idx="3"/>
            <a:endCxn xmlns:a="http://schemas.openxmlformats.org/drawingml/2006/main" id="156" idx="1"/>
          </p:cNvCxnSpPr>
          <p:nvPr/>
        </p:nvCxnSpPr>
        <p:spPr>
          <a:xfrm xmlns:a="http://schemas.openxmlformats.org/drawingml/2006/main">
            <a:off x="3363278" y="6258402"/>
            <a:ext cx="626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6D9F592-0D50-4426-8EB3-EB289CB4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6076950"/>
            <a:ext cx="2352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HcommThreadNotifyWaitOnThread*">
            <a:extLst xmlns:a="http://schemas.openxmlformats.org/drawingml/2006/main">
              <a:ext uri="{FF2B5EF4-FFF2-40B4-BE49-F238E27FC236}">
                <a16:creationId xmlns:a16="http://schemas.microsoft.com/office/drawing/2014/main" id="{310103BC-C7A3-40D2-BA6E-9E7EE07C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6076950"/>
            <a:ext cx="2314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HcommThreadNotifyWaitOnThread*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49241E6-10FC-40CA-9DBF-35CA4ED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648325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61" name="两次 Thread 导出服务于相反方向：&#10;Host-ready 发给 AICPU；完成发给 Host。">
            <a:extLst xmlns:a="http://schemas.openxmlformats.org/drawingml/2006/main">
              <a:ext uri="{FF2B5EF4-FFF2-40B4-BE49-F238E27FC236}">
                <a16:creationId xmlns:a16="http://schemas.microsoft.com/office/drawing/2014/main" id="{28CF9D0C-24BE-41D1-BB2E-ADBA2BDD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6959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两次 Thread 导出服务于相反方向：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Host-ready 发给 AICPU；完成发给 Host。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1828DB7-273E-4096-A02E-B2822125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318D639-8F36-4C96-8141-1FD710AF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2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5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3F626B6B-30A6-4419-AFDF-116F1447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1A2CBA6-4BF6-48FC-9ACB-1000C1C7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E88F303-3726-4ECA-9263-D99558E2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6" name=""/>
          <p:cNvCxnSpPr>
            <a:stCxn xmlns:a="http://schemas.openxmlformats.org/drawingml/2006/main" id="166" idx="3"/>
            <a:endCxn xmlns:a="http://schemas.openxmlformats.org/drawingml/2006/main" id="167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69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012C9199-BF57-4E8A-8650-0B92874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5810E91-7F64-4442-9908-B5A4361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FA32DD6-DF9F-464B-BDD3-7513FF22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0" name=""/>
          <p:cNvCxnSpPr>
            <a:stCxn xmlns:a="http://schemas.openxmlformats.org/drawingml/2006/main" id="170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73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409DAD24-9E54-4F26-ADDF-B233B896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74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136B7ED3-FE6B-4D47-A86F-171D3647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583900E-BE1F-43AA-9B67-E32F575A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E951A38-8937-4AD3-AD37-D6C6A185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5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78" name="* 默认超时 / 显式超时二选一。Hccl 前缀也可能是 HCOMM 接口。源码：all_to_all_v.c">
            <a:extLst xmlns:a="http://schemas.openxmlformats.org/drawingml/2006/main">
              <a:ext uri="{FF2B5EF4-FFF2-40B4-BE49-F238E27FC236}">
                <a16:creationId xmlns:a16="http://schemas.microsoft.com/office/drawing/2014/main" id="{58F6790D-4794-4FE9-9E41-60D61C48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* 默认超时 / 显式超时二选一。Hccl 前缀也可能是 HCOMM 接口。源码：all_to_all_v.cc；op_common.cc:780,1005,1135,1285–2091；order_launch.cc。</a:t>
            </a:r>
          </a:p>
        </p:txBody>
      </p:sp>
    </p:spTree>
    <p:extLst>
      <p:ext uri="{BB962C8B-B14F-4D97-AF65-F5344CB8AC3E}">
        <p14:creationId xmlns:p14="http://schemas.microsoft.com/office/powerpoint/2010/main" val="1798058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AICPU 侧泳道：Kernel 管生命周期，Executor 分块，Template 逐 Peer 编排">
            <a:extLst xmlns:a="http://schemas.openxmlformats.org/drawingml/2006/main">
              <a:ext uri="{FF2B5EF4-FFF2-40B4-BE49-F238E27FC236}">
                <a16:creationId xmlns:a16="http://schemas.microsoft.com/office/drawing/2014/main" id="{F94E1BC4-9095-4A25-9AA6-34EA181C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侧泳道：Kernel 管生命周期，Executor 分块，Template 逐 Peer 编排</a:t>
            </a:r>
          </a:p>
        </p:txBody>
      </p:sp>
      <p:sp>
        <p:nvSpPr>
          <p:cNvPr id="2" name="前三条泳道属于 HCCL。右侧为 HCOMM 原语执行。实线向右下钻，虚线逐层返回；全部大块结束后才发本次算子">
            <a:extLst xmlns:a="http://schemas.openxmlformats.org/drawingml/2006/main">
              <a:ext uri="{FF2B5EF4-FFF2-40B4-BE49-F238E27FC236}">
                <a16:creationId xmlns:a16="http://schemas.microsoft.com/office/drawing/2014/main" id="{06CC79D2-F5AE-4A45-9FD7-1950D8A7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前三条泳道属于 HCCL。右侧为 HCOMM 原语执行。实线向右下钻，虚线逐层返回；全部大块结束后才发本次算子的完成通知。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EB6A8B89-8859-42FE-87C2-9F3700D8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38964-5B4D-4651-98D6-DDE796E4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26670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D6E8A-1308-4DC8-831A-ADD7BB51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HCCL Kernel 入口">
            <a:extLst xmlns:a="http://schemas.openxmlformats.org/drawingml/2006/main">
              <a:ext uri="{FF2B5EF4-FFF2-40B4-BE49-F238E27FC236}">
                <a16:creationId xmlns:a16="http://schemas.microsoft.com/office/drawing/2014/main" id="{4F85A627-21D8-4437-A52E-89902B70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Kernel 入口</a:t>
            </a:r>
          </a:p>
        </p:txBody>
      </p:sp>
      <p:sp>
        <p:nvSpPr>
          <p:cNvPr id="7" name="上下文恢复 · 主流程 · 收尾">
            <a:extLst xmlns:a="http://schemas.openxmlformats.org/drawingml/2006/main">
              <a:ext uri="{FF2B5EF4-FFF2-40B4-BE49-F238E27FC236}">
                <a16:creationId xmlns:a16="http://schemas.microsoft.com/office/drawing/2014/main" id="{37372FB7-134D-4718-9CD2-CF853DDA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上下文恢复 · 主流程 · 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2359F-3156-48C7-B7B4-A18C759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76300"/>
            <a:ext cx="26670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C0383-C5E4-4B95-A62D-7E2FDFCD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763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CL Executor">
            <a:extLst xmlns:a="http://schemas.openxmlformats.org/drawingml/2006/main">
              <a:ext uri="{FF2B5EF4-FFF2-40B4-BE49-F238E27FC236}">
                <a16:creationId xmlns:a16="http://schemas.microsoft.com/office/drawing/2014/main" id="{021D8D4F-8A84-44EC-8F08-D5148570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904875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Executor</a:t>
            </a:r>
          </a:p>
        </p:txBody>
      </p:sp>
      <p:sp>
        <p:nvSpPr>
          <p:cNvPr id="11" name="资源映射 · 大块切分">
            <a:extLst xmlns:a="http://schemas.openxmlformats.org/drawingml/2006/main">
              <a:ext uri="{FF2B5EF4-FFF2-40B4-BE49-F238E27FC236}">
                <a16:creationId xmlns:a16="http://schemas.microsoft.com/office/drawing/2014/main" id="{03DAEE7A-5046-48AE-A1F5-27CF8355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11442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资源映射 · 大块切分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22CED-DEC5-438E-B3D6-44ECA1E3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76300"/>
            <a:ext cx="31908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DF9BF-1599-4D05-8573-3FA2996E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76300"/>
            <a:ext cx="3190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CL Template / Wrapper">
            <a:extLst xmlns:a="http://schemas.openxmlformats.org/drawingml/2006/main">
              <a:ext uri="{FF2B5EF4-FFF2-40B4-BE49-F238E27FC236}">
                <a16:creationId xmlns:a16="http://schemas.microsoft.com/office/drawing/2014/main" id="{B577E8F7-615F-4390-986A-DC260E59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04875"/>
            <a:ext cx="3114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Template / Wrapper</a:t>
            </a:r>
          </a:p>
        </p:txBody>
      </p:sp>
      <p:sp>
        <p:nvSpPr>
          <p:cNvPr id="15" name="通信轮次 · Peer · Channel · slice">
            <a:extLst xmlns:a="http://schemas.openxmlformats.org/drawingml/2006/main">
              <a:ext uri="{FF2B5EF4-FFF2-40B4-BE49-F238E27FC236}">
                <a16:creationId xmlns:a16="http://schemas.microsoft.com/office/drawing/2014/main" id="{32789B9D-138B-431F-9591-314B4AD9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14425"/>
            <a:ext cx="3114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通信轮次 · Peer · Channel · slice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C306B-6406-465D-97C7-6E1345C8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76300"/>
            <a:ext cx="30956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A9B92-D5EB-4769-B92A-DBF28486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76300"/>
            <a:ext cx="3095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56776137-922D-4C5C-8948-5FB33BA4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904875"/>
            <a:ext cx="3019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9" name="提交同步 / 搬运任务">
            <a:extLst xmlns:a="http://schemas.openxmlformats.org/drawingml/2006/main">
              <a:ext uri="{FF2B5EF4-FFF2-40B4-BE49-F238E27FC236}">
                <a16:creationId xmlns:a16="http://schemas.microsoft.com/office/drawing/2014/main" id="{C295F03C-16D1-4AE7-BFE7-2C49D970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114425"/>
            <a:ext cx="3019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提交同步 / 搬运任务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61942-8F0C-4ED2-8DFE-4265A6C9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A9355-D721-4E4F-B5C9-E773ABE8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0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2819877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3E0F2-9550-48CE-8196-45C9181B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71EEA-ABAC-4CC6-B883-1A818E3B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486877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ACECE-0970-4426-AB54-C229602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B5CC77-4959-4727-AAFD-AE454C9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6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77752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A7550-0D9B-4A5D-99E2-D804841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BFC8CF-12FE-4D31-A142-3464AB4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9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763852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A13173-8692-43C4-9F24-1A5F9E0A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371600"/>
            <a:ext cx="571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DFE6E-5C51-4D10-AC42-E6E0658A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657475"/>
            <a:ext cx="571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2D3099-C80E-4E82-AC8F-A5B44C8C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571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04DE40-83CC-4DF1-BA08-41C7317B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343025"/>
            <a:ext cx="5715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B1D73E-D357-4ABE-802A-B9B2B7CF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2324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7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97F44189-6028-4713-8AEC-1B439465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097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38" name="开始本次 AICPU Kernel 执行">
            <a:extLst xmlns:a="http://schemas.openxmlformats.org/drawingml/2006/main">
              <a:ext uri="{FF2B5EF4-FFF2-40B4-BE49-F238E27FC236}">
                <a16:creationId xmlns:a16="http://schemas.microsoft.com/office/drawing/2014/main" id="{50D2E1B8-DDA8-43E8-988C-80ED23FC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09725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开始本次 AICPU Kernel 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EB31D9-57E3-4815-9C09-DE0B1447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6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5FD4F8-C32E-449B-AAAF-C959F49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46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2848928" y="1467327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023991-90DE-48BF-A2C6-ABAD932C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285875"/>
            <a:ext cx="26574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commAcquireComm〔D4〕">
            <a:extLst xmlns:a="http://schemas.openxmlformats.org/drawingml/2006/main">
              <a:ext uri="{FF2B5EF4-FFF2-40B4-BE49-F238E27FC236}">
                <a16:creationId xmlns:a16="http://schemas.microsoft.com/office/drawing/2014/main" id="{26942BBA-F5E1-4E1F-AFF7-ACC3F97B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285875"/>
            <a:ext cx="2619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HcommAcquireComm〔D4〕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43E232-4F9F-45D3-831F-011CD7B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95475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5" name="DeserializeResCtx / 设备缓存">
            <a:extLst xmlns:a="http://schemas.openxmlformats.org/drawingml/2006/main">
              <a:ext uri="{FF2B5EF4-FFF2-40B4-BE49-F238E27FC236}">
                <a16:creationId xmlns:a16="http://schemas.microsoft.com/office/drawing/2014/main" id="{74D50CF4-0215-47C2-B788-35540090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240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 / 设备缓存</a:t>
            </a:r>
          </a:p>
        </p:txBody>
      </p:sp>
      <p:sp>
        <p:nvSpPr>
          <p:cNvPr id="46" name="RestoreVarDataAlltoAllV&#10;恢复 counts / displs 指针、主线程">
            <a:extLst xmlns:a="http://schemas.openxmlformats.org/drawingml/2006/main">
              <a:ext uri="{FF2B5EF4-FFF2-40B4-BE49-F238E27FC236}">
                <a16:creationId xmlns:a16="http://schemas.microsoft.com/office/drawing/2014/main" id="{B34F2DF5-88F8-400C-B1F3-46F27F23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240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counts / displs 指针、主线程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9511E4-B00A-4B51-B43D-2F5C7378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3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53DB9F-5AE5-45FD-BB7F-4DD3819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93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48928" y="193405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C6121E-80FF-4ADD-9A77-B5A8AC16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52600"/>
            <a:ext cx="26574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commBatchModeStart〔D4〕">
            <a:extLst xmlns:a="http://schemas.openxmlformats.org/drawingml/2006/main">
              <a:ext uri="{FF2B5EF4-FFF2-40B4-BE49-F238E27FC236}">
                <a16:creationId xmlns:a16="http://schemas.microsoft.com/office/drawing/2014/main" id="{B9947B88-F93F-4922-8CE1-C1E9D5CA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52600"/>
            <a:ext cx="2619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1DE000-3344-42CF-93F3-1CB6BC1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90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64FB46-7F8C-41D7-AD44-BA60A296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390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2848928" y="239125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3CCA26-B022-432F-A8F9-31D3E2ED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09800"/>
            <a:ext cx="2695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commThreadNotifyWaitOnThread*〔D3〕">
            <a:extLst xmlns:a="http://schemas.openxmlformats.org/drawingml/2006/main">
              <a:ext uri="{FF2B5EF4-FFF2-40B4-BE49-F238E27FC236}">
                <a16:creationId xmlns:a16="http://schemas.microsoft.com/office/drawing/2014/main" id="{ACB3D04A-7521-47D2-84B1-16FC420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09800"/>
            <a:ext cx="2657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HcommThreadNotifyWaitOnThread*〔D3〕</a:t>
            </a:r>
          </a:p>
        </p:txBody>
      </p:sp>
      <p:sp>
        <p:nvSpPr>
          <p:cNvPr id="57" name="OpOrchestrate：等 Host-ready 后取 Executor">
            <a:extLst xmlns:a="http://schemas.openxmlformats.org/drawingml/2006/main">
              <a:ext uri="{FF2B5EF4-FFF2-40B4-BE49-F238E27FC236}">
                <a16:creationId xmlns:a16="http://schemas.microsoft.com/office/drawing/2014/main" id="{4DC469C4-4B2C-4691-AF5E-F49E7686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95550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OpOrchestrate：等 Host-ready 后取 Executor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8F7532-E67D-4359-B1EC-058FE2F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57BB3D-6395-460D-A2A4-B393B11F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8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2848928" y="2800827"/>
            <a:ext cx="26088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D683B5-6B1C-4E35-AB54-5A18F26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2371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GetAlgExec → Orchestrate">
            <a:extLst xmlns:a="http://schemas.openxmlformats.org/drawingml/2006/main">
              <a:ext uri="{FF2B5EF4-FFF2-40B4-BE49-F238E27FC236}">
                <a16:creationId xmlns:a16="http://schemas.microsoft.com/office/drawing/2014/main" id="{F3BB121E-AEEF-4188-8A13-82495C53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Orchestrate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46B100-80BD-489E-9808-265F6B45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05125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InsV2AlltoAllVSoleExecutor">
            <a:extLst xmlns:a="http://schemas.openxmlformats.org/drawingml/2006/main">
              <a:ext uri="{FF2B5EF4-FFF2-40B4-BE49-F238E27FC236}">
                <a16:creationId xmlns:a16="http://schemas.microsoft.com/office/drawing/2014/main" id="{534BB622-F787-494C-B70A-8F075390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InsV2AlltoAllVSoleExecutor</a:t>
            </a:r>
          </a:p>
        </p:txBody>
      </p:sp>
      <p:sp>
        <p:nvSpPr>
          <p:cNvPr id="65" name="恢复 Channel 映射、counts / displs&#10;OrchestrateLoop → CalcScr">
            <a:extLst xmlns:a="http://schemas.openxmlformats.org/drawingml/2006/main">
              <a:ext uri="{FF2B5EF4-FFF2-40B4-BE49-F238E27FC236}">
                <a16:creationId xmlns:a16="http://schemas.microsoft.com/office/drawing/2014/main" id="{A694B07E-EF74-4A70-8D2C-F86AB8A3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Channel 映射、counts / displs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CalcScratchMultiple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B41DE1-8B8B-4ED0-85B2-84AF295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232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循环：每个大块">
            <a:extLst xmlns:a="http://schemas.openxmlformats.org/drawingml/2006/main">
              <a:ext uri="{FF2B5EF4-FFF2-40B4-BE49-F238E27FC236}">
                <a16:creationId xmlns:a16="http://schemas.microsoft.com/office/drawing/2014/main" id="{209AC6D4-81E1-418B-99C9-2C86034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718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循环：每个大块</a:t>
            </a:r>
          </a:p>
        </p:txBody>
      </p:sp>
      <p:sp>
        <p:nvSpPr>
          <p:cNvPr id="68" name="按 CCL scratch / 传输上限算块大小&#10;更新 processedDataCount、偏移&#10;每块调用一">
            <a:extLst xmlns:a="http://schemas.openxmlformats.org/drawingml/2006/main">
              <a:ext uri="{FF2B5EF4-FFF2-40B4-BE49-F238E27FC236}">
                <a16:creationId xmlns:a16="http://schemas.microsoft.com/office/drawing/2014/main" id="{44C36C61-FD8B-4744-910F-4358A74E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71900"/>
            <a:ext cx="2209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scratch / 传输上限算块大小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更新 processedDataCount、偏移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每块调用一次 Template::KernelRun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3BE6E1-39CC-43C4-8EBB-F06F7BB6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50A2F1-4BE1-4271-8B0E-1DBD42A3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5515928" y="3667602"/>
            <a:ext cx="31327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CA7B9-7D40-47E4-9BFC-C0892C9A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86150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KernelRun(param, dataParams, resources)">
            <a:extLst xmlns:a="http://schemas.openxmlformats.org/drawingml/2006/main">
              <a:ext uri="{FF2B5EF4-FFF2-40B4-BE49-F238E27FC236}">
                <a16:creationId xmlns:a16="http://schemas.microsoft.com/office/drawing/2014/main" id="{ECF3EBBD-A9A6-4707-B52C-421D63C0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861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KernelRun(param, dataParams, resources)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2D0670-D13E-4533-B238-A749E165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2847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5" name="KernelRun → RunALLtoALL">
            <a:extLst xmlns:a="http://schemas.openxmlformats.org/drawingml/2006/main">
              <a:ext uri="{FF2B5EF4-FFF2-40B4-BE49-F238E27FC236}">
                <a16:creationId xmlns:a16="http://schemas.microsoft.com/office/drawing/2014/main" id="{5CF1766A-500E-42B5-AB65-1138132F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38575"/>
            <a:ext cx="2733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 → RunALLtoALL</a:t>
            </a:r>
          </a:p>
        </p:txBody>
      </p:sp>
      <p:sp>
        <p:nvSpPr>
          <p:cNvPr id="76" name="CalcCommLoops；多线程 PreSyncInterThreads">
            <a:extLst xmlns:a="http://schemas.openxmlformats.org/drawingml/2006/main">
              <a:ext uri="{FF2B5EF4-FFF2-40B4-BE49-F238E27FC236}">
                <a16:creationId xmlns:a16="http://schemas.microsoft.com/office/drawing/2014/main" id="{9DDA9FB3-FEDA-4FE5-8055-6D7FD43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8600"/>
            <a:ext cx="2733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CalcCommLoops；多线程 PreSyncInterThreads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13690C7-DADB-44D0-9A19-09ADFB3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3BC1944-0564-409B-A80A-99A55084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7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8706803" y="40105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866ABB2-8C48-4188-8D01-E08D173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29050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commThreadNotifyRecord / WaitOnThread*">
            <a:extLst xmlns:a="http://schemas.openxmlformats.org/drawingml/2006/main">
              <a:ext uri="{FF2B5EF4-FFF2-40B4-BE49-F238E27FC236}">
                <a16:creationId xmlns:a16="http://schemas.microsoft.com/office/drawing/2014/main" id="{58E3C169-0EF3-4C2A-9B15-DF75CE49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29050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 / WaitOnThread*</a:t>
            </a:r>
          </a:p>
        </p:txBody>
      </p:sp>
      <p:sp>
        <p:nvSpPr>
          <p:cNvPr id="82" name="主 Thread 通知从 Thread 开始〔D3〕">
            <a:extLst xmlns:a="http://schemas.openxmlformats.org/drawingml/2006/main">
              <a:ext uri="{FF2B5EF4-FFF2-40B4-BE49-F238E27FC236}">
                <a16:creationId xmlns:a16="http://schemas.microsoft.com/office/drawing/2014/main" id="{25C11A3E-AE07-4D63-BF57-2F16849E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38600"/>
            <a:ext cx="26765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主 Thread 通知从 Thread 开始〔D3〕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BF80107-C67C-4E8F-9370-3848150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76725"/>
            <a:ext cx="28479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4" name="LocalCopyForMyRank → LocalCopy（自分片）">
            <a:extLst xmlns:a="http://schemas.openxmlformats.org/drawingml/2006/main">
              <a:ext uri="{FF2B5EF4-FFF2-40B4-BE49-F238E27FC236}">
                <a16:creationId xmlns:a16="http://schemas.microsoft.com/office/drawing/2014/main" id="{C1EF5B78-0198-4F13-AEBE-0BA5A39B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05300"/>
            <a:ext cx="2733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LocalCopy（自分片）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1EEB43-8164-4B1E-A40E-708FC24B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E546E9C-ABB6-4DC4-BA19-8630870F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5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8706803" y="44296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AF77FD3-A873-426C-97CB-C1E44593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48150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commLocalCopyOnThread〔D1〕">
            <a:extLst xmlns:a="http://schemas.openxmlformats.org/drawingml/2006/main">
              <a:ext uri="{FF2B5EF4-FFF2-40B4-BE49-F238E27FC236}">
                <a16:creationId xmlns:a16="http://schemas.microsoft.com/office/drawing/2014/main" id="{DD287E35-5C1E-4048-8DF4-038C89FF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48150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6F46C18-038F-4489-84BA-03E38839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2847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1" name="循环：通信轮次 → Peer → Channel">
            <a:extLst xmlns:a="http://schemas.openxmlformats.org/drawingml/2006/main">
              <a:ext uri="{FF2B5EF4-FFF2-40B4-BE49-F238E27FC236}">
                <a16:creationId xmlns:a16="http://schemas.microsoft.com/office/drawing/2014/main" id="{0E4A65C9-25A2-46FB-BDD7-FB8A5112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95825"/>
            <a:ext cx="2733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循环：通信轮次 → Peer → Channel</a:t>
            </a:r>
          </a:p>
        </p:txBody>
      </p:sp>
      <p:sp>
        <p:nvSpPr>
          <p:cNvPr id="92" name="CalcCommRankSetForOneLoop&#10;RunSendRecvByLoop / ByChannel">
            <a:extLst xmlns:a="http://schemas.openxmlformats.org/drawingml/2006/main">
              <a:ext uri="{FF2B5EF4-FFF2-40B4-BE49-F238E27FC236}">
                <a16:creationId xmlns:a16="http://schemas.microsoft.com/office/drawing/2014/main" id="{22AAA397-97F8-45FB-8C3F-21B43FB5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2733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RunSendRecvByLoop / ByChannel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CalcCclBuffIdx → BuildDataSlices → RunSendRecv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38E24C1-D33A-4E39-858D-0907365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57725"/>
            <a:ext cx="27527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4" name="SendRecvWrite 对应的原语顺序">
            <a:extLst xmlns:a="http://schemas.openxmlformats.org/drawingml/2006/main">
              <a:ext uri="{FF2B5EF4-FFF2-40B4-BE49-F238E27FC236}">
                <a16:creationId xmlns:a16="http://schemas.microsoft.com/office/drawing/2014/main" id="{4805ADA0-9B6B-416D-89A3-D2B50DF6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86300"/>
            <a:ext cx="2638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 对应的原语顺序</a:t>
            </a:r>
          </a:p>
        </p:txBody>
      </p:sp>
      <p:sp>
        <p:nvSpPr>
          <p:cNvPr id="95" name="Channel Record(ACK) → Wait*(ACK)〔D3〕&#10;HcommWriteOnThread">
            <a:extLst xmlns:a="http://schemas.openxmlformats.org/drawingml/2006/main">
              <a:ext uri="{FF2B5EF4-FFF2-40B4-BE49-F238E27FC236}">
                <a16:creationId xmlns:a16="http://schemas.microsoft.com/office/drawing/2014/main" id="{6848A6B1-383D-4EE9-B6EC-51E22D4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86325"/>
            <a:ext cx="2638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Record(ACK) → Wait*(ACK)〔D3〕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HcommWriteOnThread：逐非零 slice〔D1〕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Record(DATA_SIGNAL) → Wait*〔D3〕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普通内存 Write：Peer 数据先到接收端 CCL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6D4EF9B-0DB9-4B16-B9B6-B9C4406B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7FF77F5-B49D-4658-916A-E5073F2E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8563928" y="509635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9" name="PostCopy → LocalCopy">
            <a:extLst xmlns:a="http://schemas.openxmlformats.org/drawingml/2006/main">
              <a:ext uri="{FF2B5EF4-FFF2-40B4-BE49-F238E27FC236}">
                <a16:creationId xmlns:a16="http://schemas.microsoft.com/office/drawing/2014/main" id="{7FF784C8-1FCD-4D2D-AC0B-4F043990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29275"/>
            <a:ext cx="2695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D1DEDF6-EEC4-4DA4-88E7-751280E2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08941B3-1ED0-4F13-8A04-5887DACE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8706803" y="57631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599F78C-7FBA-44E8-A1B6-F862DFA0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81650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commLocalCopyOnThread：CCL → userOut">
            <a:extLst xmlns:a="http://schemas.openxmlformats.org/drawingml/2006/main">
              <a:ext uri="{FF2B5EF4-FFF2-40B4-BE49-F238E27FC236}">
                <a16:creationId xmlns:a16="http://schemas.microsoft.com/office/drawing/2014/main" id="{11ABE22F-F161-4069-A6F8-F953B81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581650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HcommLocalCopyOnThread：CCL → userOut</a:t>
            </a:r>
          </a:p>
        </p:txBody>
      </p:sp>
      <p:sp>
        <p:nvSpPr>
          <p:cNvPr id="105" name="PostSyncInterThreads：从线程汇合">
            <a:extLst xmlns:a="http://schemas.openxmlformats.org/drawingml/2006/main">
              <a:ext uri="{FF2B5EF4-FFF2-40B4-BE49-F238E27FC236}">
                <a16:creationId xmlns:a16="http://schemas.microsoft.com/office/drawing/2014/main" id="{F13AEC96-FEBD-4C12-B428-F37F4BD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83882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PostSyncInterThreads：从线程汇合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931DC7-4A36-4A32-951A-13E2F4C2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462F3DA-C278-4DD4-839B-FF9DE17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6" name=""/>
          <p:cNvCxnSpPr>
            <a:stCxn xmlns:a="http://schemas.openxmlformats.org/drawingml/2006/main" id="106" idx="1"/>
            <a:endCxn xmlns:a="http://schemas.openxmlformats.org/drawingml/2006/main" id="107" idx="3"/>
          </p:cNvCxnSpPr>
          <p:nvPr/>
        </p:nvCxnSpPr>
        <p:spPr>
          <a:xfrm xmlns:a="http://schemas.openxmlformats.org/drawingml/2006/main" flipH="1">
            <a:off x="5515928" y="6077427"/>
            <a:ext cx="31327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7BD5D12-1DA7-47B9-AEC6-DFC964E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924550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本大块返回；有剩余数据则继续 KernelRun">
            <a:extLst xmlns:a="http://schemas.openxmlformats.org/drawingml/2006/main">
              <a:ext uri="{FF2B5EF4-FFF2-40B4-BE49-F238E27FC236}">
                <a16:creationId xmlns:a16="http://schemas.microsoft.com/office/drawing/2014/main" id="{82800F33-5665-471C-939F-C9233999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9245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本大块返回；有剩余数据则继续 KernelRun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B0C1D64-A523-458E-AAD5-C622DF9C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6223134-3F06-490D-9BD3-B9F9B53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1" name=""/>
          <p:cNvCxnSpPr>
            <a:stCxn xmlns:a="http://schemas.openxmlformats.org/drawingml/2006/main" id="111" idx="1"/>
            <a:endCxn xmlns:a="http://schemas.openxmlformats.org/drawingml/2006/main" id="112" idx="3"/>
          </p:cNvCxnSpPr>
          <p:nvPr/>
        </p:nvCxnSpPr>
        <p:spPr>
          <a:xfrm xmlns:a="http://schemas.openxmlformats.org/drawingml/2006/main" flipH="1">
            <a:off x="2848928" y="6077427"/>
            <a:ext cx="260889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8697F96-F02B-4AE7-8C31-6925817D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24550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全部大块结束后返回 Kernel">
            <a:extLst xmlns:a="http://schemas.openxmlformats.org/drawingml/2006/main">
              <a:ext uri="{FF2B5EF4-FFF2-40B4-BE49-F238E27FC236}">
                <a16:creationId xmlns:a16="http://schemas.microsoft.com/office/drawing/2014/main" id="{2B95B383-A924-4909-A018-F875E98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2455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全部大块结束后返回 Kernel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B132903-5B8D-4E3A-B783-97A1E93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67400"/>
            <a:ext cx="2324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7" name="Kernel 收尾">
            <a:extLst xmlns:a="http://schemas.openxmlformats.org/drawingml/2006/main">
              <a:ext uri="{FF2B5EF4-FFF2-40B4-BE49-F238E27FC236}">
                <a16:creationId xmlns:a16="http://schemas.microsoft.com/office/drawing/2014/main" id="{1EB13851-E0EA-45D0-BC21-792B8AD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959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收尾</a:t>
            </a:r>
          </a:p>
        </p:txBody>
      </p:sp>
      <p:sp>
        <p:nvSpPr>
          <p:cNvPr id="118" name="Record 完成通知，批提交结束&#10;ReleaseComm 只释放本次使用保护">
            <a:extLst xmlns:a="http://schemas.openxmlformats.org/drawingml/2006/main">
              <a:ext uri="{FF2B5EF4-FFF2-40B4-BE49-F238E27FC236}">
                <a16:creationId xmlns:a16="http://schemas.microsoft.com/office/drawing/2014/main" id="{C933B2FE-269B-4BEF-944C-172A1635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Record 完成通知，批提交结束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ReleaseComm 只释放本次使用保护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C7E1D25-2304-41DA-BA8A-259838A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93733FB-E851-4B24-8CD2-BCA478AA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9" name=""/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2848928" y="629650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A7848ED-334E-4EA8-AFC0-ACE7AA5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6115050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完成 Record → BatchModeEnd → ReleaseComm">
            <a:extLst xmlns:a="http://schemas.openxmlformats.org/drawingml/2006/main">
              <a:ext uri="{FF2B5EF4-FFF2-40B4-BE49-F238E27FC236}">
                <a16:creationId xmlns:a16="http://schemas.microsoft.com/office/drawing/2014/main" id="{09F8BE3C-E556-4015-A04C-F1C1F899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6115050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 Record → BatchModeEnd → ReleaseComm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C8707AE-1792-4281-ACBE-9C94BBD5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286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6191">
            <a:solidFill>
              <a:srgbClr val="D9DCD8"/>
            </a:solidFill>
            <a:prstDash val="dash"/>
          </a:ln>
        </p:spPr>
      </p:sp>
      <p:sp>
        <p:nvSpPr>
          <p:cNvPr id="125" name="Kernel 内的 Task Cache 旁路">
            <a:extLst xmlns:a="http://schemas.openxmlformats.org/drawingml/2006/main">
              <a:ext uri="{FF2B5EF4-FFF2-40B4-BE49-F238E27FC236}">
                <a16:creationId xmlns:a16="http://schemas.microsoft.com/office/drawing/2014/main" id="{CD8DDA31-BE13-428D-8EA5-0F0E8C05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33725"/>
            <a:ext cx="2152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内的 Task Cache 旁路</a:t>
            </a:r>
          </a:p>
        </p:txBody>
      </p:sp>
      <p:sp>
        <p:nvSpPr>
          <p:cNvPr id="126" name="关闭：进入右侧普通编排主线&#10;hit：Execute 刷新地址并重放&#10;miss：Start → 编排 → End">
            <a:extLst xmlns:a="http://schemas.openxmlformats.org/drawingml/2006/main">
              <a:ext uri="{FF2B5EF4-FFF2-40B4-BE49-F238E27FC236}">
                <a16:creationId xmlns:a16="http://schemas.microsoft.com/office/drawing/2014/main" id="{72BCA987-BA85-4A21-B91E-CF6BCC9D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19475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关闭：进入右侧普通编排主线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hit：Execute 刷新地址并重放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重放仍需同步与数据传输任务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977BFD9-E73C-4022-A164-98EC7DA7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386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6191">
            <a:solidFill>
              <a:srgbClr val="D9DCD8"/>
            </a:solidFill>
            <a:prstDash val="dash"/>
          </a:ln>
        </p:spPr>
      </p:sp>
      <p:sp>
        <p:nvSpPr>
          <p:cNvPr id="128" name="外层分块与内层循环不同">
            <a:extLst xmlns:a="http://schemas.openxmlformats.org/drawingml/2006/main">
              <a:ext uri="{FF2B5EF4-FFF2-40B4-BE49-F238E27FC236}">
                <a16:creationId xmlns:a16="http://schemas.microsoft.com/office/drawing/2014/main" id="{D09C1BEF-FD6E-4B09-B0F8-D7AC49EA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05325"/>
            <a:ext cx="2152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外层分块与内层循环不同</a:t>
            </a:r>
          </a:p>
        </p:txBody>
      </p:sp>
      <p:sp>
        <p:nvSpPr>
          <p:cNvPr id="129" name="Executor：控制一块有多少数据&#10;Template：控制本块与哪些 Peer 交换&#10;一个大块内可有多轮通信">
            <a:extLst xmlns:a="http://schemas.openxmlformats.org/drawingml/2006/main">
              <a:ext uri="{FF2B5EF4-FFF2-40B4-BE49-F238E27FC236}">
                <a16:creationId xmlns:a16="http://schemas.microsoft.com/office/drawing/2014/main" id="{52DEC62C-AE3A-447E-AF16-B32EA664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81550"/>
            <a:ext cx="21526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Executor：控制一块有多少数据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Template：控制本块与哪些 Peer 交换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一个大块内可有多轮通信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每轮再分 Channel 与非零 slice</a:t>
            </a:r>
          </a:p>
        </p:txBody>
      </p:sp>
      <p:sp>
        <p:nvSpPr>
          <p:cNvPr id="130" name="Wait 消费通知，不发出远端请求。&#10;入队顺序与硬件完成时序要区分。">
            <a:extLst xmlns:a="http://schemas.openxmlformats.org/drawingml/2006/main">
              <a:ext uri="{FF2B5EF4-FFF2-40B4-BE49-F238E27FC236}">
                <a16:creationId xmlns:a16="http://schemas.microsoft.com/office/drawing/2014/main" id="{A5B66820-E98C-4CFF-9181-66D2426F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5297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Wait 消费通知，不发出远端请求。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入队顺序与硬件完成时序要区分。</a:t>
            </a:r>
          </a:p>
        </p:txBody>
      </p:sp>
      <p:sp>
        <p:nvSpPr>
          <p:cNvPr id="131" name="950 Write 内部下钻见备注：&#10;BaseTransportLiteImpl::Write&#10;UB 条件分支">
            <a:extLst xmlns:a="http://schemas.openxmlformats.org/drawingml/2006/main">
              <a:ext uri="{FF2B5EF4-FFF2-40B4-BE49-F238E27FC236}">
                <a16:creationId xmlns:a16="http://schemas.microsoft.com/office/drawing/2014/main" id="{98D99904-76F8-4B42-8443-F9B6B786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238750"/>
            <a:ext cx="2276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950 Write 内部下钻见备注：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UB 条件分支生成 WQE / Doorbell。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44947EE-97E1-4F07-ACB6-4DE0951F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CD052AF-82D1-4EC0-A11B-98AC7AC6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2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2AEEECBD-9821-45F8-BF32-F06C3151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70F0B6B-45C9-4F63-8002-46355168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E571E83-6419-4C93-9B9F-B8CBD1AB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6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39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9211B973-6802-4827-817E-AFF29085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6339509-ABE2-4AD3-8A22-6708A057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E879A7A-27FD-4CBF-9321-E1CF1711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0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43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CEF99A10-4809-4F24-97A4-3375378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44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719B121A-242A-4030-937A-76162BDE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0028938-7F5A-4727-A900-22A21C8D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5BC7FB7-465C-4945-8056-A7CE56D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5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48" name="原语缩写：Channel Record / Wait = HcommChannelNotifyRecordOn">
            <a:extLst xmlns:a="http://schemas.openxmlformats.org/drawingml/2006/main">
              <a:ext uri="{FF2B5EF4-FFF2-40B4-BE49-F238E27FC236}">
                <a16:creationId xmlns:a16="http://schemas.microsoft.com/office/drawing/2014/main" id="{1DB0067D-B181-4F91-90F0-B0D66C96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原语缩写：Channel Record / Wait = HcommChannelNotifyRecordOnThread / HcommChannelNotifyWaitOnThread*；Thread 同理。完整名字、分支和源码在备注。</a:t>
            </a:r>
          </a:p>
        </p:txBody>
      </p:sp>
    </p:spTree>
    <p:extLst>
      <p:ext uri="{BB962C8B-B14F-4D97-AF65-F5344CB8AC3E}">
        <p14:creationId xmlns:p14="http://schemas.microsoft.com/office/powerpoint/2010/main" val="230378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460208-059E-48CA-90D8-B2697DE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3E26-420E-40F7-824D-92EE7AC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B67C-2C2B-45CC-BF1A-35F12F2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D4D6-D9B4-41C1-9CB3-5A0FAC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3C6-6DA1-4D7C-BCBB-04419F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F27A-8B7C-4024-8E48-C68D15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784-50C4-4953-99A3-FAD863A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3DD-209F-42B5-8B82-029CD50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8468C-192A-4885-9A9A-27F0CEF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A77B-1CE4-4A3F-A9E2-5E44D1F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A8A7-4BBB-4F8C-94F8-ABDD971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18FD-D8F7-438D-871F-F4EBFE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E7C5-036C-4E13-96CD-04B4C70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02A8-6F14-4719-B06E-9FA0A95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243FD-B4B7-486A-B189-0A7407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0013-D9E6-43F2-928E-2097C1E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F2E2-4D67-48BB-B6F6-585FE48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08D3F-F4A6-4B1E-BB72-BC1E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1B2EF-BD08-4A62-A088-3A14EA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56D0-B72A-4A53-AA75-D4B16EA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144E-3895-47E4-B7B2-855F26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5719-704B-48E2-9132-59A9D20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97CF1-A8B2-46A2-8E27-A4E278B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158-EF6A-4DBC-81AA-9A0141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E7C73-66D9-43CA-A3DA-DD85468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764AD-EE58-43FC-A257-6FC381E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DB819-8A6F-4DF1-ACBA-CDF234F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30D11-9AAE-43D7-A9A9-CDE2B9E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CB36F-25CC-44B8-BB23-CFC550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EBA6D-8610-4575-BB35-068C12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351C-354B-42BE-B41A-E57E348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54C4A-56DC-47BF-919E-36F3B6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32A1B-5375-4C63-84B1-BAEF001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FF4D7-338F-430B-BE2E-A8BC6EA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91503-7FFD-4E49-BD4D-4D37DCC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D1C06-33FF-41B9-8E83-26F171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D1629-D4D7-4AF8-AFEE-75B2966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31108-DB41-463C-A079-1E81207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031F3-9C73-48EB-9763-7E6852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0C279-9432-4C19-8B18-2C58CD2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31133-0042-476A-A973-9539A890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AA2C5-82E1-4561-94FD-609ECBC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CB03B-5388-4729-8FCB-C92B29A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BB5F4A-3E0C-40D4-A058-DFE0DF7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8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0E4D78-3A1E-4212-8BFF-39F8AD4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62E73-77FD-440F-A040-463470D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36704-67F0-4D5D-8F99-4061123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78E0D-16C4-440D-987B-49973FB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5B17A-ADBD-4C14-8671-26FF1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0DA0C-A6C6-40D1-A12A-E427FAD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E57B2-634A-4C38-950A-603EB2B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6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767EC-BF9B-4EE5-877B-B9E5453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D1A49-BBE3-4381-ABFD-C660EC4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1652B3-E488-41B9-A14F-FB75766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BACD4-E66D-40CC-9301-FAD9A96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49CD-C750-40B2-A1C9-F1DC411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2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AA4BA-D165-4DC1-9A88-A6706F5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966240-2228-4E16-8D42-3558F01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08EE3-19B0-4709-B819-84FCF0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AD2418-61E8-4B17-ABC9-A24DCBA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9B6AB5-44A4-4435-A6D0-D9CC16E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66C0D-8B62-4E0B-A64C-EC41A3F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F33F0-0895-400C-8645-D805D0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4E59D4-1FD5-4CF8-9D8E-70290AC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953C2A-CB6E-47B7-92B0-F4DF0BD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EB43FA-9F3B-4196-865A-18E4EAA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4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F9E44F-6F21-4CAF-AFC9-BAEA82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8CCD8C-1D03-4700-B421-B21FEE0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522450-7330-4F7A-841C-887343F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C8933-83F7-4189-B1AB-0EF8EE0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90E0E-61D1-406C-8AF7-382CD14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4F937-B9DB-4212-9876-5D6F12C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7CDBF6-79E9-4928-B11C-9C68D4B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621F6B-4029-446C-96EA-1A0862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D4BCC4-6AA5-40E5-97C3-70BD12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F2CE6-71CD-4133-8133-D1CBBAB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B60E5C-49A2-4ED3-81B9-C87FC50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10F23-CDD6-4D5F-BA8E-65AEB85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9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E76F3E-37E5-47E8-B272-1956177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86198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DE8760-6E98-4E33-ACE4-3722F0A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621F-DC34-4E47-A210-24E6895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09BAC-C0A6-43E8-8D1B-627771A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DA2A-883B-498D-B0BE-FC60D9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614-4128-4429-806C-6F16A2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ED5A-98F7-4522-8979-062F93F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E4A4-CE70-45A1-A4A7-E583F1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4BD6-3853-4F88-82ED-1B7A8AB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9196-FF2D-445A-B0D9-4D5EA53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4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EA2F-7A38-4D5E-90FD-8F17279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97C43-AB86-458F-BE2B-91D907F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A837-31FA-4A7C-8BDA-F3C5637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31CE-717E-42D0-B05F-814463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C3EC4-8A77-4E62-96B6-A3013FD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E7B1-9B85-4FA9-9627-240F317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242A-20B0-471A-9E41-A07C71F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EADD-0FF7-4D97-A162-DD5D9F8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F4C7-50C0-46E6-9401-54BEEFE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24DE-B7D4-4AA0-A141-E8B2EF3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89615-F712-45B1-BEB3-C781C06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F426D-8D81-4B33-A7F8-7FC084C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F1A3C-7E68-4506-8563-C8F57DD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F5DAF-CD6E-42CD-AB37-2DCF27B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DACA0-C80F-4A4A-9B40-CFC8B9B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3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8F62F-7F73-41E1-95B5-67F2385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6A6F-EAF5-4E45-AB1B-5FEB264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705F8-DD55-4C33-BE5D-44B563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279B-2912-411E-B2B7-F2095CD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36910-7B37-4EB5-8E0F-F59120A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A36EF-F1C0-4C91-9D35-3479F88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BFB46-A0B2-4CF9-8FD8-DE444EF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283EB-018C-484A-9567-434789F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86352-934E-416D-BDFF-0DF2B06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2970D-1D77-4A1B-B946-6D4514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B9C27-F466-4513-AA5A-9A7A3A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E1763-EA52-4216-A3A0-2FB54E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4F0EA-D2F1-4A7A-9746-D90F21D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B777F-945F-4193-828A-722E3FD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764F6-6395-4105-9867-17B4B0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3B5CC-9CC6-43A4-AB73-72FD2B7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7211A-627A-4624-A598-691259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9EBCAB-EF84-472E-B519-7B70249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DF93C-B2CC-4E90-85F7-62123E7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7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01279-5832-479D-AFDA-3C6EA2A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05D4-2D67-4D92-AC5F-3405766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9400-354B-4430-8214-CEA899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1C632B-6538-49BE-A027-DA242D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6BB0E2-48C3-49B8-B1AD-769AA3F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3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917A6-1DBF-4E6B-AFB7-C63FCAC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A30EA-237B-4E6A-9B6B-ECE8F08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C5679-B202-412A-9288-A466C48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DBCEE4-38AB-471E-8814-C4711B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A171-F3D6-46B4-8B06-8E0B59F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133D-4DF3-48C3-BAC5-55A680D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E65DD-A638-489B-82E5-3D7A6E7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9FFBF-A724-45F1-B13C-AEAE32B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3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6D858-75CF-4E74-8803-DF8097A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5CB12-DC60-493A-A6AA-95CB11B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6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27A30D-81C3-44DA-9C2F-674A9B4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16D30-628D-47B1-BEBD-1C989AD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9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9057F-E53D-4C2B-8A26-44132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33545-B198-46A9-BBB9-5B2D88D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7A8553-5C95-4F43-8BB1-30CA5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3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AD68A5-CBDE-4185-874A-30A3D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6A967-CEBA-447C-B0A9-3D7AB95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53C40-856B-4640-9F13-9520CCF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566383-1C71-404D-8C9C-552BBEE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7EB9B-5AF6-4245-B21D-7A9D41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E09F9F-E5F1-4B4B-8211-739E497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D59FB7-F997-4F46-A9B6-0483AAF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7C265-911F-43DA-839C-8E5D12E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5845C4-D0B6-4301-ACA5-7397753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81192D-FAAF-4ECA-87EE-4462CAB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C58DC-2E1D-4D92-8D3B-BF3679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5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CFAFC6-211E-4E01-9CDE-E8060C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76031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7797B-4DA4-45F3-9923-4CBD092C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689A-BBBF-480A-93FE-68D10D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F36-42FD-497B-8F04-5319F70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F043-4DBD-4A55-86F3-06C4579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73F-B6AC-4E17-8CA9-BEDE04D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D90F-6065-4816-A112-40BB0E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0E-E3F9-49EB-8852-0ACD0D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D5B4-E896-42CB-95B0-E2EB16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F1E6-E584-4A8F-855E-43AEE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D2EB-EEDC-4C14-8122-02D6CB3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9C3CF-396D-4038-8AC3-13C647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E05F-5E79-4F21-A0EB-1C25F78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47F9-27F1-4545-AFFA-0F5746D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F8233-9C6F-4354-ABB5-12F9949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CD2B4-9E79-4D90-A22F-52DCF77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28CB-F919-4B74-A264-A7508FA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27CE8-55D7-454A-8883-7CA6B13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80A5B-F45D-4C57-B21F-3386CF6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28C72-6588-4D77-B4EE-4A19BBC4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4E0B-10E9-4F2C-B7BC-77680B2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ADE9-D36B-4E79-9B93-0824F7B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B7CE-AA51-4AC8-89C0-49A10FF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3A1B-806A-4411-8891-E6370DD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6EA6A-D10D-4143-92D5-0CBFE2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5FA72-C2EC-44C0-8EF7-A92E9A7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DF54-D8CC-49A4-A4F0-3335AA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DE53-31F0-4847-9D32-C401921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6E316-2518-4FC0-B8C1-48D885A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9A57-042D-4601-B548-8B0C229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259C-B5B0-42E6-9965-F56ABB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BE5D-1BC9-4352-B0DB-9F9A0C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C7E6D-C39B-4596-9CE9-853929F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EE266-AE49-47EC-B089-7E06CF76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F1CB8-E58D-44EE-A65A-6915B64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F3831-E30A-4CB9-91F0-673BF55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8232-7F69-4D52-AB65-4AB6448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E3C8-F55F-464C-91C1-47D2468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738D8-E20C-456A-A554-116D09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FFBAC-4B43-4269-8AD5-CB5D65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B6926-D184-454E-B3E4-7DFD880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E053D-1F7F-4A90-A05A-1B6070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0B1F2-71F3-4282-98A4-EB07EDF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8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343B8-694D-4580-B463-083E55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D378F-1310-4BE8-BCC0-73AAFF7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5E007-AF0D-47ED-BB22-732B52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212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79C219-8B32-464D-92A3-CAB7336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FCDA4-8264-4B20-9E03-0A3DE1E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5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A7B7B-0D17-4832-BFA5-0230F1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483195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27505-F7E3-4C91-8598-A4879E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1B7B-28B9-482D-ACE1-0B541C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B109-DF8E-4170-8127-ACFECE5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25DE-38D2-4EE3-AB69-9CB9FB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E04-CB80-4A97-B54A-42D5066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8102-71E5-4D0B-8BA6-F2AAAD2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E51-22E4-4FAB-8CE7-1DDCDCA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714-2127-486F-A753-8215A6E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8A20-5ACD-48F6-BFDE-2EC1A0E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A84D-1CAC-4111-A0DA-D4F5A72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8A63E-DECA-4574-A1EA-A135A45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F52C-2FAB-41E6-B571-8F7FAFC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555D-0748-4046-A57B-64C317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C22E-BCAB-4E11-8999-21F5E3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FE56-8008-4C84-ADD2-0F33F15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26C4-F4B7-4645-9B5E-10B15A4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A20D5-CBF8-4312-84D3-C871667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FC84-F6C9-4CDA-8EF8-14F1BB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93D6-9AA0-4B05-BE68-40DA875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013B-9EDB-47FF-AB70-06DB23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466A-B651-4363-A1FC-EFC5435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7DC4C-DE73-446B-B627-4EC847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4B74-76FA-48B9-AAF2-5B33EF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6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3C629-463E-452C-8B64-10854B4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83E5E-EB33-4CF7-8F2B-478B27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05C0E-A4E0-43E4-9065-91E5699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43D1-4516-42F4-9345-0418A4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01C4-2552-42C1-97AB-8D01BA8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86DF-7846-49FF-840A-35181CF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EBB0E-5133-49D6-92DE-8693A3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D3-0992-4E3F-A93A-4A96DAB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54C24-4689-4ECF-B295-8DA1DB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CEFEE-256B-4A3B-BD2C-6EDF812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68CBB-81D5-498D-871B-505A698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7AC64-430F-4308-9FEA-403DADA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2592E-C0CE-4BA7-8473-04DC06C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5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F4AF8F-2B9E-44C4-B15B-3E9740B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C0861-0CFC-4D36-9564-C9FE08B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15BBB-F7BE-4099-BB5A-5989E87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9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1D935-D1EB-4454-94AC-CB34C3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F9CF2-2F4E-40AE-8F5B-548848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2CF24-0B28-4273-B8A0-E50DB25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D9A0-42E0-4F81-BADD-C554840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DEFD5E-16F4-4D0C-9811-539B6E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C1E1B-64F1-47B8-B704-5DE63F0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4AA4D-12CC-488F-A94E-3D45BDC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99B3F-2D98-4AFE-84AC-4DB17BA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87635-91F5-448F-9FFC-D6CC231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4F5D8-E67D-469F-896A-FBEE076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149E81-626C-4E3C-A93C-46F5AE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80F87-382A-48A8-BD3E-D90641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83D6B-20E7-48C6-93D3-98C27A6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21E4F-55E8-4D2C-842C-2023F17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4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E6EC9-B98C-46AA-A558-A5D32BD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AB34C-EB2C-4204-B851-E6E0753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ED5950-85A8-4489-94FE-47658E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8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4FEE9-B1E5-489D-8CB8-3DF1136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63B0AC-7814-488C-98A6-922183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1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AC6039-3647-4B8B-A592-8B7DD67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26D1A8-68F0-4BF1-97FD-55875F6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78443-9339-4A75-90AF-92BE38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5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9C23C-E4E9-4204-BBE8-F9ECED9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F1AF58-E18A-413F-9B19-53B1F20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8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9FA60F-F992-4175-8384-EF1BA8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E6A4F5-A3A5-4FC0-99F8-7C83F01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1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87CFB8-2113-4648-9F4E-91352B3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5CA9A9-50BA-4081-9C09-8DFA51C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1C03-08D2-4F2B-99FB-73663F4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DC8B5-7AF3-42AB-A6C5-519B70B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7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A44FAF-3113-4C52-83F3-B74FAF6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A50DB2-02EC-4FE1-9B02-39F3BE6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9BBBFA-8179-44CB-8FE8-5C77799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E0789-3F84-4080-A656-ADF1F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7AF13F-D34A-4E42-B55C-F52DE9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3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64CA0-E90F-4A0E-B304-CE19E9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6578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A774-D03D-4B0A-AD79-D3E117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9EA3B-B67C-4F9D-8390-E98C8F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09E1-6109-45AF-9491-3112753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C747-E4B6-46AE-9652-534B45F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868B-EAD0-4D3C-A00D-666EECC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24C2-F1B8-48B9-A62D-BEB858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5353-F38E-4A3A-9A60-8BBA3E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8B8E-365B-4B2A-B999-F44271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C72F-97ED-45D1-A935-9D5CCA0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2BA4-DD07-4C1E-94F5-98C02B2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4F89-A250-4CF6-A91D-50016A9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4B98-E3E4-4A79-A25A-D9DDD63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81411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2026-09-27T11:47:14.0000000Z</dcterms:created>
  <dcterms:modified xsi:type="dcterms:W3CDTF">2026-09-27T11:47:14.0000000Z</dcterms:modified>
</coreProperties>
</file>