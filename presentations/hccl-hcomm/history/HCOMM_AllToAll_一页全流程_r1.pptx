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d592740cf54b88" /><Relationship Type="http://schemas.openxmlformats.org/officeDocument/2006/relationships/extended-properties" Target="/docProps/app.xml" Id="R9e2f50334f2748c3" /><Relationship Type="http://schemas.openxmlformats.org/officeDocument/2006/relationships/officeDocument" Target="/ppt/presentation.xml" Id="R993c46b5888f4b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1274a399cb4d1a"/>
  </p:sldMasterIdLst>
  <p:notesMasterIdLst>
    <p:notesMasterId xmlns:r="http://schemas.openxmlformats.org/officeDocument/2006/relationships" r:id="R0813463539b64bfd"/>
  </p:notesMasterIdLst>
  <p:sldIdLst>
    <p:sldId xmlns:r="http://schemas.openxmlformats.org/officeDocument/2006/relationships" id="256" r:id="Rc20893fc6de243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7dd2cc66448b7" /><Relationship Type="http://schemas.openxmlformats.org/officeDocument/2006/relationships/slideMaster" Target="/ppt/slideMasters/slideMaster1.xml" Id="R911274a399cb4d1a" /><Relationship Type="http://schemas.openxmlformats.org/officeDocument/2006/relationships/notesMaster" Target="/ppt/notesMasters/notesMaster1.xml" Id="R0813463539b64bfd" /><Relationship Type="http://schemas.openxmlformats.org/officeDocument/2006/relationships/presProps" Target="/ppt/presProps.xml" Id="R58c5fd81c5af4ac5" /><Relationship Type="http://schemas.openxmlformats.org/officeDocument/2006/relationships/tableStyles" Target="/ppt/tableStyles.xml" Id="Radf543872b90472f" /><Relationship Type="http://schemas.openxmlformats.org/officeDocument/2006/relationships/slide" Target="/ppt/slides/slide1.xml" Id="Rc20893fc6de243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78816852124e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800ec69864e72" /><Relationship Type="http://schemas.openxmlformats.org/officeDocument/2006/relationships/notesMaster" Target="/ppt/notesMasters/notesMaster1.xml" Id="R3eb7bdcbead4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AllToAll 一页全流程，按①至⑨阅读。左右是同一流程的连续两段，不是两种方案。每个分区内，左泳道为 HCCL 调用方，右泳道为被调 HCOMM 能力。⑤单独列明 ACL Runtime。跨泳道箭头表示调用，竖向红线表示 Host 提交后进入设备入口。图上的顺序主要表达任务生成和依赖，不能当作全局硬件完成时间。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适用条件：Ascend 950，AICPU_TS，OPBASE，多 Rank、非零数据、普通内存、普通 InsTempAlltoAllVMesh1D Write 路径。通信域和用户 stream 已存在。本图以 Host 资源缓存未命中且 Task Cache 关闭解释正常主线。没有使用插件算法、PCIe Read、多 Jetty、对称窗口或 CCU 分支。源码基线 hccl 170ddeec539b4d693028ce6e0cf5c58933e4d46d，hcomm 87ce550f8f7c584e0ed89b0ec56699553d9c332d。未执行真实设备实验。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上层调用方名称尚未确认，因此不将 STL 写成已确认源码模块。示例：4 个 Rank，各自调用 HcclAlltoAll(sendBuf,2,HCCL_DATA_TYPE_FP32,recvBuf,2,HCCL_DATA_TYPE_FP32,comm,stream)。每个 Rank 共 8 个 FP32。R0 输入 0..7，R1 输入 10..17，R2 输入 20..27，R3 输入 30..37。R0 收到各 Rank 第0份，输出 [0,1,10,11,20,21,30,31]。R0 发往R1的 [2,3] 起始于sendBuf[2]。反向R1发来 [10,11]，最终到R0 recvBuf[2]。CCL槽位是内部计算的中转位置，不可直接等同Rank编号。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GetRankSize/GetCommName/GetRankId 按不同调用点提供成员/域信息。AllToAll 借用 AllToAllV 内部框架，但 opType 仍是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SelectAicpuAlgo 的完整成员归属是 AlltoAllAutoSelector::SelectAicpuAlgo。本例小数据在对应 MESH_1D/CLOS 分支选 AicpuAllToAllSoleMeshSingleChannel。拓扑缓存未命中时按构图逻辑调用所需 RankGraph 查询，图中若干查询不是强制的唯一顺序。全部接口及含义见下方完整讲解。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先 GetAlgExec，再绑定用户 Thread 并导出，再 HcclGetAlgRes。HcclThreadExportToCommEngine 首次把 CPU_TS 用户 Thread 导出给 AICPU，供完成通知使用。ThreadAcquireWithConfig 能力不支持时，替代接口 HcclThreadAcquire 按统一通知数获取资源，两者不是顺序必调。HcclGetHcclBuffer 属于内存管理，Thread/ChannelAcquire/EngineCtx 属于通信域资源管理。缓存命中可跳过相应重建，不会免除本次数据通信。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建链完整顺序：MyRank::CreateChannels 统筹建立；BatchCreateSockets 创建控制连接；BatchCreateChannels 创建或复用端点、内存与基础通道，其中 HcommEndpointCreate 创建端点、HcommEndpointStartListen 监听、HcommMemReg 注册通信内存、HcommCollectiveChannelCreate 创建集合通信基础通道；BatchConnectChannels 通过内部 ChannelProcess::ChannelGetStatus 检查连接状态；BatchExchangeAndCheckConsistency 交换校验两端参数；FinalizeChannelsByEngine 整理 AICPU 能用的最终句柄。前述 EndpointMgr/RankPair/EndpointPair 内有缓存。不存在“每次必定全部重新创建”的假设。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BuildChannelInfo 还通过 HcclRankGraphGetEndpointInfo 查询端点带宽/Die属性，用于分片。HcclChannelGetHcclBuffer 内部以 HcommChannelGetRemoteMems 获取远端内存映射。逻辑上补齐地址属于资源准备，在序列化前完成。Serialize 对象为 AlgResourceCtxSerializable。HcclEngineCtxCreate/Copy 属通信域资源管理，复制的是元数据，不是用户输入。GetMainThreadInfo 后还会第二次 HcclThreadExportToCommEngine，把 AICPU 主Thread导出给CPU_TS，供Host就绪通知使用。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⑤ HcclAicpuKernelEntranceLaunch 调用内部 AicpuKernelLaunch。AllToAll 经这个内部函数直接调用 ACL 的BinaryGetFunction、KernelArgsInit/Append/Finalize、LaunchKernelWithConfig，不把导出 HcclAicpuKernelLaunch 错列为本例必经项。保序能力条件满足时还执行 HcclOrderLaunchToOrderStream（发射前建立顺序依赖）、HcclOrderLaunchToKernelStream（发射后衔接）、设备 HcclOrderLaunchNotifyRecord（设备入口通知）。具体语义见下方完整讲解。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⑥ Kernel 先 AcquireComm，恢复资源及变长参数，BatchModeStart，再 OpOrchestrate。OpOrchestrate 可设置资源等待/Notify超时，再排入输入依赖并取得算法执行器。HcommThreadNotifyWaitOnThread 与 HcommThreadNotifyWaitOnThreadWithDefaultTimeout（默认超时）为能力兼容替代项。Channel Wait 亦同理，由 HcommChannelNotifyWaitOnThreadWithDefaultTimeout 替代携带显式超时版本。图用不带默认后缀的代表名说明同一依赖，不表示两个依次调用。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⑦ 实际模板局部顺序：KernelRun → RunALLtoALL → CalcCommLoops → 存在从Thread时 PreSyncInterThreads → 每轮 CalcCommRankSetForOneLoop → 首轮 LocalCopyForMyRank → RunSendRecvByLoop。PreSync 是主 Record 后从 Wait。执行器 OrchestrateLoop 外层按大块循环，模板内层按轮/Peer/Channel执行。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SendRecvWrite 内 A-E 顺序为接收方向 ACK Record、发送方向 ACK Wait、非零slice Write、发送方向 DATA_SIGNAL Record、接收方向 DATA_SIGNAL Wait。第F项不在 SendRecvWrite 内，由外层模板 PostCopy → LocalCopy 包装调用 HcommLocalCopyOnThread。通知API提交任务而非CPU阻塞等待。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Write 950适配内部：UnwrapChannelHandle 解包 → AddThread 记录执行Thread → Thread::GetStreamLitePtr 取得StreamLite → BaseTransportLiteImpl::BuildLocRmaBufferLite 构造本地访问描述 → BaseTransportLiteImpl::Write 提交传输。再向下取决于Channel协议，不把某个UB分支固定推广到所有950。LocalCopy进入 Thread::LocalCopy，不等同网络远端写。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⑨ PostSync 源码先在主Thread排Wait，再给从Thread排Record。全部块完成编排后才返回Kernel，主Thread最终Record通知Host，再BatchModeEnd、ReleaseComm。Host Wait在⑤之后已提前入队。HcclAlltoAll CPU函数返回或某个Record函数返回，均不等于所有数据已到达。用户流的完成依赖满足后，后续工作才能安全使用输出。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别对照：控制面包括通信域资源管理、内存、拓扑、算子编排、底层通信资源。此链路的主要集合算法编排位于HCCL内部；底层Endpoint/CollectiveChannelCreate属于底层通信资源，MemReg属于内存。数据面用到搬运（Write/LocalCopy）、同步（Thread/Channel Notify）、执行控制（Acquire/ReleaseComm、BatchStart/End）。没有归约数值计算，没有CCU C++操作。Hccl前缀不必然代表HCCL实现，所属泳道根据源码归属而定。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完整逐函数讲解与来源（保留原分析以便演讲查询）：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>[上层调用 HCCL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[HCCL Host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[HCCL 调 HCOMM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[HCCL 调 HCOMM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[HCCL 调 HCOMM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[HCCL Host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[HCCL Host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[HCCL Host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[HCCL Host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>[HCCL Host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[HCCL 调 HCOMM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[HCCL Host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[HCCL Host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[HCCL 调 HCOMM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[HCCL Host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[HCCL 调 HCOMM 控制面 / 域资源] HcclEngineCtxGet：先查已有的拓扑上下文。命中则直接恢复已有说明。未命中才查询拓扑并保存，具体查询逐项解释在第 15 页。</a:t>
            </a:r>
          </a:p>
          <a:p xmlns:a="http://schemas.openxmlformats.org/drawingml/2006/main">
            <a:r>
              <a:t>[HCCL Host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[HCCL Host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>来源索引：entry, selector,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>[HCCL Host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[HCCL 调 HCOMM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[HCCL 调 HCOMM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[HCCL Host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[HCCL Host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[HCCL Host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[HCCL 调 HCOMM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[HCCL Host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[HCCL Host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>来源索引：common, executor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>[HCCL Host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[HCCL Host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[HCCL 调 HCOMM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[HCCL Host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[HCCL Host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[HCCL 调 HCOMM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[HCCL 调 HCOMM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[HCCL Host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[HCCL 调 HCOMM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>来源索引：common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>[HCOMM 内部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[HCOMM 内部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[HCOMM 内部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[HCOMM 内部调用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[HCOMM 内部调用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[HCOMM 内部调用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[HCOMM 内部调用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[HCOMM 内部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[HCOMM 内部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[HCOMM 内部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>来源索引：channel,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>[HCCL Host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[HCCL 调 HCOMM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[HCCL 调 HCOMM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[HCOMM 内部调用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[HCCL Host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[HCCL Host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[HCCL 调 HCOMM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[HCCL 调 HCOMM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[HCCL 调 HCOMM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>来源索引：common, channel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>[HCCL Host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[HCCL 调 HCOMM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[HCCL Host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[HCCL Host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[HCCL 调 ACL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[HCCL 调 ACL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[HCCL 调 ACL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[HCCL 调 ACL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[HCCL 调 ACL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[HCCL Host 内部函数] HcclOrderLaunchToKernelStream：完成发射后的按序同步安排。随后还要把“等待本次通信完成”的任务排入用户流，具体完成关系见第 13 页。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>来源索引：common,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>[ACL 启动 HCCL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[HCCL 调 HCOMM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[HCCL AICPU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[HCCL AICPU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[HCCL AICPU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[HCCL 调 HCOMM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[HCCL AICPU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[HCCL 调 HCOMM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[HCCL 调 HCOMM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[HCCL AICPU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开启时还有查找/录制/重放路径，见第16页。</a:t>
            </a:r>
          </a:p>
          <a:p xmlns:a="http://schemas.openxmlformats.org/drawingml/2006/main">
            <a:r>
              <a:t>来源索引：kernel,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AICPU 先确定块大小，再让主从 Thread 按顺序开始</a:t>
            </a:r>
          </a:p>
          <a:p xmlns:a="http://schemas.openxmlformats.org/drawingml/2006/main">
            <a:r>
              <a:t>[HCCL AICPU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[HCCL AICPU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[HCCL AICPU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[HCCL AICPU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[HCCL AICPU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[HCCL AICPU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[HCCL AICPU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>[HCCL 调 HCOMM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>[HCCL 调 HCOMM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>来源索引：executor,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逐个 Peer 计算：发哪一片、走哪个通道、放到哪里</a:t>
            </a:r>
          </a:p>
          <a:p xmlns:a="http://schemas.openxmlformats.org/drawingml/2006/main">
            <a:r>
              <a:t>[HCCL AICPU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[HCCL AICPU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>[HCCL 调 HCOMM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>[HCCL AICPU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[HCCL AICPU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>[HCCL AICPU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>[HCCL AICPU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>[HCCL AICPU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>[HCCL AICPU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>[HCCL AICPU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>来源索引：template,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>[HCCL 调 HCOMM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[HCCL 调 HCOMM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[HCCL 调 HCOMM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[HCCL 调 HCOMM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[HCCL 调 HCOMM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[HCCL 调 HCOMM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>来源索引：wrapper, 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所有 Peer 的任务排好后，怎样通知上层可以继续</a:t>
            </a:r>
          </a:p>
          <a:p xmlns:a="http://schemas.openxmlformats.org/drawingml/2006/main">
            <a:r>
              <a:t>[HCCL AICPU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[HCCL 调 HCOMM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[HCCL 调 HCOMM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[HCCL AICPU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[HCCL 调 HCOMM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[HCCL 调 HCOMM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[HCCL 调 HCOMM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[Host 已排入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>来源索引：kernel,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>[HCCL 调 HCOMM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[HCOMM 数据面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[HCOMM 数据面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[HCOMM 数据面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[HCOMM 传输层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[HCOMM 传输层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[HCOMM 数据面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[HCOMM 数据面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>来源索引：primitive,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>[HCCL 调 HCOMM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[HCCL 调 HCOMM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[HCCL 调 HCOMM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[HCCL 调 HCOMM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[HCCL 调 HCOMM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[HCCL 调 HCOMM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[HCCL 调 HCOMM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[HCCL 调 HCOMM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[HCCL 调 HCOMM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[HCCL 调 HCOMM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>来源索引：topo,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>[HCCL 调 HCOMM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[HCCL 调 HCOMM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[HCCL 调 HCOMM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[HCCL 调 HCOMM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[HCCL 调 HCOMM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[HCCL 调 HCOMM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[HCCL 调 HCOMM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[HCCL 调 HCOMM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[HCCL 调 HCOMM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>来源索引：common, 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文件：hccl/src/ops/all_to_all_v/all_to_all_v.cc:23–80,410–420,641–850；hccl/src/ops/all_to_all_v/selector/alltoall_auto_selector.cc:131–188；hccl/src/ops/op_common/op_common.cc:780–918,1005–1214,1285–1429,1670–1845,2000–2091；hcomm/src/coll_communicator_mgr/resource_mgr/local/my_rank/my_rank.cc:675–850,1228–1303；hcomm/src/base_comm/resources/endpoint_pairs/endpoint_pair.cc:199；hcomm/src/coll_communicator_mgr/resource_mgr/local/my_rank/endpoints/endpoint_mgr.cc:138；hccl/src/ops/op_common/algorithm/template/aicpu/kernel_launch.cc:276–327,348–628,912–950；hccl/src/ops/all_to_all_v/algorithm/executor/ins_v2_all_to_all_v_sole_executor.cc:113–380,562；hccl/src/ops/all_to_all_v/algorithm/template/aicpu/ins_temp_all_to_all_v_mesh_1D.cc:167–420；hccl/src/ops/op_common/algorithm/template/wrapper/alg_data_trans_wrapper.cc:428–472,880,1010–1080；hccl/src/common/hcomm_dlsym/hcomm_primitives_dl.cc:176；hcomm/src/base_comm/primitives/api_c_adpt/aicpu_ts_primitives_c_adpt.cc:495–535,1118；hcomm/include/hccl/hccl_rank_graph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9aec129c0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bda8fbcb4a44d1" /><Relationship Type="http://schemas.openxmlformats.org/officeDocument/2006/relationships/slideLayout" Target="/ppt/slideLayouts/slideLayout1.xml" Id="R01aa9069cccc44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a9069cccc44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416aacdaf417e" /><Relationship Type="http://schemas.openxmlformats.org/officeDocument/2006/relationships/notesSlide" Target="/ppt/notesSlides/notesSlide1.xml" Id="R1b715795d5ca45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9" name="AllToAll 跨层执行全流程">
            <a:extLst xmlns:a="http://schemas.openxmlformats.org/drawingml/2006/main">
              <a:ext uri="{FF2B5EF4-FFF2-40B4-BE49-F238E27FC236}">
                <a16:creationId xmlns:a16="http://schemas.microsoft.com/office/drawing/2014/main" id="{0074E97D-43F6-491D-9990-509488F6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跨层执行全流程</a:t>
            </a:r>
          </a:p>
        </p:txBody>
      </p:sp>
      <p:sp>
        <p:nvSpPr>
          <p:cNvPr id="2" name="Ascend 950 / AICPU_TS / 单算子 OPBASE / 普通 Mesh Write">
            <a:extLst xmlns:a="http://schemas.openxmlformats.org/drawingml/2006/main">
              <a:ext uri="{FF2B5EF4-FFF2-40B4-BE49-F238E27FC236}">
                <a16:creationId xmlns:a16="http://schemas.microsoft.com/office/drawing/2014/main" id="{AB40800E-6917-4FA8-BA94-C5054FEA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5300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单算子 OPBASE / 普通 Mesh Write</a:t>
            </a:r>
          </a:p>
        </p:txBody>
      </p:sp>
      <p:sp>
        <p:nvSpPr>
          <p:cNvPr id="3" name="读图：左侧①–⑤向下，再接右侧⑥–⑨向下">
            <a:extLst xmlns:a="http://schemas.openxmlformats.org/drawingml/2006/main">
              <a:ext uri="{FF2B5EF4-FFF2-40B4-BE49-F238E27FC236}">
                <a16:creationId xmlns:a16="http://schemas.microsoft.com/office/drawing/2014/main" id="{98CCE3A5-471D-4184-B555-087F47A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5300"/>
            <a:ext cx="4067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读图：左侧①–⑤向下，再接右侧⑥–⑨向下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7C262-EB22-4EBF-B5AB-3C9FD412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42950"/>
            <a:ext cx="5734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" name="Host：接收请求、准备资源、提交设备任务">
            <a:extLst xmlns:a="http://schemas.openxmlformats.org/drawingml/2006/main">
              <a:ext uri="{FF2B5EF4-FFF2-40B4-BE49-F238E27FC236}">
                <a16:creationId xmlns:a16="http://schemas.microsoft.com/office/drawing/2014/main" id="{41DC2BB2-03E5-4A92-8C77-9329A63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62000"/>
            <a:ext cx="557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Host：接收请求、准备资源、提交设备任务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1E494-3EFD-4820-BE48-B7D6040D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742950"/>
            <a:ext cx="58007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" name="AICPU：展开算法，HCOMM：执行同步与搬运">
            <a:extLst xmlns:a="http://schemas.openxmlformats.org/drawingml/2006/main">
              <a:ext uri="{FF2B5EF4-FFF2-40B4-BE49-F238E27FC236}">
                <a16:creationId xmlns:a16="http://schemas.microsoft.com/office/drawing/2014/main" id="{1FD4792D-1A23-44FF-BCF5-8CF3A36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762000"/>
            <a:ext cx="5629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AICPU：展开算法，HCOMM：执行同步与搬运</a:t>
            </a:r>
          </a:p>
        </p:txBody>
      </p:sp>
      <p:sp>
        <p:nvSpPr>
          <p:cNvPr id="8" name="HCCL Host（调度与资源组织）">
            <a:extLst xmlns:a="http://schemas.openxmlformats.org/drawingml/2006/main">
              <a:ext uri="{FF2B5EF4-FFF2-40B4-BE49-F238E27FC236}">
                <a16:creationId xmlns:a16="http://schemas.microsoft.com/office/drawing/2014/main" id="{C754BA84-D217-4F01-9236-906F392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9906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Host（调度与资源组织）</a:t>
            </a:r>
          </a:p>
        </p:txBody>
      </p:sp>
      <p:sp>
        <p:nvSpPr>
          <p:cNvPr id="9" name="HCOMM（返回资源 / 状态 / 地址）">
            <a:extLst xmlns:a="http://schemas.openxmlformats.org/drawingml/2006/main">
              <a:ext uri="{FF2B5EF4-FFF2-40B4-BE49-F238E27FC236}">
                <a16:creationId xmlns:a16="http://schemas.microsoft.com/office/drawing/2014/main" id="{6CB36CA4-73EE-4B83-8997-006B077C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90600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HCOMM（返回资源 / 状态 / 地址）</a:t>
            </a:r>
          </a:p>
        </p:txBody>
      </p:sp>
      <p:sp>
        <p:nvSpPr>
          <p:cNvPr id="10" name="HCCL AICPU（算法编排）">
            <a:extLst xmlns:a="http://schemas.openxmlformats.org/drawingml/2006/main">
              <a:ext uri="{FF2B5EF4-FFF2-40B4-BE49-F238E27FC236}">
                <a16:creationId xmlns:a16="http://schemas.microsoft.com/office/drawing/2014/main" id="{5E2D3677-EED1-4B13-9E8E-ED2B2476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90600"/>
            <a:ext cx="2628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AICPU（算法编排）</a:t>
            </a:r>
          </a:p>
        </p:txBody>
      </p:sp>
      <p:sp>
        <p:nvSpPr>
          <p:cNvPr id="11" name="HCOMM 数据面（任务入队）">
            <a:extLst xmlns:a="http://schemas.openxmlformats.org/drawingml/2006/main">
              <a:ext uri="{FF2B5EF4-FFF2-40B4-BE49-F238E27FC236}">
                <a16:creationId xmlns:a16="http://schemas.microsoft.com/office/drawing/2014/main" id="{8DEAB0DB-46D0-4222-B0B8-89342803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90600"/>
            <a:ext cx="2781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数据面（任务入队）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596C9-570B-4099-A971-6202071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6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D8978-9604-449B-B9C1-30028C7B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00852" y="1163003"/>
            <a:ext cx="0" cy="43710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CDFD9"/>
            </a:solidFill>
            <a:prstDash val="dash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790B2-DC56-4AB1-A158-F8667A3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6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5E87B-2685-4C8F-9D4A-5A78E09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4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020652" y="1163003"/>
            <a:ext cx="0" cy="49806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DCDFD9"/>
            </a:solidFill>
            <a:prstDash val="dash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B88CC-AECC-43DF-A2A3-5A74AAE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620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9" name="①  上层调用方下发 AllToAll，HCCL 整理请求">
            <a:extLst xmlns:a="http://schemas.openxmlformats.org/drawingml/2006/main">
              <a:ext uri="{FF2B5EF4-FFF2-40B4-BE49-F238E27FC236}">
                <a16:creationId xmlns:a16="http://schemas.microsoft.com/office/drawing/2014/main" id="{FE1095AF-1739-48D1-9C67-6D049DE3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715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 上层调用方下发 AllToAll，HCCL 整理请求</a:t>
            </a:r>
          </a:p>
        </p:txBody>
      </p:sp>
      <p:sp>
        <p:nvSpPr>
          <p:cNvPr id="2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0645FFE-15BD-47CD-A0DC-1AE42ED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36207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每个 Rank 向各 Rank 发送等长数据</a:t>
            </a:r>
          </a:p>
        </p:txBody>
      </p:sp>
      <p:sp>
        <p:nvSpPr>
          <p:cNvPr id="2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8D22EEA-2FD4-4661-A4C4-F2AA6BD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47923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检查指针、类型和数量</a:t>
            </a:r>
          </a:p>
        </p:txBody>
      </p:sp>
      <p:sp>
        <p:nvSpPr>
          <p:cNvPr id="2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7D5C453-9409-48CF-B33A-53F33B4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96390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生成每个 Rank 的数量和位移</a:t>
            </a:r>
          </a:p>
        </p:txBody>
      </p:sp>
      <p:sp>
        <p:nvSpPr>
          <p:cNvPr id="2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90E70EE-6DC8-421C-B989-6AD77F1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713548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复用非原地 AllToAllV 实现</a:t>
            </a:r>
          </a:p>
        </p:txBody>
      </p:sp>
      <p:sp>
        <p:nvSpPr>
          <p:cNvPr id="2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214F04E-7501-4F21-B30B-7FE0D73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83070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组织参数与调度</a:t>
            </a:r>
          </a:p>
        </p:txBody>
      </p:sp>
      <p:sp>
        <p:nvSpPr>
          <p:cNvPr id="2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1B02BFE-373C-4D56-A1DD-4FEC8197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4786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封装地址、数量、流</a:t>
            </a:r>
          </a:p>
        </p:txBody>
      </p:sp>
      <p:sp>
        <p:nvSpPr>
          <p:cNvPr id="26" name="控制面：成员拓扑 / 通信域信息">
            <a:extLst xmlns:a="http://schemas.openxmlformats.org/drawingml/2006/main">
              <a:ext uri="{FF2B5EF4-FFF2-40B4-BE49-F238E27FC236}">
                <a16:creationId xmlns:a16="http://schemas.microsoft.com/office/drawing/2014/main" id="{AC9D714C-1ADC-466E-8FEC-6A0DD6E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620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控制面：成员拓扑 / 通信域信息</a:t>
            </a:r>
          </a:p>
        </p:txBody>
      </p:sp>
      <p:sp>
        <p:nvSpPr>
          <p:cNvPr id="2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56768FD-3935-43C5-B458-FDC7020C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04950"/>
            <a:ext cx="27051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取得成员数，本例为 4</a:t>
            </a:r>
          </a:p>
        </p:txBody>
      </p:sp>
      <p:sp>
        <p:nvSpPr>
          <p:cNvPr id="2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42DCF91-96B7-4B82-850F-A662EB3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30680"/>
            <a:ext cx="27051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取得域名，用于资源查找</a:t>
            </a:r>
          </a:p>
        </p:txBody>
      </p:sp>
      <p:sp>
        <p:nvSpPr>
          <p:cNvPr id="2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9D57725-CC5B-4590-9D66-9B6BCED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6410"/>
            <a:ext cx="2705100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7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取得本端编号，本例为 0</a:t>
            </a:r>
          </a:p>
        </p:txBody>
      </p:sp>
      <p:sp>
        <p:nvSpPr>
          <p:cNvPr id="30" name="数量 [2,2,2,2]，位移 [0,2,4,6]（元素）&#10;仍为 ALLTOALL，内部借用 AllToAllV 框架">
            <a:extLst xmlns:a="http://schemas.openxmlformats.org/drawingml/2006/main">
              <a:ext uri="{FF2B5EF4-FFF2-40B4-BE49-F238E27FC236}">
                <a16:creationId xmlns:a16="http://schemas.microsoft.com/office/drawing/2014/main" id="{0FDC0F82-90EF-40EA-B31F-E372A605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145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数量 [2,2,2,2]，位移 [0,2,4,6]（元素）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仍为 ALLTOALL，内部借用 AllToAllV 框架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DBEAE-5A2B-479E-B530-5E5906C8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8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67368-CE50-48FA-BCE2-F3171EE8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8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915603" y="15816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4" name="查询">
            <a:extLst xmlns:a="http://schemas.openxmlformats.org/drawingml/2006/main">
              <a:ext uri="{FF2B5EF4-FFF2-40B4-BE49-F238E27FC236}">
                <a16:creationId xmlns:a16="http://schemas.microsoft.com/office/drawing/2014/main" id="{82742B12-6039-41DC-8CB3-9785BA9B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5732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8E1CF7-4A96-4E55-9944-4518FAD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288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6" name="②  读取展开配置和拓扑，选定普通 Mesh 算法">
            <a:extLst xmlns:a="http://schemas.openxmlformats.org/drawingml/2006/main">
              <a:ext uri="{FF2B5EF4-FFF2-40B4-BE49-F238E27FC236}">
                <a16:creationId xmlns:a16="http://schemas.microsoft.com/office/drawing/2014/main" id="{C414D4CB-F6A0-4071-8180-106D2B94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383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 读取展开配置和拓扑，选定普通 Mesh 算法</a:t>
            </a:r>
          </a:p>
        </p:txBody>
      </p:sp>
      <p:sp>
        <p:nvSpPr>
          <p:cNvPr id="3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CAFCBE6-F08C-4B1F-A100-ADB81C0A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42887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判断采用 AICPU_TS</a:t>
            </a:r>
          </a:p>
        </p:txBody>
      </p:sp>
      <p:sp>
        <p:nvSpPr>
          <p:cNvPr id="3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6545BEA-E3B8-4570-BD23-9CD2FFE5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54603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进入算法选择与分发</a:t>
            </a:r>
          </a:p>
        </p:txBody>
      </p:sp>
      <p:sp>
        <p:nvSpPr>
          <p:cNvPr id="3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F970C0A-CB38-497F-A80E-D9593CA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663190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综合拓扑、数据量与配置</a:t>
            </a:r>
          </a:p>
        </p:txBody>
      </p:sp>
      <p:sp>
        <p:nvSpPr>
          <p:cNvPr id="4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E8D9A31-1967-4E05-BFC2-6BB9878D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780348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取得拓扑上下文</a:t>
            </a:r>
          </a:p>
        </p:txBody>
      </p:sp>
      <p:sp>
        <p:nvSpPr>
          <p:cNvPr id="4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2753B34-F9FA-40D8-AFD8-B1F8E54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897505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选定 Mesh 单 Channel 算法</a:t>
            </a:r>
          </a:p>
        </p:txBody>
      </p:sp>
      <p:sp>
        <p:nvSpPr>
          <p:cNvPr id="4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60D2675-C711-4CE5-94B7-80FF095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014663"/>
            <a:ext cx="2638425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准备执行所需资源</a:t>
            </a:r>
          </a:p>
        </p:txBody>
      </p:sp>
      <p:sp>
        <p:nvSpPr>
          <p:cNvPr id="4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79F3A37-EAF0-4960-BD93-A44876B9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读取通信域配置</a:t>
            </a:r>
          </a:p>
        </p:txBody>
      </p:sp>
      <p:sp>
        <p:nvSpPr>
          <p:cNvPr id="4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B04704A-DA73-42F5-8204-9B983E65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6033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能力支持时检查域状态</a:t>
            </a:r>
          </a:p>
        </p:txBody>
      </p:sp>
      <p:sp>
        <p:nvSpPr>
          <p:cNvPr id="4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078FB50-1430-4E0B-9E90-93A003B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3190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查找可复用的拓扑上下文</a:t>
            </a:r>
          </a:p>
        </p:txBody>
      </p:sp>
      <p:sp>
        <p:nvSpPr>
          <p:cNvPr id="4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622A347-AE25-4F25-A658-687E4CC3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0348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查询网络层</a:t>
            </a:r>
          </a:p>
        </p:txBody>
      </p:sp>
      <p:sp>
        <p:nvSpPr>
          <p:cNvPr id="4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35C24C7-06F1-4838-84FC-75ED25A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7505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查询分层成员</a:t>
            </a:r>
          </a:p>
        </p:txBody>
      </p:sp>
      <p:sp>
        <p:nvSpPr>
          <p:cNvPr id="4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DAF0B57-096E-4F59-9FF7-56160AF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14663"/>
            <a:ext cx="270510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 Rank 间链路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91D201-E85E-456E-B450-4E21B95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C4F056-B512-4775-9821-912CC9B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915603" y="26484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2" name="查询">
            <a:extLst xmlns:a="http://schemas.openxmlformats.org/drawingml/2006/main">
              <a:ext uri="{FF2B5EF4-FFF2-40B4-BE49-F238E27FC236}">
                <a16:creationId xmlns:a16="http://schemas.microsoft.com/office/drawing/2014/main" id="{3D34F95B-25E9-4E0C-A77B-D8167A23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AA8FA6-EB79-48E8-AFE1-D342E567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94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③  绑定用户流，申请 Thread / Buffer / Channel 并建链">
            <a:extLst xmlns:a="http://schemas.openxmlformats.org/drawingml/2006/main">
              <a:ext uri="{FF2B5EF4-FFF2-40B4-BE49-F238E27FC236}">
                <a16:creationId xmlns:a16="http://schemas.microsoft.com/office/drawing/2014/main" id="{EA554D7F-386E-4854-8CC6-0A64B037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289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 绑定用户流，申请 Thread / Buffer / Channel 并建链</a:t>
            </a:r>
          </a:p>
        </p:txBody>
      </p:sp>
      <p:sp>
        <p:nvSpPr>
          <p:cNvPr id="5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6545163-2393-4997-A1DE-26EA56B2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41947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按算法名取得执行器</a:t>
            </a:r>
          </a:p>
        </p:txBody>
      </p:sp>
      <p:sp>
        <p:nvSpPr>
          <p:cNvPr id="5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9594C77-5042-45DD-A974-54E45E2D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53568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获取或复用算法资源</a:t>
            </a:r>
          </a:p>
        </p:txBody>
      </p:sp>
      <p:sp>
        <p:nvSpPr>
          <p:cNvPr id="5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9A00A95-AE61-41C9-8F3D-08BA4C31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65188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读取算法属性</a:t>
            </a:r>
          </a:p>
        </p:txBody>
      </p:sp>
      <p:sp>
        <p:nvSpPr>
          <p:cNvPr id="5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15F64E6-1189-43A9-A7F1-7A4905C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76809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判断能否复用已存资源</a:t>
            </a:r>
          </a:p>
        </p:txBody>
      </p:sp>
      <p:sp>
        <p:nvSpPr>
          <p:cNvPr id="5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A022DA1-F80A-4B10-960E-E5F0B8A2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88429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构造算法通信分组</a:t>
            </a:r>
          </a:p>
        </p:txBody>
      </p:sp>
      <p:sp>
        <p:nvSpPr>
          <p:cNvPr id="6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6A2F04D-3F28-43CE-8243-19BE5BF5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0050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 Thread、通知槽和 Channel 需求</a:t>
            </a:r>
          </a:p>
        </p:txBody>
      </p:sp>
      <p:sp>
        <p:nvSpPr>
          <p:cNvPr id="6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31FE3C8-B87F-4DE7-931A-52E1196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11670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 AICPU 资源准备</a:t>
            </a:r>
          </a:p>
        </p:txBody>
      </p:sp>
      <p:sp>
        <p:nvSpPr>
          <p:cNvPr id="6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06FA2D2-0294-43D0-92CC-9DC03AD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23291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按需求清单申请</a:t>
            </a:r>
          </a:p>
        </p:txBody>
      </p:sp>
      <p:sp>
        <p:nvSpPr>
          <p:cNvPr id="6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3181345-A686-4599-9A6F-8807655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34911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组织主从通信任务队列</a:t>
            </a:r>
          </a:p>
        </p:txBody>
      </p:sp>
      <p:sp>
        <p:nvSpPr>
          <p:cNvPr id="6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9A0AFD9-9579-4348-89E3-43D470B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46532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AICPU / 展开 Thread</a:t>
            </a:r>
          </a:p>
        </p:txBody>
      </p:sp>
      <p:sp>
        <p:nvSpPr>
          <p:cNvPr id="6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39E87D3-5A9D-49EF-B05B-BB7DCC12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581525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组织与各 Peer 的建链请求</a:t>
            </a:r>
          </a:p>
        </p:txBody>
      </p:sp>
      <p:sp>
        <p:nvSpPr>
          <p:cNvPr id="6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7B68793-1806-4591-BAC2-DBA965FA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697730"/>
            <a:ext cx="2638425" cy="116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补齐远端地址、协议等信息</a:t>
            </a:r>
          </a:p>
        </p:txBody>
      </p:sp>
      <p:sp>
        <p:nvSpPr>
          <p:cNvPr id="6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AC70411-8EDE-4BD1-BB8F-1672FB5A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19475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绑定用户 stream</a:t>
            </a:r>
          </a:p>
        </p:txBody>
      </p:sp>
      <p:sp>
        <p:nvSpPr>
          <p:cNvPr id="6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2099DD6-9BD0-422E-B751-70195750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32823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用户流转设备视图</a:t>
            </a:r>
          </a:p>
        </p:txBody>
      </p:sp>
      <p:sp>
        <p:nvSpPr>
          <p:cNvPr id="6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421BB1E-4867-4C9B-896C-32B876CA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6170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查算法资源，未命中继续</a:t>
            </a:r>
          </a:p>
        </p:txBody>
      </p:sp>
      <p:sp>
        <p:nvSpPr>
          <p:cNvPr id="7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2982685-C1BE-4088-819F-A3E41B67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59517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 CCL 中转区</a:t>
            </a:r>
          </a:p>
        </p:txBody>
      </p:sp>
      <p:sp>
        <p:nvSpPr>
          <p:cNvPr id="7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84E8F3B-D571-422F-BE38-BD9D7C63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72865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获取主从 Thread</a:t>
            </a:r>
          </a:p>
        </p:txBody>
      </p:sp>
      <p:sp>
        <p:nvSpPr>
          <p:cNvPr id="7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C4F51E8-10B3-4A2E-B223-F068696B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6212"/>
            <a:ext cx="2705100" cy="113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取得到各 Peer 的通道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9D699D-6BF6-4CCA-868C-5028E917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4315B1-4F17-4FD2-BC1E-943D9EB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48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2915603" y="36485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6" name="申请">
            <a:extLst xmlns:a="http://schemas.openxmlformats.org/drawingml/2006/main">
              <a:ext uri="{FF2B5EF4-FFF2-40B4-BE49-F238E27FC236}">
                <a16:creationId xmlns:a16="http://schemas.microsoft.com/office/drawing/2014/main" id="{81DF50D8-B4C3-4C9B-8D5F-F9596D91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2425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申请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D22C0C-9BC9-4DAD-8036-AC81C8F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52900"/>
            <a:ext cx="2724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8C908B"/>
            </a:solidFill>
          </a:ln>
        </p:spPr>
      </p:sp>
      <p:sp>
        <p:nvSpPr>
          <p:cNvPr id="78" name="ChannelAcquire 内部（按需创建、可复用）">
            <a:extLst xmlns:a="http://schemas.openxmlformats.org/drawingml/2006/main">
              <a:ext uri="{FF2B5EF4-FFF2-40B4-BE49-F238E27FC236}">
                <a16:creationId xmlns:a16="http://schemas.microsoft.com/office/drawing/2014/main" id="{41388D31-9C6F-4198-AE91-DD9E0E20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2628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ChannelAcquire 内部（按需创建、可复用）</a:t>
            </a:r>
          </a:p>
        </p:txBody>
      </p:sp>
      <p:sp>
        <p:nvSpPr>
          <p:cNvPr id="7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8943C76-9FB7-4D56-9B07-93265E24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95775"/>
            <a:ext cx="26289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建立建链控制连接</a:t>
            </a:r>
          </a:p>
        </p:txBody>
      </p:sp>
      <p:sp>
        <p:nvSpPr>
          <p:cNvPr id="8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3DCA026-53FE-4AF6-AE75-BA8E059C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98645"/>
            <a:ext cx="26289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建端点</a:t>
            </a:r>
          </a:p>
        </p:txBody>
      </p:sp>
      <p:sp>
        <p:nvSpPr>
          <p:cNvPr id="8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0F230DE-D12B-4284-85FA-D067BB0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01515"/>
            <a:ext cx="26289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开始监听</a:t>
            </a:r>
          </a:p>
        </p:txBody>
      </p:sp>
      <p:sp>
        <p:nvSpPr>
          <p:cNvPr id="8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E0F4C949-A5C4-4347-A932-D162ABE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04385"/>
            <a:ext cx="26289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注册通信内存</a:t>
            </a:r>
          </a:p>
        </p:txBody>
      </p:sp>
      <p:sp>
        <p:nvSpPr>
          <p:cNvPr id="8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154C248-9F10-4C77-9433-7D407AE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7255"/>
            <a:ext cx="26289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724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创建基础通道</a:t>
            </a:r>
          </a:p>
        </p:txBody>
      </p:sp>
      <p:sp>
        <p:nvSpPr>
          <p:cNvPr id="84" name="连接状态检查 → 两端一致性检查 → 引擎句柄整理">
            <a:extLst xmlns:a="http://schemas.openxmlformats.org/drawingml/2006/main">
              <a:ext uri="{FF2B5EF4-FFF2-40B4-BE49-F238E27FC236}">
                <a16:creationId xmlns:a16="http://schemas.microsoft.com/office/drawing/2014/main" id="{DF3BE18B-9221-4117-9002-670A3C6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19650"/>
            <a:ext cx="2628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连接状态检查 → 两端一致性检查 → 引擎句柄整理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3A70EF0-208C-4723-9116-B7055C65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72050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④  把资源描述交给 AICPU，用户数据尚未开始搬运">
            <a:extLst xmlns:a="http://schemas.openxmlformats.org/drawingml/2006/main">
              <a:ext uri="{FF2B5EF4-FFF2-40B4-BE49-F238E27FC236}">
                <a16:creationId xmlns:a16="http://schemas.microsoft.com/office/drawing/2014/main" id="{21FD009C-AE8D-4EC1-A4CE-558EF61A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981575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 把资源描述交给 AICPU，用户数据尚未开始搬运</a:t>
            </a:r>
          </a:p>
        </p:txBody>
      </p:sp>
      <p:sp>
        <p:nvSpPr>
          <p:cNvPr id="8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C423E6E9-E3C9-449D-94BA-A460251A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172075"/>
            <a:ext cx="2638425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打包 Thread、Channel 和地址信息</a:t>
            </a:r>
          </a:p>
        </p:txBody>
      </p:sp>
      <p:sp>
        <p:nvSpPr>
          <p:cNvPr id="8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1B381C2-EBA0-41BC-94D8-23F8B103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287328"/>
            <a:ext cx="2638425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交付设备资源上下文</a:t>
            </a:r>
          </a:p>
        </p:txBody>
      </p:sp>
      <p:sp>
        <p:nvSpPr>
          <p:cNvPr id="8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8063A1F-5753-459B-93A8-13E4F53B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72075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取得远端 CCL 地址</a:t>
            </a:r>
          </a:p>
        </p:txBody>
      </p:sp>
      <p:sp>
        <p:nvSpPr>
          <p:cNvPr id="9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7FF6C41-0484-442D-B1FA-7CC43AC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87328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创建设备上下文空间</a:t>
            </a:r>
          </a:p>
        </p:txBody>
      </p:sp>
      <p:sp>
        <p:nvSpPr>
          <p:cNvPr id="9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E0F984E-963C-4AE2-97BC-84D73397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02580"/>
            <a:ext cx="2705100" cy="11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复制资源描述到上下文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8CF462-ED9B-4906-AF37-C1A47EAA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617FC69-9742-4CED-952B-6C39E4DE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2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2915603" y="53535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5" name="交付">
            <a:extLst xmlns:a="http://schemas.openxmlformats.org/drawingml/2006/main">
              <a:ext uri="{FF2B5EF4-FFF2-40B4-BE49-F238E27FC236}">
                <a16:creationId xmlns:a16="http://schemas.microsoft.com/office/drawing/2014/main" id="{1F0776B7-6874-433A-9214-25742396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2922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41BF10-00E5-4D85-A4CC-6E2D7200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572125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7" name="⑤  Host 发就绪通知，通过 ACL Runtime 启动设备入口">
            <a:extLst xmlns:a="http://schemas.openxmlformats.org/drawingml/2006/main">
              <a:ext uri="{FF2B5EF4-FFF2-40B4-BE49-F238E27FC236}">
                <a16:creationId xmlns:a16="http://schemas.microsoft.com/office/drawing/2014/main" id="{68FA5B26-B50F-4340-B9EF-5F729FA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81650"/>
            <a:ext cx="563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 Host 发就绪通知，通过 ACL Runtime 启动设备入口</a:t>
            </a:r>
          </a:p>
        </p:txBody>
      </p:sp>
      <p:sp>
        <p:nvSpPr>
          <p:cNvPr id="98" name="HCCL  HcclAicpuKernelEntranceLaunch：组织就绪、发射和完成等待">
            <a:extLst xmlns:a="http://schemas.openxmlformats.org/drawingml/2006/main">
              <a:ext uri="{FF2B5EF4-FFF2-40B4-BE49-F238E27FC236}">
                <a16:creationId xmlns:a16="http://schemas.microsoft.com/office/drawing/2014/main" id="{A07111C1-EF10-463F-AEB4-8295D7EB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7721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 HcclAicpuKernelEntranceLaunch：组织就绪、发射和完成等待</a:t>
            </a:r>
          </a:p>
        </p:txBody>
      </p:sp>
      <p:sp>
        <p:nvSpPr>
          <p:cNvPr id="99" name="HCOMM  HcommThreadNotifyRecordOnThread：先排入输入就绪通知">
            <a:extLst xmlns:a="http://schemas.openxmlformats.org/drawingml/2006/main">
              <a:ext uri="{FF2B5EF4-FFF2-40B4-BE49-F238E27FC236}">
                <a16:creationId xmlns:a16="http://schemas.microsoft.com/office/drawing/2014/main" id="{F72E848D-A752-4D4C-832D-B9341CCD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245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 HcommThreadNotifyRecordOnThread：先排入输入就绪通知</a:t>
            </a:r>
          </a:p>
        </p:txBody>
      </p:sp>
      <p:sp>
        <p:nvSpPr>
          <p:cNvPr id="100" name="ACL  aclrtBinaryGetFunction：找入口  /  aclrtKernelArgsInit：创建参数包">
            <a:extLst xmlns:a="http://schemas.openxmlformats.org/drawingml/2006/main">
              <a:ext uri="{FF2B5EF4-FFF2-40B4-BE49-F238E27FC236}">
                <a16:creationId xmlns:a16="http://schemas.microsoft.com/office/drawing/2014/main" id="{CBF4FC75-6262-4F27-8654-1CAC0679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07695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 aclrtBinaryGetFunction：找入口  /  aclrtKernelArgsInit：创建参数包</a:t>
            </a:r>
          </a:p>
        </p:txBody>
      </p:sp>
      <p:sp>
        <p:nvSpPr>
          <p:cNvPr id="101" name="aclrtKernelArgsAppend：追加参数  /  aclrtKernelArgsFinalize：封装完成">
            <a:extLst xmlns:a="http://schemas.openxmlformats.org/drawingml/2006/main">
              <a:ext uri="{FF2B5EF4-FFF2-40B4-BE49-F238E27FC236}">
                <a16:creationId xmlns:a16="http://schemas.microsoft.com/office/drawing/2014/main" id="{90494BB3-1C20-4F0C-9676-8F1384C7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219825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aclrtKernelArgsAppend：追加参数  /  aclrtKernelArgsFinalize：封装完成</a:t>
            </a:r>
          </a:p>
        </p:txBody>
      </p:sp>
      <p:sp>
        <p:nvSpPr>
          <p:cNvPr id="102" name="aclrtLaunchKernelWithConfig：提交 Kernel；Host 随后排入完成 Wait（见⑨）">
            <a:extLst xmlns:a="http://schemas.openxmlformats.org/drawingml/2006/main">
              <a:ext uri="{FF2B5EF4-FFF2-40B4-BE49-F238E27FC236}">
                <a16:creationId xmlns:a16="http://schemas.microsoft.com/office/drawing/2014/main" id="{0AD98087-5580-4C5E-B3AB-17619C6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362700"/>
            <a:ext cx="5610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aclrtLaunchKernelWithConfig：提交 Kernel；Host 随后排入完成 Wait（见⑨）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B59227A-C527-4F13-9B89-DEBD0004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2CCDB2C-E85B-447A-8F36-5D11F36A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3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5925503" y="64203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984448D-0F7B-456D-9D21-4987899D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41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94D0180-40A4-4CC3-A630-B594EE63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067902" y="1258253"/>
            <a:ext cx="0" cy="516159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E850FE-6C0A-4B27-A157-BC2CD24E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CCD2525-26EB-4BBA-B073-C259DF10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068378" y="12577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55DFDAC-FEFB-488E-8768-989EA1E0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162050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3" name="⑥  设备进入 HCCL Kernel，恢复参数和资源">
            <a:extLst xmlns:a="http://schemas.openxmlformats.org/drawingml/2006/main">
              <a:ext uri="{FF2B5EF4-FFF2-40B4-BE49-F238E27FC236}">
                <a16:creationId xmlns:a16="http://schemas.microsoft.com/office/drawing/2014/main" id="{FB7F2391-18DD-4B1E-88B2-9E7AD77B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71575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  设备进入 HCCL Kernel，恢复参数和资源</a:t>
            </a:r>
          </a:p>
        </p:txBody>
      </p:sp>
      <p:sp>
        <p:nvSpPr>
          <p:cNvPr id="11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F45BB12-7B68-4A15-8AC5-2944F46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716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设备执行入口</a:t>
            </a:r>
          </a:p>
        </p:txBody>
      </p:sp>
      <p:sp>
        <p:nvSpPr>
          <p:cNvPr id="11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4491698-79A4-468A-8017-BD8B235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9542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 Thread / Channel / 地址</a:t>
            </a:r>
          </a:p>
        </p:txBody>
      </p:sp>
      <p:sp>
        <p:nvSpPr>
          <p:cNvPr id="11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2CA9349-19AB-4CDC-9DF1-CAD7C430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恢复数量、位移指针</a:t>
            </a:r>
          </a:p>
        </p:txBody>
      </p:sp>
      <p:sp>
        <p:nvSpPr>
          <p:cNvPr id="11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4CF16DF-F7E1-415A-BBAE-5C8F296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4307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开始组织通信任务</a:t>
            </a:r>
          </a:p>
        </p:txBody>
      </p:sp>
      <p:sp>
        <p:nvSpPr>
          <p:cNvPr id="11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A4139FA-3832-4DE1-ADB0-C7E44A4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取得设备侧算法执行器</a:t>
            </a:r>
          </a:p>
        </p:txBody>
      </p:sp>
      <p:sp>
        <p:nvSpPr>
          <p:cNvPr id="11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70F25EF-3F32-4DD3-9444-603CE448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7160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保护本次通信域使用</a:t>
            </a:r>
          </a:p>
        </p:txBody>
      </p:sp>
      <p:sp>
        <p:nvSpPr>
          <p:cNvPr id="12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46F5AD4-571F-4514-8D5B-D906A084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9542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开启批量任务提交</a:t>
            </a:r>
          </a:p>
        </p:txBody>
      </p:sp>
      <p:sp>
        <p:nvSpPr>
          <p:cNvPr id="12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CA92FF2-4545-4BED-8E33-BB33618E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等输入就绪</a:t>
            </a:r>
          </a:p>
        </p:txBody>
      </p:sp>
      <p:sp>
        <p:nvSpPr>
          <p:cNvPr id="122" name="Wait 在主 Thread 入队，满足后才能用输入。&#10;Thread 是通信任务队列句柄，不等于 OS 线程。">
            <a:extLst xmlns:a="http://schemas.openxmlformats.org/drawingml/2006/main">
              <a:ext uri="{FF2B5EF4-FFF2-40B4-BE49-F238E27FC236}">
                <a16:creationId xmlns:a16="http://schemas.microsoft.com/office/drawing/2014/main" id="{7A627BC4-D660-4FC9-A7B2-768CCEDB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19275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Wait 在主 Thread 入队，满足后才能用输入。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是通信任务队列句柄，不等于 OS 线程。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5F5DC6A-61C7-4B68-B41A-1C0A9B79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DF03011-1BD8-41AC-B6E5-806E76DA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8935403" y="17054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26" name="调用">
            <a:extLst xmlns:a="http://schemas.openxmlformats.org/drawingml/2006/main">
              <a:ext uri="{FF2B5EF4-FFF2-40B4-BE49-F238E27FC236}">
                <a16:creationId xmlns:a16="http://schemas.microsoft.com/office/drawing/2014/main" id="{B77F9F85-4439-401C-85E6-3491AD58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调用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346F762-48BA-49A6-AC31-00A48290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8122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8" name="⑦  执行器分块，Mesh 模板决定本轮和谁交换">
            <a:extLst xmlns:a="http://schemas.openxmlformats.org/drawingml/2006/main">
              <a:ext uri="{FF2B5EF4-FFF2-40B4-BE49-F238E27FC236}">
                <a16:creationId xmlns:a16="http://schemas.microsoft.com/office/drawing/2014/main" id="{DE9C3C14-FB6E-4776-8D65-51C33D0C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 执行器分块，Mesh 模板决定本轮和谁交换</a:t>
            </a:r>
          </a:p>
        </p:txBody>
      </p:sp>
      <p:sp>
        <p:nvSpPr>
          <p:cNvPr id="129" name="执行器：InsV2AlltoAllVSoleExecutor">
            <a:extLst xmlns:a="http://schemas.openxmlformats.org/drawingml/2006/main">
              <a:ext uri="{FF2B5EF4-FFF2-40B4-BE49-F238E27FC236}">
                <a16:creationId xmlns:a16="http://schemas.microsoft.com/office/drawing/2014/main" id="{239351D8-3D3B-41E8-9B3A-E7388EA4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执行器：InsV2AlltoAllVSoleExecutor</a:t>
            </a:r>
          </a:p>
        </p:txBody>
      </p:sp>
      <p:sp>
        <p:nvSpPr>
          <p:cNvPr id="13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F6EC06E-5EFD-4741-A2D2-4F7C8CFC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恢复每个 Peer 的收发信息</a:t>
            </a:r>
          </a:p>
        </p:txBody>
      </p:sp>
      <p:sp>
        <p:nvSpPr>
          <p:cNvPr id="13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C810C54-9559-4ED6-8BE1-898A45F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54618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按容量分块，逐块调用模板</a:t>
            </a:r>
          </a:p>
        </p:txBody>
      </p:sp>
      <p:sp>
        <p:nvSpPr>
          <p:cNvPr id="13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AF9A640-0652-4A68-A48A-CD44DC7C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7558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计算中转空间需求</a:t>
            </a:r>
          </a:p>
        </p:txBody>
      </p:sp>
      <p:sp>
        <p:nvSpPr>
          <p:cNvPr id="133" name="模板：InsTempAlltoAllVMesh1D">
            <a:extLst xmlns:a="http://schemas.openxmlformats.org/drawingml/2006/main">
              <a:ext uri="{FF2B5EF4-FFF2-40B4-BE49-F238E27FC236}">
                <a16:creationId xmlns:a16="http://schemas.microsoft.com/office/drawing/2014/main" id="{33C97339-3BFE-4202-B60F-950F5520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24175"/>
            <a:ext cx="26574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模板：InsTempAlltoAllVMesh1D</a:t>
            </a:r>
          </a:p>
        </p:txBody>
      </p:sp>
      <p:sp>
        <p:nvSpPr>
          <p:cNvPr id="13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738A7E1-26D2-4219-8489-0F3A868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5752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准备当前块和协议分支</a:t>
            </a:r>
          </a:p>
        </p:txBody>
      </p:sp>
      <p:sp>
        <p:nvSpPr>
          <p:cNvPr id="13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A4C55758-C348-4BE6-80F6-0E92A876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78493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组织本块各轮通信</a:t>
            </a:r>
          </a:p>
        </p:txBody>
      </p:sp>
      <p:sp>
        <p:nvSpPr>
          <p:cNvPr id="13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5804573A-0916-48C9-BB1B-F5A158D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9460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计算轮次数</a:t>
            </a:r>
          </a:p>
        </p:txBody>
      </p:sp>
      <p:sp>
        <p:nvSpPr>
          <p:cNvPr id="13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B63F5BF-6E21-4C49-87D9-5EC9E1AB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0427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选出本轮 Peer</a:t>
            </a:r>
          </a:p>
        </p:txBody>
      </p:sp>
      <p:sp>
        <p:nvSpPr>
          <p:cNvPr id="13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19CF62F-34BF-4C78-9EBD-06E99208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1395"/>
            <a:ext cx="2638425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首轮处理自己的分片</a:t>
            </a:r>
          </a:p>
        </p:txBody>
      </p:sp>
      <p:sp>
        <p:nvSpPr>
          <p:cNvPr id="139" name="PreSyncInterThreads：多 Thread 时先同步">
            <a:extLst xmlns:a="http://schemas.openxmlformats.org/drawingml/2006/main">
              <a:ext uri="{FF2B5EF4-FFF2-40B4-BE49-F238E27FC236}">
                <a16:creationId xmlns:a16="http://schemas.microsoft.com/office/drawing/2014/main" id="{96553050-5321-4EFB-8FDE-4B14AE2A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2781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PreSyncInterThreads：多 Thread 时先同步</a:t>
            </a:r>
          </a:p>
        </p:txBody>
      </p:sp>
      <p:sp>
        <p:nvSpPr>
          <p:cNvPr id="14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6DA7D53-0CBE-4823-B4B2-B2A00F2D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主通知从</a:t>
            </a:r>
          </a:p>
        </p:txBody>
      </p:sp>
      <p:sp>
        <p:nvSpPr>
          <p:cNvPr id="14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4FCC90C-14EB-4F47-9CA3-070EB84C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9557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从等待主</a:t>
            </a:r>
          </a:p>
        </p:txBody>
      </p:sp>
      <p:sp>
        <p:nvSpPr>
          <p:cNvPr id="142" name="主流的输入依赖传给从流后，再编排各轮。">
            <a:extLst xmlns:a="http://schemas.openxmlformats.org/drawingml/2006/main">
              <a:ext uri="{FF2B5EF4-FFF2-40B4-BE49-F238E27FC236}">
                <a16:creationId xmlns:a16="http://schemas.microsoft.com/office/drawing/2014/main" id="{F920A351-7AE9-4FB5-8C2B-4A41F1CA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781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主流的输入依赖传给从流后，再编排各轮。</a:t>
            </a:r>
          </a:p>
        </p:txBody>
      </p:sp>
      <p:sp>
        <p:nvSpPr>
          <p:cNvPr id="14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399FF16-F3C7-4189-AEBB-F88C360F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781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自己的份直接拷到输出</a:t>
            </a:r>
          </a:p>
        </p:txBody>
      </p:sp>
      <p:sp>
        <p:nvSpPr>
          <p:cNvPr id="144" name="Rank 0：sendBuf[0] 的 [0,1]&#10;拷入 recvBuf[0]，共 8 字节，不走网络。">
            <a:extLst xmlns:a="http://schemas.openxmlformats.org/drawingml/2006/main">
              <a:ext uri="{FF2B5EF4-FFF2-40B4-BE49-F238E27FC236}">
                <a16:creationId xmlns:a16="http://schemas.microsoft.com/office/drawing/2014/main" id="{356CCECC-DF21-4B8A-8EB6-9A450A3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0：sendBuf[0] 的 [0,1]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拷入 recvBuf[0]，共 8 字节，不走网络。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FA797DB-BBA4-46C6-A72C-20E902AA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6861A19-8875-4D92-BC21-65CEF44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8935403" y="32770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8" name="本拷">
            <a:extLst xmlns:a="http://schemas.openxmlformats.org/drawingml/2006/main">
              <a:ext uri="{FF2B5EF4-FFF2-40B4-BE49-F238E27FC236}">
                <a16:creationId xmlns:a16="http://schemas.microsoft.com/office/drawing/2014/main" id="{C3C9CDBC-8AE7-4997-9EFF-E3D9C0A5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27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本拷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66F779F-42C9-4F22-8992-F755647F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2427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0" name="⑧  每轮逐 Peer、逐 Channel，先握手再搬运">
            <a:extLst xmlns:a="http://schemas.openxmlformats.org/drawingml/2006/main">
              <a:ext uri="{FF2B5EF4-FFF2-40B4-BE49-F238E27FC236}">
                <a16:creationId xmlns:a16="http://schemas.microsoft.com/office/drawing/2014/main" id="{4F58CE9E-C356-45ED-92B3-03375CA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  每轮逐 Peer、逐 Channel，先握手再搬运</a:t>
            </a:r>
          </a:p>
        </p:txBody>
      </p:sp>
      <p:sp>
        <p:nvSpPr>
          <p:cNvPr id="151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347D1891-9C2A-481D-9291-F127885D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382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遍历本轮 Peer</a:t>
            </a:r>
          </a:p>
        </p:txBody>
      </p:sp>
      <p:sp>
        <p:nvSpPr>
          <p:cNvPr id="15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8EBE76F-FE43-437F-9059-C2DB926F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955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按端口切片</a:t>
            </a:r>
          </a:p>
        </p:txBody>
      </p:sp>
      <p:sp>
        <p:nvSpPr>
          <p:cNvPr id="15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92134C3-6D56-4E5D-847A-349C216C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528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Channel 组织任务</a:t>
            </a:r>
          </a:p>
        </p:txBody>
      </p:sp>
      <p:sp>
        <p:nvSpPr>
          <p:cNvPr id="15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B69AC666-3EC7-485E-9921-664BECFF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1101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定位双方 CCL 槽位</a:t>
            </a:r>
          </a:p>
        </p:txBody>
      </p:sp>
      <p:sp>
        <p:nvSpPr>
          <p:cNvPr id="15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81635435-ACD1-4BE6-A4D7-BAAFF1B5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674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算源、目的、长度</a:t>
            </a:r>
          </a:p>
        </p:txBody>
      </p:sp>
      <p:sp>
        <p:nvSpPr>
          <p:cNvPr id="15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2B3D7CCB-ACAD-4E89-A4E0-C10D2345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选用当前协议的收发包装</a:t>
            </a:r>
          </a:p>
        </p:txBody>
      </p:sp>
      <p:sp>
        <p:nvSpPr>
          <p:cNvPr id="157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0F8ABE2F-710E-4B24-B4CF-C74ECE74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820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生成右侧 A–E 握手与写入</a:t>
            </a:r>
          </a:p>
        </p:txBody>
      </p:sp>
      <p:sp>
        <p:nvSpPr>
          <p:cNvPr id="158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66B44D89-9B96-466D-AAD9-0CBCA6D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3935"/>
            <a:ext cx="2638425" cy="12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F，把收到的数据移出 CCL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9E748EC-CEB0-46BA-8E35-826E58F7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28098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A  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03C140F4-D3D4-41C2-A05C-0D5CF772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 HcommChannelNotifyRecordOnThread</a:t>
            </a:r>
          </a:p>
        </p:txBody>
      </p:sp>
      <p:sp>
        <p:nvSpPr>
          <p:cNvPr id="161" name="发 ACK：告诉对端，我已准备好接收">
            <a:extLst xmlns:a="http://schemas.openxmlformats.org/drawingml/2006/main">
              <a:ext uri="{FF2B5EF4-FFF2-40B4-BE49-F238E27FC236}">
                <a16:creationId xmlns:a16="http://schemas.microsoft.com/office/drawing/2014/main" id="{6D026795-84CC-4F41-AEF4-01918E49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443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ACK：告诉对端，我已准备好接收</a:t>
            </a:r>
          </a:p>
        </p:txBody>
      </p:sp>
      <p:sp>
        <p:nvSpPr>
          <p:cNvPr id="162" name="B  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73CD7160-6EFE-4EB8-BC5F-B4D99424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529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 HcommChannelNotifyWaitOnThread</a:t>
            </a:r>
          </a:p>
        </p:txBody>
      </p:sp>
      <p:sp>
        <p:nvSpPr>
          <p:cNvPr id="163" name="等 ACK：对端可接收后，才允许写">
            <a:extLst xmlns:a="http://schemas.openxmlformats.org/drawingml/2006/main">
              <a:ext uri="{FF2B5EF4-FFF2-40B4-BE49-F238E27FC236}">
                <a16:creationId xmlns:a16="http://schemas.microsoft.com/office/drawing/2014/main" id="{25A21E2D-204F-4CB3-AAC9-16B11B3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538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 ACK：对端可接收后，才允许写</a:t>
            </a:r>
          </a:p>
        </p:txBody>
      </p:sp>
      <p:sp>
        <p:nvSpPr>
          <p:cNvPr id="164" name="C  HcommWriteOnThread">
            <a:extLst xmlns:a="http://schemas.openxmlformats.org/drawingml/2006/main">
              <a:ext uri="{FF2B5EF4-FFF2-40B4-BE49-F238E27FC236}">
                <a16:creationId xmlns:a16="http://schemas.microsoft.com/office/drawing/2014/main" id="{C57A0583-4EF6-4345-9AAA-F83118A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624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 HcommWriteOnThread</a:t>
            </a:r>
          </a:p>
        </p:txBody>
      </p:sp>
      <p:sp>
        <p:nvSpPr>
          <p:cNvPr id="165" name="写数据：sendBuf[2] 的 [2,3] 到 Rank 1 CCL">
            <a:extLst xmlns:a="http://schemas.openxmlformats.org/drawingml/2006/main">
              <a:ext uri="{FF2B5EF4-FFF2-40B4-BE49-F238E27FC236}">
                <a16:creationId xmlns:a16="http://schemas.microsoft.com/office/drawing/2014/main" id="{3077721A-AADC-49ED-B878-9E7B767F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634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写数据：sendBuf[2] 的 [2,3] 到 Rank 1 CCL</a:t>
            </a:r>
          </a:p>
        </p:txBody>
      </p:sp>
      <p:sp>
        <p:nvSpPr>
          <p:cNvPr id="166" name="D  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51054B2D-C60F-410B-A6BE-3102AF05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 HcommChannelNotifyRecordOnThread</a:t>
            </a:r>
          </a:p>
        </p:txBody>
      </p:sp>
      <p:sp>
        <p:nvSpPr>
          <p:cNvPr id="167" name="发 DATA_SIGNAL：通知对端本阶段写完">
            <a:extLst xmlns:a="http://schemas.openxmlformats.org/drawingml/2006/main">
              <a:ext uri="{FF2B5EF4-FFF2-40B4-BE49-F238E27FC236}">
                <a16:creationId xmlns:a16="http://schemas.microsoft.com/office/drawing/2014/main" id="{72B158BF-4111-4E5D-87FD-E572AA43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729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DATA_SIGNAL：通知对端本阶段写完</a:t>
            </a:r>
          </a:p>
        </p:txBody>
      </p:sp>
      <p:sp>
        <p:nvSpPr>
          <p:cNvPr id="168" name="E  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544C8108-7EA8-439D-B601-0F7D8AD5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8155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 HcommChannelNotifyWaitOnThread</a:t>
            </a:r>
          </a:p>
        </p:txBody>
      </p:sp>
      <p:sp>
        <p:nvSpPr>
          <p:cNvPr id="169" name="等 DATA_SIGNAL：确认反向数据到达">
            <a:extLst xmlns:a="http://schemas.openxmlformats.org/drawingml/2006/main">
              <a:ext uri="{FF2B5EF4-FFF2-40B4-BE49-F238E27FC236}">
                <a16:creationId xmlns:a16="http://schemas.microsoft.com/office/drawing/2014/main" id="{8EAB53B3-3D82-47C6-9EC6-552C3D8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8251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 DATA_SIGNAL：确认反向数据到达</a:t>
            </a:r>
          </a:p>
        </p:txBody>
      </p:sp>
      <p:sp>
        <p:nvSpPr>
          <p:cNvPr id="170" name="F  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83E2046-400D-496A-A9D4-E03DD57C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91100"/>
            <a:ext cx="26955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 HcommLocalCopyOnThread</a:t>
            </a:r>
          </a:p>
        </p:txBody>
      </p:sp>
      <p:sp>
        <p:nvSpPr>
          <p:cNvPr id="171" name="本拷：本地 CCL 的 [10,11] 到 recvBuf[2]">
            <a:extLst xmlns:a="http://schemas.openxmlformats.org/drawingml/2006/main">
              <a:ext uri="{FF2B5EF4-FFF2-40B4-BE49-F238E27FC236}">
                <a16:creationId xmlns:a16="http://schemas.microsoft.com/office/drawing/2014/main" id="{AE135600-ED5A-4AC9-A580-A9C75F5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92065"/>
            <a:ext cx="25812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本拷：本地 CCL 的 [10,11] 到 recvBuf[2]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BABF57E-9734-49A1-85BB-DEE015F0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83E7033-CA91-4A80-98DB-6BC2CF8F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33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8935403" y="473440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75" name="展开">
            <a:extLst xmlns:a="http://schemas.openxmlformats.org/drawingml/2006/main">
              <a:ext uri="{FF2B5EF4-FFF2-40B4-BE49-F238E27FC236}">
                <a16:creationId xmlns:a16="http://schemas.microsoft.com/office/drawing/2014/main" id="{BF3D001A-D534-4982-A65B-E6C030BC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0100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</a:t>
            </a:r>
          </a:p>
        </p:txBody>
      </p:sp>
      <p:sp>
        <p:nvSpPr>
          <p:cNvPr id="176" name="Rank 0 发 [2,3] 给 Rank 1，接回 [10,11]。&#10;多轮 / 多块时重复本段，直至覆盖所有数据。">
            <a:extLst xmlns:a="http://schemas.openxmlformats.org/drawingml/2006/main">
              <a:ext uri="{FF2B5EF4-FFF2-40B4-BE49-F238E27FC236}">
                <a16:creationId xmlns:a16="http://schemas.microsoft.com/office/drawing/2014/main" id="{03386CC0-1B77-4EDF-BC14-60FBFC5F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91100"/>
            <a:ext cx="2638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发 [2,3] 给 Rank 1，接回 [10,11]。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多轮 / 多块时重复本段，直至覆盖所有数据。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61DCC24-2DB6-4FA3-AC51-3D5869C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267325"/>
            <a:ext cx="5800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78" name="⑨  等齐本块工作，所有块结束后通知用户流">
            <a:extLst xmlns:a="http://schemas.openxmlformats.org/drawingml/2006/main">
              <a:ext uri="{FF2B5EF4-FFF2-40B4-BE49-F238E27FC236}">
                <a16:creationId xmlns:a16="http://schemas.microsoft.com/office/drawing/2014/main" id="{FCEAA6B5-D62A-48E2-8E66-865C924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76850"/>
            <a:ext cx="5705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⑨  等齐本块工作，所有块结束后通知用户流</a:t>
            </a:r>
          </a:p>
        </p:txBody>
      </p:sp>
      <p:sp>
        <p:nvSpPr>
          <p:cNvPr id="179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6E5FAC7-3CBC-418F-9631-80EFC688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76875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汇合从 Thread</a:t>
            </a:r>
          </a:p>
        </p:txBody>
      </p:sp>
      <p:sp>
        <p:nvSpPr>
          <p:cNvPr id="180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452F8B05-2DF1-4141-A047-8EEA930C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00700"/>
            <a:ext cx="2638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7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还有块则回⑦，否则返回 Kernel</a:t>
            </a:r>
          </a:p>
        </p:txBody>
      </p:sp>
      <p:sp>
        <p:nvSpPr>
          <p:cNvPr id="181" name="本块收尾：主流先排入 Wait，&#10;从流再排入 Record，依赖满足后主流继续。">
            <a:extLst xmlns:a="http://schemas.openxmlformats.org/drawingml/2006/main">
              <a:ext uri="{FF2B5EF4-FFF2-40B4-BE49-F238E27FC236}">
                <a16:creationId xmlns:a16="http://schemas.microsoft.com/office/drawing/2014/main" id="{35F54D92-E0C4-48D8-9201-8F90324E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19775"/>
            <a:ext cx="2638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本块收尾：主流先排入 Wait，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从流再排入 Record，依赖满足后主流继续。</a:t>
            </a:r>
          </a:p>
        </p:txBody>
      </p:sp>
      <p:sp>
        <p:nvSpPr>
          <p:cNvPr id="182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73677AD0-9AD4-4576-B6B8-C130C57E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主等从完成</a:t>
            </a:r>
          </a:p>
        </p:txBody>
      </p:sp>
      <p:sp>
        <p:nvSpPr>
          <p:cNvPr id="183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FEF47B4E-5BE2-4E09-8C60-0FBA0B72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97843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从通知主</a:t>
            </a:r>
          </a:p>
        </p:txBody>
      </p:sp>
      <p:sp>
        <p:nvSpPr>
          <p:cNvPr id="184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17752D29-3109-439A-948A-D5894A16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18810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主通知用户流</a:t>
            </a:r>
          </a:p>
        </p:txBody>
      </p:sp>
      <p:sp>
        <p:nvSpPr>
          <p:cNvPr id="185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DBF31FA0-376B-420C-B8FE-A15D8F05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39778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结束批模式，提交剩余任务</a:t>
            </a:r>
          </a:p>
        </p:txBody>
      </p:sp>
      <p:sp>
        <p:nvSpPr>
          <p:cNvPr id="186" name="API 与中文含义">
            <a:extLst xmlns:a="http://schemas.openxmlformats.org/drawingml/2006/main">
              <a:ext uri="{FF2B5EF4-FFF2-40B4-BE49-F238E27FC236}">
                <a16:creationId xmlns:a16="http://schemas.microsoft.com/office/drawing/2014/main" id="{9A2A58E5-FF65-4D0C-897C-0C9F4AC1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60745"/>
            <a:ext cx="2781300" cy="120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761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退出使用保护，不销毁域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3E86CB5-8C62-469E-9BED-D7A020E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D0E1690-8F1C-447F-B6B7-B01AA861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8935403" y="56011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90" name="汇合">
            <a:extLst xmlns:a="http://schemas.openxmlformats.org/drawingml/2006/main">
              <a:ext uri="{FF2B5EF4-FFF2-40B4-BE49-F238E27FC236}">
                <a16:creationId xmlns:a16="http://schemas.microsoft.com/office/drawing/2014/main" id="{4F40BAD8-D5E0-42F2-957C-AC0E147A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76875"/>
            <a:ext cx="2667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汇合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32DAC8D-8D95-45A1-AA06-2631938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153150"/>
            <a:ext cx="5695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92" name="Host：HcommThreadNotifyWaitOnThread 等待设备完成通知">
            <a:extLst xmlns:a="http://schemas.openxmlformats.org/drawingml/2006/main">
              <a:ext uri="{FF2B5EF4-FFF2-40B4-BE49-F238E27FC236}">
                <a16:creationId xmlns:a16="http://schemas.microsoft.com/office/drawing/2014/main" id="{F94587AA-29EE-4710-9F85-98A8AD4F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81725"/>
            <a:ext cx="558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Host：HcommThreadNotifyWaitOnThread 等待设备完成通知</a:t>
            </a:r>
          </a:p>
        </p:txBody>
      </p:sp>
      <p:sp>
        <p:nvSpPr>
          <p:cNvPr id="193" name="⑤ 发射后就已入队；等待满足后，用户流后续任务才能使用 recvBuf。">
            <a:extLst xmlns:a="http://schemas.openxmlformats.org/drawingml/2006/main">
              <a:ext uri="{FF2B5EF4-FFF2-40B4-BE49-F238E27FC236}">
                <a16:creationId xmlns:a16="http://schemas.microsoft.com/office/drawing/2014/main" id="{657F7789-62D2-4549-A211-B0894841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34125"/>
            <a:ext cx="558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0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⑤ 发射后就已入队；等待满足后，用户流后续任务才能使用 recvBuf。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D8375B5-B3F0-4B22-8ED0-8564476D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E06301A-DF37-4872-B3AD-566CAE6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4" name=""/>
          <p:cNvCxnSpPr>
            <a:stCxn xmlns:a="http://schemas.openxmlformats.org/drawingml/2006/main" id="194" idx="3"/>
            <a:endCxn xmlns:a="http://schemas.openxmlformats.org/drawingml/2006/main" id="195" idx="1"/>
          </p:cNvCxnSpPr>
          <p:nvPr/>
        </p:nvCxnSpPr>
        <p:spPr>
          <a:xfrm xmlns:a="http://schemas.openxmlformats.org/drawingml/2006/main">
            <a:off x="191453" y="6572727"/>
            <a:ext cx="118100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C908B"/>
            </a:solidFill>
            <a:prstDash val="solid"/>
          </a:ln>
        </p:spPr>
      </p:cxnSp>
      <p:sp>
        <p:nvSpPr>
          <p:cNvPr id="197" name="4 Rank 示例：每对发 2 个 FP32；Rank 0 最终输出 [0,1,10,11,20,21,30,31]。下标从 0 开始。">
            <a:extLst xmlns:a="http://schemas.openxmlformats.org/drawingml/2006/main">
              <a:ext uri="{FF2B5EF4-FFF2-40B4-BE49-F238E27FC236}">
                <a16:creationId xmlns:a16="http://schemas.microsoft.com/office/drawing/2014/main" id="{0127DA39-ED44-48D7-9B83-FC290768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19875"/>
            <a:ext cx="789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4 Rank 示例：每对发 2 个 FP32；Rank 0 最终输出 [0,1,10,11,20,21,30,31]。下标从 0 开始。</a:t>
            </a:r>
          </a:p>
        </p:txBody>
      </p:sp>
      <p:sp>
        <p:nvSpPr>
          <p:cNvPr id="198" name="源码静态主线，未上板验证。完整来源 / 分支说明见备注。">
            <a:extLst xmlns:a="http://schemas.openxmlformats.org/drawingml/2006/main">
              <a:ext uri="{FF2B5EF4-FFF2-40B4-BE49-F238E27FC236}">
                <a16:creationId xmlns:a16="http://schemas.microsoft.com/office/drawing/2014/main" id="{D6CEACF1-B5E2-4296-AFB3-D918F38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619875"/>
            <a:ext cx="3762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源码静态主线，未上板验证。完整来源 / 分支说明见备注。</a:t>
            </a:r>
          </a:p>
        </p:txBody>
      </p:sp>
    </p:spTree>
    <p:extLst>
      <p:ext uri="{BB962C8B-B14F-4D97-AF65-F5344CB8AC3E}">
        <p14:creationId xmlns:p14="http://schemas.microsoft.com/office/powerpoint/2010/main" val="265803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2026-09-27T12:34:08.5960000Z</dcterms:created>
  <dcterms:modified xsi:type="dcterms:W3CDTF">2026-09-27T12:34:08.5960000Z</dcterms:modified>
</coreProperties>
</file>