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a9a4d82f374534" /><Relationship Type="http://schemas.openxmlformats.org/officeDocument/2006/relationships/extended-properties" Target="/docProps/app.xml" Id="R60bbbd3c324a4804" /><Relationship Type="http://schemas.openxmlformats.org/officeDocument/2006/relationships/officeDocument" Target="/ppt/presentation.xml" Id="R41364f015e5a4d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cbbf5a1b274fe5"/>
  </p:sldMasterIdLst>
  <p:notesMasterIdLst>
    <p:notesMasterId xmlns:r="http://schemas.openxmlformats.org/officeDocument/2006/relationships" r:id="R8bc872213b1a4249"/>
  </p:notesMasterIdLst>
  <p:sldIdLst>
    <p:sldId xmlns:r="http://schemas.openxmlformats.org/officeDocument/2006/relationships" id="256" r:id="Rae8051b4dddb4928"/>
    <p:sldId xmlns:r="http://schemas.openxmlformats.org/officeDocument/2006/relationships" id="257" r:id="R4cd5778f52ae4006"/>
    <p:sldId xmlns:r="http://schemas.openxmlformats.org/officeDocument/2006/relationships" id="258" r:id="R7390e19d66b54322"/>
    <p:sldId xmlns:r="http://schemas.openxmlformats.org/officeDocument/2006/relationships" id="259" r:id="R101d156767bd40eb"/>
    <p:sldId xmlns:r="http://schemas.openxmlformats.org/officeDocument/2006/relationships" id="260" r:id="Rc9d821aa6bcc43c1"/>
    <p:sldId xmlns:r="http://schemas.openxmlformats.org/officeDocument/2006/relationships" id="261" r:id="Rb63ce8e736254c26"/>
    <p:sldId xmlns:r="http://schemas.openxmlformats.org/officeDocument/2006/relationships" id="262" r:id="R0fca771cae534d28"/>
    <p:sldId xmlns:r="http://schemas.openxmlformats.org/officeDocument/2006/relationships" id="263" r:id="Ra7384c4b2d444087"/>
    <p:sldId xmlns:r="http://schemas.openxmlformats.org/officeDocument/2006/relationships" id="264" r:id="R189160d008f84ffe"/>
    <p:sldId xmlns:r="http://schemas.openxmlformats.org/officeDocument/2006/relationships" id="265" r:id="R67f7e013d2544f9d"/>
    <p:sldId xmlns:r="http://schemas.openxmlformats.org/officeDocument/2006/relationships" id="266" r:id="R2490dcfc4718458e"/>
    <p:sldId xmlns:r="http://schemas.openxmlformats.org/officeDocument/2006/relationships" id="267" r:id="R2166061ba1ca4400"/>
    <p:sldId xmlns:r="http://schemas.openxmlformats.org/officeDocument/2006/relationships" id="268" r:id="R016fb348eb934c59"/>
    <p:sldId xmlns:r="http://schemas.openxmlformats.org/officeDocument/2006/relationships" id="269" r:id="R24f124b9f90f445d"/>
    <p:sldId xmlns:r="http://schemas.openxmlformats.org/officeDocument/2006/relationships" id="270" r:id="R50e1bb47cc864e55"/>
    <p:sldId xmlns:r="http://schemas.openxmlformats.org/officeDocument/2006/relationships" id="271" r:id="R62fa58d24c054cbc"/>
    <p:sldId xmlns:r="http://schemas.openxmlformats.org/officeDocument/2006/relationships" id="272" r:id="R2e1c46199cfc420a"/>
    <p:sldId xmlns:r="http://schemas.openxmlformats.org/officeDocument/2006/relationships" id="273" r:id="R05748734e42a44f8"/>
    <p:sldId xmlns:r="http://schemas.openxmlformats.org/officeDocument/2006/relationships" id="274" r:id="Rb4b526499fde45ff"/>
    <p:sldId xmlns:r="http://schemas.openxmlformats.org/officeDocument/2006/relationships" id="275" r:id="Rc16c5bf52be24b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0dd705defb45b2" /><Relationship Type="http://schemas.openxmlformats.org/officeDocument/2006/relationships/slideMaster" Target="/ppt/slideMasters/slideMaster1.xml" Id="Rafcbbf5a1b274fe5" /><Relationship Type="http://schemas.openxmlformats.org/officeDocument/2006/relationships/notesMaster" Target="/ppt/notesMasters/notesMaster1.xml" Id="R8bc872213b1a4249" /><Relationship Type="http://schemas.openxmlformats.org/officeDocument/2006/relationships/presProps" Target="/ppt/presProps.xml" Id="R8d61c21426244d9a" /><Relationship Type="http://schemas.openxmlformats.org/officeDocument/2006/relationships/tableStyles" Target="/ppt/tableStyles.xml" Id="R1f368f35143143be" /><Relationship Type="http://schemas.openxmlformats.org/officeDocument/2006/relationships/slide" Target="/ppt/slides/slide1.xml" Id="Rae8051b4dddb4928" /><Relationship Type="http://schemas.openxmlformats.org/officeDocument/2006/relationships/slide" Target="/ppt/slides/slide2.xml" Id="R4cd5778f52ae4006" /><Relationship Type="http://schemas.openxmlformats.org/officeDocument/2006/relationships/slide" Target="/ppt/slides/slide3.xml" Id="R7390e19d66b54322" /><Relationship Type="http://schemas.openxmlformats.org/officeDocument/2006/relationships/slide" Target="/ppt/slides/slide4.xml" Id="R101d156767bd40eb" /><Relationship Type="http://schemas.openxmlformats.org/officeDocument/2006/relationships/slide" Target="/ppt/slides/slide5.xml" Id="Rc9d821aa6bcc43c1" /><Relationship Type="http://schemas.openxmlformats.org/officeDocument/2006/relationships/slide" Target="/ppt/slides/slide6.xml" Id="Rb63ce8e736254c26" /><Relationship Type="http://schemas.openxmlformats.org/officeDocument/2006/relationships/slide" Target="/ppt/slides/slide7.xml" Id="R0fca771cae534d28" /><Relationship Type="http://schemas.openxmlformats.org/officeDocument/2006/relationships/slide" Target="/ppt/slides/slide8.xml" Id="Ra7384c4b2d444087" /><Relationship Type="http://schemas.openxmlformats.org/officeDocument/2006/relationships/slide" Target="/ppt/slides/slide9.xml" Id="R189160d008f84ffe" /><Relationship Type="http://schemas.openxmlformats.org/officeDocument/2006/relationships/slide" Target="/ppt/slides/slide10.xml" Id="R67f7e013d2544f9d" /><Relationship Type="http://schemas.openxmlformats.org/officeDocument/2006/relationships/slide" Target="/ppt/slides/slide11.xml" Id="R2490dcfc4718458e" /><Relationship Type="http://schemas.openxmlformats.org/officeDocument/2006/relationships/slide" Target="/ppt/slides/slide12.xml" Id="R2166061ba1ca4400" /><Relationship Type="http://schemas.openxmlformats.org/officeDocument/2006/relationships/slide" Target="/ppt/slides/slide13.xml" Id="R016fb348eb934c59" /><Relationship Type="http://schemas.openxmlformats.org/officeDocument/2006/relationships/slide" Target="/ppt/slides/slide14.xml" Id="R24f124b9f90f445d" /><Relationship Type="http://schemas.openxmlformats.org/officeDocument/2006/relationships/slide" Target="/ppt/slides/slide15.xml" Id="R50e1bb47cc864e55" /><Relationship Type="http://schemas.openxmlformats.org/officeDocument/2006/relationships/slide" Target="/ppt/slides/slide16.xml" Id="R62fa58d24c054cbc" /><Relationship Type="http://schemas.openxmlformats.org/officeDocument/2006/relationships/slide" Target="/ppt/slides/slide17.xml" Id="R2e1c46199cfc420a" /><Relationship Type="http://schemas.openxmlformats.org/officeDocument/2006/relationships/slide" Target="/ppt/slides/slide18.xml" Id="R05748734e42a44f8" /><Relationship Type="http://schemas.openxmlformats.org/officeDocument/2006/relationships/slide" Target="/ppt/slides/slide19.xml" Id="Rb4b526499fde45ff" /><Relationship Type="http://schemas.openxmlformats.org/officeDocument/2006/relationships/slide" Target="/ppt/slides/slide20.xml" Id="Rc16c5bf52be24b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eac0080fa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e1558b69a44348" /><Relationship Type="http://schemas.openxmlformats.org/officeDocument/2006/relationships/notesMaster" Target="/ppt/notesMasters/notesMaster1.xml" Id="Ra47598c5b7354e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2dbce6c7de4f72" /><Relationship Type="http://schemas.openxmlformats.org/officeDocument/2006/relationships/notesMaster" Target="/ppt/notesMasters/notesMaster1.xml" Id="Rfb35b5be98b84d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c29c836188450f" /><Relationship Type="http://schemas.openxmlformats.org/officeDocument/2006/relationships/notesMaster" Target="/ppt/notesMasters/notesMaster1.xml" Id="Rbeb75d9299f8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24632e3b0947bf" /><Relationship Type="http://schemas.openxmlformats.org/officeDocument/2006/relationships/notesMaster" Target="/ppt/notesMasters/notesMaster1.xml" Id="R19f938b1501a4b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3ec4f96183405c" /><Relationship Type="http://schemas.openxmlformats.org/officeDocument/2006/relationships/notesMaster" Target="/ppt/notesMasters/notesMaster1.xml" Id="R4c76cf3eb79542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4071168348456c" /><Relationship Type="http://schemas.openxmlformats.org/officeDocument/2006/relationships/notesMaster" Target="/ppt/notesMasters/notesMaster1.xml" Id="R933423cd56db4e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93ee34180b46b3" /><Relationship Type="http://schemas.openxmlformats.org/officeDocument/2006/relationships/notesMaster" Target="/ppt/notesMasters/notesMaster1.xml" Id="Rb47db41cc74541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89df1fb31c427c" /><Relationship Type="http://schemas.openxmlformats.org/officeDocument/2006/relationships/notesMaster" Target="/ppt/notesMasters/notesMaster1.xml" Id="R808710629b884e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01cd9341b34dcb" /><Relationship Type="http://schemas.openxmlformats.org/officeDocument/2006/relationships/notesMaster" Target="/ppt/notesMasters/notesMaster1.xml" Id="Rfcb979e9d5684b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950dace1934bd7" /><Relationship Type="http://schemas.openxmlformats.org/officeDocument/2006/relationships/notesMaster" Target="/ppt/notesMasters/notesMaster1.xml" Id="R1d7914afa5604c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f0b5fcab54482e" /><Relationship Type="http://schemas.openxmlformats.org/officeDocument/2006/relationships/notesMaster" Target="/ppt/notesMasters/notesMaster1.xml" Id="Rb7b42cfd573042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8ced4abfc04152" /><Relationship Type="http://schemas.openxmlformats.org/officeDocument/2006/relationships/notesMaster" Target="/ppt/notesMasters/notesMaster1.xml" Id="Raabc0d879c634d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f8bceb78764f0a" /><Relationship Type="http://schemas.openxmlformats.org/officeDocument/2006/relationships/notesMaster" Target="/ppt/notesMasters/notesMaster1.xml" Id="R7f52ef8b616947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440c3d18184560" /><Relationship Type="http://schemas.openxmlformats.org/officeDocument/2006/relationships/notesMaster" Target="/ppt/notesMasters/notesMaster1.xml" Id="R2487d15806554c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ab5dcd4c7a45d3" /><Relationship Type="http://schemas.openxmlformats.org/officeDocument/2006/relationships/notesMaster" Target="/ppt/notesMasters/notesMaster1.xml" Id="R8731d49754064a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c4410de0a44acf" /><Relationship Type="http://schemas.openxmlformats.org/officeDocument/2006/relationships/notesMaster" Target="/ppt/notesMasters/notesMaster1.xml" Id="R3503994875954c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a14603698f445f" /><Relationship Type="http://schemas.openxmlformats.org/officeDocument/2006/relationships/notesMaster" Target="/ppt/notesMasters/notesMaster1.xml" Id="Rb4ea19cbc50446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fd97c5b5184fd5" /><Relationship Type="http://schemas.openxmlformats.org/officeDocument/2006/relationships/notesMaster" Target="/ppt/notesMasters/notesMaster1.xml" Id="R78b7c7d1359446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f36ec12c3942cd" /><Relationship Type="http://schemas.openxmlformats.org/officeDocument/2006/relationships/notesMaster" Target="/ppt/notesMasters/notesMaster1.xml" Id="R2c6b9a40deb641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414fe7c7664a36" /><Relationship Type="http://schemas.openxmlformats.org/officeDocument/2006/relationships/notesMaster" Target="/ppt/notesMasters/notesMaster1.xml" Id="R1a237a44fb194a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放大原第6页建链步骤。HcclChannelAcquire通过HCOMM域资源管理进入MyRank::CreateChannels，先BatchCreateSockets，再BatchCreateChannels，再BatchConnectChannels。EndpointMgr按需创建端点，PrepareMemHandles注册或复用CCL。EndpointPair仅在槽位缺失时调用HcommCollectiveChannelCreate。BatchConnectChannels调用内部ChannelProcess::ChannelGetStatus，具体UB_RTP Channel的GetStatus推进ProcessUbRtpState与ProcessUbRtpDataState。SendDataSize/RecvDataSize处理交换长度，SendExchangeData/RecvExchangeData处理描述，RecvDataProcess解析远端内存、通知与连接。是否先接收由isRecvFirst_决定，不能将两端画为完全相同的同步顺序。NotifyVecPack、BufferVecPack、ConnVecPack是内部序列化辅助，不是独立导出API。BatchExchangeAndCheckConsistency处理算子参数一致性，是另一类信息交换。普通算子链路不要求显式调用HcommMemExport/HcommMemImport，不能将导出接口的存在当作本次调用证据。基线范围已创建comm，因此comm创建/销毁不属于每次算子下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的对比算法固定为AllToAll普通Mesh、AicpuAllGatherSoleMesh、AicpuAllReduceSoleMeshOneShot、AicpuAllReduceSoleMeshTwoShot，后两者均FP32+SUM且普通内存。自动选择器受拓扑、消息量、Rank数、配置和确定性要求影响，测试时须记录实际algName。共用接口不代表一个算子通过就证明其它算子无误，因为counts、offsets、Peer、Thread数、通知依赖和缓存键不同。建议每条API事件记录commName/algTag/engine、rank/peer/protocol、thread/channel handle、字节数或count/type/op、notifyIdx、返回码、时间。不要记录用户张量原始敏感内容；使用合成数据可验证布局。对称内存、特殊64位类型或PROD、Task Cache、CCU/AIV、图模式应作为独立扩展矩阵。未执行本页建议的硬件测试。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hccl/src/ops/all_gather/selector/all_gather_auto_selector.cc:303-405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HcclGetCommName [C1 域资源]</a:t>
            </a:r>
          </a:p>
          <a:p xmlns:a="http://schemas.openxmlformats.org/drawingml/2006/main">
            <a:r>
              <a:t>作用：取得通信域名称，用于 tag、设备入口与执行保护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条件：已创建通信域</a:t>
            </a:r>
          </a:p>
          <a:p xmlns:a="http://schemas.openxmlformats.org/drawingml/2006/main">
            <a:r>
              <a:t>测试点：核对域名与请求的 comm 一致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HcclConfigGetInfo [C1 域资源]</a:t>
            </a:r>
          </a:p>
          <a:p xmlns:a="http://schemas.openxmlformats.org/drawingml/2006/main">
            <a:r>
              <a:t>作用：读取展开模式等域配置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条件：动态接口支持时</a:t>
            </a:r>
          </a:p>
          <a:p xmlns:a="http://schemas.openxmlformats.org/drawingml/2006/main">
            <a:r>
              <a:t>测试点：确认最终 engine=AICPU_TS</a:t>
            </a:r>
          </a:p>
          <a:p xmlns:a="http://schemas.openxmlformats.org/drawingml/2006/main">
            <a:r>
              <a:t>证据：hccl/src/ops/op_common/op_common.cc:3418-3565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HcclCommGetStatus [C1 域资源]</a:t>
            </a:r>
          </a:p>
          <a:p xmlns:a="http://schemas.openxmlformats.org/drawingml/2006/main">
            <a:r>
              <a:t>作用：检查通信域是否允许继续执行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条件：状态查询接口支持时</a:t>
            </a:r>
          </a:p>
          <a:p xmlns:a="http://schemas.openxmlformats.org/drawingml/2006/main">
            <a:r>
              <a:t>测试点：READY 放行，暂停等状态按约定处理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all_to_all_v/all_to_all_v.cc:641-850；hccl/src/ops/all_gather/all_gather.cc:153-233；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HcclEngineCtxGet [C1 域资源]</a:t>
            </a:r>
          </a:p>
          <a:p xmlns:a="http://schemas.openxmlformats.org/drawingml/2006/main">
            <a:r>
              <a:t>作用：查拓扑、算法资源、主/展开 Thread 上下文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条件：tag 和 engine 决定查询对象</a:t>
            </a:r>
          </a:p>
          <a:p xmlns:a="http://schemas.openxmlformats.org/drawingml/2006/main">
            <a:r>
              <a:t>测试点：分别验证拓扑命中与算法资源命中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HcclEngineCtxCreate [C1 域资源]</a:t>
            </a:r>
          </a:p>
          <a:p xmlns:a="http://schemas.openxmlformats.org/drawingml/2006/main">
            <a:r>
              <a:t>作用：创建缺失的上下文保存空间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条件：对应上下文尚不存在</a:t>
            </a:r>
          </a:p>
          <a:p xmlns:a="http://schemas.openxmlformats.org/drawingml/2006/main">
            <a:r>
              <a:t>测试点：容量、engine、tag 隔离及重复申请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HcclEngineCtxCopy [C1 域资源]</a:t>
            </a:r>
          </a:p>
          <a:p xmlns:a="http://schemas.openxmlformats.org/drawingml/2006/main">
            <a:r>
              <a:t>作用：把序列化资源描述复制到设备上下文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条件：重新交付算法资源时</a:t>
            </a:r>
          </a:p>
          <a:p xmlns:a="http://schemas.openxmlformats.org/drawingml/2006/main">
            <a:r>
              <a:t>测试点：描述/句柄完整，不把它统计为张量搬运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HcclThreadAcquireWithStream [C1 域资源]</a:t>
            </a:r>
          </a:p>
          <a:p xmlns:a="http://schemas.openxmlformats.org/drawingml/2006/main">
            <a:r>
              <a:t>作用：将用户 stream 关联为 CPU_TS Thread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条件：每次执行入口获取，可内部复用</a:t>
            </a:r>
          </a:p>
          <a:p xmlns:a="http://schemas.openxmlformats.org/drawingml/2006/main">
            <a:r>
              <a:t>测试点：用户流绑定正确，重复执行无资源增长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HcclThreadExportToCommEngine [C1 域资源]</a:t>
            </a:r>
          </a:p>
          <a:p xmlns:a="http://schemas.openxmlformats.org/drawingml/2006/main">
            <a:r>
              <a:t>作用：导出跨引擎 Thread 句柄，建立通知关系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条件：用户 Thread 与设备主 Thread 两个方向</a:t>
            </a:r>
          </a:p>
          <a:p xmlns:a="http://schemas.openxmlformats.org/drawingml/2006/main">
            <a:r>
              <a:t>测试点：输入就绪和最终完成通知均落到正确队列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HcclThreadAcquireWithConfig [C1 域资源]</a:t>
            </a:r>
          </a:p>
          <a:p xmlns:a="http://schemas.openxmlformats.org/drawingml/2006/main">
            <a:r>
              <a:t>作用：按每条队列的配置申请主/从/展开 Thread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条件：缺资源且支持配置版接口</a:t>
            </a:r>
          </a:p>
          <a:p xmlns:a="http://schemas.openxmlformats.org/drawingml/2006/main">
            <a:r>
              <a:t>测试点：线程数、Notify 槽数符合 CalcRes 结果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 [C1 域资源]</a:t>
            </a:r>
          </a:p>
          <a:p xmlns:a="http://schemas.openxmlformats.org/drawingml/2006/main">
            <a:r>
              <a:t>作用：按统一 Notify 数申请 Thread 的兼容入口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条件：缺资源且配置版接口不支持</a:t>
            </a:r>
          </a:p>
          <a:p xmlns:a="http://schemas.openxmlformats.org/drawingml/2006/main">
            <a:r>
              <a:t>测试点：与配置版二选一，不应重复申请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HcclGetHcclBuffer [C2 内存]</a:t>
            </a:r>
          </a:p>
          <a:p xmlns:a="http://schemas.openxmlformats.org/drawingml/2006/main">
            <a:r>
              <a:t>作用：取得本地 CCL 中转区地址与容量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条件：资源准备、参数交换等路径</a:t>
            </a:r>
          </a:p>
          <a:p xmlns:a="http://schemas.openxmlformats.org/drawingml/2006/main">
            <a:r>
              <a:t>测试点：分块不越界，容量与各 Rank 配置一致</a:t>
            </a:r>
          </a:p>
          <a:p xmlns:a="http://schemas.openxmlformats.org/drawingml/2006/main">
            <a:r>
              <a:t>证据：hccl/src/ops/op_common/op_common.cc:780-918,1285-1429,1670-1845,2008-2091；hccl/src/common/inconsistent_check.cc:18-90；hccl/src/ops/op_common/op_common.cc:1426-1499,2080-2083；hcomm/src/coll_communicator_mgr/resource_mgr/local/my_rank/my_rank.cc:582-605,1295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HcclCommSymWinGet [C2 内存]</a:t>
            </a:r>
          </a:p>
          <a:p xmlns:a="http://schemas.openxmlformats.org/drawingml/2006/main">
            <a:r>
              <a:t>作用：探测用户 Buffer 是否位于对称内存窗口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条件：版本与算子条件满足时探测</a:t>
            </a:r>
          </a:p>
          <a:p xmlns:a="http://schemas.openxmlformats.org/drawingml/2006/main">
            <a:r>
              <a:t>测试点：未命中可走普通内存，命中另建测试组</a:t>
            </a:r>
          </a:p>
          <a:p xmlns:a="http://schemas.openxmlformats.org/drawingml/2006/main">
            <a:r>
              <a:t>证据：hccl/src/ops/op_common/op_common.cc:3950-3987；hccl/src/ops/all_gather/all_gather.cc:224-231；hccl/src/ops/all_reduce/all_reduce.cc:228-253；hccl/src/ops/all_to_all_v/all_to_all_v.cc:730-850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hccl/src/ops/op_common/op_common.cc:3418-3565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hccl/src/ops/op_common/op_common.cc:3950-3987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hccl/src/ops/all_gather/all_gather.cc:224-231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hccl/src/ops/all_reduce/all_reduce.cc:228-253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hccl/src/ops/all_to_all_v/all_to_all_v.cc:730-850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HcclGetRankSize [C3 拓扑]</a:t>
            </a:r>
          </a:p>
          <a:p xmlns:a="http://schemas.openxmlformats.org/drawingml/2006/main">
            <a:r>
              <a:t>作用：取得通信域的 Rank 总数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条件：入口或拓扑构建</a:t>
            </a:r>
          </a:p>
          <a:p xmlns:a="http://schemas.openxmlformats.org/drawingml/2006/main">
            <a:r>
              <a:t>测试点：输出尺寸与 Rank 数一致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；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HcclGetRankId [C3 拓扑]</a:t>
            </a:r>
          </a:p>
          <a:p xmlns:a="http://schemas.openxmlformats.org/drawingml/2006/main">
            <a:r>
              <a:t>作用：取得本 Rank 在通信域中的编号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条件：拓扑构建等调用点，AllToAll 入口也查询</a:t>
            </a:r>
          </a:p>
          <a:p xmlns:a="http://schemas.openxmlformats.org/drawingml/2006/main">
            <a:r>
              <a:t>测试点：本 Rank 与算法 Rank 映射正确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；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HcclRankGraphGetLayers [C3 拓扑]</a:t>
            </a:r>
          </a:p>
          <a:p xmlns:a="http://schemas.openxmlformats.org/drawingml/2006/main">
            <a:r>
              <a:t>作用：枚举通信域网络层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条件：构建拓扑时</a:t>
            </a:r>
          </a:p>
          <a:p xmlns:a="http://schemas.openxmlformats.org/drawingml/2006/main">
            <a:r>
              <a:t>测试点：网络层数量和编号正确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HcclRankGraphGetRanksByLayer [C3 拓扑]</a:t>
            </a:r>
          </a:p>
          <a:p xmlns:a="http://schemas.openxmlformats.org/drawingml/2006/main">
            <a:r>
              <a:t>作用：取得某一网络层的成员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条件：相应拓扑构建分支</a:t>
            </a:r>
          </a:p>
          <a:p xmlns:a="http://schemas.openxmlformats.org/drawingml/2006/main">
            <a:r>
              <a:t>测试点：成员不遗漏、不重复，范围正确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HcclRankGraphGetInstSizeListByLayer [C3 拓扑]</a:t>
            </a:r>
          </a:p>
          <a:p xmlns:a="http://schemas.openxmlformats.org/drawingml/2006/main">
            <a:r>
              <a:t>作用：取得某层各拓扑实例的规模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条件：拓扑形态计算需要时</a:t>
            </a:r>
          </a:p>
          <a:p xmlns:a="http://schemas.openxmlformats.org/drawingml/2006/main">
            <a:r>
              <a:t>测试点：实例规模与 Rank 分组相符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HcclRankGraphGetTopoInstsByLayer [C3 拓扑]</a:t>
            </a:r>
          </a:p>
          <a:p xmlns:a="http://schemas.openxmlformats.org/drawingml/2006/main">
            <a:r>
              <a:t>作用：枚举网络层内的拓扑实例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条件：按实例构建拓扑时</a:t>
            </a:r>
          </a:p>
          <a:p xmlns:a="http://schemas.openxmlformats.org/drawingml/2006/main">
            <a:r>
              <a:t>测试点：实例 ID 和数量正确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HcclRankGraphGetTopoType [C3 拓扑]</a:t>
            </a:r>
          </a:p>
          <a:p xmlns:a="http://schemas.openxmlformats.org/drawingml/2006/main">
            <a:r>
              <a:t>作用：查询实例的拓扑类型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条件：需要识别 Mesh / Clos 等形态</a:t>
            </a:r>
          </a:p>
          <a:p xmlns:a="http://schemas.openxmlformats.org/drawingml/2006/main">
            <a:r>
              <a:t>测试点：类型与选择到的算法匹配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HcclRankGraphGetRanksByTopoInst [C3 拓扑]</a:t>
            </a:r>
          </a:p>
          <a:p xmlns:a="http://schemas.openxmlformats.org/drawingml/2006/main">
            <a:r>
              <a:t>作用：取得某个拓扑实例中的 Rank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条件：按实例建立分组时</a:t>
            </a:r>
          </a:p>
          <a:p xmlns:a="http://schemas.openxmlformats.org/drawingml/2006/main">
            <a:r>
              <a:t>测试点：本地实例与 Peer 集合正确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HcclRankGraphGetEndpointNum [C3 拓扑]</a:t>
            </a:r>
          </a:p>
          <a:p xmlns:a="http://schemas.openxmlformats.org/drawingml/2006/main">
            <a:r>
              <a:t>作用：查询实例的端点数量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条件：端点枚举路径</a:t>
            </a:r>
          </a:p>
          <a:p xmlns:a="http://schemas.openxmlformats.org/drawingml/2006/main">
            <a:r>
              <a:t>测试点：先取数量，再分配描述列表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HcclRankGraphGetEndpointDesc [C3 拓扑]</a:t>
            </a:r>
          </a:p>
          <a:p xmlns:a="http://schemas.openxmlformats.org/drawingml/2006/main">
            <a:r>
              <a:t>作用：取得端点位置与协议描述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条件：端点枚举路径</a:t>
            </a:r>
          </a:p>
          <a:p xmlns:a="http://schemas.openxmlformats.org/drawingml/2006/main">
            <a:r>
              <a:t>测试点：端点与设备位置、协议一致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HcclRankGraphGetEndpointInfo [C3 拓扑]</a:t>
            </a:r>
          </a:p>
          <a:p xmlns:a="http://schemas.openxmlformats.org/drawingml/2006/main">
            <a:r>
              <a:t>作用：查询端点带宽系数、Die 等属性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条件：构造 ChannelInfo 等路径</a:t>
            </a:r>
          </a:p>
          <a:p xmlns:a="http://schemas.openxmlformats.org/drawingml/2006/main">
            <a:r>
              <a:t>测试点：带宽系数有效，属性失败按分支处理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HcclRankGraphGetLinks [C3 拓扑]</a:t>
            </a:r>
          </a:p>
          <a:p xmlns:a="http://schemas.openxmlformats.org/drawingml/2006/main">
            <a:r>
              <a:t>作用：查询本 Rank 到 Peer 的可用链路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条件：计算 Mesh 通道需求</a:t>
            </a:r>
          </a:p>
          <a:p xmlns:a="http://schemas.openxmlformats.org/drawingml/2006/main">
            <a:r>
              <a:t>测试点：无效链路不入请求，多链路切片不重叠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hccl/src/ops/op_common/topo_info/topo_host.cc:75-92,267-334,960-1091,1110-1289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hccl/src/ops/all_gather/selector/all_gather_auto_selector.cc:303-405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HcclCommAddExchangeInfo [C1 域资源]</a:t>
            </a:r>
          </a:p>
          <a:p xmlns:a="http://schemas.openxmlformats.org/drawingml/2006/main">
            <a:r>
              <a:t>作用：登记本次算子的参数一致性信息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条件：检查使能且接口支持，建链前注入</a:t>
            </a:r>
          </a:p>
          <a:p xmlns:a="http://schemas.openxmlformats.org/drawingml/2006/main">
            <a:r>
              <a:t>测试点：算子类型/count/type 等字段与请求一致</a:t>
            </a:r>
          </a:p>
          <a:p xmlns:a="http://schemas.openxmlformats.org/drawingml/2006/main">
            <a:r>
              <a:t>证据：hccl/src/common/inconsistent_check.cc:18-90；hccl/src/ops/op_common/op_common.cc:1426-1499,2080-2083；hcomm/src/coll_communicator_mgr/resource_mgr/local/my_rank/my_rank.cc:582-605,1295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HcclChannelAcquire [C1 域资源]</a:t>
            </a:r>
          </a:p>
          <a:p xmlns:a="http://schemas.openxmlformats.org/drawingml/2006/main">
            <a:r>
              <a:t>作用：按 Peer、协议、端点获取 ChannelHandle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条件：算法资源缺失且请求通道非空</a:t>
            </a:r>
          </a:p>
          <a:p xmlns:a="http://schemas.openxmlformats.org/drawingml/2006/main">
            <a:r>
              <a:t>测试点：区分获取成功、复用、新建和失败清理</a:t>
            </a:r>
          </a:p>
          <a:p xmlns:a="http://schemas.openxmlformats.org/drawingml/2006/main">
            <a:r>
              <a:t>证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HcommEndpointCreate [C5 底层资源]</a:t>
            </a:r>
          </a:p>
          <a:p xmlns:a="http://schemas.openxmlformats.org/drawingml/2006/main">
            <a:r>
              <a:t>作用：创建本地通信端点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条件：所需 Endpoint 尚不存在</a:t>
            </a:r>
          </a:p>
          <a:p xmlns:a="http://schemas.openxmlformats.org/drawingml/2006/main">
            <a:r>
              <a:t>测试点：同端点复用，设备/协议归属正确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HcommEndpointStartListen [C5 底层资源]</a:t>
            </a:r>
          </a:p>
          <a:p xmlns:a="http://schemas.openxmlformats.org/drawingml/2006/main">
            <a:r>
              <a:t>作用：为端点准备接受连接的监听能力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条件：进入 BatchCreateChannels 时</a:t>
            </a:r>
          </a:p>
          <a:p xmlns:a="http://schemas.openxmlformats.org/drawingml/2006/main">
            <a:r>
              <a:t>测试点：监听配置、端口和对端连接匹配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HcommMemReg [C2 内存]</a:t>
            </a:r>
          </a:p>
          <a:p xmlns:a="http://schemas.openxmlformats.org/drawingml/2006/main">
            <a:r>
              <a:t>作用：把 CCL 等内存注册到端点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条件：端点缺相应 tag 或内存版本变化</a:t>
            </a:r>
          </a:p>
          <a:p xmlns:a="http://schemas.openxmlformats.org/drawingml/2006/main">
            <a:r>
              <a:t>测试点：地址/长度有效，重复注册复用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HcommCollectiveChannelCreate [C5 底层资源]</a:t>
            </a:r>
          </a:p>
          <a:p xmlns:a="http://schemas.openxmlformats.org/drawingml/2006/main">
            <a:r>
              <a:t>作用：创建集合通信使用的基础 Channel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条件：EndpointPair 无可复用槽位</a:t>
            </a:r>
          </a:p>
          <a:p xmlns:a="http://schemas.openxmlformats.org/drawingml/2006/main">
            <a:r>
              <a:t>测试点：返回句柄有效，随后能推进到 READY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HcclChannelGetHcclBuffer [C2 内存]</a:t>
            </a:r>
          </a:p>
          <a:p xmlns:a="http://schemas.openxmlformats.org/drawingml/2006/main">
            <a:r>
              <a:t>作用：取得该通道对应的远端 CCL 地址与容量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条件：构建 ChannelInfo 时</a:t>
            </a:r>
          </a:p>
          <a:p xmlns:a="http://schemas.openxmlformats.org/drawingml/2006/main">
            <a:r>
              <a:t>测试点：远端地址属于正确 Peer，容量不越界</a:t>
            </a:r>
          </a:p>
          <a:p xmlns:a="http://schemas.openxmlformats.org/drawingml/2006/main">
            <a:r>
              <a:t>证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HcommChannelGetRemoteMems [C2 内存]</a:t>
            </a:r>
          </a:p>
          <a:p xmlns:a="http://schemas.openxmlformats.org/drawingml/2006/main">
            <a:r>
              <a:t>作用：读取底层 Channel 已交换的远端内存映射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条件：上行缓冲区查询的内部调用</a:t>
            </a:r>
          </a:p>
          <a:p xmlns:a="http://schemas.openxmlformats.org/drawingml/2006/main">
            <a:r>
              <a:t>测试点：CCL tag 与远端描述正确对应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HcclCommGetExchangeInfo [C1 域资源]</a:t>
            </a:r>
          </a:p>
          <a:p xmlns:a="http://schemas.openxmlformats.org/drawingml/2006/main">
            <a:r>
              <a:t>作用：读取远端参数交换结果进行一致性比较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条件：检查使能且接口支持，交换后读取</a:t>
            </a:r>
          </a:p>
          <a:p xmlns:a="http://schemas.openxmlformats.org/drawingml/2006/main">
            <a:r>
              <a:t>测试点：不一致应报错，不误读上次交换结果</a:t>
            </a:r>
          </a:p>
          <a:p xmlns:a="http://schemas.openxmlformats.org/drawingml/2006/main">
            <a:r>
              <a:t>证据：hccl/src/common/inconsistent_check.cc:18-90；hccl/src/ops/op_common/op_common.cc:1426-1499,2080-2083；hcomm/src/coll_communicator_mgr/resource_mgr/local/my_rank/my_rank.cc:582-605,1295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HcclDedicatedThreadAcquire [C1 域资源]</a:t>
            </a:r>
          </a:p>
          <a:p xmlns:a="http://schemas.openxmlformats.org/drawingml/2006/main">
            <a:r>
              <a:t>作用：获取 Host/Device 按序下发专用 Thread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条件：OrderLaunch 能力和路径需要</a:t>
            </a:r>
          </a:p>
          <a:p xmlns:a="http://schemas.openxmlformats.org/drawingml/2006/main">
            <a:r>
              <a:t>测试点：并发下发顺序正确，专用 Thread 可复用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HcommThreadAlloc [C5 底层资源]</a:t>
            </a:r>
          </a:p>
          <a:p xmlns:a="http://schemas.openxmlformats.org/drawingml/2006/main">
            <a:r>
              <a:t>作用：创建底层专用 Thread 资源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条件：上述专用 Thread 缺失时</a:t>
            </a:r>
          </a:p>
          <a:p xmlns:a="http://schemas.openxmlformats.org/drawingml/2006/main">
            <a:r>
              <a:t>测试点：不能当作所有普通 Thread 的必经 API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HcclThreadResGetInfo [C1 域资源]</a:t>
            </a:r>
          </a:p>
          <a:p xmlns:a="http://schemas.openxmlformats.org/drawingml/2006/main">
            <a:r>
              <a:t>作用：从域级 Thread 查询展开 stream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条件：能力支持时用于 Kernel 发射/保序</a:t>
            </a:r>
          </a:p>
          <a:p xmlns:a="http://schemas.openxmlformats.org/drawingml/2006/main">
            <a:r>
              <a:t>测试点：发射到正确 stream，兼容分支可工作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HcommThreadResGetInfo [C5 底层资源]</a:t>
            </a:r>
          </a:p>
          <a:p xmlns:a="http://schemas.openxmlformats.org/drawingml/2006/main">
            <a:r>
              <a:t>作用：从底层专用 Thread 查询 stream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条件：Host 保序 stream 获取路径</a:t>
            </a:r>
          </a:p>
          <a:p xmlns:a="http://schemas.openxmlformats.org/drawingml/2006/main">
            <a:r>
              <a:t>测试点：保序队列和执行队列关系正确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hccl/src/ops/op_common/order_launch.cc:18-62,151-264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HcommAcquireComm [D4 执行]</a:t>
            </a:r>
          </a:p>
          <a:p xmlns:a="http://schemas.openxmlformats.org/drawingml/2006/main">
            <a:r>
              <a:t>作用：进入设备侧通信域使用保护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条件：AICPU 算子入口</a:t>
            </a:r>
          </a:p>
          <a:p xmlns:a="http://schemas.openxmlformats.org/drawingml/2006/main">
            <a:r>
              <a:t>测试点：与 Release 配对，不等于创建通信域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HcommBatchModeStart [D4 执行]</a:t>
            </a:r>
          </a:p>
          <a:p xmlns:a="http://schemas.openxmlformats.org/drawingml/2006/main">
            <a:r>
              <a:t>作用：开始批模式，组织本轮任务下发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条件：Task Cache 关闭的正常编排路径</a:t>
            </a:r>
          </a:p>
          <a:p xmlns:a="http://schemas.openxmlformats.org/drawingml/2006/main">
            <a:r>
              <a:t>测试点：跟踪 algTag 及批模式状态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HcommThreadNotifyRecordOnThread [D3 同步]</a:t>
            </a:r>
          </a:p>
          <a:p xmlns:a="http://schemas.openxmlformats.org/drawingml/2006/main">
            <a:r>
              <a:t>作用：跨 Thread 发输入就绪、主从或完成通知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条件：Host 与设备均可调用</a:t>
            </a:r>
          </a:p>
          <a:p xmlns:a="http://schemas.openxmlformats.org/drawingml/2006/main">
            <a:r>
              <a:t>测试点：匹配目标 Thread/notifyIdx，检查最终完成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 [D3 同步]</a:t>
            </a:r>
          </a:p>
          <a:p xmlns:a="http://schemas.openxmlformats.org/drawingml/2006/main">
            <a:r>
              <a:t>作用：等待 Thread 通知，显式传入超时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条件：默认超时能力不满足的兼容分支</a:t>
            </a:r>
          </a:p>
          <a:p xmlns:a="http://schemas.openxmlformats.org/drawingml/2006/main">
            <a:r>
              <a:t>测试点：和相应 Record 匹配，延迟时不提前继续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HcommThreadNotifyWaitOnThreadWithDefaultTimeout [D3 同步]</a:t>
            </a:r>
          </a:p>
          <a:p xmlns:a="http://schemas.openxmlformats.org/drawingml/2006/main">
            <a:r>
              <a:t>作用：等待 Thread 通知，使用已配置超时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条件：默认超时接口与配置能力均支持</a:t>
            </a:r>
          </a:p>
          <a:p xmlns:a="http://schemas.openxmlformats.org/drawingml/2006/main">
            <a:r>
              <a:t>测试点：与上行二选一，确认超时配置生效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HcommChannelNotifyRecordOnThread [D3 同步]</a:t>
            </a:r>
          </a:p>
          <a:p xmlns:a="http://schemas.openxmlformats.org/drawingml/2006/main">
            <a:r>
              <a:t>作用：向对端发布握手或数据阶段通知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条件：非零远端通信协议阶段</a:t>
            </a:r>
          </a:p>
          <a:p xmlns:a="http://schemas.openxmlformats.org/drawingml/2006/main">
            <a:r>
              <a:t>测试点：读/写方向不同，ACK 与 DATA_SIGNAL 区分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 [D3 同步]</a:t>
            </a:r>
          </a:p>
          <a:p xmlns:a="http://schemas.openxmlformats.org/drawingml/2006/main">
            <a:r>
              <a:t>作用：等待通道通知，显式传入超时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条件：默认超时能力不满足的兼容分支</a:t>
            </a:r>
          </a:p>
          <a:p xmlns:a="http://schemas.openxmlformats.org/drawingml/2006/main">
            <a:r>
              <a:t>测试点：Peer、Channel、槽号正确，不丢通知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HcommChannelNotifyWaitOnThreadWithDefaultTimeout [D3 同步]</a:t>
            </a:r>
          </a:p>
          <a:p xmlns:a="http://schemas.openxmlformats.org/drawingml/2006/main">
            <a:r>
              <a:t>作用：等待通道通知，使用已配置超时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条件：默认超时接口与配置能力均支持</a:t>
            </a:r>
          </a:p>
          <a:p xmlns:a="http://schemas.openxmlformats.org/drawingml/2006/main">
            <a:r>
              <a:t>测试点：与上行二选一，检查相同协议依赖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HcommSetNotifyWaitTimeOut [D3 同步]</a:t>
            </a:r>
          </a:p>
          <a:p xmlns:a="http://schemas.openxmlformats.org/drawingml/2006/main">
            <a:r>
              <a:t>作用：配置默认 Notify 等待超时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条件：接口能力支持时</a:t>
            </a:r>
          </a:p>
          <a:p xmlns:a="http://schemas.openxmlformats.org/drawingml/2006/main">
            <a:r>
              <a:t>测试点：默认 Wait 使用同一预期超时口径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HcommThreadResAcquireTimeOut [D4 执行]</a:t>
            </a:r>
          </a:p>
          <a:p xmlns:a="http://schemas.openxmlformats.org/drawingml/2006/main">
            <a:r>
              <a:t>作用：配置 Thread 任务资源获取超时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条件：接口能力支持时</a:t>
            </a:r>
          </a:p>
          <a:p xmlns:a="http://schemas.openxmlformats.org/drawingml/2006/main">
            <a:r>
              <a:t>测试点：资源等待的超时与 Notify 超时分开验证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HcommBatchModeEnd [D4 执行]</a:t>
            </a:r>
          </a:p>
          <a:p xmlns:a="http://schemas.openxmlformats.org/drawingml/2006/main">
            <a:r>
              <a:t>作用：结束批模式，提交剩余通信任务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条件：正常编排收尾</a:t>
            </a:r>
          </a:p>
          <a:p xmlns:a="http://schemas.openxmlformats.org/drawingml/2006/main">
            <a:r>
              <a:t>测试点：不能把 API 返回直接当作用户数据可读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HcommReleaseComm [D4 执行]</a:t>
            </a:r>
          </a:p>
          <a:p xmlns:a="http://schemas.openxmlformats.org/drawingml/2006/main">
            <a:r>
              <a:t>作用：退出通信域使用保护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条件：设备入口退出</a:t>
            </a:r>
          </a:p>
          <a:p xmlns:a="http://schemas.openxmlformats.org/drawingml/2006/main">
            <a:r>
              <a:t>测试点：不销毁可复用通信资源，检查配对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HcommLocalCopyOnThread [D1 搬运]</a:t>
            </a:r>
          </a:p>
          <a:p xmlns:a="http://schemas.openxmlformats.org/drawingml/2006/main">
            <a:r>
              <a:t>作用：本机 Buffer 之间拷贝原始字节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条件：非零且源/目的不构成可跳过拷贝</a:t>
            </a:r>
          </a:p>
          <a:p xmlns:a="http://schemas.openxmlformats.org/drawingml/2006/main">
            <a:r>
              <a:t>测试点：核对偏移、长度、自 Rank 数据与输出布局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HcommWriteOnThread [D1 搬运]</a:t>
            </a:r>
          </a:p>
          <a:p xmlns:a="http://schemas.openxmlformats.org/drawingml/2006/main">
            <a:r>
              <a:t>作用：把本端分片写到远端 CCL</a:t>
            </a:r>
          </a:p>
          <a:p xmlns:a="http://schemas.openxmlformats.org/drawingml/2006/main">
            <a:r>
              <a:t>A2A/AG/AR1/AR2：✓ / — / △ / △</a:t>
            </a:r>
          </a:p>
          <a:p xmlns:a="http://schemas.openxmlformats.org/drawingml/2006/main">
            <a:r>
              <a:t>条件：AR：批量能力不支持时走单次写</a:t>
            </a:r>
          </a:p>
          <a:p xmlns:a="http://schemas.openxmlformats.org/drawingml/2006/main">
            <a:r>
              <a:t>测试点：A2A 按目标分片；AR 按算法片段写入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HcommReadOnThread [D1 搬运]</a:t>
            </a:r>
          </a:p>
          <a:p xmlns:a="http://schemas.openxmlformats.org/drawingml/2006/main">
            <a:r>
              <a:t>作用：主动读取远端数据到本端</a:t>
            </a:r>
          </a:p>
          <a:p xmlns:a="http://schemas.openxmlformats.org/drawingml/2006/main">
            <a:r>
              <a:t>A2A/AG/AR1/AR2：— / △ / — / △</a:t>
            </a:r>
          </a:p>
          <a:p xmlns:a="http://schemas.openxmlformats.org/drawingml/2006/main">
            <a:r>
              <a:t>条件：AG/AR2：批量能力不支持时走单次读</a:t>
            </a:r>
          </a:p>
          <a:p xmlns:a="http://schemas.openxmlformats.org/drawingml/2006/main">
            <a:r>
              <a:t>测试点：验证远端源地址、Rank 段序及接收长度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HcommBatchTransferOnThread [D1 搬运]</a:t>
            </a:r>
          </a:p>
          <a:p xmlns:a="http://schemas.openxmlformats.org/drawingml/2006/main">
            <a:r>
              <a:t>作用：按描述数组提交 READ/WRITE 等操作</a:t>
            </a:r>
          </a:p>
          <a:p xmlns:a="http://schemas.openxmlformats.org/drawingml/2006/main">
            <a:r>
              <a:t>A2A/AG/AR1/AR2：— / △ / △ / △</a:t>
            </a:r>
          </a:p>
          <a:p xmlns:a="http://schemas.openxmlformats.org/drawingml/2006/main">
            <a:r>
              <a:t>条件：接口能力支持且至少一个非零片段</a:t>
            </a:r>
          </a:p>
          <a:p xmlns:a="http://schemas.openxmlformats.org/drawingml/2006/main">
            <a:r>
              <a:t>测试点：AG=READ，AR1=WRITE，AR2=WRITE+READ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omm/include/hcomm_primitives.h；hcomm/src/base_comm/primitives/api_c_adpt/aicpu_ts_primitives_c_adpt.cc:495-535,910-949,1118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HcommLocalReduceOnThread [D2 计算]</a:t>
            </a:r>
          </a:p>
          <a:p xmlns:a="http://schemas.openxmlformats.org/drawingml/2006/main">
            <a:r>
              <a:t>作用：把本地 CCL 数据归约到本地结果</a:t>
            </a:r>
          </a:p>
          <a:p xmlns:a="http://schemas.openxmlformats.org/drawingml/2006/main">
            <a:r>
              <a:t>A2A/AG/AR1/AR2：— / — / ✓ / ✓</a:t>
            </a:r>
          </a:p>
          <a:p xmlns:a="http://schemas.openxmlformats.org/drawingml/2006/main">
            <a:r>
              <a:t>条件：本表 FP32+SUM、普通内存基线</a:t>
            </a:r>
          </a:p>
          <a:p xmlns:a="http://schemas.openxmlformats.org/drawingml/2006/main">
            <a:r>
              <a:t>测试点：核对 count/type/op、结果与浮点误差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HcommReadReduceOnThread [D2 计算]</a:t>
            </a:r>
          </a:p>
          <a:p xmlns:a="http://schemas.openxmlformats.org/drawingml/2006/main">
            <a:r>
              <a:t>作用：读取远端数据并在本端归约</a:t>
            </a:r>
          </a:p>
          <a:p xmlns:a="http://schemas.openxmlformats.org/drawingml/2006/main">
            <a:r>
              <a:t>A2A/AG/AR1/AR2：— / — / △扩 / △扩</a:t>
            </a:r>
          </a:p>
          <a:p xmlns:a="http://schemas.openxmlformats.org/drawingml/2006/main">
            <a:r>
              <a:t>条件：扩展：对称内存且不用批量传输</a:t>
            </a:r>
          </a:p>
          <a:p xmlns:a="http://schemas.openxmlformats.org/drawingml/2006/main">
            <a:r>
              <a:t>测试点：窗口命中后另测，不算普通内存必经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HcommThreadJoin [D4 执行]</a:t>
            </a:r>
          </a:p>
          <a:p xmlns:a="http://schemas.openxmlformats.org/drawingml/2006/main">
            <a:r>
              <a:t>作用：等待 Thread 任务完成后再做 CPU 计算</a:t>
            </a:r>
          </a:p>
          <a:p xmlns:a="http://schemas.openxmlformats.org/drawingml/2006/main">
            <a:r>
              <a:t>A2A/AG/AR1/AR2：— / — / △扩 / △扩</a:t>
            </a:r>
          </a:p>
          <a:p xmlns:a="http://schemas.openxmlformats.org/drawingml/2006/main">
            <a:r>
              <a:t>条件：扩展：INT64/UINT64/FP64 或 PROD 分支</a:t>
            </a:r>
          </a:p>
          <a:p xmlns:a="http://schemas.openxmlformats.org/drawingml/2006/main">
            <a:r>
              <a:t>测试点：等待后走 HCCL AicpuReduce，非 LocalReduce API</a:t>
            </a:r>
          </a:p>
          <a:p xmlns:a="http://schemas.openxmlformats.org/drawingml/2006/main">
            <a:r>
              <a:t>证据：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HcclAicpuKernelLaunch [C4 编排]</a:t>
            </a:r>
          </a:p>
          <a:p xmlns:a="http://schemas.openxmlformats.org/drawingml/2006/main">
            <a:r>
              <a:t>作用：HCOMM 提供的 AICPU Kernel 发射入口</a:t>
            </a:r>
          </a:p>
          <a:p xmlns:a="http://schemas.openxmlformats.org/drawingml/2006/main">
            <a:r>
              <a:t>A2A/AG/AR1/AR2：— / — / — / —</a:t>
            </a:r>
          </a:p>
          <a:p xmlns:a="http://schemas.openxmlformats.org/drawingml/2006/main">
            <a:r>
              <a:t>条件：这三个算子当前走内部 AicpuKernelLaunch</a:t>
            </a:r>
          </a:p>
          <a:p xmlns:a="http://schemas.openxmlformats.org/drawingml/2006/main">
            <a:r>
              <a:t>测试点：实际边界是 ACL 的 aclrtLaunchKernelWithConfig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HcommChannelGetStatus [C5 底层资源]</a:t>
            </a:r>
          </a:p>
          <a:p xmlns:a="http://schemas.openxmlformats.org/drawingml/2006/main">
            <a:r>
              <a:t>作用：导出接口，用于查询 Channel 状态</a:t>
            </a:r>
          </a:p>
          <a:p xmlns:a="http://schemas.openxmlformats.org/drawingml/2006/main">
            <a:r>
              <a:t>A2A/AG/AR1/AR2：— / — / — / —</a:t>
            </a:r>
          </a:p>
          <a:p xmlns:a="http://schemas.openxmlformats.org/drawingml/2006/main">
            <a:r>
              <a:t>条件：本建链路径直接用内部 ChannelProcess 方法</a:t>
            </a:r>
          </a:p>
          <a:p xmlns:a="http://schemas.openxmlformats.org/drawingml/2006/main">
            <a:r>
              <a:t>测试点：建链观测内部状态机，不误判此 API 漏调用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hcomm/include/hcomm_primitives.h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hcomm/src/base_comm/primitives/api_c_adpt/aicpu_ts_primitives_c_adpt.cc:495-535,910-949,1118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d99b21df34d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760d4ed15c49df" /><Relationship Type="http://schemas.openxmlformats.org/officeDocument/2006/relationships/slideLayout" Target="/ppt/slideLayouts/slideLayout1.xml" Id="R32291ed5bbec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291ed5bbec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73451a51746f4" /><Relationship Type="http://schemas.openxmlformats.org/officeDocument/2006/relationships/notesSlide" Target="/ppt/notesSlides/notesSlide1.xml" Id="Rbda86fc15e164c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bfdcdfd714874" /><Relationship Type="http://schemas.openxmlformats.org/officeDocument/2006/relationships/notesSlide" Target="/ppt/notesSlides/notesSlide2.xml" Id="Rc960e26c787e4a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5edc714c0450c" /><Relationship Type="http://schemas.openxmlformats.org/officeDocument/2006/relationships/notesSlide" Target="/ppt/notesSlides/notesSlide3.xml" Id="R453b7e19e03c4f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8db88f1194465" /><Relationship Type="http://schemas.openxmlformats.org/officeDocument/2006/relationships/notesSlide" Target="/ppt/notesSlides/notesSlide4.xml" Id="Rfced7baede9a49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90b7310344d53" /><Relationship Type="http://schemas.openxmlformats.org/officeDocument/2006/relationships/notesSlide" Target="/ppt/notesSlides/notesSlide5.xml" Id="R45841cd99fcb44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a0a07622a4ac9" /><Relationship Type="http://schemas.openxmlformats.org/officeDocument/2006/relationships/notesSlide" Target="/ppt/notesSlides/notesSlide6.xml" Id="R769011b057ef44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214fe7e3f4945" /><Relationship Type="http://schemas.openxmlformats.org/officeDocument/2006/relationships/notesSlide" Target="/ppt/notesSlides/notesSlide7.xml" Id="Rf23eb88a178445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39ba2bfdc472b" /><Relationship Type="http://schemas.openxmlformats.org/officeDocument/2006/relationships/notesSlide" Target="/ppt/notesSlides/notesSlide8.xml" Id="R7e6840e556e840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07166df5140cc" /><Relationship Type="http://schemas.openxmlformats.org/officeDocument/2006/relationships/notesSlide" Target="/ppt/notesSlides/notesSlide9.xml" Id="R12a5098191e642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93cac8df044ef" /><Relationship Type="http://schemas.openxmlformats.org/officeDocument/2006/relationships/notesSlide" Target="/ppt/notesSlides/notesSlide10.xml" Id="Rd5ed001a231747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1990be2df48ba" /><Relationship Type="http://schemas.openxmlformats.org/officeDocument/2006/relationships/notesSlide" Target="/ppt/notesSlides/notesSlide11.xml" Id="R619b474ca7ae45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6b92e5a4147e4" /><Relationship Type="http://schemas.openxmlformats.org/officeDocument/2006/relationships/notesSlide" Target="/ppt/notesSlides/notesSlide12.xml" Id="R9e8e7210b3254d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d471f801247ad" /><Relationship Type="http://schemas.openxmlformats.org/officeDocument/2006/relationships/notesSlide" Target="/ppt/notesSlides/notesSlide13.xml" Id="R3cfdca1e2a3e40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7b2ee56e142e1" /><Relationship Type="http://schemas.openxmlformats.org/officeDocument/2006/relationships/notesSlide" Target="/ppt/notesSlides/notesSlide14.xml" Id="R1b78937c3ba049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fec69ab174d6b" /><Relationship Type="http://schemas.openxmlformats.org/officeDocument/2006/relationships/notesSlide" Target="/ppt/notesSlides/notesSlide15.xml" Id="Rbe718aaad9f247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e448f266040a7" /><Relationship Type="http://schemas.openxmlformats.org/officeDocument/2006/relationships/notesSlide" Target="/ppt/notesSlides/notesSlide16.xml" Id="Rc38d05d5f9bf42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2a75aaa174eb7" /><Relationship Type="http://schemas.openxmlformats.org/officeDocument/2006/relationships/notesSlide" Target="/ppt/notesSlides/notesSlide17.xml" Id="R3a4ac2f257e043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adad58a4844d7" /><Relationship Type="http://schemas.openxmlformats.org/officeDocument/2006/relationships/notesSlide" Target="/ppt/notesSlides/notesSlide18.xml" Id="Ra20d709144724d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0461ae0e445d9" /><Relationship Type="http://schemas.openxmlformats.org/officeDocument/2006/relationships/notesSlide" Target="/ppt/notesSlides/notesSlide19.xml" Id="Rf2a09366686044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44094e3da417f" /><Relationship Type="http://schemas.openxmlformats.org/officeDocument/2006/relationships/notesSlide" Target="/ppt/notesSlides/notesSlide20.xml" Id="Rf3598d27a6b642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1EC7EC04-F5B5-4DA2-8AF4-4CF0AE8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6F5EE142-6098-46B2-8F0B-FC6C07A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DE0765EE-7D3D-456E-B37F-669ED20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5018-60BD-43C6-90FB-8E12223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8E6E85EA-51CF-4925-A224-CD35A02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E3855233-1B77-448D-B077-AD82896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参数、配置与拓扑查询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7B710-610C-4F63-8755-C3D6DF8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1CF879CA-4295-481B-8091-0483A15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43383253-BE63-4CA2-B4EE-C4768C9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资源复用、申请与建链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D0C33-99BD-4AB9-B20F-9761DAC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8DF7D-1512-4752-9B9F-72355BF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16ACE-C3BC-44E1-A5C5-68D7E3F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11AF5755-A44D-4590-A4EE-F73EE58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1B8E9D5F-F723-40E0-B6F3-C73D156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组织入口与 Kernel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B70CF-FC65-4C62-840F-EDB21F4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3722-DED9-4645-AC6F-F1F35839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CE109-45EC-49E4-8703-0D87443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09B843B6-AD12-4693-B327-B51C59C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0B568E74-CA07-4D66-9164-B283B5E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恢复上下文并编排搬运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45BA-4076-4AEE-96FE-F1EA714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87764-EB7C-4F61-B01D-732925F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E7179-513A-4FBF-84F4-B12494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BF01794A-A0C5-4E20-B849-8B421B5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83F6CA87-D875-4685-8DF9-32B545E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完成通知放行后续任务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FCF79-2DE2-4534-A0FC-0A6B30E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D10F7-4158-48F1-BCA4-F83BF0B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8AA79-0A61-4602-A65B-7A4C4B2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ECF18-2358-402B-8D5B-DABCC9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7D0F3-673D-4A79-A226-795F8ED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7B534355-CD56-4CA4-BC99-94BCBC7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4395F-7B5E-439F-A605-A486E69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BA04A-267C-44B2-AC5A-5EE1B70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8B7A2-560E-4CFB-8B34-BFD6B07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71F818E7-BE0E-4496-A4C3-FF2A7E9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DD26B-E32E-4ECD-A547-C41629E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EEE7F4-AAFD-4F1E-AB3B-51A03C9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393D0-2B89-4823-A128-F24C8B8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216252F5-48DE-43C5-9B0B-58C1206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535A7-3644-41B9-B3F6-18875B2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78C3A-5214-49B5-9FEC-A85FF70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EE20C-FE25-4709-84DC-1D985E6D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C7944CDD-1CAF-41EA-8D4F-57B43B7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5F9F4-6E60-4B36-9B04-6A40D3E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D6E57B-B4FA-4C86-BC0C-38F0C1A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74392-9422-49A4-990E-31CE4DF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50379F90-3B01-41C0-B05D-349ADE3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24CD9-B822-4FC0-8CA2-2585F91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912410-25C1-4734-9239-12E094C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E15347-88E2-4DB3-B8EF-BA36C45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D91641-97FC-479A-A8D2-8CEA0F4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E37469A-F880-43D6-812C-3B731A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15F5C43-EA0A-4BC8-B8AF-10D7017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E8FCA-FCBB-4BFE-957E-3F6D468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7B938B6A-A47A-4851-974D-83F2CE2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95C0354B-BFE9-44A2-B4DC-E7F180F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1DD980-C514-46CF-8939-07095C0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ADCC8507-A6C4-4F2C-AD61-3A756A9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48271B6F-C919-40D7-93A5-09883A5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135EE-E1AA-4A58-A53B-1B7C332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73C2855C-A1F9-47BE-88B7-43A060B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F15B2920-CBE9-4E30-A647-34B2042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7CC35B-94A2-4C84-AA4B-2337A94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CBED4C2C-6D20-4C0D-BE31-E13DE9A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7E5B98DC-1BBA-47A9-A38B-A542197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1EA0AA-0821-4FED-BD0C-E05BB09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302728-73F1-42E4-8A77-FA526A6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41B400-0645-427E-8CAF-45B7FB7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F88A74-6A44-4C72-A487-39C31D4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046505-169D-4892-B70E-3A59645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9DCC764F-EF71-4421-AC41-78EE0BA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BF96DA84-BA06-4DA6-807A-AAD5D93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34BC57-6B6B-4792-AA60-2800CD1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DE46E7-A68F-4A16-89D1-AE0982C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952257-482F-47D4-B599-474E1B0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165D6AE4-3AFE-46DB-8583-9EB1720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2A286876-0918-4DBC-8B74-4FDDB5B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DB0B5A-F4EE-4104-8B8E-E684ECE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5A0FEA-0DE5-4B6D-A77B-20282A5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9C9596-7DC4-45D9-8B7C-4689F6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D0D08D54-1326-44E4-AF63-21EF971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BF6BAF3E-936B-4828-B1C8-40E1C25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6BA14D-15E1-4D26-BB91-48E5E85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AE92DD-58BE-4F25-B610-EA6A62B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8BDD11-ABBF-4A5B-9BC1-5BFD891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72E50B04-CA2A-494F-A8FC-EEB36CA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E0394A8B-E54E-4479-AA89-9AD843B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701F04-AC80-4216-B768-05A4AA5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BC18A6E-A804-419F-884F-EE165A5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0CB703-2438-4C9A-A5D2-93A2747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50CF5-6A88-4224-9BBC-D151927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9E630D-45E4-49B0-82B0-9B39C21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CC384D-182E-4273-A094-46B836D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1CAA8C-B605-4D67-BE63-3963318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1CABEFB6-25C3-41A6-B49E-0C83117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8005EEDC-96E8-4530-817E-1AD99E1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7938BE-A118-4B7F-BDAE-0158F6D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E326608-FDE5-4028-8D98-B14F0C1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7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05C0FFB4-46FC-4039-B9D4-6903DF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D1F6C5-C9CE-4814-A0FA-9CF60E2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8D218A-EADF-4339-AB2F-B24774A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F13FA7-A2E3-41AC-AA19-EF76088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49BF5B-AF28-46F7-84CE-D45222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716453" y="5624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987C43-605A-49D4-A50E-6C9F04F6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269248-5720-43BF-8CC1-8AB55B28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820752" y="4768216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796555-DA9B-4B05-A442-F7813B6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0540A73-F488-4FD0-B958-28FD0FE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82122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7700D01-FA2C-4ABC-8E35-E7CA30D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CA123F69-F9DD-4EA3-9992-243C47C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32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CE7E462E-4A06-40C2-AA41-EE6F7D5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D6218E0-7FFE-4062-AD5D-04C1F47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BF4264-54F2-420F-82EC-AF9D10F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3FE241-E2B8-4215-8C61-5910B01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01D8C8-213D-4AD5-8756-2BFBF77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FE11A0-A480-4A9B-B93D-42FB82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3193E7-B760-4AA4-B5E7-A093724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139" idx="0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A35EA64-C3E7-4AEE-B488-626D128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427F86F-067A-43BB-ADEE-9A530C4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461DB1-3FAB-412B-B44F-67ABECF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41197B3C-29EF-4B3F-84D2-4F5B66D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168473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A0A98729-8E69-4827-A058-91CE9E5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48BAFBD9-8A4F-408F-90CB-6688F44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C629B0AE-24DE-4116-9E3E-34B27C4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7BBB-6CFE-4423-90EE-54B28D1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208B574F-CEDB-4481-9183-F535275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CCD5B43C-D534-41E6-BDB8-835949C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EB6A-6C77-4686-A69B-9720161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6C7DBBC0-409E-4AAE-9106-92F9B583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E3B915DB-7B2A-4102-88E7-8CB562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64E31-F41C-47BC-BE44-287586A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B821A-E7F0-450D-B00E-2C3EE67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DC5CA-E1C3-4C4B-BB38-178F88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2D0DA2ED-40AB-4810-B775-D44AF2D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5FD2225E-1D9C-4F3B-AAE3-64BCE87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5A73E-371C-4BED-967E-3D7160A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07EF-1755-427E-89D0-FC411F1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70D9-FF73-4972-8468-DE113E0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4402B3AA-BF33-4C55-A5D7-4339DC1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805A20D3-0732-4800-8041-AF09BFD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8CC7E-EFF6-44B5-B977-5A1E289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DC528-3CC2-4E5E-ABFD-BAB58C1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59B80-AA18-4775-8676-7D4D965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0A262-AB68-4FD1-93F8-760B81F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2413A-BB3D-431E-84FC-0D5FE42A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1F117582-0428-4B4C-BC01-07D494F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CBE5C-F66D-48E0-9AA0-EA2D930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554F5-9238-46EA-8CBE-741F881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6144E-D38E-452E-8F79-4971EAF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8E9C782E-68EA-4E4D-AD82-4A234F2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9BCB8-C717-47D0-962C-BEDAAC3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B5741-0302-417F-BFAD-02A50EBE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CB22D-8F14-48B2-85FF-3BFA825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9F6BE347-BEC7-4CB7-A0B8-8EC39E5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5F465-BCC8-488A-9893-AB22EB3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0EC7E-236B-4C78-B754-A2FB802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789BD-03D0-4E25-B288-BDE9233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79F59-05F4-4A29-BDE6-ED36F4C2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E6F9A48-2564-4769-BD65-CE5F39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5B6F41B-A0DD-4911-B0B2-FFC98D3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DCFEEE-B501-4C23-A984-42D4040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90340EEE-ED81-40F4-BDFD-E726207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C90C49D9-5585-4A5E-9AD6-7FB1589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14E87-7292-4AE7-BE29-B2920C2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C4F9214D-6E10-4B04-80B5-AB1D0E3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F811B1B2-5932-426A-8CEE-E27E0D5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BB9919-ABE8-4553-BE7A-4C90EA0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69C142-35A3-48B3-9E4B-9ED5D8B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2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6D5DFA-ADD2-4F14-93EF-3714C75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82928E61-9465-434A-8071-919F4F7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A12ABDAD-1BCE-450D-A5A6-B8B9140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492B5-4039-4D38-8EBE-4222C2E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D63045-7601-4711-A696-026226C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7F50BC-EA9F-4F45-AA21-FF105C1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701907CE-F5F7-4C27-9D2A-5174C85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574D0099-7F80-4286-9B61-FEE8F23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4B22A-1578-48E9-9D71-2EFE6CA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448B4A87-D3A8-4CAD-BB09-4EA9A99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5583F7D5-3E6A-4EF6-BFF1-29EF6ED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0003C-1603-4943-99B2-DAD6430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F0073B30-976C-4745-B6E0-767CF30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E7FBB0E1-8544-4F8D-B8D2-7422BCB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2013CE-FC40-4088-8CB5-494C694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695825"/>
            <a:ext cx="2481263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FCD6D5-B359-4476-A84C-ED44FDC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BE1A4-FF21-421E-9B9C-E71A55B1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006216" y="4058127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ADF6C4-5C9A-4AB1-B0C0-B658D31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45D62B-D6C3-475F-8599-43232FB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4086702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05D8E-0742-4268-A9C2-0B7D700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48E976-0CAB-4351-B293-1BCBF9A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4087178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639871-FA95-42FE-B041-56D1DA5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193B37DA-3E0A-402E-B0A4-D9CB577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4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A91430FC-24C7-4B9F-8DB1-C74B318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C98243-B9D6-4031-A548-8518B09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7C1921-9B63-47E6-B121-34CA5E9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649403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4F8702-2288-4695-AAC4-1C8F7520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8C6302-81F7-4354-BB83-0542377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88" idx="0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6729890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C70E78-0222-4DBB-8849-153BA39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D879F4-3D72-429A-A953-BA412EC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730366" y="357235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319A42-89EB-4E43-8C0E-14B577C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80A304D2-83A3-4ED2-954D-3A42C49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6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E1CE207B-D578-4646-B5C6-708C8C1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F741B8-F382-40EA-B294-7BF86E2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ED1C29C1-F495-4245-955A-39AA95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9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C6DE8051-EE8C-43DE-B4E1-E0F21CE2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C53478-138E-440B-A388-60D1237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EAF903A4-91C4-4D88-AFD5-F07B67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2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62998100-291E-4FEC-A9B0-C91E5EC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CED167-DC88-40AD-A22E-A875E5F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C34A65-37BC-4A57-9626-33E2D2D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721057-7678-4A98-BC45-5065E42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E26BE6-91C3-482D-83EB-096DDF4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804088-2F78-4A6B-982A-56A21FF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6A09D-33F7-402F-BE61-4D01B27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E59A3F-E081-4EC1-8A9A-4D78E11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A5273B-FD1A-4892-BEA0-92950F1F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EB9351-B32C-4A25-B122-6061461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943323-D913-4690-988C-AE3D3D7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DDF3C7-BE8F-47A6-A59B-9999AE0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9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14F4344E-1F18-49CA-8293-0701231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2147402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548B18D0-DD0A-4BA1-8E08-07918AE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2FEA6B40-1E94-41AC-9DDC-17B5206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26F48C5D-D41E-4B02-B8F4-DA93482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0D82-4DEB-4C58-8BE5-F464478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7DE3B366-1A13-4DB0-BBA1-0463CF0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4E3050B6-8AAD-4B86-BAC0-B6ADE35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7497-3284-4D09-ABBC-1A5DB76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进入选择器">
            <a:extLst xmlns:a="http://schemas.openxmlformats.org/drawingml/2006/main">
              <a:ext uri="{FF2B5EF4-FFF2-40B4-BE49-F238E27FC236}">
                <a16:creationId xmlns:a16="http://schemas.microsoft.com/office/drawing/2014/main" id="{127C0DDA-C233-45B8-A83B-8DEEE7A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进入选择器</a:t>
            </a:r>
          </a:p>
        </p:txBody>
      </p:sp>
      <p:sp>
        <p:nvSpPr>
          <p:cNvPr id="9" name="能力支持时先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1F574BE3-C598-4FFB-959D-DE28B20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能力支持时先检查通信域状态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0AC65-3D8E-42B3-A02E-429CC2B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0E8B6-D9BE-475C-824B-4819AEB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4E0A-759E-430E-89C2-9B7AE00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恢复或补齐拓扑">
            <a:extLst xmlns:a="http://schemas.openxmlformats.org/drawingml/2006/main">
              <a:ext uri="{FF2B5EF4-FFF2-40B4-BE49-F238E27FC236}">
                <a16:creationId xmlns:a16="http://schemas.microsoft.com/office/drawing/2014/main" id="{0EDE5348-020B-4EA4-8951-F354B0D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恢复或补齐拓扑</a:t>
            </a:r>
          </a:p>
        </p:txBody>
      </p:sp>
      <p:sp>
        <p:nvSpPr>
          <p:cNvPr id="15" name="命中复用，未命中按需查询">
            <a:extLst xmlns:a="http://schemas.openxmlformats.org/drawingml/2006/main">
              <a:ext uri="{FF2B5EF4-FFF2-40B4-BE49-F238E27FC236}">
                <a16:creationId xmlns:a16="http://schemas.microsoft.com/office/drawing/2014/main" id="{A9176AC1-AC2B-4F3C-B5DE-19F7F36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命中复用，未命中按需查询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F0463-DF3C-433F-A64B-85EDB5E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B4CAC-B3E8-4275-BDB7-1203214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81967-EFD1-4AB1-B219-B21F6D0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63EB7B92-7268-442A-8E77-E471B0E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C477429F-BEA4-483A-A977-1657D78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74DBA-6698-4DBF-BD12-9E7C1BC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969D4-8DDF-48CD-9863-A70FB39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69F5D-7997-43E1-97F5-D662022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8BA3E-F12A-43F2-BB58-1D71B76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1120F-02E6-40F5-BCCF-49376A0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50363CD2-B15E-4E3E-A50F-0E591AB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2DF7-070D-47BA-95DF-CCB4C91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EE808-758E-4161-8108-93ECD62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898A6-7CFB-4C64-868A-369DFCC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FFF82FBA-A1DC-48A4-9D8D-9432C3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39320-4483-4D58-84F5-E9BF7B7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068DA-8B70-4658-B8A4-57D7F8E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7FE344-1621-4BA3-8C43-1DF79AC5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23BF71D0-10F0-44CF-B78A-F8F41C3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F8528-76CD-48F5-99AC-F1C4200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5EA46-70D0-49AE-9E5B-745C12E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2FB747-8430-4B5F-8B21-6F5B6AB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A3207-E748-4CCF-AE2B-58DE8DC9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E6F72058-0C1D-4972-A835-E2B67F1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02860FB-C4AD-4B60-99DC-2797EB6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D076A9-A9C9-4D71-888A-862CA44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510C0521-5115-41BA-BE13-C6FB2A3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6B27A718-3757-45C2-A242-A2E886A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5CE80-1E18-4B60-AD16-EA6E57E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B5F95AAE-7D40-4363-9C61-443D667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0A365925-8283-4C50-A322-390E59E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0DA9AE-0D42-44FF-8D8E-2D41446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D3A8B-19FF-419C-9F26-7398D76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DCDCF-459D-42E9-91B2-6AA9483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2384285F-8203-44B2-8EBA-A9192FC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2D3D9AA1-C9A9-4CE2-BB1B-64D655D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593D9B-A796-404A-93C0-94F27D2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B82B45-2FE7-4ACA-B6D9-81E17A7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38C7D2-10F1-4091-A543-ACDCDCA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AD581-F272-481B-A4BC-0B48C1D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C12565-1B88-4C9C-A4B9-0082FF3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4D33DF-26C8-4E2B-A48D-098B147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AC16FB-E999-4BFE-AB23-9A69BB2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1CE9265D-BE4D-4DAA-B9CD-DB147E8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1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11AF8F50-715C-42C7-A65B-CA574AF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D71C97-B26B-4EE0-AF8C-9CEFBF2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885ECC-9F64-4B18-AC9D-3BC44D5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1C1166-1BF2-475B-B46D-CDED5A5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8CE9EBA6-B1A7-40EC-B792-77A266C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7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1CB835AE-7D36-42EB-BEB3-0D5890D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F77C40-135C-4F59-9913-B798C05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02FD4-7313-461B-BC8F-5CE09C7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601778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E1CCEA-115C-4BE2-8B1A-C89E2DC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771E8D-8783-478A-8592-5446004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6706077" y="2277428"/>
            <a:ext cx="0" cy="18611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872028-66F0-4D64-858C-2164A54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035326-24A7-4781-98D0-03A3BD2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706553" y="2276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255760-265C-4552-8EBF-B91E7B0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8D442325-540B-41BD-B952-2513D3B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9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9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437D9EE5-8753-42D7-9D78-98A9F39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07168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AFDF7-39A7-4CB3-86F2-B8477F7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BCA8BD-DD54-4F6B-BF44-BAE8C12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003858" y="2591753"/>
            <a:ext cx="0" cy="11801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39C720-82E3-4376-A6BA-7F35EB3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EBE68B22-B669-4DC4-AFB1-64E7E6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95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7F5E48F1-E0B4-4D4A-AC4D-39525F9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62903F-F24A-4086-82A3-5A51643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D55B63B0-03BD-4E62-916C-2DA0FCF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98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4FB15D8C-6268-4127-9A64-5F3F3E9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9F1A74-DC89-4D87-924A-51A589A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2481263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B9AEC0-BAFC-4480-B206-6229403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83396F-57CC-4C31-8A89-3BCFC5D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003858" y="44777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8E1095-1805-4BF3-81DA-31C7E3F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未命中">
            <a:extLst xmlns:a="http://schemas.openxmlformats.org/drawingml/2006/main">
              <a:ext uri="{FF2B5EF4-FFF2-40B4-BE49-F238E27FC236}">
                <a16:creationId xmlns:a16="http://schemas.microsoft.com/office/drawing/2014/main" id="{DDF5B26C-E495-447B-9324-A21CC0E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053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E16CE4-0264-476D-BDD4-BEBD8067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6A0E57E3-4017-4985-8267-3120110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7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5815C205-8E00-4CAA-B82E-835A8ED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D3F73C-881E-451A-8B4C-5E1DA4A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E4D13A-540F-4C9C-A05D-30ED2AD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244966" y="538210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9D469-FCD7-48B3-91EB-E66C860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E29D83-A7B8-45E0-B36F-252C3758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9325452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1D3081-FE80-4630-A919-784B139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1A3638-5862-4CAE-BE94-75EE65C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325928" y="2448402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3BF08B-F5CF-4C90-B09F-B5928B5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HcclExecOp">
            <a:extLst xmlns:a="http://schemas.openxmlformats.org/drawingml/2006/main">
              <a:ext uri="{FF2B5EF4-FFF2-40B4-BE49-F238E27FC236}">
                <a16:creationId xmlns:a16="http://schemas.microsoft.com/office/drawing/2014/main" id="{8D8CB50B-CD30-4316-9188-C9A4F2B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9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07191C5B-346A-4E21-AD86-80A5F5A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EEB625-54E5-41E9-8E7C-D4889B7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A38929-138F-4D75-83F7-3253292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6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444357-A3DE-4693-B374-7F4C098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0F748-A803-41D2-9D98-76890A4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9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9197341" y="4124802"/>
            <a:ext cx="12763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CA9826B-CF53-4E93-8514-61F7129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43350"/>
            <a:ext cx="2105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命中：直接复用拓扑">
            <a:extLst xmlns:a="http://schemas.openxmlformats.org/drawingml/2006/main">
              <a:ext uri="{FF2B5EF4-FFF2-40B4-BE49-F238E27FC236}">
                <a16:creationId xmlns:a16="http://schemas.microsoft.com/office/drawing/2014/main" id="{0520BFDA-0188-482E-A5C0-A3365F8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43350"/>
            <a:ext cx="2066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命中：直接复用拓扑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F0D17F-1B58-452A-94F9-9F8DAD6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9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C5B31D00-6ED4-4953-AE90-3010DEB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263439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12752854-FBB1-4656-B458-A53EB49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BF97D79D-28E8-4391-B0FB-54B5063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F26FB41E-E83D-43A6-93F1-DF524CD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401F-5C89-4A4C-AFBE-35C86DB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5D07E6BB-8F80-402D-9F15-43A36BB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4242A784-8181-4CDD-AE07-A4624F1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BEA45-8A22-4704-A1F9-C336B0A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5DEE01FA-30DA-41A1-AF6E-1DCAD10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5B69E6BC-0462-47D6-9C47-DAD705E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40E7-4AA5-411F-A08B-3B29CD3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4B8D-D192-468A-B96C-22A189B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54967-F655-40EB-B5E9-4290244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F8A1BFD1-49F7-47BA-91D1-9E85DAA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09B597C0-FF2F-43AA-8101-A1710B6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FD6C-EF82-4AE5-BFEE-2FB79C3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BA92A-5341-4B0C-B7E5-A51E8CD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BE56-7068-4DFA-8359-302B91D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001D5-B7AA-4103-9709-FC90A36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50447-F1D1-48B5-BB63-46CCB2C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45B247BA-1C0E-49AC-8CA6-38C25B4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297B4-7CDE-4D5E-8FB2-C340C46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FC705-480C-4453-8F08-60B2A8E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7F3BF-3CE8-4718-958B-D2CCFE4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91E9C1F9-F4A9-4744-A7AE-DFC14D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EA2EF-7E8A-4B84-808C-4849AE4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FB95-02F9-4C12-8788-A14FEB4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9D695-AABE-4E68-85CA-C572FB3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39592E2E-AF24-4620-A463-96DBB71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3224C-05E1-494C-8BCD-02B4B58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BDAEF-9272-4016-BB2C-70A39B5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D412C-6AF2-41AD-B2F7-F1650D6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0535A-0A59-4060-985D-FFA3F33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56205BE-C5F7-43CE-9B59-41D7F0E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07BEECA-522D-4F79-8BC2-F401BC9E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194E3-C85D-4D3A-9C38-728B077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38624008-D6E3-4575-818E-9139B2F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86BA84CC-8CAC-4AF0-91D5-F77E2EB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7ED71-F39B-4474-A63C-B40B9A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F2C4EB58-8FAD-4923-A70F-43FD423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E20B80EF-97FA-49C4-A150-4A80E9A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A970A-FC6B-4575-A46A-B631608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8DFC3C-97B2-4C44-88F1-6439AAE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3337F0-145F-4E71-A229-BF669A33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B04D1AFF-A4B3-42FB-B2BE-4C6DDAD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836F1F13-CF91-4DFF-AAA7-CA789AE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54E141-B06C-4A0E-BEE0-07FF10C4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F29E2-70ED-4D06-B04A-940254E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58F3E-B75B-4F4E-8432-6972265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5BF64A6C-D415-484B-8962-32A8495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ADFC4476-7955-4A6B-91A0-8AE845E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F4F3F-307C-481D-B30F-BCF825D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CC38FC-9916-4C22-AA12-D7C6140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36AF6-DCE6-40CB-98A8-77457C1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6D4846-4715-4813-BB91-00B93F8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0527C0-A069-4AC0-9D85-6328336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41E03B-1CB1-400D-80DA-DF3A0F9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BFA248-66BF-4929-818D-8E47EC4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5E80BAC8-0C11-4A75-9651-FFA7B1A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D5460E22-97D3-47A6-92DF-FF805C4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AB89CD-3D2C-4F00-983E-2431AC6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99C655-ADEC-4C30-A4F3-C8E99D7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26EC03-8B55-40FB-8B7A-C4FAA9E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26138966-C901-440B-8EAD-8D68E7E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CB65C47D-8302-45E4-B52D-87673B3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B02239-4D4F-4EA6-A076-28D599C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2914EA-AA14-4E22-AAB0-9983C5C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060D10-300D-497A-BEF5-2158CED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3DB59C-CD41-4136-88E1-66AFB34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BDABB8-88BF-469D-B88E-0DC4217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4CD963-4043-4E23-8034-EA2A907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608878-6FC7-42F4-A825-D7D96B4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715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E4DF0E6B-3C9A-40CF-AA77-0D0A6CC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DB7F71-12BF-4E2A-98EB-7C572CF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5E5CAF66-E1FA-4659-B29E-6D85729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D995BABC-AC89-4987-9F4B-1A07EE5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5386D-D689-49B9-AF33-E61260C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6785D9-69EE-4153-B845-28341E5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5ED187-272C-4629-9EB5-C2C281B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EA35E6A8-D566-4AEE-B63D-D4C4DA4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BA7E2814-B354-4CEF-A103-206FF84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E2F398-48B8-4C68-9FC7-1B6400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F61C16-0A6C-48FC-858D-2BF09BB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76518E-E591-4FD8-9C37-5A0520F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08F02E-F6A5-4218-9C23-8C9636F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5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E9AA1A-F6E9-43F3-8BF4-06A9ACB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975472-F1D7-4D7C-B4CA-CD9B05C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EFF37E-FDF9-41B1-BB9C-24F7AC7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62409-4DFD-4C6D-8AD5-425DC42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1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2984F8-4340-4F2B-A01A-68B8CB5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4FE62FEA-A7F7-4F34-935F-668768B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92BA5A-E7F2-4FA5-ACEC-8B5589B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5A9EAAA9-6836-4B92-9FDC-12AB2E3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1654833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B700D031-7E41-4DC4-8C28-A1D02F4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5D1E96AD-B9B9-4C29-9457-05935C1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5D820523-67F0-42FF-8887-469F10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3FC9-9845-4342-AED6-75347AB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2073D458-E43D-4CFB-9477-1A248C5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B06E1E10-67C6-44BE-867D-096A94E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B8C7-C2B8-4EBB-8C18-5B6F11B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171269E8-8A0D-44C4-8A9F-24D11F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971EC80E-04F0-4682-83AF-B102450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5344-936F-4433-98F7-65A3F625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49DA8-93F9-4646-9299-61A02CF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1640-E366-4083-A9C5-49FD77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6C354658-87B5-4876-8EAC-8B0F2F8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5D78E1DF-D4CD-4692-A0F7-6EE2220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3D20E-5EB1-4DC8-8B68-6784076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1E477-A917-48B1-B076-97311E1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F8373-7C5B-412B-B3B6-17E65A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7B68F7DF-C289-4A23-87F7-412D364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585E8B1F-4E78-4587-A9CD-C529616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4AA55-FF0F-4BA2-862C-F2EDEEF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BCA9-73BA-45D1-AD57-93993B3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775C0-D39C-441A-BF42-C7D4C86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0797B-ED41-4425-AC68-42823A4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8AD3D-EBE0-40F9-A7CC-267080C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244C914D-7A74-42C0-AEB0-85672D1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810DD-AA03-46F0-BE9C-991625B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5F151-A014-418D-9669-FF4A05F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0EC39-1BC7-4CC2-8BA0-2D0A201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975D263-6EC2-46FA-9C7C-3E1827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2AF22-10E9-42B7-B175-4A37043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5161A-A563-49E2-A152-8740A2F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5F76DE-72FD-43AB-9950-A921DE7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6D743DFF-A507-4E52-A242-DC68AFC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44A255-8F19-4FD2-BD00-EBAEABD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F7F95-BDEF-4493-B5B3-A2973D6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6732B-4400-4F11-8E43-CC852AF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E0CD7F-B936-4E49-8959-8783F4C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CC1C758-B574-4564-BE09-8A8B9BC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BFC15C3-D599-452B-9F2A-270A2AE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FD2BA-E82A-4E56-A829-A6F077C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8DC0B6A6-D61F-4647-BCB0-12F28CC8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E9AE0F95-FB56-4F7E-9871-BFBEDB9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D83C1-ED40-4F93-B6C4-374E934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AC08D9AB-A8F9-47B7-8C57-C720FB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7347BFC0-81B8-4B66-BD0E-8259C96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D1D2F5-96D3-4A85-9DE5-7802817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B0292-2C8C-4203-B8DA-CBAA6D6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364C6-531A-4D81-BD78-76DAFB4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36937E40-EBA7-48B8-9A25-824E0D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23FCBDAE-5FD6-4D81-BA09-2C8901D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EABF54-F5ED-4A11-86A3-66C4569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7DD1AD-C4B8-4BF9-94C7-0BC973A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9C3681-29D4-45DB-83E8-40B637B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10525-A0DD-4758-AAED-D8A5477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BC39E3-CF4F-4343-9434-9D8E96D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48FB9-CC0B-4111-8E2A-79F50F8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F36163-A862-4E4A-ADD9-0EB77827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6145B018-4E49-40C0-AC3F-8D7AEDC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71CBCEFC-67CB-4C03-B871-9B73994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3BABDC-0208-489E-9D6B-EA0E20C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446F49DE-D069-4142-A8C8-7208EC3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E8E02D52-3EB7-482E-BDE8-3B2128B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27D804-62EA-4B8C-A932-A2C77CC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83C882-EF06-4726-BFC0-591E5EC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9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0C1B8B-26EA-448F-A1BD-993D782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E2D6AF-EC4A-4DD5-BCA7-859E318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26870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25671-C951-43B7-B771-3FE3C58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8C1A5-F009-42FC-9FB5-17F4D77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81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4163378" y="2943702"/>
            <a:ext cx="124444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4DE925-06BB-47CF-B3B1-57DA40D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09F5F1-C2E9-4AFF-894E-FB65B41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162902" y="2944178"/>
            <a:ext cx="0" cy="1665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D15B72-0D22-4B59-A7C1-3894E99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F23C2C-AC4E-4607-973F-E76596C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163378" y="4610577"/>
            <a:ext cx="5143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F4BEABF7-6EE1-4405-9A8E-165B3950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631B65-3F2E-443F-A7EB-923B4B6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ED6D10BD-E37D-46AE-9C88-F51828F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93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B6194604-73FF-470C-B3BC-0419223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A20F0F-565E-4C64-9246-CAB8622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EF17C4-1EEE-4917-89AD-AFBB1CA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6601778" y="34913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2325BF-8B11-4976-A544-B39E62F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0DFCE5-BAA4-41D8-B288-4531CCE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6706077" y="2306003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BFF4B9-79C1-44DE-B8D4-B741773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8F44F9-196D-4A69-9D2E-DB8CA85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F70D90-8051-40B9-BD43-9568700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4A27CE-1A2F-4F6E-AF26-1610AA2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601778" y="46105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C0BE83-FD63-4103-8D26-FD6631D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1DAD8C-A5FB-4DB8-8953-0024D59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706077" y="2306003"/>
            <a:ext cx="0" cy="2304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735F92-1FEA-4142-8F89-08AA2A3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196497-F0B0-4EDE-90AB-4DBE59E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1850B-B63F-429A-8BCE-093C656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07E06BFE-1DE7-40C8-A83A-4A37E0F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F3A5D1D0-4372-47E7-B559-1663CFB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44D6B1-804D-42E8-A323-0FCC0A8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0DD7C4-7F27-4B43-80EA-A0492B1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5D7E9E-A9E9-4868-9ACF-1ED155C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83906F1-D067-4130-A58F-E22C301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0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2214418A-0C0F-4131-8A19-D828513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631A25-725E-4656-8C41-EED67D1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3F0EC99-1E32-4BF9-9CE2-403CD14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D18D9C-D601-4C2C-8457-1C5F801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C3AE72-2A71-4E4D-9D97-1ECA024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93A319-BD81-44B7-A643-A8A99E9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7B5D3A-A106-45EE-A2A3-E373852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790D9C0-E89F-4B3B-8C21-47DB677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本地 CCL">
            <a:extLst xmlns:a="http://schemas.openxmlformats.org/drawingml/2006/main">
              <a:ext uri="{FF2B5EF4-FFF2-40B4-BE49-F238E27FC236}">
                <a16:creationId xmlns:a16="http://schemas.microsoft.com/office/drawing/2014/main" id="{8B235F60-9CFC-4696-A491-3BF6318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32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42B7DFA7-B788-4610-950B-3A60805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D77DE1-7724-4A4A-8A3E-D5D9BB4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4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DEB4B923-9BCA-455E-BC16-F393237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35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27BB243A-7E62-44D1-A646-BC185C4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E66292-A066-480C-855E-66FE8C4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7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E1509AB8-85F7-4F1B-8428-761079E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38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240EF27B-C684-4F9B-B3DB-8477353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72B98B-8AB0-44E5-8E41-332B1D1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0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ED5D9ACD-1E23-4E2F-8BE3-9FC4519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41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C80BE486-8C8E-4A99-B448-AD84096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ABF298A-651B-4BE3-AEE1-726D862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3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E3ABCFB3-BABF-4A8E-A109-FDD9A66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24668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B8FFF3B1-DBE8-4448-97AE-59CFA03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BF2EC8F8-3D02-4D84-B548-D8709D8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7FC793AA-4D1F-4304-8F00-5D3125A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FE90-C5D6-4C8A-B41C-71EC835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83920FA0-2061-43DC-B199-F0D2FF6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905297EF-05EE-46DF-94EA-E2B441C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C1394-8810-4B32-851D-BE6BB8D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72C8D966-6D1D-4117-96FC-1F80497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3D9283F2-9855-4272-B2DD-E03D58A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70BA-FF94-4F8A-AFFD-301DCC9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9934-3E70-4FDA-88B8-608AB58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0974-EF8C-46B3-9833-2A91E0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B0B9A626-08E5-48F9-B980-7B39B78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F674DB1D-10C6-4360-B0E8-D246794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F18B0-EF39-41FF-AA0D-BFE7628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EC34D-F631-4EC0-A282-8D8E976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F89AF-16C2-4C60-8146-E1330A0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A160B5BB-8D8D-46F8-A8CA-9FA0B86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1D0002DE-58EA-4FE9-8277-9DF7274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357B-C4DC-49CF-BB61-E465200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0655A-C948-4FC7-850F-A9801FB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72564-E7F0-4684-8E2A-D51302C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07C16-4215-4DC3-8AFE-D9035E5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A962-38D2-4528-B90D-D60B622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EBD38A64-822A-4A74-BA2F-B780B03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B8C88-8B39-4768-A5CE-EFC82FF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9DAE7-917B-4465-8356-AABC334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B1853-5C1A-439E-A2AA-31B8EE0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D85FD992-91B8-4D15-8FD1-99F764E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DE0E6-6CEF-4580-A15A-E5EC3C4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1EB1E-8AD3-44C5-99D7-D6DE877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FDA8B-A6DB-4EC7-9369-5364BD2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BF9E8-7A6C-46BD-A2AE-0A8E031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ABE433D-77CE-46F6-99D0-1EC49A2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CCD20A3-CB76-4DC7-995D-632E1B9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531DD-E30B-4469-8BC6-1C0BF79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1DD9ED13-0DCF-41AD-9A8B-633E82A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1A2DB952-F5C3-492F-9F29-A26E4AA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C2B9E-91E6-4C57-BD09-BA7DDE0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6421FB49-FC74-429B-A050-22354B8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9B8FD9D9-922E-42FE-AFF5-1E6C3F0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A1377-78F6-4C39-A27F-00D1AF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DAC18B15-CFDC-4EC9-973B-F9AE524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3AC3E581-9530-4C66-89E4-0D683DE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63913F-35A3-4BD5-8A90-DD716F2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9391D1-46B3-4821-A945-2EE3338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DFE70-B028-4BEC-81CF-6CEA374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B446C3-970F-4747-83C0-FD7D314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C2ECF1-02A8-466D-AC44-D227064A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CE8BCEE7-E321-42BD-B4F5-9FCA4107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AB4E5FF9-5A50-4666-A50B-DEF8024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4E3CAD-0ABF-43A7-BC41-6A87AAC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2D7E37-B08E-4175-A833-ADB9774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C385EC-E7B2-43C3-A197-92FCADC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825E13-99C1-4862-97FE-4E4CF38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57EA6E-E206-41A0-832F-C0A81E6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F71FCC-AE8F-4FBA-9F5A-3A132CF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9F698B-89C7-4D04-BC5F-D2BFBB3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EC439C0E-1DFF-491D-8417-92BC13A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873EDAAA-8FD1-4FB1-87A6-7875BEA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7CE01B-4C85-43A9-BC5C-8F8B49B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DF6219EC-1C61-492B-9F92-25ED065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3CEBD369-90F3-410A-93A3-80926A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7690C7-7E52-4A04-9D88-63C5DFF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D9E139D6-048C-463D-A77D-B7A1DF7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55A0717C-A6FF-488F-A4A2-C2983C1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3187DD-6B49-4CCD-B04C-D68A146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68A95A-584E-4842-A3FF-73CBE9E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1C4992-EF83-4EB6-9347-3E1746F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BBE9E4-2FF4-4CDA-B9F6-4C56438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C0B258-9D6A-458D-9BE9-D77D7B8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8B1C48-03EA-4444-8E9A-B252F3B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98E369-6F46-47D6-B2A5-DFC49C8C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76B58457-E4D4-414B-95FF-9200201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787BFF91-E57B-4D08-93BD-8A442AF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E8DAEA-7E6C-4D0C-8576-DB6D909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FDF367-AF84-4344-91B2-7ED82C9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A2F156-2700-4A22-8EE2-F75A3D9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887756-E727-4FBA-BE86-B420EBE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C2CEFB-3DE6-41B2-A379-1818281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95BC87-6434-44B9-9C11-AED5379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6CE4E7-6CAE-4426-914C-31DF632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87EECA7B-8BC6-4BFA-9303-B97AD66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35D4E19A-52DE-4D24-822F-CA6E138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432515-F4AA-42E5-84C1-6292BAF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C181F451-7ECF-4951-A36E-B9E79DE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5D0CBB8F-4759-48E3-B1CF-1586457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A87187-BB7C-40CC-A9A9-97ECA2A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FB1E00B3-01BA-469B-8D28-0A6C5E9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970D45ED-02E8-4A4A-ADEA-1284C47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B2025C-3C7F-4922-A052-764F760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253E14-282D-4CA0-938F-93C5BF1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54ACA4-063B-4F69-AF4C-BA5484D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247292-5C92-4E42-B3A2-C296B4F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57AF3-9295-4A5D-8A07-50C36AA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8AF34D-86AB-4C45-904F-D73B4BC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AF10FE-4A86-4A34-B01E-1808382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6324F8-3D15-453E-8B26-C05B0D9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BA40F7-29F4-4728-8589-6C76B7C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34F6E7-FF1E-4378-B86E-4BA485E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2430C2-4C93-40BA-80AE-9849533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8C3C39AD-4B30-438D-BB7A-72F7706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88529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C3D33876-2B51-46FB-9747-9C7246C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422CC974-0E4E-4C12-850E-E88A2FA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5C903EC3-6C00-4691-8EE7-99F4C27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DA0D7-B630-4C37-92AD-7C04A54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AA43D1CD-F9F5-4477-A5EB-78906D3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AFAF5B00-2E5F-4CAD-B934-C9EE036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3851-9351-4BA1-BBDA-4B89B24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B9E904A5-C3A5-43A0-88BD-B344485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B70DA97A-CBF7-47DE-906F-ECF91D2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5415-5D36-4A2A-90AD-81A3A55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CE36-669A-4BD5-8A62-E8AAEC6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DDAC-A868-424F-9B13-E219F27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29474872-D150-4F1E-BA71-923653A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C80126AF-49F4-4F79-8036-E0DBAD1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864C-FC94-4FDD-B1D7-AB81F0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C505-73AF-4C72-9C6C-31CA193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89053-33AB-496A-8C27-8593021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B440D559-D1CE-4911-9EFA-2338ABAB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523616E8-7CF7-49C8-A4BD-59A20DE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C10B1-6C90-4839-B975-F3D0522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BD17-A806-44C9-9568-7F9A357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1B2C6-4DDC-4F88-95EA-A823D9B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8A436-5711-4E0E-B94B-24C4101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060F8-5C11-4C00-A24E-9A125F6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1B37065F-9C9F-4D24-BFE0-4132A3D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2E9C2-A528-415C-A06F-AC666F65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E514F-6809-428E-A9E6-ACC1C91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92038-DED4-4067-91FF-81B7D8D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51E7407-48CA-4208-BDF0-FF11929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2B7EB-A5D9-4D6C-9490-6A301F1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6649B-9401-4263-8CE8-D797C44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D41DD-ED0A-4358-AE8D-54ABABC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9EB49-0644-459A-8E80-E3F386D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62D365D-CA1A-47AF-BCDD-B22B871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97D8BFD-4459-4E1B-B3B0-D39B235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ADD2D-1508-481D-884C-F495D38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ABDB73C-CBA4-4C86-A52F-8153BBD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022D6B09-82E6-4F05-9857-CDFC3F0E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B3296-4806-4DF7-B123-B938C01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515FF5D6-C099-4667-9CDB-CBE060C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37C3A23A-0F61-43EC-B541-184B458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3DD25-A641-44E0-9EFB-956AC57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DB5F042-0432-44E2-8752-FEC49F4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2C4B2FFE-67DF-449D-BB5C-9CDFDAA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9D271-1328-4925-A1DF-7849FAC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5660A425-2B54-4B3C-8784-8B39504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F67B5E67-5415-40DF-8F23-BC50D3A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2BD872-A16F-407C-987E-535911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481263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3EA59A-9AF1-40E9-B36F-310E0DD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95128D-F1FF-47BB-976E-EE20107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812733" y="2782253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E62F2-1AA7-469C-916B-8EA066B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751606-EED8-46D3-90D3-26C9B68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CB846B-F108-450B-BDFA-8B94A19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3" name="Serialize">
            <a:extLst xmlns:a="http://schemas.openxmlformats.org/drawingml/2006/main">
              <a:ext uri="{FF2B5EF4-FFF2-40B4-BE49-F238E27FC236}">
                <a16:creationId xmlns:a16="http://schemas.microsoft.com/office/drawing/2014/main" id="{857D3170-F8A8-4635-8443-6F94B83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4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F07CB48E-404E-4E72-A018-2E3D84B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4FA38D-CAA3-4584-A7AA-CAFC8AA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D6E41D-AD2C-47BC-BB89-1A1904D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053841" y="4586765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1B7523-3A9C-4B8D-8A29-E9E395E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6452C8-709E-40F6-9EBB-1875013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4134327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DB53D1-3A58-4A91-962B-BDBF882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09D7F6-68B9-4D5C-A8AD-84C0E2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134803" y="240554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8550A-110E-4262-A93A-9CB9F37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386B966A-410E-43EB-B2BD-C614D20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6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7EBC90B5-3C1F-43AF-94DC-B77F082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8ADA5A-F98C-4504-9C5F-7B0CDFB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8C3401-ED26-4A6F-B633-7545AF8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564B49-66AF-476D-B3DF-2A30ED3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237F7D1D-280E-4699-9401-838C556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2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30D1EAB1-8F6C-4396-9588-155FE2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530D13-88B1-47B0-B588-D22E628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4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49F5D422-689B-4253-A512-C0979E0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5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70DA8809-C78A-4137-9683-D3D9E50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147208-AEAF-4052-9D6C-F3A02E5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24107E-0596-4721-9B8C-38C28A2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7464CC-811A-48EC-8480-5B16B43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F7ED9-7460-478F-8F02-D88AF3E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E2800D-F302-4FF2-A029-04EF50F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E21BA2EC-E4F9-456F-B8CC-BC48C6A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918A8A5D-7E16-47D5-8F45-22D27AC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35A339-1E8C-4ED8-AB36-9C01DB4B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263FE8-C3BA-45A1-80FA-F1E5104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6B5F8D-6C34-4B65-93A6-5722500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3DEF0-9E88-4D12-9697-533ABB9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A3D02C-BD39-415B-902C-FC17A85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6B3D59-423B-435C-8C1A-A470704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AB7298-73D4-4D66-A543-EC6393E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5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C78FBB69-0A0E-4CB4-B5D9-41AC760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6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001512B6-A3ED-467E-945E-BD3661D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A1BC71-FC88-415F-924A-3B107D5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0367F-8730-42F3-A37D-CB75E78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0902-B806-4FBF-A0EE-0A131E8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1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64505E49-0CA6-40E2-9849-47EFCC2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113965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7DF07F0F-CD67-4534-895B-30BAD27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CAC3B271-40C7-4289-BC9B-2241CB9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6F686259-9445-4E06-881A-D9DEAF8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610D-B78E-4A0F-A636-7C2CFF0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8A0398F6-4371-49AD-A8D2-B6E79C2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0B23546F-2B08-490A-8CEA-A8325E7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A8739-A407-453D-9368-0C18F33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647158A9-7433-4F91-91D0-6B22438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BE66DA24-BEFD-4558-87BC-E78F4AB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25BD-2F4F-4C2F-B965-1AF8F44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BFDDD-A1BD-4762-8C23-AA5DB16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9EFB-05F2-4814-9FFF-5573145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BA00E5FE-4352-4205-9ADC-E5478F0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336A23CB-89E1-40EC-B731-15C2845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5D5F2-9F93-4272-A727-CE12D47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C7B8-1C1E-44B3-BF45-E6619DB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D9AA-EF4E-439D-BA03-D84FE8E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CB5D224A-F8B0-40CE-9AFD-0AE714C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D1A2F01B-83AF-4F1B-BBD8-4E7E75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95C0B-0F48-439C-AB02-D830366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F076F-4DDC-4362-A38C-95624FB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75DCC-12A4-43D0-AFEE-05DEBC8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89352-0861-410C-9359-3BF2B3A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6DFB-BFFD-49AC-A7B6-6499331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A19EF3FF-98EE-4AEE-937A-6FCAAC1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D58AE-8B7F-4350-B820-A1D9D0F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49B83-37B7-403E-B171-27B4F95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9F4E5-1863-461A-A641-06DDE7A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5548C98E-8927-431C-B2EC-627DC00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0712B-E869-4EC6-B02D-574907B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0F195-98DC-4887-AB58-94C7ED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18FC4-1351-46DA-9CC0-8B2E9A7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FB7A9D0-B8DE-4D5F-8F63-3F0C8CC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9246E-EED9-4DBC-B64C-A86E83D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5E960-B8BC-4964-9928-2C60838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CA29F-E769-4E38-8AAB-06E6168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F2AF6-9C78-4E05-912D-931CB4C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570F2CD-2675-442C-B961-698830C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45F006E-2F53-4894-9F5E-D484085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4ABDB-33EF-4BEA-8437-6E146EF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13AD168B-66F9-4AC3-B2C2-DF957C9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14DAD3DF-80BE-40F3-9BCE-7679F2A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68FD7F-49C6-40C6-9845-59A1E4F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E2E4C98-46DC-40F2-BAA6-F8E91BB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DC28B1BD-9763-422A-B59E-06C4004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E100F-B556-4B5B-A9AE-50AEC49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0EAFBE-58AD-4CB9-B269-4BD1C5E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B40AFD-67B3-4F55-854B-A4F3F03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5A475333-6BAF-4908-A6A3-96CD068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C75F35FD-159A-4FD4-8EB5-D1F953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0FC8FF-9132-43F6-8ECF-C380DFC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714DAF-2E80-4991-B6BE-CA27D67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AF9A73-8B20-4E55-925F-2A1D47B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AF513B-804B-4C6D-B4A2-D2624EB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ACAEA0-2634-42E7-9121-26149693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70FA43-2E4B-43D4-BF0F-0ABBCED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C9FB5C-2834-46AE-89AB-36CC023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E1DCA798-0F85-4CFB-9984-FE2F034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054DF8C0-831E-493E-81FC-1097D2F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2D17A3-9383-4684-B8BB-27E6472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81D4E-B974-433F-9A5C-F5E244E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05964-D9BA-499E-BA3F-530CBB1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1B4181D4-BA4C-4CB7-B061-888A0E0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9C76CB2C-D7D6-4D76-9254-46698D7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434B2F-3B89-4889-8F4C-B9CFBD0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9124272-0702-45CA-99B9-05D2B21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10169188-FA6B-4C3E-A11E-B174568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3A0215-B1C7-47F8-8A38-7EF92A6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0EF089-D997-46D4-85E9-6CD0DE4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CACA6B-F40D-44D0-904D-FF6E353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768BD1-2C1E-400F-BA21-4AE7F9BE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5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FA6E6D-A7D0-41CC-A15F-2B24435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41744BB-73D6-45AB-99D4-E0F4B01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38BDC7E9-52A0-4F88-8C9F-5D01986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ADFBC8-8469-4CC6-9308-FC2112E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7C86681D-D1B7-48E2-935F-F55292E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FB8AA960-160C-4FCC-8917-31A3059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C4A3ED-9BF2-4AD8-B39D-1CD9822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6A719825-2B18-42C6-AF25-95060B2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280B1BBD-2483-4804-9619-56CFA40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D4B624-AC82-45A6-AE38-CBD0F8C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5BA513-8209-4956-8A87-93AECA8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7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3B1FD2-761D-41F4-BD51-7690768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893636-2D64-4A49-B1E9-D7B4368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0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C87ABD-28B1-4583-94B0-CD967FB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0D4143-E272-4578-9C21-D5B646F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3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4B3002-7596-4F1C-A5AA-E25511B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E8BF14-E0D9-43C2-87AC-75744F2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7F9F50-79B0-4510-96CD-8F5DA186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7AD77F9-5AE8-46E7-B2DF-B8518C7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66AC05-B382-4C92-84A4-595E7D4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A89E2C63-2F43-464E-A9B8-4B49141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2A309961-2D3C-4DB2-9E3F-92D00A1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C44A33-AC1F-4218-B600-CA9B8B3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3B1B7C-75AD-42A7-BFFC-EE13A4F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2848C3-BB8A-4BF6-9A97-0392B63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2A50171-C665-4AFD-B54D-C8A955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8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54342B-7771-4FE4-AA49-3CD37B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7291C3-60CC-42AB-8506-C645D4C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1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518965-B22A-4330-BFCF-DCECDE7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3DA37C9-633F-41F6-ACA4-34C2976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CEA69833-287C-4BEF-8B6B-2EEC6FE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6F127A-E4E4-434F-9532-B6193E9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9B6521-D9B3-4DC3-AFA3-33707A5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DA435057-F551-421E-9EB9-87ED957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B00D076-E136-480D-A720-EE2F84A6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A4084175-E567-43C1-A2F0-90B7A6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86498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79B94FC6-D6DA-4039-B837-483C669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5BD5FF8A-7F11-45A4-87F0-C6F7551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D82643BA-C278-4215-A91C-68C5D5B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5002-16F1-4920-AB6B-1098E0E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70771CF9-6EBE-44C4-9FB5-C2602DA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D169BBD4-1ED5-4F7A-84E9-7E7B465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291B-062A-4382-A137-9D429AA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2F6BBFD1-F157-43AA-A2AB-425170E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09AB842A-0329-4462-8960-2D9C7B5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A7EC-A78A-48DD-A73B-95D3281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280D-B8B6-40C2-8693-5221F3F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8E76D-F710-4873-B5B1-557B55D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93245238-BC88-4B2F-A0AB-2389FE4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B5644CF7-33C2-4147-99DA-08F9349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29AE-F6A8-4BB3-B76D-B2E68D3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3E3C1-3F67-40B4-9B5C-0336EBD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FBD2D-3800-47F9-B8E5-5DE76E1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DC3E8C4E-1AAE-4A54-BA96-A3DD1A1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638C6E4B-7807-4D53-842F-63A7F8E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2FF3C-78AD-48DE-A406-60C5DB6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A06E5-E74F-4D77-BE23-DB983E4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3CDE4-2B8B-403F-B653-7A33BA2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A5B1D-C400-4484-8A58-BEC603E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FFE12-81CF-46A0-83E5-BF466C2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6A15DA35-4106-4198-AF18-A62D917F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26BD1-3593-44D4-A809-F34F2EE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9F78F-0764-426D-9A19-7AF0DA9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8C2BA-9B5B-4483-A309-05B20AE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AFB52AB2-06BB-410F-829D-C0555B7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BFE4E-C185-49D1-90CC-5D5F483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B45FE-5A34-4F31-9695-0F9DCFC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1FF47E-A03F-442A-941F-8B1CA1C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693AB5-3354-471F-B70F-B89BEAC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8B7028F-91A1-4BC2-9834-CB2D35B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C82B5AB-219B-4673-B4E4-F9B6F1B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7AF84-20DA-4B34-AF6A-2C5DA00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DE4C6981-4C9A-4B04-BFCE-398CC4A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45A72CDB-C57D-49F3-B3AF-D4A9862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6BEA7-842A-4F9A-987E-E0F4E00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084E71C4-CAF1-443E-B5C3-4254F20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50939E75-B259-41D0-8DC7-FF51DF9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B82989-7A3D-415C-A85F-2306925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56879-A73D-4716-A9C7-A83BB59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B671B7-0BE6-42A9-A253-51F5574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756222FE-E9E2-45FE-915C-B014008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6FD0FFF3-4689-4B22-B7EA-9A5997A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CE2FBA-45C8-4982-8EAD-F0B0925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63139AD0-B942-40A4-9573-9C381AE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B8A79EAB-2928-4B58-926E-620184F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AFBD3E-5CD2-4F20-8926-A5EEBBC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622BFEB3-1317-4C45-888E-3BC9178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B3AA16D3-3585-4623-AFBA-F9E38A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6DCF43-1A02-4743-8C4F-0420852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40125-DC03-4153-8D84-76B7406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841D09-2919-463F-9763-5F6A71E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525DE4-6C02-4BE2-A60D-05417AD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82C907-F919-4F60-934F-E73F88E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8942B4-809A-4D44-9193-228839B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84722-D9CA-4390-B546-35576C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6BFD46-867C-431F-99CD-F4A8728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9C2021-22F0-4AB7-B06B-286D908A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A089C5-215F-4DBE-AB4A-000D902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25CE22-88DE-46AF-B7FF-64480BFF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482D9DC2-A23F-4F18-B0EB-A107040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A736AEDE-342E-4716-8405-67611E1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797F62-6CAD-455F-AB5E-B9D2E6C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717CEA-BABE-44FA-B740-134E0C7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2A0EBC-E03D-46ED-9972-187EDCE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4F8F5A-84F0-407E-A536-B8CD906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E429E-7714-4A78-8C35-1670B22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3E5986-DC51-4711-BB54-7F509BA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58D698-77E8-4FFB-B512-3793118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9395E379-EE44-451C-A076-288C488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524E3911-F9DC-4EFA-9769-82D0147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C3EA16-2C58-4B93-99EE-5A9765C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E021DA-2184-4631-B352-6CE2C3E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0364CA-7BBE-487C-8597-166F916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EB25D7A9-03DC-4A0B-BE82-F8E5AED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B94D04E5-9CCB-4364-88E1-36D90C7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E6900D-4C81-49E5-928C-E42C6A9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9D07CA-DD34-4992-93FB-4349DB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F49EB6-7466-46BA-AE9E-33F8A17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458C24-2F5E-40A5-81C4-A7A075C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9961E8-17F5-453F-8268-AB62788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953AEA-FD16-402F-9C9A-E5B1FC9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EDC606-7961-4945-9DC2-0B03DA91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A0E8C48D-326E-46B7-A4D2-2D876D1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154CA2AD-3A4C-4ABE-8378-8368FBA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2EF555-7FE0-4727-B193-8D90078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0001CC-B76E-4549-B226-76A77C8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1381E3-8B7A-4B06-A053-02A1FED4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06CC27D2-6433-4872-B43A-F6A6CEB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336539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B3FB1ACD-BCE6-42A0-A44B-8412173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442A4FC6-4A80-4AF7-91CD-53B7461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D1ED6679-E8E2-4BC7-92F9-A54C166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6063E-7928-4F4C-AF22-01C9DDE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EFB7D5AB-0717-4E99-8ECB-4D88066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按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C4323DE4-AC3B-41DB-A008-1278BF8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B4DC9-B92E-43E2-A4E7-ACF9C08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0D9FD69D-FC78-48BC-8788-05ED42B8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55EE11A4-A7C6-40B8-A651-7243EAF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BFC20-2AE6-4D3E-B801-00D853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5AC5-5BA2-44C0-9829-CCEAFA1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05506-1112-4452-9CB5-47B71D1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同步">
            <a:extLst xmlns:a="http://schemas.openxmlformats.org/drawingml/2006/main">
              <a:ext uri="{FF2B5EF4-FFF2-40B4-BE49-F238E27FC236}">
                <a16:creationId xmlns:a16="http://schemas.microsoft.com/office/drawing/2014/main" id="{33963DF7-A35E-4ADA-A810-4BBC9DD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开始同步</a:t>
            </a:r>
          </a:p>
        </p:txBody>
      </p:sp>
      <p:sp>
        <p:nvSpPr>
          <p:cNvPr id="15" name="有从 Thread 时安排开始依赖">
            <a:extLst xmlns:a="http://schemas.openxmlformats.org/drawingml/2006/main">
              <a:ext uri="{FF2B5EF4-FFF2-40B4-BE49-F238E27FC236}">
                <a16:creationId xmlns:a16="http://schemas.microsoft.com/office/drawing/2014/main" id="{B56477DC-DE72-4F93-8196-E4C9211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时安排开始依赖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2EAF-6135-42CC-AA81-BECE4C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FC6B-A879-4C7D-93B4-E4D5DFD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834F7-E6F7-44A5-B840-5F708D3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ECC7C5C4-86B9-4F97-87FA-C63E46B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21" name="选择本轮对象，按端口组分片">
            <a:extLst xmlns:a="http://schemas.openxmlformats.org/drawingml/2006/main">
              <a:ext uri="{FF2B5EF4-FFF2-40B4-BE49-F238E27FC236}">
                <a16:creationId xmlns:a16="http://schemas.microsoft.com/office/drawing/2014/main" id="{3D3F6370-70D6-46AF-813D-1A307E4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选择本轮对象，按端口组分片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C50AB-6DA0-4E5C-B203-BD8E8BD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C4A59-0419-4B61-ABF6-9D76552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001E1-1FEF-46CA-9F5C-621ED89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3C10B0CA-4433-4F07-9736-75BAF39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7" name="计算地址和长度，握手与写入">
            <a:extLst xmlns:a="http://schemas.openxmlformats.org/drawingml/2006/main">
              <a:ext uri="{FF2B5EF4-FFF2-40B4-BE49-F238E27FC236}">
                <a16:creationId xmlns:a16="http://schemas.microsoft.com/office/drawing/2014/main" id="{9DEC466E-DBEB-4928-A059-D04F51A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计算地址和长度，握手与写入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7F931E-9A43-4527-BC75-7ECFE9A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C7A7B-66B9-46E1-A32A-DC454B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8052C-C0E4-4F08-84E5-A8B5DCA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616F3-D814-4982-A10B-040D728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2EDD6-4038-42B1-A450-560F35B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6B2DA7D1-E6DB-4A1B-B434-1D5D227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B00558-F0DD-4933-934C-2E00E6A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A0346-96F9-47FD-A2E3-CF213F8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36117-C9D5-4123-BEF7-92A817E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3572884A-1C3C-4A73-8502-E067A74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44686-787D-47E6-B1BF-66A75A4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CA77C-1CD4-4CF7-9B43-E931B91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4F9B2-F152-4DF9-B8DA-5EBF702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93095225-D0EE-4DCE-B2D2-1289612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FA7F04-4715-4705-A29A-0C5C8F5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96241-7A99-49DD-9F12-94CC878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CC22E-FC04-4BEA-B3AF-97F95A2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0B1A6-321D-4D13-8B3B-2FD3ECE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C12F52E-C888-435E-8654-C957C1A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B089584-1F8F-43B1-A86A-5D711C4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3E2EB-6F33-429B-8639-F094E99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InsV2AlltoAllVSole&#10;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3B7309B2-A3E0-4280-AFF8-D8D9D67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17145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6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4DFA3D27-4D6A-4545-9CBD-6A0A122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9810"/>
            <a:ext cx="1714500" cy="1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07B24-0CE8-4E14-8774-F648744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71721FE0-4E66-4E25-B8EA-3EC93F4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9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9B6C481E-2491-4F72-BE79-629951C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5313A-4283-43F7-991E-A46789E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993AAF-28E2-431D-8BAA-6F1F1A4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553177" y="24965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EA56D9-5416-46CE-8A2B-93EE03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5D8C6FFC-F980-4872-9A5E-FDB9955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335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65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535CD2A9-8460-43D6-9524-3CE41D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1218"/>
            <a:ext cx="17145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46BB40-5FDE-445F-B468-2FFF856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BF04EC-8E87-4AA8-9B55-97DF5BA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487103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F093E1-E937-44B8-BBFC-E52D7F0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CB7BCF-39B9-4C29-A058-206BC80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3591402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E14ECD-A61E-4511-816C-5EE9673A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0D0061-AC2E-4E3B-AEEB-016FDE6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591878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B72A7-6B34-4D6C-9706-E32EF94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KernelRun">
            <a:extLst xmlns:a="http://schemas.openxmlformats.org/drawingml/2006/main">
              <a:ext uri="{FF2B5EF4-FFF2-40B4-BE49-F238E27FC236}">
                <a16:creationId xmlns:a16="http://schemas.microsoft.com/office/drawing/2014/main" id="{D6FD0423-F92D-463D-81F7-E9FFB88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7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17227543-1E1A-497C-A6B0-5FE1BEC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E82B05-BE98-4395-B29E-A167B21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E886AE-F6FC-44CC-9FBF-2BEA2BF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4629627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D8BEC8-CB93-481F-88AA-CDB2253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RunALLtoALL">
            <a:extLst xmlns:a="http://schemas.openxmlformats.org/drawingml/2006/main">
              <a:ext uri="{FF2B5EF4-FFF2-40B4-BE49-F238E27FC236}">
                <a16:creationId xmlns:a16="http://schemas.microsoft.com/office/drawing/2014/main" id="{7896E0FF-D2E6-4BD8-9F74-D53B266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83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58807EFB-6B4D-4466-BF7E-FDB0A9C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4718"/>
            <a:ext cx="1714500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809FF4-4FD0-4475-A688-8D8B664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A7861B-2C89-4135-965F-6F4C8A5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629627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CAC329-FE6A-4854-B814-5F19CA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5870DDF6-564B-4EA5-A637-CA94BA0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9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29E9188-FC2A-40DD-8ACD-F2A5566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1993"/>
            <a:ext cx="1714500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EA8B2F-0126-49B7-A90D-93FD819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E89BC-6D0B-4508-9317-9F0AAA65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4629627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8BCC1B-5C27-4E14-AE7B-DBEAED2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4AD9715D-7BF0-4068-8C77-41E3DEB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95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4256B251-2FBF-44FC-ACC9-F6A1482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8518"/>
            <a:ext cx="1714500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3E7F50-AC29-40CE-B4C5-3C35FE00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74C07F-444E-4D01-9FB5-9B966A9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563553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02128C-45E6-4C1B-97E8-E35158F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4E8CFA-86F0-45E0-B019-84A6873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5667852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8A37D9-7114-43F0-9058-8C4785E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6F27FC-1D05-4163-8759-195ECE5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668328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9E4CEA-A5B7-475C-8123-55AB8A9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66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HcommThreadNotify&#10;RecordOnThread&#10;HcommThread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F51D6F1A-10CB-4FEE-BBCA-E0C3D2BB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1714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07" name="主发通知，从等待放行">
            <a:extLst xmlns:a="http://schemas.openxmlformats.org/drawingml/2006/main">
              <a:ext uri="{FF2B5EF4-FFF2-40B4-BE49-F238E27FC236}">
                <a16:creationId xmlns:a16="http://schemas.microsoft.com/office/drawing/2014/main" id="{409ADEF0-C2D5-417D-BF3B-CA7D96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77865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主发通知，从等待放行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94B862-6BE3-4B19-A108-7E78D3B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3A6088-AEFF-4A7E-86FE-D48EA5B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706077" y="3696653"/>
            <a:ext cx="0" cy="1494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F96EFD-401A-4DB0-8E04-4E68B16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CF37825C-E50F-407F-8E5F-A9E671A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13" name="选本轮 Peer&#10;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A6575251-B6C8-48C3-B237-18A1F44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5183"/>
            <a:ext cx="1714500" cy="46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首轮另处理自分片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F37C24-9A43-4D67-B778-8D6C7E1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36A9E5-6C58-4B7D-9418-4F871F8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640003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0A35329-4464-4266-A372-21FCE85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18F2FC-F7A2-4702-ABD8-D8D8FF8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7744302" y="3510916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320BE2-DE0E-4961-9354-7389BB4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962A8D-DF60-41AC-A829-444B404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7744778" y="35104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F8CD4D-B65A-421A-AC34-7F31E12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03EC7AA3-814F-493E-90DF-F39DF18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25" name="遍历 Peer&#10;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F4CEE667-5A33-4805-81BA-5F2786A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1515"/>
            <a:ext cx="17145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按端口组分配数据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17972D-8CD7-4801-A5DD-DB6A914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FDF3A5-1842-48D6-8B4B-6A1D757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782527" y="3877628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2AEDB6-4A55-4344-9DC0-6C58DE0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368C28F8-AF00-4E39-ABDD-8F9B767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31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6F597DCF-9638-4099-B18E-9431338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5183"/>
            <a:ext cx="1714500" cy="320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17D1A1-28BD-42E4-8450-829D224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F0CC0E-9E06-451E-9D59-4AD3D39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716453" y="46439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96DEB8-2230-4B91-AED4-98C78C7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47D0BB-05A8-48C0-AE34-72DEB8D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135" idx="0"/>
            <a:endCxn xmlns:a="http://schemas.openxmlformats.org/drawingml/2006/main" id="136" idx="2"/>
          </p:cNvCxnSpPr>
          <p:nvPr/>
        </p:nvCxnSpPr>
        <p:spPr>
          <a:xfrm xmlns:a="http://schemas.openxmlformats.org/drawingml/2006/main" flipV="1">
            <a:off x="9820752" y="3439478"/>
            <a:ext cx="0" cy="120396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010B6E-9A53-4AE2-8FB2-C954037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3AA0A8-825F-4FDA-B8EF-F10978C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9821228" y="34390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0EB204-4545-4348-816D-3A7AC85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CalcCclBuffIdx / Build&#10;DataSlices">
            <a:extLst xmlns:a="http://schemas.openxmlformats.org/drawingml/2006/main">
              <a:ext uri="{FF2B5EF4-FFF2-40B4-BE49-F238E27FC236}">
                <a16:creationId xmlns:a16="http://schemas.microsoft.com/office/drawing/2014/main" id="{02002EE6-C12C-4CE1-87A9-04F492B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DataSlices</a:t>
            </a:r>
          </a:p>
        </p:txBody>
      </p:sp>
      <p:sp>
        <p:nvSpPr>
          <p:cNvPr id="143" name="计算 CCL 槽位和地址长度">
            <a:extLst xmlns:a="http://schemas.openxmlformats.org/drawingml/2006/main">
              <a:ext uri="{FF2B5EF4-FFF2-40B4-BE49-F238E27FC236}">
                <a16:creationId xmlns:a16="http://schemas.microsoft.com/office/drawing/2014/main" id="{A057F741-34AA-4E14-B2AE-6996404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671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槽位和地址长度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B1C7CBE-67C8-4BB0-A42C-22BE200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33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8837F2-573B-47D1-940C-249C930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858977" y="37347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E702A4-22A6-4FCD-B9B7-916B03A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RunSendRecv / SendRecv&#10;Write">
            <a:extLst xmlns:a="http://schemas.openxmlformats.org/drawingml/2006/main">
              <a:ext uri="{FF2B5EF4-FFF2-40B4-BE49-F238E27FC236}">
                <a16:creationId xmlns:a16="http://schemas.microsoft.com/office/drawing/2014/main" id="{D2C5CAC0-67D2-4A52-9421-9E00AD9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2437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149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A53AEFC9-DA5D-40C7-8E03-2E5E6AE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346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EF5C37A-2A78-4DB8-9AC2-AC952B8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FD06B24-7D11-470C-80BE-026EF57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858977" y="440150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C229B27-2E82-421E-86E5-2DD9F46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38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5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0525DAF-98BD-434F-BF37-B65185F7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55" name="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2B19B1CB-E023-4011-A7BC-162682C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3540"/>
            <a:ext cx="1714500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把用户分片写入远端 CCL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96B3DE-B5E4-4A83-BAC6-493724C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EB3915-7571-46A7-B488-38DD8B7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858977" y="50682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C052864-C53C-432B-8978-8083DCC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0441E506-3BD7-45D6-B7DF-830BD3A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472369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BB7C1002-71DC-4881-9331-E17EA4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D7D4B63B-A25D-4B7D-BF1F-443971D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CA06BFE1-6EC5-45A4-855A-1373E68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D657-2F91-46F8-B5A5-0B6DB68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3FDEA44D-3BA8-461B-B262-03C776B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911C4C66-D4AA-47F5-BB90-E172DDE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99EA0-C56D-4338-9D1E-C95E066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DC792E56-1376-4EFD-A807-6DDD1DD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ACF9DC28-52F1-42EA-9CED-D7E9D69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2FE8E-7F82-4F69-B7DA-F537D6A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EDC3-6332-45DA-8C41-DAE1C16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26E5-43AF-4900-AD1B-425AE18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DEC77EFD-FA7E-46DE-8641-0219B9A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DF2A7AA1-817A-4F3C-A91B-D7B15F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83CB-729F-419D-B52B-6FDC1ED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65C04-5993-4800-A701-86015FC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DB09-E698-44FE-BF51-A097DBE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ED185086-B9B4-4432-8BB3-7A94BDC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41549090-E216-4085-8DC2-FDD3909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B165D-E61B-4A4D-833E-A5B1017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4040E-0C54-4A45-A9B8-8F40F54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F9C7A-1EE5-49DD-AC1A-C4AC7E7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D2247E3D-9443-4AE6-B2CA-8AE6060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10C64008-3976-4C58-9019-17C0B3CB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1A9B9-AE40-4B5E-A889-A760C36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D46FE-E47D-4BF4-BB28-5539AA1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69455-9312-498E-AB97-F5F5D35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E09F5125-6036-40FD-B31C-4AE5E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E7D40438-C06D-4F06-8339-A76252C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BD652-009D-42B8-8067-933F4E9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D9215-78BB-4F0D-8244-E73C577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D1186-5B0E-49FE-911C-A27586C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87582-CFD0-4704-90F0-CDB0385A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9AAA8-A530-4348-84CC-98FA605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5194540E-E982-4EDF-905C-14270C6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19336-9B1B-4AB4-BBDC-54E97E0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5F8A0-D6BC-4D4B-85EF-9D1E676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E756B-1919-4249-B048-23916DC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19BB61C6-EE15-43BC-A29F-5A9E8F4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711EA-F420-4ABE-ADBB-F63F99A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549CF4-1DEB-402C-9DDA-5F38AFA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5F318-4B2C-404E-8E4B-882F2A9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108A1190-2384-4373-85F9-329ED2F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3C0A89-11DA-46F6-8C1D-C3358EA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764B42-706F-464D-9E8A-439A37A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E677E9-8BE1-4CC6-B912-7C1DDD7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18B9F6-9D0D-4B59-AA22-D483890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7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D994D336-44B6-4455-B11C-FD3C5D9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21E1775-2A28-42BD-9C70-53D28C9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0E559F-61CF-4F31-98EC-D70ECE8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D63E4190-5A7C-4CA7-BE07-64F6E28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93F1125B-78FE-49BB-B45B-B3EBA39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9542F-2AAF-49AA-B360-1C71D89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2F1CDD73-DBFE-4D85-9DF6-600494F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3A9FFDAA-B14A-4BCA-A518-0970E1C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57CDD3-E5B6-4722-850A-3078AA7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87D8A6B0-578D-481F-BB25-95337D0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A0C74682-F8CA-4212-921D-D53FD4D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25E1F-E4BC-4C2B-890C-7738E78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E0D57703-F319-43B1-A93E-0DA58EB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D457DD18-0663-43F7-AC73-0FB7B5C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C0115-459E-49CA-9526-389889C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E865FA33-AD48-4071-8CB9-A479DE6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848D3B53-E49D-4CD7-8B75-FE336E7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0DA665-F837-4EF5-9DF1-579AB7A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698320FA-745E-488B-9EA7-4594CB1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020CBCF7-BA95-4E8B-B959-F94BA7B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0F2C6-0248-4B8B-BC78-10C9C50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10FB2D7D-3B85-4848-9D46-A64C039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B1DB92D5-E59F-4F49-A522-6E5C4B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65090C-322F-4549-A989-4A1C486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3403A-4181-49F1-9AE5-2F462D41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E76136-DB5D-47A6-83A4-C4685EF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5B91C4-072D-483E-8C19-16338B0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1A573E-D6C1-4585-B3E7-9ED9D3B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A880FA-6FD0-45A2-8EEC-BD74532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CD8E35-002A-44E9-926B-B14B8DC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0460EF-0C42-45D6-ACF4-6A0A602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434EC2-4A1D-414D-8F72-BA237AB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66DE7D-34AC-4271-BF59-A20FEBA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129A85-724B-4653-A735-191CFFA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B169F030-A0D3-49CE-BA22-7BD7470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CB33AC2A-6BDF-403F-901A-F0E64F1E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C7581E-61BB-4466-A1B4-17B46D3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C1AC69-16A9-4B58-8E78-32E720D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53B5EB-D320-48F5-8A06-3177694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775A08-1999-42EC-B296-F252A3C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AA739C-CADB-4681-9768-7DDF0F3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F9BB74-04BF-40F5-8291-9224E53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BC8FCF-1668-4C4B-A4C0-1A3AB95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54ECEE-8100-4C7C-8B78-0E51B82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9F0A2D-853D-4100-A738-FF59487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27D4D04B-BF52-4D30-8245-65D4CAD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56DD5B0C-A363-4B16-A2D3-42ED0C9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2757FB-AC73-4E5D-9F6A-CA8DD7D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3DA1148-4498-4AAD-B20D-E37B063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220B9C-31BB-4697-9DD7-01FDA14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6E920AA0-1572-44EA-91E2-6AC4527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446FC053-966F-4B07-9AF8-6DDEAB3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50C6A0-2C53-4846-8692-3550D41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550229-A165-46CE-B7EA-8EFEAFF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8CB0DE-E5E9-445B-B87E-CC277DC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C7897365-046F-414C-81DD-B2FBA4D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86FF2BDB-8481-4CD1-8D21-C5E083C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3DB26C-1E3B-407C-BF41-CDB1D87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E6176D-0D76-4EB8-A177-F3A26EF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B923E1-6472-4293-AB91-4EFD775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B5675ED0-3C50-4A35-8A75-9FA5C7E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A2789487-6F56-4DD3-BF57-33047BA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89B515-FDCD-4870-AA4D-5EA252C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E0B7C4B-B44E-473B-9DA7-E1CFC1C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245DA3D-20E0-46AE-8F41-DF059471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2EB54D1C-21C8-497E-B30B-C5AF68B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659916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0DC311A6-5B28-4063-94A6-C119AE4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C13DA823-0518-416A-90E8-0D3E694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ABF6B068-859B-403D-8E34-84C2F9A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53BF9-710E-4477-98E3-6C40467F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2A3494F3-6299-42C9-8052-5BE1061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BC11D1CF-F241-4384-92FE-F6530B9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4288-D761-4B4C-8927-CA4B4C1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0E93BEB9-011C-4BA6-9924-3F79087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5BFD7734-D28B-4FC4-ACC5-CE17EE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EE3E9-67D0-4BB1-AE25-ABCAF27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FEF1-A997-4B27-8BD1-70BA17D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457C0-D94B-46A6-AB16-ECDB84F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AA5B3F66-19F4-4BD2-94D5-65A6BE6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A77DB288-BD23-4ACE-AF3E-3C7B1D2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90660-778B-4505-A2CB-47FA0C8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6161A-0D87-4C1B-8C66-53155EA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E58B7-9B8D-4C40-9FC2-3CD077B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FE985638-3258-492A-81CF-5636D5B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B2B015AA-305C-4599-A2E7-AB82EF7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D803D-4D8D-4E5E-A5B9-1CB3903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77A46-8ED1-4720-A26A-E83A75D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49DF1-2C8D-4DEB-ABA8-2D3B14C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07A1-EBEF-4241-B616-FFFF76C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422FB-A4FB-4860-AE55-184466A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A003A979-FCC5-47DC-B766-F58A8A0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D53DD-C628-495B-88D4-9A8DCC3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607E5-85CF-4E49-9413-74D5C4F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E0EFF-335A-4311-87B6-599C4C4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241862AA-8913-4B01-B2AD-C6EB325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52FDD-A261-44FC-B154-3C21C0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058E3-B6DD-45C9-B939-F4765F2D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E262B-A802-4FCB-9E69-7B09A3F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20F4C4B2-4D2E-49AE-B615-497EDF0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AC79E-5084-47EB-AFE4-0EC8096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E743D-1EC9-48E3-9CE6-B6A6D8C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2C912-BCCC-47A1-AC24-59B5EDF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EAFD4-FCDA-439F-AA74-3D3159E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5FB5A3B-7B0C-407C-A0AB-C7178A5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368AA4D-3322-4EA4-A314-940B45F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DDD87-E8C5-4237-A779-B5037FC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9BBFE229-4911-4786-80EA-E3C5B33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68DA2032-42F6-4A9F-A1A5-F60BF71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1A5ED5-3A38-42E1-9539-77C67B48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D8081331-B239-4830-9A09-00F169B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92D1760E-01B0-4CAE-A808-3364CAA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7EE06-8031-4DF2-80FF-0F038A2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5E2B515B-0E8B-48A7-BC81-F49F9FC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D425334C-61FD-4C7E-862F-8E1E982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33609D-5677-42EE-A797-1A8A914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358C16-A8E6-4FCB-AEC0-0A50F54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7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D3B0D-06A7-4E68-8EEB-E8CDB06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B3AB3-F5A1-4C49-ADD1-482DA48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29DB5C-04ED-4E2E-B440-3FBF49C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63BBB67D-A079-4806-ADCA-4D4B0D3F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82A8360B-EA36-41A5-86F6-2E0EB65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D401F9-A035-44B7-A41B-6F6BC6E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304991-A5EC-42AA-9BD0-E014BB8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3CC077-0255-4261-B27A-5B34A4C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45A50-4CEE-40AA-BF03-B0B5408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80C1F5-B023-4E99-98DF-A9C5586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B21811-5D6A-4035-905C-339DFDE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9A27BA-A552-4BA2-A2B0-7517492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E878614C-5563-4CB8-9655-3389C6B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364B484D-9E9F-48DA-8CA0-F8AFC08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8353D-AFED-4D76-86FA-0B08036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016C87-13F8-4815-AD80-E645EF9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DEC0DF-5D33-44B5-8E67-C15ACBB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6DE800DA-D58F-4DAA-B0BE-11B0355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777DD65F-09D6-4C6C-A662-146A68C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8073E0-CBBB-4214-8BDF-A38B919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F711B4-6196-48E8-89CE-85989A1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A06D2A-0017-49B1-A23A-397F83C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46147B-C718-453B-A486-9656E64D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482BB4-7F68-4466-AE20-40F768D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2C123D-1549-4393-8195-7B66390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D091C-3DD5-42A1-BAA6-117CEF7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6490F70F-3F95-49EF-AF7F-64AF3E0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DE21F9ED-0641-4742-BD6E-1B41005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D453C8-7683-4835-8AE6-9528F0C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E8592E-5901-4FEF-A022-CD0A9CF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E48F14-D309-4ADE-82C4-0CA70A4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6034779-9FB1-467A-8BFA-1DEA8BD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1ECD84F4-3F03-4216-8BC9-362D0E9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CA68B6-46CF-4C2D-A09B-867E08C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748DDB55-CC45-4D19-A54A-2204D0B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97A4D916-76C0-4A67-BED8-ABF0F890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26E1FA-F1F8-4785-A94D-3C3A7F9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383DEF-CAB0-4A75-91FC-BF03403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82765B-00CC-4C8A-AD6A-26D6A1B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AFD20C41-0182-4F21-A47A-241A8EE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9FE5FB4E-69BF-4670-A981-A674B8E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BE9695-DF23-4218-B137-34A687C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69F6D1F9-0C84-4ABC-82AA-E907A62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D7E81880-B096-4A13-BEEC-20DA67F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A35CD6-42B4-484F-9EBA-5AD6C94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532EA587-4EAE-40F3-ABC5-2541A73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F7BB8122-1269-4BDD-9747-1545AB6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978E5-A153-4C80-AB42-DCAB90A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274365-B5AD-43DA-ADF0-2A98419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BE389D-49F2-4CD4-B6D4-2BA018E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A50EE38-A9B5-4A44-9E52-7BF3801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15991AF-98AF-4925-A1E4-CF0B0D5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2A1A6260-2D96-479C-AAD8-087BB6B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84AE88-976F-4D40-8FE9-D64556A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5F9264BE-8D1F-475B-8936-CB9CB75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950417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864FB3A3-2921-430D-ABD2-1BE0BD5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AD588FFF-9337-4447-8AFE-D87F62E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A1D30349-036D-47D1-8392-8489C3B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14D5-BBEC-4576-AF4D-AC3476B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367F3A87-595B-4B18-A718-0868F43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7329900D-FF32-4D00-A9FD-8E63CD9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E71D-53D3-4B54-B1F7-EDC7295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90341C50-74C9-40F9-A1AF-E7889FE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E6E5D7B8-1104-4226-A3DD-9C86AE0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F2926-A1E2-44B1-983E-04AB834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FAD2-4717-451F-963A-FCCD571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4628-FAF7-45DE-829E-083DA322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CA14449E-EA4A-4F23-9121-947A6D7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94B0E2EC-79C5-43FA-96C1-B8641E4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FF0F7-A158-45DC-8230-DCDDD58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CA568-618E-4F18-BAC8-020260C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0BB2-9395-4758-B091-475B434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00E83128-693B-48BD-B3C0-F175D17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B1C5A148-1A3B-413D-B41C-5C1EC34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1795-47EA-4F18-A890-CD8CDF4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0ECF5-FB65-44C7-9227-116F58B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71D8D-7BED-4E10-A031-7F71EB1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0A683-BB12-4126-B41E-DCF4CC0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29670-9CEA-4CC1-8360-9ECF422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2A505BFD-D345-4CCE-841E-D30858D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9218B-DC8C-4231-9C4A-A5A45DF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0EE11-7B60-44B0-ACEA-770C76E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12ADC-30A7-4C3C-A252-3429A3A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A4BB126D-602D-43B4-9065-B829A58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2E523-6D6B-4BAD-A37B-2E534F3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ADAED-DC5A-4378-9673-BAFCBB0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2FA0C-5834-4225-9144-1FF580D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0240E941-66E6-4C7E-B123-BA6072A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E0FC6-4976-477C-8AAC-8D6367F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DDA4B-A43E-422D-95C2-942FB62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EFA22-2E38-4B9C-9F17-DDA67EC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04162D9D-CA14-4DE5-AACB-2F1FFD9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59050-818C-42A0-B71C-C7909F4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DE343-D352-4277-AD40-64B795B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0E7C7-E0BB-40A0-9BDF-7E74E58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EFE15-E730-4432-92DD-CCE025C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54E70BF-2B64-4850-9BD9-76B837D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B0BE5AF-409C-4BF4-9442-D998D25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01D905-623A-452F-9A2A-1C0FBC6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F58809C-DCBB-4B01-B572-CDEDF3B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A16264E4-6FA7-4A3B-8A36-B0E754F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93AE81-55B2-47CE-BB92-B108F80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AE93FD3-791F-49E4-A512-3BEF98E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5F040224-C527-4ACD-81FD-86C7965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1751D-A6F4-479C-8EF7-1920D09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1CEEF-A46F-4F01-87BF-8D091AF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83EF36-B0FE-46E3-A9E9-2D694BA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7A32F-FCA2-4B03-A478-6A01FE1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11B7CF-E857-463F-B0F7-0797EEB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9CFED9-CA8E-4CCD-ACAE-57EAC8D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672F70-C2F2-46C0-AA7C-0967F13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B40B00D-397E-4667-B399-00C4EE6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A9AFA351-6FE4-4318-B27C-140C148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A2ABE0-864C-406F-80F4-03CECD9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00DCCB-920C-4E52-9B5D-45B36CA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454C21-BAF9-49C9-8093-1DE1FEC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D5FDD817-B7DC-4F55-9A4E-990901F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3F532B1A-2214-4F04-AA6C-BBD13BC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0E0088-64C5-407F-A738-30D84C8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A469F3-7EC7-41A1-9EA6-631EEAE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E2C0E2-7E1E-4A55-9269-F91990E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80D40745-620A-4712-BCDF-6B0BE44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2AF63DFA-EC2B-423E-BF75-D55EFF4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533A93-6295-4E99-A6DB-7430BB2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270B96-BAE8-46FF-AA67-FFCA3BE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6D0862-C617-4167-9AA5-4C80F17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748DA34-224F-406D-AF76-B59AFBF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5FC605DF-9701-475C-A38A-DD9F576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5D328C-8181-4577-8106-CD484DA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70686C-2C34-49AC-9A12-1582F44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E6F5F3-315A-420C-884A-4CB7209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DA97EE-32CC-4EB4-830D-CFA7EC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3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FEA2B8-5A46-4748-97C0-BFBCD7B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623B9E-04A9-47EE-952F-BFC32C8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DFA583-F8C5-4297-8476-22FFDCB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AA386D5B-FAB1-4C77-8BAC-794B343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8642B1-9029-4B42-9FCC-C9DE2E5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0DADCC-3ADB-4553-80E2-4B526E2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E957668C-2B28-4B34-9828-ECE5012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B387215E-5FF8-47EC-A7C1-8BBD7C4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C7A61597-E122-4B6A-928F-DB0D342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18C18D-75D0-48FD-9E93-7A20767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06326BB7-AD6E-43B7-8036-B5F5F09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5062999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建链交换：远端资源描述与算子参数是两条不同路径">
            <a:extLst xmlns:a="http://schemas.openxmlformats.org/drawingml/2006/main">
              <a:ext uri="{FF2B5EF4-FFF2-40B4-BE49-F238E27FC236}">
                <a16:creationId xmlns:a16="http://schemas.microsoft.com/office/drawing/2014/main" id="{2774026A-8C52-4410-B36A-EAF5C631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建链交换：远端资源描述与算子参数是两条不同路径</a:t>
            </a:r>
          </a:p>
        </p:txBody>
      </p:sp>
      <p:sp>
        <p:nvSpPr>
          <p:cNvPr id="2" name="以 UB_RTP 新建 Channel 为例。横向按阶段阅读，纵向展开本阶段动作。Hccl/Hcomm 名称标明接口边界。">
            <a:extLst xmlns:a="http://schemas.openxmlformats.org/drawingml/2006/main">
              <a:ext uri="{FF2B5EF4-FFF2-40B4-BE49-F238E27FC236}">
                <a16:creationId xmlns:a16="http://schemas.microsoft.com/office/drawing/2014/main" id="{882C9C31-EAB6-4A58-853F-76E61572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UB_RTP 新建 Channel 为例。横向按阶段阅读，纵向展开本阶段动作。Hccl/Hcomm 名称标明接口边界。</a:t>
            </a:r>
          </a:p>
        </p:txBody>
      </p:sp>
      <p:sp>
        <p:nvSpPr>
          <p:cNvPr id="3" name="14 / 20">
            <a:extLst xmlns:a="http://schemas.openxmlformats.org/drawingml/2006/main">
              <a:ext uri="{FF2B5EF4-FFF2-40B4-BE49-F238E27FC236}">
                <a16:creationId xmlns:a16="http://schemas.microsoft.com/office/drawing/2014/main" id="{2CB196C8-CC80-4DCD-90C9-9B3835AF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14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D184A-3A22-4874-830E-9621C618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0F51A-28F0-4089-95A8-FBBF390A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6E5DB47E-378A-4F61-A7D9-546AC6A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EFED546-393A-4084-8B04-59D2DFC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924DA-7384-4E81-BC7F-7BFCB68B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域级获取">
            <a:extLst xmlns:a="http://schemas.openxmlformats.org/drawingml/2006/main">
              <a:ext uri="{FF2B5EF4-FFF2-40B4-BE49-F238E27FC236}">
                <a16:creationId xmlns:a16="http://schemas.microsoft.com/office/drawing/2014/main" id="{82869D1C-1314-4B73-954E-FCDFFF96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域级获取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E3810-6BC4-41DA-88E7-3ED57657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创建基础资源">
            <a:extLst xmlns:a="http://schemas.openxmlformats.org/drawingml/2006/main">
              <a:ext uri="{FF2B5EF4-FFF2-40B4-BE49-F238E27FC236}">
                <a16:creationId xmlns:a16="http://schemas.microsoft.com/office/drawing/2014/main" id="{B79CF5D4-A809-4728-80AD-30FA71AE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017BE-E7FA-4BEB-ABE0-D025340C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推进协议状态机">
            <a:extLst xmlns:a="http://schemas.openxmlformats.org/drawingml/2006/main">
              <a:ext uri="{FF2B5EF4-FFF2-40B4-BE49-F238E27FC236}">
                <a16:creationId xmlns:a16="http://schemas.microsoft.com/office/drawing/2014/main" id="{4AE09962-8AED-415A-B6FC-29EBB416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推进协议状态机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71FD1-B825-406A-BC34-8B8B7A07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交付可用描述">
            <a:extLst xmlns:a="http://schemas.openxmlformats.org/drawingml/2006/main">
              <a:ext uri="{FF2B5EF4-FFF2-40B4-BE49-F238E27FC236}">
                <a16:creationId xmlns:a16="http://schemas.microsoft.com/office/drawing/2014/main" id="{30704C4C-01C0-44D2-ABC1-C1670CD3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交付可用描述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A1718-60F8-48AE-8B88-57C3577B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8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9B699677-5FA7-45A4-8CD4-2788CE49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9" name="申请所需 Peer 通道，先判断可复用资源">
            <a:extLst xmlns:a="http://schemas.openxmlformats.org/drawingml/2006/main">
              <a:ext uri="{FF2B5EF4-FFF2-40B4-BE49-F238E27FC236}">
                <a16:creationId xmlns:a16="http://schemas.microsoft.com/office/drawing/2014/main" id="{482D5663-83C0-44D6-87B2-62E91671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申请所需 Peer 通道，先判断可复用资源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79B36-39A8-4E01-8DF6-F33B161B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1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2E698FA7-4A31-4624-A06E-4ACDFED6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22" name="缺槽位时创建具体协议的 Channel">
            <a:extLst xmlns:a="http://schemas.openxmlformats.org/drawingml/2006/main">
              <a:ext uri="{FF2B5EF4-FFF2-40B4-BE49-F238E27FC236}">
                <a16:creationId xmlns:a16="http://schemas.microsoft.com/office/drawing/2014/main" id="{AB4EE976-CD0D-42D5-89BC-8133CB87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缺槽位时创建具体协议的 Channel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5B97A-FEEB-4600-B891-6B918B1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4" name="ChannelProcess::ChannelGetStatus">
            <a:extLst xmlns:a="http://schemas.openxmlformats.org/drawingml/2006/main">
              <a:ext uri="{FF2B5EF4-FFF2-40B4-BE49-F238E27FC236}">
                <a16:creationId xmlns:a16="http://schemas.microsoft.com/office/drawing/2014/main" id="{DB9B78DA-3F69-4BA5-A93A-A86F905D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ChannelProcess::ChannelGetStatus</a:t>
            </a:r>
          </a:p>
        </p:txBody>
      </p:sp>
      <p:sp>
        <p:nvSpPr>
          <p:cNvPr id="25" name="内部轮询，推进连接与资源交换">
            <a:extLst xmlns:a="http://schemas.openxmlformats.org/drawingml/2006/main">
              <a:ext uri="{FF2B5EF4-FFF2-40B4-BE49-F238E27FC236}">
                <a16:creationId xmlns:a16="http://schemas.microsoft.com/office/drawing/2014/main" id="{62EA099F-47E2-46F8-8000-239EDD82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内部轮询，推进连接与资源交换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FFB24-1A8D-481D-AE2C-8A3F9946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7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EF92755F-5A7E-4F0F-9249-C26084DE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28" name="读取已交换的远端 CCL 地址和大小">
            <a:extLst xmlns:a="http://schemas.openxmlformats.org/drawingml/2006/main">
              <a:ext uri="{FF2B5EF4-FFF2-40B4-BE49-F238E27FC236}">
                <a16:creationId xmlns:a16="http://schemas.microsoft.com/office/drawing/2014/main" id="{EFDF32FD-D6F4-4E01-B8C5-28690B06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读取已交换的远端 CCL 地址和大小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A3E1D4-1367-4BB8-9692-EFE37E12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4578A-9025-4D74-9267-CF2B8EF0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982278" y="17626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6CDDA8-7B6F-4904-9F65-7E9A75AF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E64CFE-3475-4E54-932B-42AAE950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54078" y="17626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EAD1E0-C23E-4EA4-82FE-5A441199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F6FB35-A7BE-4BF3-9134-52C89D91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925878" y="17626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2A7FE5-166A-4280-B435-DBD4BA2A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39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8094FD74-BB09-4421-BC90-4A44B840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40" name="准备控制连接；双方通过 socket 交换控制信息">
            <a:extLst xmlns:a="http://schemas.openxmlformats.org/drawingml/2006/main">
              <a:ext uri="{FF2B5EF4-FFF2-40B4-BE49-F238E27FC236}">
                <a16:creationId xmlns:a16="http://schemas.microsoft.com/office/drawing/2014/main" id="{50634407-CE31-43C8-B37B-32A327F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准备控制连接；双方通过 socket 交换控制信息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D60811-B56E-4783-8081-18538F7B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2" name="HcommEndpointCreate&#10;HcommMemReg">
            <a:extLst xmlns:a="http://schemas.openxmlformats.org/drawingml/2006/main">
              <a:ext uri="{FF2B5EF4-FFF2-40B4-BE49-F238E27FC236}">
                <a16:creationId xmlns:a16="http://schemas.microsoft.com/office/drawing/2014/main" id="{9B59E4CD-A4DC-4699-8B94-001D3A2E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3" name="创建端点，注册 CCL 等可远端访问内存">
            <a:extLst xmlns:a="http://schemas.openxmlformats.org/drawingml/2006/main">
              <a:ext uri="{FF2B5EF4-FFF2-40B4-BE49-F238E27FC236}">
                <a16:creationId xmlns:a16="http://schemas.microsoft.com/office/drawing/2014/main" id="{EE38B1D3-B870-4A24-B017-DB6F284B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创建端点，注册 CCL 等可远端访问内存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290240-2A75-4B99-9A74-84DE6391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5" name="SendExchangeData / RecvExchangeData&#10;RecvDataProcess">
            <a:extLst xmlns:a="http://schemas.openxmlformats.org/drawingml/2006/main">
              <a:ext uri="{FF2B5EF4-FFF2-40B4-BE49-F238E27FC236}">
                <a16:creationId xmlns:a16="http://schemas.microsoft.com/office/drawing/2014/main" id="{4F51814A-66C5-4D55-9CBF-0F75D388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SendExchangeData / RecvExchangeData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RecvDataProcess</a:t>
            </a:r>
          </a:p>
        </p:txBody>
      </p:sp>
      <p:sp>
        <p:nvSpPr>
          <p:cNvPr id="46" name="收发并解析资源描述；先后由角色决定">
            <a:extLst xmlns:a="http://schemas.openxmlformats.org/drawingml/2006/main">
              <a:ext uri="{FF2B5EF4-FFF2-40B4-BE49-F238E27FC236}">
                <a16:creationId xmlns:a16="http://schemas.microsoft.com/office/drawing/2014/main" id="{FF2BCF98-FE46-4E80-BCFE-6E67C261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收发并解析资源描述；先后由角色决定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5DFF7E-AF0F-41E1-B493-C63B5549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8" name="FinalizeChannelsByEngine&#10;BuildChannelInfo">
            <a:extLst xmlns:a="http://schemas.openxmlformats.org/drawingml/2006/main">
              <a:ext uri="{FF2B5EF4-FFF2-40B4-BE49-F238E27FC236}">
                <a16:creationId xmlns:a16="http://schemas.microsoft.com/office/drawing/2014/main" id="{B1EB3E45-0F31-4DC4-9475-8BA0C45C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9" name="交付引擎可用句柄，HCCL 补齐通道描述">
            <a:extLst xmlns:a="http://schemas.openxmlformats.org/drawingml/2006/main">
              <a:ext uri="{FF2B5EF4-FFF2-40B4-BE49-F238E27FC236}">
                <a16:creationId xmlns:a16="http://schemas.microsoft.com/office/drawing/2014/main" id="{737EA6E2-3E1E-4DDC-BFD6-7E99CD9E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交付引擎可用句柄，HCCL 补齐通道描述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468A57-75CE-4144-AF0E-F53C996B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885B34-7C89-43D3-8E2D-E2549C7F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6292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C4BC16-7900-4D1E-A21D-C61FFFA1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BF4112-8E56-4D16-AE8F-16E4BA19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53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46010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A0EE0A-5C3F-427D-8C55-C140D461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542FEF-CBEB-4865-BB21-853DCB08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75728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E8C81C-CC73-48D0-93EB-9EDD1B96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B14C4E-F588-4F7E-A2A7-6CB7D1FE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105446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2" name="交换内容与测试观测点">
            <a:extLst xmlns:a="http://schemas.openxmlformats.org/drawingml/2006/main">
              <a:ext uri="{FF2B5EF4-FFF2-40B4-BE49-F238E27FC236}">
                <a16:creationId xmlns:a16="http://schemas.microsoft.com/office/drawing/2014/main" id="{02BC66A4-B58C-4951-AE29-1F3944DF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8140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交换内容与测试观测点</a:t>
            </a:r>
          </a:p>
        </p:txBody>
      </p:sp>
      <p:graphicFrame>
        <p:nvGraphicFramePr>
          <p:cNvPr id="128" name=""/>
          <p:cNvGraphicFramePr/>
          <p:nvPr/>
        </p:nvGraphicFramePr>
        <p:xfrm>
          <a:off xmlns:a="http://schemas.openxmlformats.org/drawingml/2006/main" x="276225" y="3924300"/>
          <a:ext xmlns:a="http://schemas.openxmlformats.org/drawingml/2006/main" cx="11620500" cy="2066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3143250"/>
                <a:gridCol w="3286125"/>
                <a:gridCol w="38100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交换对象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内部处理或接口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传递内容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建议检查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基础通信资源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NotifyVecPack / BufferVecPack / ConnVecPack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 描述、内存描述、连接描述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Peer/地址/容量对应正确，连接能进入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远端可访问内存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返回已解析的远端内存映射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 Buffer 匹配；不是重新传张量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算子参数一致性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opType、count、dataType、reduceType 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检查开启时，跨 Rank 不一致应按实现报错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EndpointPair::CreateChannel（内部）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已有槽位返回原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热执行不要求重新出现物理创建或资源交换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F21E62-C8C6-4FD5-99C3-45DCF46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5" name="状态查询在此直接调用内部方法，不经过导出 HcommChannelGetStatus。UB_RTP 是协议示例，其他协议需按实际状态机检查。">
            <a:extLst xmlns:a="http://schemas.openxmlformats.org/drawingml/2006/main">
              <a:ext uri="{FF2B5EF4-FFF2-40B4-BE49-F238E27FC236}">
                <a16:creationId xmlns:a16="http://schemas.microsoft.com/office/drawing/2014/main" id="{37751E33-258D-4AD0-AD88-A2113949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状态查询在此直接调用内部方法，不经过导出 HcommChannelGetStatus。UB_RTP 是协议示例，其他协议需按实际状态机检查。</a:t>
            </a:r>
          </a:p>
        </p:txBody>
      </p:sp>
    </p:spTree>
    <p:extLst>
      <p:ext uri="{BB962C8B-B14F-4D97-AF65-F5344CB8AC3E}">
        <p14:creationId xmlns:p14="http://schemas.microsoft.com/office/powerpoint/2010/main" val="6250881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不同算子的复用边界与测试分组">
            <a:extLst xmlns:a="http://schemas.openxmlformats.org/drawingml/2006/main">
              <a:ext uri="{FF2B5EF4-FFF2-40B4-BE49-F238E27FC236}">
                <a16:creationId xmlns:a16="http://schemas.microsoft.com/office/drawing/2014/main" id="{DFC5E9C2-0D01-47E8-A515-100EEF52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不同算子的复用边界与测试分组</a:t>
            </a:r>
          </a:p>
        </p:txBody>
      </p:sp>
      <p:sp>
        <p:nvSpPr>
          <p:cNvPr id="2" name="先验证共用资源流程，再覆盖算法的数据原语。AllReduce 拆成 OneShot / TwoShot，避免只用算子名判断 API。">
            <a:extLst xmlns:a="http://schemas.openxmlformats.org/drawingml/2006/main">
              <a:ext uri="{FF2B5EF4-FFF2-40B4-BE49-F238E27FC236}">
                <a16:creationId xmlns:a16="http://schemas.microsoft.com/office/drawing/2014/main" id="{D35A49A8-2142-419A-888D-9464FB20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先验证共用资源流程，再覆盖算法的数据原语。AllReduce 拆成 OneShot / TwoShot，避免只用算子名判断 API。</a:t>
            </a:r>
          </a:p>
        </p:txBody>
      </p:sp>
      <p:sp>
        <p:nvSpPr>
          <p:cNvPr id="3" name="15 / 20">
            <a:extLst xmlns:a="http://schemas.openxmlformats.org/drawingml/2006/main">
              <a:ext uri="{FF2B5EF4-FFF2-40B4-BE49-F238E27FC236}">
                <a16:creationId xmlns:a16="http://schemas.microsoft.com/office/drawing/2014/main" id="{C27309DE-0668-47F7-9101-288A1B58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15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A3980-5F65-4512-83D7-94CA2B0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79644-FB79-4315-82C1-CBE99653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DA59A144-3A5F-47F7-B27D-804A2DF3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8A76DBD-6C91-495F-B9DC-4370021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276225" y="1047750"/>
          <a:ext xmlns:a="http://schemas.openxmlformats.org/drawingml/2006/main" cx="11620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0300"/>
                <a:gridCol w="4981575"/>
                <a:gridCol w="4238625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 / 模板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本次数据怎样流转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 AllToAll 的变化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Mesh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按目标分片；远端写 CCL，再拷到接收方输出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SendRecvWrite 使用单次 Write 原语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/ SoleMesh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本地数据拷至 CCL；各 Rank 读取对端数据到输出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SendRecvBatchRead，支持时提交批量 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/ MeshOneShot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远端写入各 Rank 的 CCL；本地完成归约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 WRITE 或单次 Write，增加 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/ MeshTwoShot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先分片交换并归约，再读取各 Rank 的归约结果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 + READ 两阶段，增加 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建议测试组：检查 API 的输入、产物和依赖，不只统计函数是否出现">
            <a:extLst xmlns:a="http://schemas.openxmlformats.org/drawingml/2006/main">
              <a:ext uri="{FF2B5EF4-FFF2-40B4-BE49-F238E27FC236}">
                <a16:creationId xmlns:a16="http://schemas.microsoft.com/office/drawing/2014/main" id="{D59F07AD-45EC-411B-8C44-F239A54D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019425"/>
            <a:ext cx="1162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建议测试组：检查 API 的输入、产物和依赖，不只统计函数是否出现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276225" y="3381375"/>
          <a:ext xmlns:a="http://schemas.openxmlformats.org/drawingml/2006/main" cx="11620500" cy="2705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52550"/>
                <a:gridCol w="4381500"/>
                <a:gridCol w="5886450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测试组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怎样触发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应验证的接口 / 结果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冷资源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新通信域中运行所选算法，资源不存在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EngineCtxCreate/Copy、Thread 获取、ChannelAcquire；追踪底层是否新建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comm、同一 algTag 及可复用配置重复运行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EngineCtxGet 命中；创建可减少，数据与完成通知仍须正确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跨算子复用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comm 依次运行 A2A / AG / AR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上层算法资源可不同；记录 Endpoint/Channel 实际复用与新增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算法与消息量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运行小消息 OneShot、较大消息 TwoShot；检查 algName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不能只按 count 猜算法；对照 READ/WRITE/LocalReduce 组合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能力与协议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使用受支持的版本/配置组合，覆盖批量能力与实际协议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批量与单次是能力分支；Wait 默认/显式超时亦应分开判定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结果与边界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 Rank 可追踪数据；非整块尺寸；独立零长/单Rank用例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核对偏移、输出布局、SUM 精度；零长/单Rank不要求远端链路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受控异常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隔离测试环境中检查参数不一致、建链/Notify超时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记录错误码、失败清理、后续可用性；不把正常返回当正确完成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4FFBA-D839-4AC3-B960-38EE785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✓ 仅代表限定路径应涉及。完成测试还要采集实际调用与参数，并验证最终结果；单测共用 API 不能替代三个算子的集成测试。">
            <a:extLst xmlns:a="http://schemas.openxmlformats.org/drawingml/2006/main">
              <a:ext uri="{FF2B5EF4-FFF2-40B4-BE49-F238E27FC236}">
                <a16:creationId xmlns:a16="http://schemas.microsoft.com/office/drawing/2014/main" id="{87BF569F-E9BE-49EC-8468-99B83791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✓ 仅代表限定路径应涉及。完成测试还要采集实际调用与参数，并验证最终结果；单测共用 API 不能替代三个算子的集成测试。</a:t>
            </a:r>
          </a:p>
        </p:txBody>
      </p:sp>
    </p:spTree>
    <p:extLst>
      <p:ext uri="{BB962C8B-B14F-4D97-AF65-F5344CB8AC3E}">
        <p14:creationId xmlns:p14="http://schemas.microsoft.com/office/powerpoint/2010/main" val="3992573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1/5）：通信域与算法资源">
            <a:extLst xmlns:a="http://schemas.openxmlformats.org/drawingml/2006/main">
              <a:ext uri="{FF2B5EF4-FFF2-40B4-BE49-F238E27FC236}">
                <a16:creationId xmlns:a16="http://schemas.microsoft.com/office/drawing/2014/main" id="{0A2AA37A-8B04-4450-BD23-1FBFE6B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测试总表（1/5）：通信域与算法资源</a:t>
            </a:r>
          </a:p>
        </p:txBody>
      </p:sp>
      <p:sp>
        <p:nvSpPr>
          <p:cNvPr id="2" name="三个算子共用资源准备骨架。相同 API 的请求参数、数量、algTag 与句柄复用关系仍需分别验证。">
            <a:extLst xmlns:a="http://schemas.openxmlformats.org/drawingml/2006/main">
              <a:ext uri="{FF2B5EF4-FFF2-40B4-BE49-F238E27FC236}">
                <a16:creationId xmlns:a16="http://schemas.microsoft.com/office/drawing/2014/main" id="{D9CE29E9-7AFD-41CF-A710-E9A3985C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三个算子共用资源准备骨架。相同 API 的请求参数、数量、algTag 与句柄复用关系仍需分别验证。</a:t>
            </a:r>
          </a:p>
        </p:txBody>
      </p:sp>
      <p:sp>
        <p:nvSpPr>
          <p:cNvPr id="3" name="16 / 20">
            <a:extLst xmlns:a="http://schemas.openxmlformats.org/drawingml/2006/main">
              <a:ext uri="{FF2B5EF4-FFF2-40B4-BE49-F238E27FC236}">
                <a16:creationId xmlns:a16="http://schemas.microsoft.com/office/drawing/2014/main" id="{3E945474-4D20-4A49-8AC4-300F23D6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16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D7891-8DE1-499C-B454-7FEC1544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F1743-B366-443C-8C98-E490F682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D4519B09-E05B-4E6E-9E2C-2C9CF7AB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D83076F8-EE8E-4FFE-BD95-D64B9B8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5AD7EA3F-D0F8-4335-912A-7D011D98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取得通信域名称，用于 tag、设备入口与执行保护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已创建通信域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核对域名与请求的 comm 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HcclConfigGetInfo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读取展开模式等域配置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动态接口支持时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确认最终 engine=AICPU_TS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检查通信域是否允许继续执行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状态查询接口支持时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 放行，暂停等状态按约定处理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查拓扑、算法资源、主/展开 Thread 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tag 和 engine 决定查询对象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分别验证拓扑命中与算法资源命中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创建缺失的上下文保存空间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对应上下文尚不存在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容量、engine、tag 隔离及重复申请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把序列化资源描述复制到设备上下文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重新交付算法资源时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描述/句柄完整，不把它统计为张量搬运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将用户 stream 关联为 CPU_TS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每次执行入口获取，可内部复用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用户流绑定正确，重复执行无资源增长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HcclThreadExportToCommEngine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导出跨引擎 Thread 句柄，建立通知关系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 Thread 与设备主 Thread 两个方向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输入就绪和最终完成通知均落到正确队列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按每条队列的配置申请主/从/展开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缺资源且支持配置版接口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线程数、Notify 槽数符合 CalcRes 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按统一 Notify 数申请 Thread 的兼容入口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缺资源且配置版接口不支持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与配置版二选一，不应重复申请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取得本地 CCL 中转区地址与容量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资源准备、参数交换等路径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分块不越界，容量与各 Rank 配置一致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HcclCommSymWinGet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探测用户 Buffer 是否位于对称内存窗口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版本与算子条件满足时探测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未命中可走普通内存，命中另建测试组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2FF79FFF-62F4-4A69-833F-E0031CC5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24BEA-0DAF-4D05-BF7C-9F2D895E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“✓冷”指对应资源或上下文缺失，不能简单等同于进程第一次调用。换算子可能新建算法上下文，也可能复用底层通道。">
            <a:extLst xmlns:a="http://schemas.openxmlformats.org/drawingml/2006/main">
              <a:ext uri="{FF2B5EF4-FFF2-40B4-BE49-F238E27FC236}">
                <a16:creationId xmlns:a16="http://schemas.microsoft.com/office/drawing/2014/main" id="{CCEEEFEB-81E6-4A75-97B9-14C8DAC8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“✓冷”指对应资源或上下文缺失，不能简单等同于进程第一次调用。换算子可能新建算法上下文，也可能复用底层通道。</a:t>
            </a:r>
          </a:p>
        </p:txBody>
      </p:sp>
    </p:spTree>
    <p:extLst>
      <p:ext uri="{BB962C8B-B14F-4D97-AF65-F5344CB8AC3E}">
        <p14:creationId xmlns:p14="http://schemas.microsoft.com/office/powerpoint/2010/main" val="5636111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2/5）：拓扑与通道请求依据">
            <a:extLst xmlns:a="http://schemas.openxmlformats.org/drawingml/2006/main">
              <a:ext uri="{FF2B5EF4-FFF2-40B4-BE49-F238E27FC236}">
                <a16:creationId xmlns:a16="http://schemas.microsoft.com/office/drawing/2014/main" id="{ED57C4B6-C392-4761-9AA3-F9F27F3E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测试总表（2/5）：拓扑与通道请求依据</a:t>
            </a:r>
          </a:p>
        </p:txBody>
      </p:sp>
      <p:sp>
        <p:nvSpPr>
          <p:cNvPr id="2" name="成员、网络层、端点和链路决定 ChannelDesc。查询集合按拓扑展开，并非每项都在每次算子调用中出现。">
            <a:extLst xmlns:a="http://schemas.openxmlformats.org/drawingml/2006/main">
              <a:ext uri="{FF2B5EF4-FFF2-40B4-BE49-F238E27FC236}">
                <a16:creationId xmlns:a16="http://schemas.microsoft.com/office/drawing/2014/main" id="{7BF243BA-15F2-4190-B509-D06FA1F6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成员、网络层、端点和链路决定 ChannelDesc。查询集合按拓扑展开，并非每项都在每次算子调用中出现。</a:t>
            </a:r>
          </a:p>
        </p:txBody>
      </p:sp>
      <p:sp>
        <p:nvSpPr>
          <p:cNvPr id="3" name="17 / 20">
            <a:extLst xmlns:a="http://schemas.openxmlformats.org/drawingml/2006/main">
              <a:ext uri="{FF2B5EF4-FFF2-40B4-BE49-F238E27FC236}">
                <a16:creationId xmlns:a16="http://schemas.microsoft.com/office/drawing/2014/main" id="{88F67372-2D00-4C9C-B742-B72658E8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17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C4939-B3CB-4FFA-AC94-4C27F108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481B6-9C64-4BE8-A71B-CB70D8B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84A88FA7-4C14-4CB3-8F67-6FC20D9E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1DD5767-7A9E-4614-92AB-F4DDBFF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5EFDE01B-46A2-4BE4-91B0-128D50C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取得通信域的 Rank 总数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入口或拓扑构建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输出尺寸与 Rank 数一致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 Rank 在通信域中的编号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拓扑构建等调用点，AllToAll 入口也查询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 Rank 与算法 Rank 映射正确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HcclRankGraphGetLayers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枚举通信域网络层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构建拓扑时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网络层数量和编号正确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取得某一网络层的成员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相应拓扑构建分支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成员不遗漏、不重复，范围正确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HcclRankGraphGetInstSizeListByLayer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取得某层各拓扑实例的规模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拓扑形态计算需要时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实例规模与 Rank 分组相符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枚举网络层内的拓扑实例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按实例构建拓扑时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 ID 和数量正确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HcclRankGraphGetTopoType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查询实例的拓扑类型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需要识别 Mesh / Clos 等形态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类型与选择到的算法匹配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HcclRankGraphGetRanksByTopoInst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取得某个拓扑实例中的 Rank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按实例建立分组时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本地实例与 Peer 集合正确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查询实例的端点数量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端点枚举路径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先取数量，再分配描述列表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取得端点位置与协议描述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端点枚举路径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端点与设备位置、协议一致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查询端点带宽系数、Die 等属性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 ChannelInfo 等路径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带宽系数有效，属性失败按分支处理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HcclRankGraphGetLinks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查询本 Rank 到 Peer 的可用链路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 Mesh 通道需求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无效链路不入请求，多链路切片不重叠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A8C9AD04-D17E-43F3-828C-DE55427D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4BF67-523B-488C-8EFA-1E22F74B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共用拓扑 API 不等于相同通道数。记录 Peer、协议、端点、每 Peer 通道数，再与算法的 CalcRes 结果比对。">
            <a:extLst xmlns:a="http://schemas.openxmlformats.org/drawingml/2006/main">
              <a:ext uri="{FF2B5EF4-FFF2-40B4-BE49-F238E27FC236}">
                <a16:creationId xmlns:a16="http://schemas.microsoft.com/office/drawing/2014/main" id="{BAF3E90F-97A7-4B80-9EBF-77D9341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共用拓扑 API 不等于相同通道数。记录 Peer、协议、端点、每 Peer 通道数，再与算法的 CalcRes 结果比对。</a:t>
            </a:r>
          </a:p>
        </p:txBody>
      </p:sp>
    </p:spTree>
    <p:extLst>
      <p:ext uri="{BB962C8B-B14F-4D97-AF65-F5344CB8AC3E}">
        <p14:creationId xmlns:p14="http://schemas.microsoft.com/office/powerpoint/2010/main" val="6789322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3/5）：申请通道、建链与交换">
            <a:extLst xmlns:a="http://schemas.openxmlformats.org/drawingml/2006/main">
              <a:ext uri="{FF2B5EF4-FFF2-40B4-BE49-F238E27FC236}">
                <a16:creationId xmlns:a16="http://schemas.microsoft.com/office/drawing/2014/main" id="{4B8F7C24-7A87-42A0-920F-292EB713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测试总表（3/5）：申请通道、建链与交换</a:t>
            </a:r>
          </a:p>
        </p:txBody>
      </p:sp>
      <p:sp>
        <p:nvSpPr>
          <p:cNvPr id="2" name="HcclChannelAcquire 是域级“获取通道”。只有底层槽位缺失才继续创建新的物理资源。">
            <a:extLst xmlns:a="http://schemas.openxmlformats.org/drawingml/2006/main">
              <a:ext uri="{FF2B5EF4-FFF2-40B4-BE49-F238E27FC236}">
                <a16:creationId xmlns:a16="http://schemas.microsoft.com/office/drawing/2014/main" id="{EBE137D9-B1B6-40B6-A96D-A3773DD7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HcclChannelAcquire 是域级“获取通道”。只有底层槽位缺失才继续创建新的物理资源。</a:t>
            </a:r>
          </a:p>
        </p:txBody>
      </p:sp>
      <p:sp>
        <p:nvSpPr>
          <p:cNvPr id="3" name="18 / 20">
            <a:extLst xmlns:a="http://schemas.openxmlformats.org/drawingml/2006/main">
              <a:ext uri="{FF2B5EF4-FFF2-40B4-BE49-F238E27FC236}">
                <a16:creationId xmlns:a16="http://schemas.microsoft.com/office/drawing/2014/main" id="{9F9F96E8-F61A-4FEB-BCFA-7CCCC89A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18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CD82B-BFA5-443F-9B70-9AF27F0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1CE77-3D7D-45D5-8C80-C4D640FB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BF453A53-4804-4313-8456-93B7585B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42FB28C6-97E3-4A09-8462-900289B2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CC5DC695-80BA-490A-8891-0C97E652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00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登记本次算子的参数一致性信息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检查使能且接口支持，建链前注入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算子类型/count/type 等字段与请求一致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Peer、协议、端点获取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算法资源缺失且请求通道非空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区分获取成功、复用、新建和失败清理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创建本地通信端点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所需 Endpoint 尚不存在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同端点复用，设备/协议归属正确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HcommEndpointStartListen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为端点准备接受连接的监听能力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 BatchCreateChannels 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监听配置、端口和对端连接匹配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CCL 等内存注册到端点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端点缺相应 tag 或内存版本变化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地址/长度有效，重复注册复用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创建集合通信使用的基础 Channel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 无可复用槽位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返回句柄有效，随后能推进到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取得该通道对应的远端 CCL 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 ChannelInfo 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远端地址属于正确 Peer，容量不越界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读取底层 Channel 已交换的远端内存映射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上行缓冲区查询的内部调用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与远端描述正确对应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读取远端参数交换结果进行一致性比较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检查使能且接口支持，交换后读取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不一致应报错，不误读上次交换结果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获取 Host/Device 按序下发专用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OrderLaunch 能力和路径需要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并发下发顺序正确，专用 Thread 可复用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创建底层专用 Thread 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上述专用 Thread 缺失时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不能当作所有普通 Thread 的必经 API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从域级 Thread 查询展开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能力支持时用于 Kernel 发射/保序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发射到正确 stream，兼容分支可工作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从底层专用 Thread 查询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保序 stream 获取路径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保序队列和执行队列关系正确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43B8FD95-5255-4AB6-9B7F-B680A3A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5D016-EDA5-4142-A09E-A69E4B8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资源描述交换发生在所选 Channel 的状态机内。参数一致性交换另走 Add/GetExchangeInfo，二者都不是本次用户张量传输。">
            <a:extLst xmlns:a="http://schemas.openxmlformats.org/drawingml/2006/main">
              <a:ext uri="{FF2B5EF4-FFF2-40B4-BE49-F238E27FC236}">
                <a16:creationId xmlns:a16="http://schemas.microsoft.com/office/drawing/2014/main" id="{AAD46A91-1A69-4678-B2E9-F398FB96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资源描述交换发生在所选 Channel 的状态机内。参数一致性交换另走 Add/GetExchangeInfo，二者都不是本次用户张量传输。</a:t>
            </a:r>
          </a:p>
        </p:txBody>
      </p:sp>
    </p:spTree>
    <p:extLst>
      <p:ext uri="{BB962C8B-B14F-4D97-AF65-F5344CB8AC3E}">
        <p14:creationId xmlns:p14="http://schemas.microsoft.com/office/powerpoint/2010/main" val="75433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4/5）：同步与执行控制">
            <a:extLst xmlns:a="http://schemas.openxmlformats.org/drawingml/2006/main">
              <a:ext uri="{FF2B5EF4-FFF2-40B4-BE49-F238E27FC236}">
                <a16:creationId xmlns:a16="http://schemas.microsoft.com/office/drawing/2014/main" id="{0E629AA4-1976-4E4D-934A-734B03C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测试总表（4/5）：同步与执行控制</a:t>
            </a:r>
          </a:p>
        </p:txBody>
      </p:sp>
      <p:sp>
        <p:nvSpPr>
          <p:cNvPr id="2" name="这组接口在三个算子中高度共用。Record/Wait 的配对关系，比单纯出现过某个函数更重要。">
            <a:extLst xmlns:a="http://schemas.openxmlformats.org/drawingml/2006/main">
              <a:ext uri="{FF2B5EF4-FFF2-40B4-BE49-F238E27FC236}">
                <a16:creationId xmlns:a16="http://schemas.microsoft.com/office/drawing/2014/main" id="{7F6AE905-C543-407A-B165-30ADB639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这组接口在三个算子中高度共用。Record/Wait 的配对关系，比单纯出现过某个函数更重要。</a:t>
            </a:r>
          </a:p>
        </p:txBody>
      </p:sp>
      <p:sp>
        <p:nvSpPr>
          <p:cNvPr id="3" name="19 / 20">
            <a:extLst xmlns:a="http://schemas.openxmlformats.org/drawingml/2006/main">
              <a:ext uri="{FF2B5EF4-FFF2-40B4-BE49-F238E27FC236}">
                <a16:creationId xmlns:a16="http://schemas.microsoft.com/office/drawing/2014/main" id="{61BD73DB-30C5-491B-BE64-8533E47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59A56-BD20-4C20-9672-30E3F459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C70B8-B769-4B58-B98B-BAF9DB24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DB956321-026F-419B-904E-35769D50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516E33E-F16D-4D88-8774-EE79CC2E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178E084B-2E32-46B7-BEE3-835D207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进入设备侧通信域使用保护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算子入口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Release 配对，不等于创建通信域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开始批模式，组织本轮任务下发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关闭的正常编排路径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跟踪 algTag 及批模式状态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 Thread 发输入就绪、主从或完成通知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与设备均可调用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匹配目标 Thread/notifyIdx，检查最终完成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默认超时能力不满足的兼容分支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和相应 Record 匹配，延迟时不提前继续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HcommThreadNotifyWaitOnThreadWithDefault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默认超时接口与配置能力均支持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与上行二选一，确认超时配置生效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向对端发布握手或数据阶段通知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非零远端通信协议阶段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读/写方向不同，ACK 与 DATA_SIGNAL 区分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默认超时能力不满足的兼容分支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Peer、Channel、槽号正确，不丢通知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HcommChannelNotifyWaitOnThreadWithDefault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默认超时接口与配置能力均支持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与上行二选一，检查相同协议依赖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HcommSetNotifyWaitTimeOut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配置默认 Notify 等待超时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 Wait 使用同一预期超时口径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HcommThreadResAcquireTimeOut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Thread 任务资源获取超时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资源等待的超时与 Notify 超时分开验证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HcommBatchModeEnd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结束批模式，提交剩余通信任务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正常编排收尾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不能把 API 返回直接当作用户数据可读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HcommReleaseComm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退出通信域使用保护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设备入口退出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不销毁可复用通信资源，检查配对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B83149B6-473E-4FC9-9ABD-37819378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B5CD5-5950-4D3A-8E83-10989FD8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同一个 Wait 由能力包装选择显式超时版或默认超时版，不能要求两版同时命中。BatchMode 与 BatchTransfer 是两个不同维度。">
            <a:extLst xmlns:a="http://schemas.openxmlformats.org/drawingml/2006/main">
              <a:ext uri="{FF2B5EF4-FFF2-40B4-BE49-F238E27FC236}">
                <a16:creationId xmlns:a16="http://schemas.microsoft.com/office/drawing/2014/main" id="{CACDA504-3F3C-4BA5-BA3B-016F6484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同一个 Wait 由能力包装选择显式超时版或默认超时版，不能要求两版同时命中。BatchMode 与 BatchTransfer 是两个不同维度。</a:t>
            </a:r>
          </a:p>
        </p:txBody>
      </p:sp>
    </p:spTree>
    <p:extLst>
      <p:ext uri="{BB962C8B-B14F-4D97-AF65-F5344CB8AC3E}">
        <p14:creationId xmlns:p14="http://schemas.microsoft.com/office/powerpoint/2010/main" val="6868096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5/5）：搬运、归约与特殊路径">
            <a:extLst xmlns:a="http://schemas.openxmlformats.org/drawingml/2006/main">
              <a:ext uri="{FF2B5EF4-FFF2-40B4-BE49-F238E27FC236}">
                <a16:creationId xmlns:a16="http://schemas.microsoft.com/office/drawing/2014/main" id="{CD8DF390-5815-431A-9F50-83EFE85B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测试总表（5/5）：搬运、归约与特殊路径</a:t>
            </a:r>
          </a:p>
        </p:txBody>
      </p:sp>
      <p:sp>
        <p:nvSpPr>
          <p:cNvPr id="2" name="同为 AICPU_TS，数据原语仍取决于算子模板与批量接口能力。AR1=OneShot，AR2=TwoShot。">
            <a:extLst xmlns:a="http://schemas.openxmlformats.org/drawingml/2006/main">
              <a:ext uri="{FF2B5EF4-FFF2-40B4-BE49-F238E27FC236}">
                <a16:creationId xmlns:a16="http://schemas.microsoft.com/office/drawing/2014/main" id="{611A11AA-81A5-4697-840F-80ACD0D0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同为 AICPU_TS，数据原语仍取决于算子模板与批量接口能力。AR1=OneShot，AR2=TwoShot。</a:t>
            </a:r>
          </a:p>
        </p:txBody>
      </p:sp>
      <p:sp>
        <p:nvSpPr>
          <p:cNvPr id="3" name="20 / 20">
            <a:extLst xmlns:a="http://schemas.openxmlformats.org/drawingml/2006/main">
              <a:ext uri="{FF2B5EF4-FFF2-40B4-BE49-F238E27FC236}">
                <a16:creationId xmlns:a16="http://schemas.microsoft.com/office/drawing/2014/main" id="{248D26AC-AE92-4B31-B64C-E2DE7451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5FE7D-843C-43DA-88E9-F56846AD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547CC-BB49-4002-9E15-49A5A2A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CCD969F7-3C8C-4BE2-9E0A-9636445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B4562998-8F50-41E4-8E6C-293CE8A0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ED9524CF-87BE-47B0-8AFE-95738ED7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14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本机 Buffer 之间拷贝原始字节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非零且源/目的不构成可跳过拷贝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核对偏移、长度、自 Rank 数据与输出布局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把本端分片写到远端 CCL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AR：批量能力不支持时走单次写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 按目标分片；AR 按算法片段写入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主动读取远端数据到本端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AG/AR2：批量能力不支持时走单次读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验证远端源地址、Rank 段序及接收长度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HcommBatchTransferOnThread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按描述数组提交 READ/WRITE 等操作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接口能力支持且至少一个非零片段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AG=READ，AR1=WRITE，AR2=WRITE+READ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把本地 CCL 数据归约到本地结果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本表 FP32+SUM、普通内存基线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count/type/op、结果与浮点误差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读取远端数据并在本端归约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扩展：对称内存且不用批量传输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窗口命中后另测，不算普通内存必经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HcommThreadJoin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任务完成后再做 CPU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扩展：INT64/UINT64/FP64 或 PROD 分支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等待后走 HCCL AicpuReduce，非 LocalReduce API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HcclAicpuKernelLaunch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提供的 AICPU Kernel 发射入口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这三个算子当前走内部 AicpuKernelLaunch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实际边界是 ACL 的 aclrtLaunchKernelWithConfig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导出接口，用于查询 Channel 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本建链路径直接用内部 ChannelProcess 方法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建链观测内部状态机，不误判此 API 漏调用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B85D258E-AFC7-4C96-A677-029600F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96392-0EF6-42C5-B67A-5C34357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本表“独有”仅指这三类算子的所选路径，不代表仓库全局独有。CCU C++ 数据面在本 AICPU_TS 范围内均不进入。">
            <a:extLst xmlns:a="http://schemas.openxmlformats.org/drawingml/2006/main">
              <a:ext uri="{FF2B5EF4-FFF2-40B4-BE49-F238E27FC236}">
                <a16:creationId xmlns:a16="http://schemas.microsoft.com/office/drawing/2014/main" id="{33B5CA31-9A35-40C3-9F9C-8EFCF12A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本表“独有”仅指这三类算子的所选路径，不代表仓库全局独有。CCU C++ 数据面在本 AICPU_TS 范围内均不进入。</a:t>
            </a:r>
          </a:p>
        </p:txBody>
      </p:sp>
    </p:spTree>
    <p:extLst>
      <p:ext uri="{BB962C8B-B14F-4D97-AF65-F5344CB8AC3E}">
        <p14:creationId xmlns:p14="http://schemas.microsoft.com/office/powerpoint/2010/main" val="464064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2026-09-27T14:47:57.4140000Z</dcterms:created>
  <dcterms:modified xsi:type="dcterms:W3CDTF">2026-09-27T14:47:57.4140000Z</dcterms:modified>
</coreProperties>
</file>