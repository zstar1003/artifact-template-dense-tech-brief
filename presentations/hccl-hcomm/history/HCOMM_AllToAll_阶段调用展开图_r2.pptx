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d1bebcd3af41a5" /><Relationship Type="http://schemas.openxmlformats.org/officeDocument/2006/relationships/extended-properties" Target="/docProps/app.xml" Id="R4233b7e8c53247bf" /><Relationship Type="http://schemas.openxmlformats.org/officeDocument/2006/relationships/officeDocument" Target="/ppt/presentation.xml" Id="Re26710a8e19b4c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b707875d140cf"/>
  </p:sldMasterIdLst>
  <p:notesMasterIdLst>
    <p:notesMasterId xmlns:r="http://schemas.openxmlformats.org/officeDocument/2006/relationships" r:id="R1ea18465566d487f"/>
  </p:notesMasterIdLst>
  <p:sldIdLst>
    <p:sldId xmlns:r="http://schemas.openxmlformats.org/officeDocument/2006/relationships" id="256" r:id="R076721c02f9d47a8"/>
    <p:sldId xmlns:r="http://schemas.openxmlformats.org/officeDocument/2006/relationships" id="257" r:id="R9853bdb1e84246c4"/>
    <p:sldId xmlns:r="http://schemas.openxmlformats.org/officeDocument/2006/relationships" id="258" r:id="R934b9c4ed85a46a3"/>
    <p:sldId xmlns:r="http://schemas.openxmlformats.org/officeDocument/2006/relationships" id="259" r:id="R9daac2ba158241db"/>
    <p:sldId xmlns:r="http://schemas.openxmlformats.org/officeDocument/2006/relationships" id="260" r:id="R51e11053d65e4e3c"/>
    <p:sldId xmlns:r="http://schemas.openxmlformats.org/officeDocument/2006/relationships" id="261" r:id="R0573a015c20b4859"/>
    <p:sldId xmlns:r="http://schemas.openxmlformats.org/officeDocument/2006/relationships" id="262" r:id="R9873fc26bf6c4199"/>
    <p:sldId xmlns:r="http://schemas.openxmlformats.org/officeDocument/2006/relationships" id="263" r:id="R497124842c214139"/>
    <p:sldId xmlns:r="http://schemas.openxmlformats.org/officeDocument/2006/relationships" id="264" r:id="Re67b0362e97d4c14"/>
    <p:sldId xmlns:r="http://schemas.openxmlformats.org/officeDocument/2006/relationships" id="265" r:id="Rbe18c4958cbb42e7"/>
    <p:sldId xmlns:r="http://schemas.openxmlformats.org/officeDocument/2006/relationships" id="266" r:id="R1803ded96bb54be0"/>
    <p:sldId xmlns:r="http://schemas.openxmlformats.org/officeDocument/2006/relationships" id="267" r:id="R3220de5f3c5d493b"/>
    <p:sldId xmlns:r="http://schemas.openxmlformats.org/officeDocument/2006/relationships" id="268" r:id="Ra3183b03ee4242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8515ae9dc4d68" /><Relationship Type="http://schemas.openxmlformats.org/officeDocument/2006/relationships/slideMaster" Target="/ppt/slideMasters/slideMaster1.xml" Id="R000b707875d140cf" /><Relationship Type="http://schemas.openxmlformats.org/officeDocument/2006/relationships/notesMaster" Target="/ppt/notesMasters/notesMaster1.xml" Id="R1ea18465566d487f" /><Relationship Type="http://schemas.openxmlformats.org/officeDocument/2006/relationships/presProps" Target="/ppt/presProps.xml" Id="R38b2bf7bce864075" /><Relationship Type="http://schemas.openxmlformats.org/officeDocument/2006/relationships/tableStyles" Target="/ppt/tableStyles.xml" Id="R7504ad93eccd4951" /><Relationship Type="http://schemas.openxmlformats.org/officeDocument/2006/relationships/slide" Target="/ppt/slides/slide1.xml" Id="R076721c02f9d47a8" /><Relationship Type="http://schemas.openxmlformats.org/officeDocument/2006/relationships/slide" Target="/ppt/slides/slide2.xml" Id="R9853bdb1e84246c4" /><Relationship Type="http://schemas.openxmlformats.org/officeDocument/2006/relationships/slide" Target="/ppt/slides/slide3.xml" Id="R934b9c4ed85a46a3" /><Relationship Type="http://schemas.openxmlformats.org/officeDocument/2006/relationships/slide" Target="/ppt/slides/slide4.xml" Id="R9daac2ba158241db" /><Relationship Type="http://schemas.openxmlformats.org/officeDocument/2006/relationships/slide" Target="/ppt/slides/slide5.xml" Id="R51e11053d65e4e3c" /><Relationship Type="http://schemas.openxmlformats.org/officeDocument/2006/relationships/slide" Target="/ppt/slides/slide6.xml" Id="R0573a015c20b4859" /><Relationship Type="http://schemas.openxmlformats.org/officeDocument/2006/relationships/slide" Target="/ppt/slides/slide7.xml" Id="R9873fc26bf6c4199" /><Relationship Type="http://schemas.openxmlformats.org/officeDocument/2006/relationships/slide" Target="/ppt/slides/slide8.xml" Id="R497124842c214139" /><Relationship Type="http://schemas.openxmlformats.org/officeDocument/2006/relationships/slide" Target="/ppt/slides/slide9.xml" Id="Re67b0362e97d4c14" /><Relationship Type="http://schemas.openxmlformats.org/officeDocument/2006/relationships/slide" Target="/ppt/slides/slide10.xml" Id="Rbe18c4958cbb42e7" /><Relationship Type="http://schemas.openxmlformats.org/officeDocument/2006/relationships/slide" Target="/ppt/slides/slide11.xml" Id="R1803ded96bb54be0" /><Relationship Type="http://schemas.openxmlformats.org/officeDocument/2006/relationships/slide" Target="/ppt/slides/slide12.xml" Id="R3220de5f3c5d493b" /><Relationship Type="http://schemas.openxmlformats.org/officeDocument/2006/relationships/slide" Target="/ppt/slides/slide13.xml" Id="Ra3183b03ee42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b77b934f2b4a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fe88c0caa4a85" /><Relationship Type="http://schemas.openxmlformats.org/officeDocument/2006/relationships/notesMaster" Target="/ppt/notesMasters/notesMaster1.xml" Id="Rf104f86be4aa41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7a83b2d094ba7" /><Relationship Type="http://schemas.openxmlformats.org/officeDocument/2006/relationships/notesMaster" Target="/ppt/notesMasters/notesMaster1.xml" Id="R355692c24c47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85b95a701a44f2" /><Relationship Type="http://schemas.openxmlformats.org/officeDocument/2006/relationships/notesMaster" Target="/ppt/notesMasters/notesMaster1.xml" Id="R963d0cd19d664d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313663c1a74da2" /><Relationship Type="http://schemas.openxmlformats.org/officeDocument/2006/relationships/notesMaster" Target="/ppt/notesMasters/notesMaster1.xml" Id="R1839ad768b9f4a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92f138af6c4ec6" /><Relationship Type="http://schemas.openxmlformats.org/officeDocument/2006/relationships/notesMaster" Target="/ppt/notesMasters/notesMaster1.xml" Id="R0b9c1ec9f07742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00d1513b349bd" /><Relationship Type="http://schemas.openxmlformats.org/officeDocument/2006/relationships/notesMaster" Target="/ppt/notesMasters/notesMaster1.xml" Id="R1d923e275edb4c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064979fbf742a0" /><Relationship Type="http://schemas.openxmlformats.org/officeDocument/2006/relationships/notesMaster" Target="/ppt/notesMasters/notesMaster1.xml" Id="Rd55f4fcf5c3d43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a915518eec4676" /><Relationship Type="http://schemas.openxmlformats.org/officeDocument/2006/relationships/notesMaster" Target="/ppt/notesMasters/notesMaster1.xml" Id="R8af7cd4c12e94f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1c8eca44754027" /><Relationship Type="http://schemas.openxmlformats.org/officeDocument/2006/relationships/notesMaster" Target="/ppt/notesMasters/notesMaster1.xml" Id="R33c811c9c5824f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1eee5678d4151" /><Relationship Type="http://schemas.openxmlformats.org/officeDocument/2006/relationships/notesMaster" Target="/ppt/notesMasters/notesMaster1.xml" Id="R37e2af86510e4a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e05e74db5a48ab" /><Relationship Type="http://schemas.openxmlformats.org/officeDocument/2006/relationships/notesMaster" Target="/ppt/notesMasters/notesMaster1.xml" Id="R9b1d2931a52c41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a9cfd65e4f43d4" /><Relationship Type="http://schemas.openxmlformats.org/officeDocument/2006/relationships/notesMaster" Target="/ppt/notesMasters/notesMaster1.xml" Id="Raa71286c7bf241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0fea90bdc84e6b" /><Relationship Type="http://schemas.openxmlformats.org/officeDocument/2006/relationships/notesMaster" Target="/ppt/notesMasters/notesMaster1.xml" Id="R73153d8894ac4c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2780d569a47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6de9d87f34ce5" /><Relationship Type="http://schemas.openxmlformats.org/officeDocument/2006/relationships/slideLayout" Target="/ppt/slideLayouts/slideLayout1.xml" Id="R60e4e457063f46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e4e457063f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17a833b7244d7" /><Relationship Type="http://schemas.openxmlformats.org/officeDocument/2006/relationships/notesSlide" Target="/ppt/notesSlides/notesSlide1.xml" Id="R00a794ff446a4b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a7b57743b495a" /><Relationship Type="http://schemas.openxmlformats.org/officeDocument/2006/relationships/notesSlide" Target="/ppt/notesSlides/notesSlide2.xml" Id="Raea9c8c44cc1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25d7ddcd3412a" /><Relationship Type="http://schemas.openxmlformats.org/officeDocument/2006/relationships/notesSlide" Target="/ppt/notesSlides/notesSlide3.xml" Id="R3181a6ddd4c8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6c93512cf4547" /><Relationship Type="http://schemas.openxmlformats.org/officeDocument/2006/relationships/notesSlide" Target="/ppt/notesSlides/notesSlide4.xml" Id="R907d0b5fb4ad4a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0bd0a975e4290" /><Relationship Type="http://schemas.openxmlformats.org/officeDocument/2006/relationships/notesSlide" Target="/ppt/notesSlides/notesSlide5.xml" Id="R4981bc5c3ff144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83575495c4f43" /><Relationship Type="http://schemas.openxmlformats.org/officeDocument/2006/relationships/notesSlide" Target="/ppt/notesSlides/notesSlide6.xml" Id="Ra150ef099b404c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153d51e984b79" /><Relationship Type="http://schemas.openxmlformats.org/officeDocument/2006/relationships/notesSlide" Target="/ppt/notesSlides/notesSlide7.xml" Id="R98586f2e836e4f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f468e616e4061" /><Relationship Type="http://schemas.openxmlformats.org/officeDocument/2006/relationships/notesSlide" Target="/ppt/notesSlides/notesSlide8.xml" Id="Rd9c7aeeaa0f44a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ee1b110664869" /><Relationship Type="http://schemas.openxmlformats.org/officeDocument/2006/relationships/notesSlide" Target="/ppt/notesSlides/notesSlide9.xml" Id="Rb5f051eb712c40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18f1b9ecb430a" /><Relationship Type="http://schemas.openxmlformats.org/officeDocument/2006/relationships/notesSlide" Target="/ppt/notesSlides/notesSlide10.xml" Id="R1f24afa2daef4c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2f0f53b334a63" /><Relationship Type="http://schemas.openxmlformats.org/officeDocument/2006/relationships/notesSlide" Target="/ppt/notesSlides/notesSlide11.xml" Id="R13a976f8e2e040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22575906c416e" /><Relationship Type="http://schemas.openxmlformats.org/officeDocument/2006/relationships/notesSlide" Target="/ppt/notesSlides/notesSlide12.xml" Id="Rfad2e51da64947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3645d73a64095" /><Relationship Type="http://schemas.openxmlformats.org/officeDocument/2006/relationships/notesSlide" Target="/ppt/notesSlides/notesSlide13.xml" Id="Rb07e5108c2334b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FD5DEC98-4B9A-47E6-BD57-EA5BD818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31F059B3-CB40-4DA4-BD1C-079E7F7E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2FD65E38-499A-4CB6-94AB-1FCF630D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2C3C1-4C8A-4789-8F81-C2F53A3F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AC011FE-24F4-453B-A315-17620871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BF2DD65D-01F7-4C93-8DD9-1F5ACA7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参数、配置、拓扑：P2–3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9C1F8-798B-4C82-B98D-E6FEE2D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203E92D-081A-44CD-8073-1F296EA9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14E16588-3DCE-42BB-9B18-F302B9B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缓存、资源与建链：P4–7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19997-BE72-4180-9E37-DD6C939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0A5B5-559D-4E20-BEA8-C187518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85E5D-DF18-4C52-9F4E-A538FF1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08C2AC1E-5FC7-4E22-B527-403EA683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F6A1CCB7-BAAA-4482-A117-AB7F512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发射流程：P8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C3031-F14C-4EA1-8D7C-24C7049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92DBD-8565-4EBF-9D7D-89E28E8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5D66D-0C3F-4020-B3CD-0BE0574A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9B887D5E-D4F1-4BFF-BC83-DF7B45EB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7B035775-058A-4035-BA94-9A87DC99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入口、算法、字节路径：P9–12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6A3B9-0B90-4315-9725-4E5279C4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AA0E0-8937-4016-BEB4-3EEA562F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878E1-C94C-4448-AE18-D59FB882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DF34DE69-46D5-4165-A3B2-5E0377A9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E9CA3450-072F-4EB7-A78F-5D53BC8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完成依赖：P13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977C5-3ACF-4F12-B09B-5A2007C4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96C39-5169-4489-ACB1-A1D8D910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82624-605F-47E2-8427-F1F55B13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F88294-D41B-4B5C-A8FD-A05A5C92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D73DE9-A483-42A4-827E-717190A4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0EC39EF0-39D4-426F-8B6F-4ADDAC8E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67E786-280F-4738-A840-873FFBB0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65B89-E929-453B-906D-7B401C9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5BDD40-C6AB-40EB-B438-455F16F6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09CCE5C-ED16-4413-B4BF-D69A4E02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9663B0-757B-48E0-B247-7A18504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7E697B-978E-46C8-BC60-6AF10F3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927E8D-91C2-4C25-BA9D-E6C7D3E7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46480BC8-9116-4E27-BDE6-C9836E7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03F162-CACB-4D9B-AB29-E3EA3BA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D7FA31-0F97-4655-A2B0-F5B08961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D762A0-A372-443E-BAFD-A334775E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700D6892-2E24-4DDD-B366-060D19B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37F811-7C51-44E7-912E-8492B9E7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F60BFD-DE27-435A-8DF0-47739FA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5F3C14-E1C3-4A02-BFA1-6381F2E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F8AA357C-3220-40BB-8FAE-BE8B98DC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6BD0D9-2E45-4CC2-BBEE-FF1633FC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F50365-F51A-499A-A049-14BCC73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E15814-8245-4FFE-9B15-5CB562C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3693E9-BD75-4122-AC06-7D165936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24BDEFD0-253A-4136-B9A2-1EECF459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D3273D85-5FAD-4BDE-9AEA-A167734C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F8DAB9-482F-49FE-BC46-07D668BE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3DFA9A07-0427-44AA-9481-72E8A11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50FF091E-2520-4BA1-95CB-C948D8B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B0AADA-ACEC-4F0F-B383-5266E58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87EBF51-4B67-4A6E-A8DE-ACB9B74F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F8CCD45C-B708-47E4-BD5B-DE74ACA1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A61B3C-F066-4B91-8114-48317A48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337B279D-3F2F-4839-8506-DB469016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82DCAF63-8789-4E8B-A179-15E3CAA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411A90-6E94-4918-AE2E-BDE84DB6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30A867A-4A4F-4B21-AAE2-77C5D12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A749889A-5969-473D-BAED-C494FFCD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574FE-4A53-4686-A233-8FB475C6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535AD4-2854-4E23-9DD4-C91791F5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9AE496-FB15-4795-9154-089DAF3F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B58191-898E-40D0-943A-9EAF7272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F719B2-4775-4F37-987F-C936F490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10BD11B1-728C-461E-B491-F62B2DFB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C8DEA86A-3395-44FC-976F-A793DCBB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DF0552-665B-4593-8C9C-BEF174C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7B36E0-7E90-41D0-9271-2D1C3F8B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014D0A-8545-4A68-A435-1C333D80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E16310C-72D3-4DDB-AA28-8C909EB6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047DB1A4-CBDB-4FF7-ABBD-A2DE765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F286A4-5CFB-4B59-809A-77C8BF49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B3614EC-EBCE-4F37-8F96-CB98351A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33B3B6E-7F85-4586-B917-04F7BD27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41F69CE1-1641-4E13-86E5-79BB0200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AB65C99D-253A-4B73-8031-466EC74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A87F6B-9103-4B07-82DC-668E11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538E2CB-9221-4904-9690-BAF8F997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9F0ECC-DF84-43C3-BDE5-DC974119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2384668D-B327-4A54-8AEB-515589FA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F37F8722-4602-479B-BE5C-338A70EC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35DDA0-CED4-4211-B09D-50A016F9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8AE18C1-82EC-4C1A-AEED-F962071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839C68D-60D7-4291-9D47-CFA818E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2BF0F6E-E541-4F92-AEA7-C956896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D77ACDA-E7EA-40F4-BDCF-B1B64E9B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5812B2-10FA-46EF-ADC0-1A52F477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A6650D0-BD10-4D60-AB3F-285152A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BF9A2C91-B774-4E0B-83F1-87934F7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E4039742-EF1E-41BD-A6DB-889EB8F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0AF48E-B5A0-4D42-B4D4-774987BF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77E2E8A5-BEC5-429F-BF00-3ABCC67F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FA26CFB4-3E6D-452C-AA73-BA08D245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28B3FB6-8D61-42BD-B3B3-2891D93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C206263-8488-4D1C-9C67-F7894FA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120E33A-2794-42B0-B892-D508719F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A195257-3046-4343-9608-AFE1A13E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512051-99F2-46EE-AA5F-AA4BD6E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D47021D-16C9-41D5-87A7-30F990A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94B5765-F983-4C41-ACA2-96320BC0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0061C46-3F5E-458D-91DC-35C66F58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1952D68-404F-47C2-B971-F574D10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794713E3-253A-48FF-8AA8-743E2F35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8D73C6F9-2308-42DC-B173-9960D198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FF5C5F9-194A-44FE-B1BA-21D9DA24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5BD06A8-F87C-4371-89F9-B0CAD124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EEB077D-4D81-4ED5-9A52-1EDF90A2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BDDB947-5E85-4B97-9DC0-0B4D0421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28CB1E3-380C-4149-8B37-25C25A1E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1425C03-E7FD-433A-A1C4-A84EE213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842B4CC-F007-4EE4-BAD2-15BEDC23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83BA930-96AE-41FC-A783-A523A9A3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808BDE5-8ED8-4A96-B117-6DFAA6F4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02E8F6E2-9171-4228-B778-29E17F9A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289867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F387B0E2-CEE5-42DA-95A9-2CA113EA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AB133794-75CB-4ECA-B5DC-0FBDA2E5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A69888BF-64A6-43A1-B8CF-4229FAEB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4FB99-10F3-46FA-8698-1F5C79F5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6A7399E5-29AB-43DD-A26E-66663EF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0C231B55-463E-4565-B105-2FECB3EC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38E1B-AA2F-4629-BAC3-035EDBC7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0980E676-FEF2-4B40-B4E7-122AA2D9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A191E47D-12EB-4868-A488-8AA5806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A501E-F9F6-41D2-8A9F-CC1D7285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8A595-0B23-424E-861A-1D4CCC28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4EA0C-9A93-4A32-AB85-AFFAABC5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2A7FB75-DAE0-42C7-A0D7-39BC1CE5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F4E23A34-83D9-4824-A19F-2ABD088E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1A5F8-9E2B-412C-8284-9EEFAD8C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36B86-CB39-4280-85CD-058688B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32A3E-B9AF-4749-B394-D4C19FED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AE4B53A0-C853-4414-B5E6-F8508819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6A453DC1-4D50-4AE8-9406-CB98A70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F7078-9E10-467F-9D95-1BCB7786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CD6C2-6F78-4700-B4BC-5E1F58B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135AEA-DD1D-4853-AF46-C45B24D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03FBE-B392-4D14-A50C-5A9EC0F6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A6463-1D06-4CAB-8B09-CE275AF4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6D676B2C-6E81-44DB-9A46-9BFC7E1F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07F16-CFA9-4B4F-93BA-B403411C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03883-91E3-4D2D-A024-F072538B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5B1AF-793F-47C6-B397-4DA1741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BC196848-2803-4FA5-87B0-007AA20A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E88FB8-B899-44EF-B6CD-1ABC9DD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B4DCE6-B578-4BC7-8D78-A4A60EB2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62DE08-EDD4-46B7-8C54-3A08E141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2C333136-2070-421A-B1F4-41968BC8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77865F-31D4-4FAD-8621-0FD4C196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5E4DBB-38C0-4A7E-8388-77FC2CD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2E3BD2-2AF1-4E0A-AEDD-0578BC1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8D4B15-7251-4593-936E-DBA4975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A40F99E4-D386-4B23-824F-0D34D75F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0B426EB-422D-4542-A30C-A81A5568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98B694-210F-4890-A565-00C2A4B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77C0D4A5-4B47-4FCC-A7A2-73B343BB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84D879CF-93D6-455E-9022-FE16DBF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22DE07-7322-43E6-81EA-276D257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AC467E41-C932-4276-A160-742494D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B7A021C3-03B8-489D-867C-7184AA5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834B5E-DED6-4808-B846-31F2DAA4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416B12-1656-4491-AF9F-2CDD0D94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D681C8-9C36-4A0B-9457-29C8EF86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6F2191EB-6844-4DFB-8A87-82640374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730958A6-CF5F-4DA6-9DE5-CC4B0E2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63C982-EA3A-4356-BC72-1D3498E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28A725-E459-4B25-8314-C9EE14B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F28829-D22C-4628-93FE-8215E73B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A7FCA58C-42AC-4DB2-929C-7298967C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A43657A7-9A6B-4C29-A1BC-8F58E27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740161-4739-4430-A4A3-24A638D0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553C44FA-D027-40DE-8091-23F77C0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BBB740CA-1D7D-469E-AD9A-B41A4007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96087E-6734-4DB8-A635-854F1FBE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62462972-B699-4724-A8F2-9C2CA33F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7DED5B69-03AE-4D4D-8C1C-C589A9D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8FFF33-E4AC-421A-BA13-3E161EF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044709-4880-40A0-AFA2-D2FF5071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B0D19B-49BE-4925-BF26-850AD1BE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C89C9C-3D04-4A88-9B24-CDE33E4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3E1C70-6A52-412F-9436-9F32CBBA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D15837-2613-400A-96EC-D975B66B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E38194-84E0-422E-9E6D-12AD87EC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8EE811-26D2-49BB-A4F2-900C59B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F62DA903-F9F5-4697-BD93-54952F3B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E405379D-2936-471D-8D87-DAA970CB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611B5A1-A155-475A-BBB0-C0EDA2C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12E9A2A-14C1-4B05-9AE5-14DB7857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2189FF-1CE2-4E82-9CD0-2346B715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884143C-56E9-4B04-AC0D-ECA9A38A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B5EB4A1-95B9-480B-BFFE-15C6C1A0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FC416B6-014C-4DC1-902D-EA49C76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14AB1E-1627-4324-BE98-E59DDC4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FE4492D8-8963-488B-A87C-74D9CBF5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6F685699-51FC-486E-BBEE-132A545C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DA2BD7-D662-436B-83F9-D4398B4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9C515B70-4E92-4790-AFEF-42C4F3F6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D51F64AE-6C37-4BF9-AFC1-B0E230C7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1E07A15-8AC0-4E32-B1A8-4FD4A71A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A419A4C3-CED0-4211-8BEE-44C01509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973212F9-973A-4895-853F-FABFBEBD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C90BEAE-6D2F-424B-BCFF-1ECACBB5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EDF0553-1CB2-48DC-872B-C56E456B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EE8EA7-3AC5-4136-B3FE-64FE3296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6CBBA23-C13A-4BA1-8402-2F8DEF3D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415DE1B-905D-4292-A6A7-33C7F08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433BCBD-CC63-4258-8CB5-F55C8A42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8AA17B2-CD74-48D4-941E-3ECCF0E4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C3DF410-47A1-42EB-BB52-9FA629ED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A74EB08-E9D5-4378-91F8-31A192B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090E6C2-FE1F-4C7D-A813-E8B3BCFE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745BEF9-D3F8-43F9-8A84-F1534DAE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ED85C79-10D2-4E67-803D-70EEE477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907166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BFD36980-B998-4B70-BCBE-F2E66316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56EEEB3C-2238-41D1-9CD7-C68F8208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E04DEA15-3C06-4D54-9EF4-75858190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353F7-2C89-40AF-8436-1E24D9FF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64BCA905-4860-4279-8CE0-23EDF80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C7CD39DF-AA9F-4099-B0E6-63C78F21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53A14-BE14-475D-960B-338DE2DD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2FD41A72-4A55-4E32-8BE2-1C1A3096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89E6D231-ED01-4754-9DCE-EA4944EE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A49A9-F1F0-425D-BBEC-7E585FF2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99BEC-AEC4-4702-AC37-155140C7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F2364-23C0-4AAE-9EE5-3D8912A1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5DF4B117-EF02-4171-9918-BE121978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F70C41D5-16A5-4377-9691-66E93F5B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41F8E-2F49-4B42-A2DF-6D4BC472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1E200-1C89-48D5-8C85-06196CAA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37885-A7DD-48E3-8458-E01DD62B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CF056F65-A15B-498D-ADB7-6ECA440C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81B9D5FD-7825-4E7F-BA59-5EECAF7B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F7FC8-B599-4BC4-90DF-1EC60A53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2A7BE-B871-4DB7-8A07-E8BCA366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6EA2E-1CAD-4CA2-A4C3-96EAC488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F00CC-14A4-42F6-A080-262170E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E602C9-0A3C-4121-8CDC-D491AF7C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B847C286-51CC-4F9D-8F15-0B9FDA45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E78A1-88D2-4130-8428-C1CE4B5C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C6853-50F0-4350-AF3A-A96AE5F0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C6CC7-35C3-423C-A0AF-04EE9D85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C8EFBF1F-F798-47AE-9A53-7C9F9952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1C237-6015-4FBA-84B4-DEC761E5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594F48-30FC-48FD-BABE-F43A04DE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9E9C18-B14F-4AF9-9F2B-9D5238AA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82D3C416-F6BF-4061-9733-A901D1F4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35E13C-6533-4E97-9B15-5E47D21A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3F153A-45CE-40D9-A517-1089E61A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FA4560-F487-4BA6-BA4D-D2E20034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576C2C-BC3B-4EEC-931C-F1FE9BFB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C3BEF204-FFCE-4815-8BCC-F7B6616B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7ED4CC9-AF8D-4408-A193-1AAEAB52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C4439B-6FF2-4261-A229-1D957789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D047D475-D57A-49F3-B299-DCAC287A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47B598B8-13DE-44AE-8DAE-5FD9B50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A3112D-7828-4729-98CE-8C063EDC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D0E322C8-ADD5-450A-B2CB-7C89B0F3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58A9DFF0-3F91-477C-AB29-3E052B8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253F20-849C-4D0C-8813-0D978B68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DBB1A4-8352-4401-9903-96386C2C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7C460C-C68A-4DFE-89FA-8AED459F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6BB82293-7485-4E49-9C7F-FEAA023D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3073D762-B532-4C66-AFBC-751589CC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151602-A67E-4341-88D0-8DF8B7C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CE4565-A43E-4271-8C14-6914A691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C6CC3C-BC98-4221-B82A-0DDE8737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7142CA-C8D5-42C6-AFC9-55BED48F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51BF42-F090-4507-A077-2CF664C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75D6E4-A271-4F97-9295-CFAF66E1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E1D497-1110-4E59-9FC2-641DA967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F3FF6069-A392-428D-AA04-09FCF24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9FB2E3EF-17BE-4B2B-BAC5-7334A57B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F696109-07B0-409C-A2FF-1F08C73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B71EBD-C8C7-4791-BD5A-B57DB3F2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695578-C384-4337-915D-832C738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CC365B67-8531-4720-B9CD-1D1DA21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23413552-B69D-4043-B6EA-31FE9C6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E54C4D-09FB-4E05-8FFA-2C7395CC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5D2236-FAAE-49CB-A3ED-E12D2353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321614-8B87-4E14-9C08-73B4FCEE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49F24D-F79E-4B5E-ADB6-C31E378A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16DB2D8-D490-455B-9E93-5C44C423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5A17A3E-E7CC-438D-B449-0E964984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B3FEC5C-6B93-4AFE-BC4A-59777F8F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20473C03-47C1-4732-9BB7-D44D664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683428E9-E22B-45A7-A4A9-BE5ED516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EE392DF-92AA-4316-8A58-8A4C6255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76074F-E8D7-4037-88FA-893C3AFA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50B7DD5-DC85-45CB-B75F-31525549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7D4814D6-9D1D-4719-AF9E-CCBF7B94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92D0C5B0-ADFB-48E9-B2FE-3FD5F304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1BA2D7-6B25-4F0F-876F-BC6B58C1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CDE544F8-BF50-41AB-85E5-26BA5273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CA823D36-3F7D-4280-A235-E5378DF2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6F9CAB-129E-4ED8-A82E-ACDBD45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8F2A863-ED82-44AE-A373-668C285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D7C14DC-BE06-49BA-AA23-2A3887F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E2BACAF-D369-4E45-A5B6-76412500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F431C7C9-8C3A-48CD-8F97-E2D92636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1E1E8E2-A8C9-4A65-BDF7-22AA3D52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660744F-4C5E-4615-B22A-853DAF5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B8067C16-AFFC-49DB-8558-D0F8492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8742169-940F-4E11-8546-091D491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98225C9-C7B9-434D-B4F7-5A8A3D3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FE1E812-8A1F-47C0-B3BD-7D04250D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11AEB14-6032-481D-941D-8C7BECB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AC2DA08-1484-4AC4-8524-2562582D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1A40AF9-4B6F-4C3C-8A96-0B6C059E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1F31C72-C3F9-4876-B91C-1B64AD38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DF8C4DF7-6C8B-4D8A-8485-12591295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1B2BFC3D-DB8A-497E-AF5B-1674FEFC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6BBE95-BB49-4756-9A58-9053B73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F6B41C-603A-42B1-8392-1B6372D6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1A436C2-A2F3-4B62-B5C5-0000DC2E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F9A7486-258F-4340-A65F-312CBC34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7ABDD8C-BF06-4B37-A573-23CE9EFA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5097847-E5E5-40BA-8408-567D2654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2448878"/>
            <a:ext cx="0" cy="16754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8AD8145-5B0B-4F09-816E-D4522CED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CA35CDB-2E58-4BDD-A12E-04FC65AB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9302116" y="24484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15817BB-446E-4813-A275-657939C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81350"/>
            <a:ext cx="1809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3" name="命中：复用拓扑">
            <a:extLst xmlns:a="http://schemas.openxmlformats.org/drawingml/2006/main">
              <a:ext uri="{FF2B5EF4-FFF2-40B4-BE49-F238E27FC236}">
                <a16:creationId xmlns:a16="http://schemas.microsoft.com/office/drawing/2014/main" id="{267173E6-0568-4B23-903A-3F754207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81350"/>
            <a:ext cx="177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命中：复用拓扑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40FF39F-0CF9-41E8-8407-1BF3F061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5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A748AE4-52B5-4394-AC05-BA221BB8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697661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5AEA97A6-4E92-42F7-8AF2-0840981F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C107729C-FE80-4D9E-8C74-9B7CD61D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6D8531A8-552C-4910-93CF-8F29322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A77DE-681E-45E4-8489-5DD374D1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39BF919D-33EE-4935-AD58-27D5244A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1A44BF4C-A56D-474D-82E3-534AF3E5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C927E-B72D-4DD5-A010-01963D4E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F6E812F0-86E3-48CC-91BA-43E573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466FE3BE-CF0D-49A3-8C68-F563563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C7AD1-8B09-4350-AB74-6235F14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378EC-5DCD-4343-B860-0867EF1E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AF7B2-E110-4CBF-9FFE-8434574F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AB8BD439-C6A7-470F-8008-BA77653E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AE059740-B560-4CE0-A4FC-714E0AB1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057F8-E6C2-43B5-9448-D9F6CD3D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3E8AC-B5FE-4F73-A9AC-3B8B5EA9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87636-2823-47A4-BB94-1D834675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0C686-64BF-4205-B45A-F9C9BAE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9E233-5251-4C04-B65A-682BC614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C65F9B52-C095-4367-A636-43B1F25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7B71E-1598-408C-8E4D-BA3836D7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CCA0D-F483-4DD6-86D9-C054CE85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7C868-4066-4545-9825-325F7CA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57E24DBD-073B-44F7-A166-C292CCC0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B8982-D06D-4D42-AD72-97DCAC1B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C3B64C-AA99-44DD-BE25-6CE2152B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0C1B03-D153-490B-BFD5-BBB8960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27944DDE-2ACC-49F1-BAAE-B1C75E66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47C24-6E11-492E-93D0-CFBFFB6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1B2BD-9227-4DDC-9FA4-6F2CA5B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C626A6-1D1A-4957-B494-09771C58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1AD287-13F7-458C-A47C-72E7F9F2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04AA994-C645-4D81-8CB4-37C4AFB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1BE0F5A-B94F-41DF-9148-D5215B8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4E10E5-E5AC-4DAE-9A1A-9382E4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24FF11DC-7B0E-4399-81DE-A1D322BE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A353A21A-60BA-415D-A93D-351D5245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E52847-7E6F-432F-8F75-45CE08D1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ED4F7FE7-0A96-48CF-A9C9-B1BE700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DD950CF4-7B20-4427-8D36-E4A340B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489A42-18FE-4F4A-8C5E-F3C3975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A82220-ACEF-4774-ADAE-DD40568B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6D7BA0-6CC6-4E1E-88A7-3573F2EE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9EF022D6-48CD-439D-96F5-124233E4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041AE8D2-56E6-42BE-8273-8CC163D0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469B98-E3D9-46E0-AE4A-BEAC9A7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CF9F89-7738-4D2C-BC83-EE8E485D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25E472-1C6E-4B49-A7FB-FB9536FB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60A39DFD-D880-4219-888D-C821BDE3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C9F7160C-1F59-427E-920D-B6749401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41A9BA-AEB9-487A-A7AB-7BB6F227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0BE6A9-0BE1-42B6-A363-100C552B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9AAEA3-3861-4F62-94AA-8D9875FB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ED39EB-69CA-43A5-8FB0-7A9EA129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ACD669-67D6-44A1-8AD9-25B5488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BE2845-E192-485C-AA1D-6A77474F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539E78-6413-457A-85D8-BE6022F8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616B03E0-3541-4028-915E-A55A3858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15D2DCA5-E1D2-4C31-90E4-47DCAB79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FDD3BF-D0F1-410F-87F3-06F71CE9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D10F81-3F10-4F50-BEE3-9B71C8D8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869371-C85F-4334-9F0C-877BB070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B9B5AA30-F685-4CC0-ACFD-DA7A501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A6598FB2-4437-4541-9D5F-1991D9BB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91599C-A8A3-4085-A18C-05B6A04B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57601E2-FD5C-474F-8DA2-8649D85C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DC05E5-5BD4-43AC-9D9C-86D73F5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0E8AE4-DD28-403D-B1F8-7283071B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3CC490-AF23-4E3A-8C6B-CC1EF394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86E82BC-7F8D-48DE-AE58-0AF7860A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C968AB3-36B5-4929-8729-8E662A8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683CF245-C267-4868-BCA6-8004BF1F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402037-EC70-482E-BE9E-968AC055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B6E0391E-35F4-4997-B587-CB4C462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423A3AD5-9C3D-40BB-99FF-FB2AC1E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F60E40-5F11-40D5-BA94-20339970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3C834E1-45FF-45DC-883D-55AC8671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584BC2-6E9A-403D-9D7F-9749ABF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BB2380EF-ADDC-4FDD-9136-E4665FC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6ED8C4A-071B-4BF1-B95A-4BB58744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819A853-CF3B-4815-A56A-862C3366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3A75968-82AE-44B6-BD22-96ABF63D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8CF681-32F2-4FCB-99AF-E0FE6024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A1A88B7-2B6A-4BA5-9560-6DF67D6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F867C37-A483-4A02-A136-7E35BDA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0069E16-6814-43C3-8AB5-D6939CE8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B0CD4C-E704-4502-AA4E-D70F0BD0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3B815B-DEF5-4920-AD16-D010818B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FC55EF-FA4A-475D-A599-423B756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DBD594C0-C564-4957-ACF2-BFC60F36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D75261D-6625-4B2A-92AD-AA1145F5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A58C3478-744C-4FC7-85B7-1716A18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585925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3D2A9471-714B-476E-971D-2DD0E5DC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B6448539-2D62-4B8B-8038-FB05A07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32B2290C-9D26-4F2C-AD90-0A3C7705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612E8-106E-4F7A-B237-F42720D8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E981D917-2A33-4474-8D40-DA872CA0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E357A101-EF93-4FD6-AAAF-65D3BC6C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73EAD-1E87-439D-9671-73EF0A87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AC6D9443-1D28-4476-A268-FC892CB5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6CB1A357-C164-47ED-B1F8-5433A0F2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12B30-6BC3-4560-A28E-4099A5B8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D1E9F-AE2C-4668-ABB2-CD2AD1D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1B0C3-5506-4581-B47A-6B423F99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F8E52E76-8BF4-432E-A205-33CD79C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995E47FE-4303-4F43-8C5A-93061C3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E4904-8B9B-42F2-931B-9C5EBF2C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3FACC-9157-4E30-95A8-D441129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984C4-D34E-44F6-B88F-098BD17A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22355ED2-D6E9-473C-BFF0-CA3E116C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14C2E67B-376D-4DF0-BBD2-2123D467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66ECE-928E-4D23-91AC-048975E5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51EB8-493A-4D2C-890F-4D6F00C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C557C-13EA-4CD3-9E14-8EC93C19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3198A-1DEA-4493-A400-E17DCE2F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AA093-DB22-4B18-A89E-838BB409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C3E43D49-DEB6-462A-BF84-014C0930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63615-0F39-4E92-9C72-A7C5BD77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63AE1-4F18-44E1-9525-C8CFEE9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E5A332-9B5A-4A03-ABAA-B2E21A4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3F78D4F0-2649-4D9D-9CD3-0E8AB40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4AE3BA-3361-43E3-AE72-B8E4BA32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666E7B-27DB-4B10-B946-00156C00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24508A-B202-4F85-B00B-CE9C5681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A4BF209D-B710-43AC-9641-D0DDEA58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486549-BF7D-44DE-8180-E7566585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36B7F1-42ED-4321-878E-91D1B42A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925FC8-EDCA-451B-8FE1-CF37DD0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C8F2C5-B4A0-4193-9863-7F6DF19A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2FEC6315-E7D4-4D2F-8EEE-FABBD90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BC493D2-259F-416C-8CFB-E69FC04B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C1A8CD-DA04-4349-8E09-3EB92D9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7BB438B7-47BC-4DF5-A5AE-98E5AE0A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03BD5CA4-5222-4526-B37A-44B9386F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A8ABEC-2FD0-4100-B73D-137EE86E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63C1666B-C694-4623-B3F8-A0A6C6A3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E586FE2C-0BFE-4BE7-833E-DA5AC504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56B5DF-C60A-44C5-9503-82D3FFC4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1E3CF9-51FB-4084-A468-3BF4F547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077F00-7899-448E-9B2C-701769CA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0B028ADC-9EFE-4715-8630-5A345CB5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642263D-1EB1-4D5D-8F6C-5CC5522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587EEA-BD03-4FC7-B06E-D5E25649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5C03F7-247A-4C3A-8973-495A6B9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0EAE79-5880-41CC-BBC6-0EBEF47F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6561D3-3B1B-4196-BD6F-270DC23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235E49-B59D-417B-8C90-D6057A1F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D99B5C-08F4-4A8D-902D-AC08B655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D3C7D5-39C0-413F-88AF-19AE7344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4FB465D3-7784-4D69-94AA-9350638E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99EA098E-171A-49EF-9BC4-C57D54CA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8F656D-9516-4515-882E-81DC4DA6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6EC60EC4-D6D2-4AAA-9C07-BF6649A7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3C2CCD68-2FAA-4A02-AB38-357B9BB8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4579CD-0CF1-4D33-8712-60F65AD3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28F9C4-441A-40F2-8BFA-266C6901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95ECB12-42F6-45C5-A8C4-7B3548B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4AC078-50A9-46E3-86A0-F466449D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491481-429A-4C1C-854E-21C3A16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206018-8C0B-4001-AF14-F5B6BCB7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06228" y="2943702"/>
            <a:ext cx="130159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1DCC21-227D-40E0-9F3F-9E02C2AC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2B0B9E2-2853-4378-A815-70435783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0575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DDD0D09-E4F4-4F51-B81C-6B6D702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BF83D9-5D85-4489-AF0C-E3A67E02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06228" y="4610577"/>
            <a:ext cx="10858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44DAF259-13CB-47E0-A74D-13D45AE9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C6506C-B202-4645-8DB7-CE9943C1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958D8D44-885D-4EA8-BE01-F6C179DE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EBB0F54A-1259-4034-B08B-A332165D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12DDAB-D1C4-42B7-9018-94B0C396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74237DD-87FF-4598-A011-1FBD3CDC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240FFE-22A5-4391-8861-22CA9045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8BCF04-6A04-401C-BFAD-88683AB5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0338C72-BBB6-4C3C-B652-4E9B3BB0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DD7F9B-B292-40CB-B696-69CB4303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72B8A9A-74C5-492D-ABEA-E0A84E3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00561AF-DEFF-4D89-A14C-84A9E871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C748119-E9AC-4010-A41F-B5213422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31C3705-3207-4302-92E1-00F2F23F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9BD815B-4169-4329-BADE-88FA9DF6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2EE2C3C-094D-4CE0-9156-60BBCEAB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6E35EF3-0FF4-42DB-90C8-6618862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8EE5BF8A-7684-4A22-B5FA-84AFBB9B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BCBEC628-8BBB-48A2-837E-D6335923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E3B2D59-AD64-488A-A43F-EC057D1B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CAA1089-07A6-4854-BEE8-78487BC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5054C0A-462D-46C4-A9CD-E79C39DE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21B9AADE-66C2-45D9-A1CA-9FCF52D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C0639EBE-5B56-489B-A941-96CDFAF0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CA46F10-906D-4FEE-BB7B-3C92DCD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A6F6599-92AE-41BE-B633-2D1D2724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EBA2062-17F4-4506-90ED-F1F36DB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F7FAAC6-87CD-418F-9A85-D0A75C32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5806566-15DE-44DC-9750-494F6C1D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C1BEBB2-EE1B-4EC9-8F62-2C11FFB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46482BC-2E57-4F3F-9B75-A5AD99A4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18582FD3-EDAD-40F1-AF22-91862C03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B5A1E0D2-D770-407A-838E-E2740DBB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166AE50-82F5-4E21-8A54-D76D0355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11AC2356-4BE4-40EE-9A75-BF4981D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02CB584A-B2FC-45F5-996F-2D92D65C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3FE03E8-72E3-4AE6-A12E-56AD1FF7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7722FA43-55B7-4717-BFDC-21A67AC3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0CB4395E-7623-4181-9A7F-BCC69F53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C54F2E9-D982-4B52-959C-5DFDB32E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BC438EFE-2421-415C-82D7-4EE4219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2A44CF5C-C974-4843-9976-775D495F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FBD4D5A-367A-4314-B09E-966118B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DD8B5A1D-D774-45A0-8F0B-EA984581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1982989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55848528-DA8F-410B-BDC9-5EC3E56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2B225AE3-2E79-4143-9C51-C0D7F5E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D082DDA7-F137-4B1D-8BBB-0C8BB476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3A4CC-F839-476D-B836-48E5361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9C0B5691-26CF-402A-AD1E-77298E12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BDA89601-60E2-4F3C-98CA-C3A93CC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71D0C-76CA-4E59-AB72-08185D88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6679AB3B-BF12-4B56-94A5-3E19CFDA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9E3E7614-C954-4E49-AC4A-7BC3A436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9729B-1FE4-43DC-AE9B-027956AF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5D2DF-F4F5-4C22-BBE6-DCFA6C87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7F76D-4CB0-46A6-AB12-F30E13B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52449F4E-81A1-4570-9D71-1AD9234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E400FE8D-469D-4916-B128-A6C25FB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D37B4-9637-4C56-ADE3-5E389167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1DA46-129A-41C5-87E7-8562F38C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9FF46-EF68-4553-A146-BE7052E0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5275E689-874E-45E8-BEDE-F6BDDE67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BF607DEC-D9C0-4582-843D-D64141D1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C173E-68AA-4D97-86A3-6BBB593F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23753-9A8A-4421-B4C3-CC05E988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51408-B737-4245-A897-64037724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A3516F-36F3-4C0E-B3FC-D5D80FB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99CA0-2861-470E-9BC1-980F2FE4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7FD3E9BB-1CAE-4A10-AB67-5BEAB81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EAA2A6-645A-457F-B3D9-AA23FA0A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DA17A7-72D1-471C-AB58-6B78C38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6CD1CB-1E25-4DCB-9838-0BF1CABB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6AA9CBCD-5C90-4D09-B0DB-52AB2012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DC96B9-CA35-4C1A-8173-50712F0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06DEF1-4830-48EE-A9F1-9AEBA8E2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E1B04B-76F7-4BD7-BED2-ACB220C7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D157B-3F42-41FA-9BB0-1F30F75B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7DC25D4-CE38-4A11-A9D6-8378339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1852298-5260-4DF9-A96E-1BB15743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ADB92C-E6CD-468B-98BD-9D8A64EA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4D5CE35E-C251-45E8-A5AA-2CF5B36C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80D85E92-1646-429D-A336-CB3DFED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696F01-A721-4E5C-9ADA-C9A14EA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EFF9659C-7F4C-43F4-91C7-311C54B5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8A7937A4-827A-4653-B7BA-73D4CFA8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01AEBB-4FCC-49E0-AE47-5E4B441C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9D2AB637-7DA9-4B19-A6BE-4A8A72B3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74C73F12-A036-4AEC-8ED2-360495F7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29A917-1135-46C2-AAC7-B5FB6ED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D68C03-406D-4E49-B4C6-5416298A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F121CB-717A-419B-8EDA-34325188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4919DC-570A-46BC-92E0-C327A1AB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C7A4AD-4B11-4F28-80E1-93924D51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E7A63BEB-F445-4005-8669-066745F8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2F632C7E-84D4-42D4-88CB-3B885C0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E74CE0-F632-4893-BDE4-B5ADF5B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E5102C-538A-4BA0-BC83-436DA62A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F44027-3F5E-44D0-BFF2-CA66B3EC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805FED-4B71-438C-81D2-8781214D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5516FB-CC5A-4EDE-83B5-BD5C019E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A9DEE0-47DF-420E-8137-51CB8785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FB17D51-BBEA-45BA-A1F6-BC11A7CE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1AE66320-4191-463A-BD74-36BD667C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38DC6F12-E4BE-475F-BBDE-E29E513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EE4D31-8596-41B9-9159-7C422109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A6743112-9175-4942-BE16-2E15932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B674B6C0-A58F-47B7-B724-ECE1FCC2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F8E92D9-0A59-41C5-944E-02771B62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E67BAEB8-246F-40BE-BA0A-12F32C1B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67ED81C2-4696-46D0-A314-592A2AAD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7BDC69-8DA6-4C71-8FE0-6B9B034B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0F3354-7656-4F90-BAB6-43EA95C9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B8724C4-B358-4A4F-BE35-CEEC4BD3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686F745-22D6-4B6D-A5DF-D27B0733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250CDD7-30A0-4B2B-B3C0-3F834526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96F41A-72C1-438C-AFC1-4D588067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26B9E7E-2FE7-4BA2-A4EC-A1777A61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C42889A5-320A-422B-ACC2-22C25EFC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2375918C-2B3C-4778-8546-B7F2736F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B99220A-6175-41E4-842D-94F3E0D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D9F1A4F-849F-44DB-98F2-03C07E6B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96D607-1A89-4D81-A637-0DFA677F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535F62-4400-45A8-8D75-F5A974B0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784CFDE-4FC2-446C-88FD-E82BCD28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3693E8D-291A-47E3-9C94-64194A78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3EC8D9-FCEC-4608-9C1C-23985E0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5A20BE0A-EF0E-4997-A1B7-57C6E0A6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E9170FFB-A9A9-424B-8DD5-DB36091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D84D88E-E0DA-45E3-9559-FE737C4D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0579F405-7D75-43FE-9A19-3C8FBD09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87A81657-EEE4-40BF-9564-583B9FD4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7562F3-3EF3-4595-BC14-1C518E7D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B8BB2660-A0A1-4DAC-A223-8D4C4674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AA7C6E3D-A361-4CCB-829A-454F65C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FCD5F1-15EF-45DA-A4A5-B34334C2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DF43109-91E7-45DC-B274-6AE246E4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2484E03-D2E4-4802-8E07-F184EBE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7B764DF-A63B-4867-B70F-363AFBA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19513E-448A-40CE-9034-04C8F58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9D04E01-D022-4819-BD0C-6BB5710B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25BDB90-4DB9-45AB-AD28-9D38219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A1BF714-D71F-407B-8D0C-EE2BD364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FD120D1-9706-4F9B-B194-4F026086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A1B5D7C-3CFC-4217-8141-16B29235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5323457-C54F-40BD-838E-61D5261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41FB002B-C4CD-42F4-92BF-DE5C1C22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36748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9B4A4652-E45A-4EE6-9040-13AA6E22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51FBBC03-A727-4BFA-933F-4C87B917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663A5DF3-55F0-41B7-B6D1-4B79D5B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8F451-9013-4B07-934E-A7412297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7020AA22-65E8-410A-9383-834573B4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3FA49AE8-2389-467D-9B21-AF5CFDD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B3B95-2A6B-486D-AA04-BA5874B1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0D3D66DC-97DA-4C69-B48B-AD363528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9BD40BF3-4A66-48D2-97AD-DD53078F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5BB80-69C9-4493-BA66-DD59D17B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7D557-8291-4151-B555-F0CDBFAF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98519-8A2A-40D3-8DE7-7CF2F94F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BFC0A0D1-E770-4B09-B4AA-5582D658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E925D7EF-0DB6-4943-9D03-B2B0CF8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78D64-4E80-42F5-BA8C-00D3A39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9E4F2-6546-49C7-9E2B-A1A210BD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AABB0-4636-479C-B28B-EC91DB34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D2E4C183-817B-47F6-BC3C-13A0881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74B271B2-E035-4235-A16D-01DCC29E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CDF91-0FDB-48DC-8789-4D51C4A1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C61C6-340F-4173-A04D-8B97339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618E6-9747-43B3-A2FD-F30DA81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103F6-1D3C-4ACB-A974-A2E94822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7FF3E-897C-41B7-92E2-B38AFEBB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EAC155A-45FB-4021-9EB0-14538EBD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4DF6F1-5F67-4DE5-893E-B2E3489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3CB40-A9BC-4E3C-8DE5-B22CDE63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B8E1C-6E8D-4286-91DF-2A15B289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C11A4E32-BF26-4279-980C-7B1FE807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3477EF-9F9D-4782-A289-64C5DEA1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128E11-EB98-47D7-976C-29D8701C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2FDF82-053C-45C2-B5F3-6BE9E38D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42C68C-C040-46A1-90A0-E5EF7FAB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6FE37A8-FB81-453C-A07E-D6F8E75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8110B8-CE8B-40F5-8921-57FFA0D6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6E5ED7-2705-487A-BFFA-0E85CE98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767EB870-DF4C-4AEA-83E7-516C1AEB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8663E4D3-9899-4E82-AC82-221395A6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232994-48B0-4BFC-A9FA-5ED1EA47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97414EF8-F1B9-4720-B337-F28E26B6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EB980870-B0D0-41D8-9208-F894F7F6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8BE272-A4C3-41AE-9116-84BBE0C2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74441C15-DF94-4A70-91DC-F327DEA1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C968BDBB-2958-418A-9A6A-0C8BDC42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354B29-0839-4200-81B7-5F84DFE1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185D1899-7D61-4136-91A8-5972C830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3A82FB3-FDD0-4386-BF06-EA267D56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A1139D-6E44-4CF7-8BC1-C021EB9D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846136-7BFA-4FC1-9F1F-57C1DB2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80E616-2211-410E-975B-16AB15E1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9B4C40-FF1B-47B5-B1C8-0772B4B4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C7781E-3BBA-4436-9E64-02E8554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F1524A-8B7C-430B-97FE-7C5AE601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B8969123-8373-4BD9-8084-E463D15C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5A1A4B8D-C3A8-4820-B02D-67B1A431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C5C949-0EB5-44DD-B3C5-81B76CB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84D194-9557-4B2D-9714-5D491DB0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4B1F5E-0002-4F6B-859C-7EF55D4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AB8BD0-5FB8-458E-A129-D0810A8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8AFA10-1060-43CF-A690-FC20F0A7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C05F1B-E0F2-4EE2-94BA-F880746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A670B8-C2D8-40E1-8AD8-2E9CC6A9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ECFB4083-A148-4F4F-A4CB-AD0C9056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0B391601-397F-4AA1-960D-DC83E2D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5E220BB-A143-4162-8E1F-D6500D64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82AD13-BBE8-4A49-AD2D-D0F95EE3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F01B6CC-7DBB-417B-BC8A-0C329104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A08C91BE-DEA4-447D-B40C-3664405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D63A8E5C-4BDD-498C-9384-C30095E7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600FFE-79D5-4BA9-9654-FED1AAD5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32481587-C9BB-4618-B742-7979E0C6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5C19E404-06CB-41B1-89D8-283B7DC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F2F28C-3D7C-45E5-AB8B-28269F9A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322F69-E7BE-44EC-A4BD-B45EB7A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A090E5-EA67-4FF3-B28E-77F083DD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C15FF5-3E54-4859-A13C-260DD2B3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E0CA4F-8E37-4741-8A35-9C40DC2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AEEA65CA-BFE3-409B-97A5-F032CE6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C896949F-3C0F-4A5C-A4AD-FF8AC399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5705D8-DD1F-4BC4-9759-6779466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67B1C9-0FD8-4DD1-90FA-3867876C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DC76337-0748-4BA3-8940-3A53DD20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482E14-2D52-4389-88E7-786A627E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CFBAEA2-E6C3-4FEE-984E-2C36485F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DB27ECC-CC51-40CC-B9D4-EFBD1734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75AB588-091F-4853-976F-C92F1765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2094A238-F75F-41D2-B48C-026A815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24DD6C8A-FE3A-4E4E-8980-A72AA16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1184604-425B-4EFE-B0A8-1736974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798B08F-5871-4359-A986-1108CD54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D2EAD2-A703-4C6B-9490-3D1D348F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06E6E0CE-D9DD-4749-8740-28B573E0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461354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4A904414-4AF4-4E59-92F2-4A1ACCF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8CE3DE5E-604F-43DE-9A1D-A6B71471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B4100BD2-0F6D-4438-A435-CACF2CE7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FCCC3-266D-4988-B8BF-5CC2E7E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01C6BFC9-8FC9-4CE6-AD05-5A60F0C2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D845F752-9F21-408E-8F7E-C2FEFD56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BDE76-5ACD-433B-8F68-6EF29E6A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817D7659-0158-4C56-B47B-52C2453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660661CC-BC8F-48D4-97EA-E81B0D2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BD322-93C3-4CAB-9BDF-6D9B0130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41536-7AA1-4991-A245-7DD1B02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171D6-790C-4E73-BDDF-5596795F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D433F127-8A70-46C1-9260-6E1A3639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CBC22033-0CA5-48ED-9FBA-18DD7744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86A3-65B9-479C-B13C-C54B3179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90A8F-F682-4D73-B1B1-9DE1886D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4CF34-A2E4-441F-9C0E-18448F0A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043932A4-CF5F-4F5D-BAA6-47014813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3594C647-6BB6-401E-B659-F275B40D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7780A-09F3-470F-8DBD-DD493471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3B82B-DEBF-4609-A1A2-D71AB3A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AEE4C-3DC4-4CBC-A716-D30B0960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9E6DA6-9E96-4F21-8064-E5A80194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24A74-7241-4D13-8D2A-0A588A97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EEE417EB-B539-48B2-AF73-009B0AE6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E760F-9231-4468-A21F-25B20DE0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A8A80-3123-4194-9662-FDE1CC75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BC997B-1B43-477C-911C-1E01C28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DEBFC12A-44C3-43F8-9110-B604CF7A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58DC94-0ED9-4C6D-A3AF-6C71557F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42E16A-6E52-466E-8556-6030A68B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FE2DB2-858C-4EAA-BB5D-5967058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B9B601C5-E005-48FA-8641-D20AC003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76CAB7-A567-4462-8FA0-166B094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F51EEA-4B66-4F9B-921C-D36B9DB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F3157F-AC93-4088-B464-5EB22949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E1571-291F-4065-B6E5-578318CA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117D528-D70D-4212-AFA0-1593D59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3B09927-D259-4376-81F2-EC3B88F9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1A414D-5E45-4A4C-8E75-1109353E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8A725FF3-E3DE-400B-86F0-B9D82476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6D0A5764-043A-47E3-BB59-0834B06F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6C37C7-DF47-427C-A8FF-B2F4ED38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BE545EB5-370D-4060-AB38-84DFD83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9ED953F3-A6CF-4C9A-AFC8-7A404F8A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C8F8C7-393C-445C-B8F7-CDAAF065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6A2CFD-2ACF-4A6D-9082-5A5E722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C38157-B5F7-46D9-A754-03AEF3D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9EC3C31D-6E67-47CA-9E49-04467770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2509725C-DBF8-4793-8D23-EABF3FEC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7A4F98-9B6F-4434-9866-5AE14CB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A4B14B-6A4C-4190-B6A8-8DF35EAE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C7B0AF-8EE9-4932-AFEB-F54F69FF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76FF38-C43A-4628-A407-64DF0FC9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146158-1AD1-432D-8217-D9F0AD45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26A2AF-0316-4B9F-88FA-FCA6DC42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7BEDF9-67B4-42BC-B548-C064223E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1F575910-C446-47E0-A717-7F2EC09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A9B5FABB-53C1-4113-A332-1A42401E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1B0CDA-ECD4-4D47-87AF-CE8C4786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FDB304-AFD8-4C18-A6A9-E6F11548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6BCE42-B4A4-4CE5-8874-8387DED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3B4F6B4D-399A-4702-BF11-9C66E504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735852A5-31F8-4294-A0E1-6A931F86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F9CF82-ACEE-46A7-8E70-F836E9C6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054F9886-6026-435F-B9C3-CD0A35C6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4286554F-DB1C-471F-9003-042BCA33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F1150D-2918-4344-A485-2A55847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9103BC-3A35-4B6D-A13E-0551E4B9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206F28-2E28-416F-A583-4E127BC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387452-135D-417B-A07E-D7AD9CE6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C527E6-6894-4B63-BFB8-F4EC7838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D75ACDD0-E2C5-4661-8711-216E485A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76F289AD-AC1A-453C-874E-8F477AE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320383A-F548-4A50-86C5-E49B7DA5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0AB9FF67-AC4D-41B7-86D2-FB226896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3A0233D1-BD82-4D45-B27A-AEEA5649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BAB3995-3940-44AD-96A3-C859CD4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F2CD2263-952F-42D0-90CC-2962208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C92CFE77-47B8-4550-A8AB-0040053E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DBA04BD-1004-47D6-BE4F-39E51317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176ECE4-34AD-4694-B96E-AF01B751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488F81-64CB-44CE-9633-34DD7240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2FA921B-7358-447E-9E20-B6731BA4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41F257-B8C9-48D9-A769-5ACAB16B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9AF3680-1628-4D8F-8378-540C1F85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C04DF18-A323-41D3-944E-45D584DE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8E3AB1-6B73-43D2-9E63-711F1240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2DD3CD6-4893-410D-A54D-02E416EA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F64EC8-9BF5-4FBE-BEEC-DDF47B8D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1CFEE47-F6BE-4B86-A051-F96C10D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0A5A86BD-15EA-4214-BA1F-7E98A6C2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01F5D64D-DA72-4950-97CA-021E8BE5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4F1C85C-F4FB-437E-A660-68D835C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FD40AF-79FB-4EA2-B4C0-0F0DE6D1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9BC8DD4-950F-45DD-A042-9D8F915F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5BAD724-0F02-43D0-9B05-C9488678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B6D970D-93E7-4D6C-BAF0-82DB4785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D854722-89A4-4116-88C6-45B5BB11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18F4C9D-9E78-4D5A-85E2-5F96397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97F9CE-EE2D-4503-B940-DB4B41BF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8BF76C79-BC7B-4067-8AAF-FB8AD5E6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090C80C-DED9-486C-824E-5650D1B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D7965E1-144D-4272-81DE-8F95EFD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DF355BA-26A3-4015-9B84-28FC3DE5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CAC2D73-319F-475E-8A55-1AC5B0F9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58C322C4-F9B3-40F0-A608-FCD6066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29884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F12A8032-F223-4C3A-8804-C49E7D8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D67DF4E7-B66A-4B55-8FA3-724A2641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C62DD68-8D91-4E4B-B72F-CB76126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35CDB-CD49-449B-B4C2-A961D48D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51095C68-7C0D-44E4-84DA-4E84D366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46B0A01E-AF23-419B-9DC4-6B3B902F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698CA-6F2B-45C1-BA04-71FBD4E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A98D4679-08BD-4641-84FD-BE7F9C6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DC476771-0047-464D-9684-B2E00D62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841B-4A0A-46A8-A17D-3068FB71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15025-A974-4505-976F-12EC5956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0A83C-E8CC-485F-A022-7CA6D3B3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80E227F-F436-42B5-91F9-35B8ACC9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8B746B89-28F6-4A65-B424-469E2B0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7EA20-93D9-4CD1-9490-EF7EFDCA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2B6CB-4ABB-493A-8B6D-18F4041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72AA8-3A2A-4511-8A0E-C46D9BD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00B9B124-C2AE-4D7A-A26E-1FEF0D7B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91815A81-EFD8-43C0-8ADB-7C0CE75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95698-7EE4-49CC-B2FA-1D252DA4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3AEA5-28FF-4BA8-8035-5808921C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10E85-4CF4-438C-84CF-3F9923B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01F5F-BE9D-4B6B-8A29-E2404E0D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07C0D-4D1A-49DC-8A7B-80A6FC53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EF42605F-EBBA-4F8A-9057-6D814F5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076333-9EB2-4C82-ACD8-A0B58D71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8183F-5948-4FA4-A5A3-AA4FABCA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BC869-10BD-493F-866D-9E3E4712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679B4F8D-D5D2-4840-84AE-E81F1CA4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1CC457-E9E1-40B8-BA19-917353E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D2C546-8FC2-4202-BB48-5C4451E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E13D1E-3DD4-4FD3-922A-BD12D873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78A3C7-64BF-4021-9A87-926B14CF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D804BAE-2876-49B4-B2F6-A99ADAE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79305BB-2ED9-4B0F-AAC1-F7C74E7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F84BE7-08A1-45BA-8455-6A37E70E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F8738436-182C-4118-A08C-76493F0B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FD79E480-45C4-476F-8469-035FEEB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E5A64E-ADF4-42DF-9246-3B5D712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69D3CE8E-878C-407C-8377-93D372F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223EF3B9-946D-4E8C-96F9-35D0716C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4A810F-310F-43F7-9FA4-43D35A0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24641B-1FFA-420D-9EC5-179F0485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DFCAB6-8D71-4078-8A86-1ECF2496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256F38C2-580F-42D0-B1D9-519C53BA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0467B28-84AC-49E8-9A4E-36975ED2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114590-E259-43BC-8CA2-36A4F339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ACBE6061-20B9-4FF7-82D7-DD563AD0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40129C22-8393-4065-920D-72CBD2BA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091C54-3553-49D3-8AE1-8217281B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5665E97D-819D-445F-BFF9-4ECCA5ED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3952C100-6D8F-4255-8253-E7C2F078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7C37E5-E2BF-439E-8512-FDDF1094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7DF95D-FB0D-4B01-9403-62082411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ED3CCB-D464-46F2-B1B8-080AAD5D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BBA2B1-832B-48EA-8B29-4FCB5216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774D60-51EC-4702-91D7-907A6567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ECF4CA-C2A7-4323-B441-82918165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E5374D-06C4-44B5-A629-3489DD6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4170B7-2FF5-4145-95B4-3734378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6F79A3A-FB88-49C7-A553-0B36450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4F8305-474C-4E9F-A8F7-1A0C44A2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0F4D0F-B7A7-4DED-ADEA-64885EE3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B0D056E-01AF-4D40-A842-5AA2D626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1C5F2696-3E6D-43A8-ACA1-D97921CA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2B24E0-50B6-4F8B-9F50-4B6965E7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A286CE-1A77-41E1-9F1D-4D9272A7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1FCE84-20A9-4230-9F6A-A7160BB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661BDF-47D7-41BA-885F-EAA775D3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030DFA-61BC-4410-8388-4405C013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7F9FFC6-9FE8-49EC-A094-D991EC0B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4A2ECCB-59DA-4C09-AB90-3573EB58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28866CF3-95D2-4995-AFA7-490A34E0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EC6BF98A-0E25-4723-B756-8CC99688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649E40-AD24-4845-BBD0-EFE6F7BC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C72B37-5551-4DD9-B2BE-7E439C64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DE9A3C8-DB18-44D7-A28B-5944463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481090C9-3F21-4595-A89F-96BD9C31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44C845F-8B2F-4E1A-8599-33EE71E3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0BFB35-0C87-4112-975E-5A17EAC6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C9E0784-880D-4556-9E4C-9FEA312A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4B7322-33B8-4575-8910-EB334B0B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79FFB1-E28B-4B6A-A0E5-009208C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3A25C1-DA53-4BDF-8DA9-1A71128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BAEE9E4-3D83-4899-A715-82FE7EA0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10ED59-655F-42DC-8E78-6D60B1B8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F41E6B45-C1F3-4B62-8F29-5E9A2360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33A22481-38E3-40AE-A530-5A2C7F6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E2E97E8-26C7-40B8-B9D2-0FB8563A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F86C917-C6FF-48D0-AFFE-9C4287BF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FFD9A65-68AB-4F5E-8913-C040C23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379FBA3B-1D54-42C6-9D4D-CD1F27C1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1880299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06A2C0E0-7F71-485D-9B8C-E10BC32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678715C8-8BDF-4598-ACC4-82ECD22F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CA39EDE2-AE1D-46E8-8097-98368B0C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396D3-CC78-4E7C-93A2-AC0A6125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98CCF8A0-0710-4585-B299-3EF8ACE2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A7B52D0C-DC8F-415A-9581-65C71D20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6E5E1-9538-497C-A584-3E5A43D9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FC4D7417-4C6A-4939-90F1-2736A8F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AB31A7CB-028A-4C73-BECE-096A84C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3B048-4F47-4A6B-9EC8-E448322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C4EF0-02C1-4594-930C-26B967A0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3B4F0-8F00-4BA9-8AFF-439D4A47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CAA94B3E-E9BC-4FDA-9F47-FE005667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33AD934C-85F8-44B1-9267-3B0B2E1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BD44E-AB33-4F95-AE91-6FD7C612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52E42-968D-4F25-AD77-3D9F03C8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52280-C2F8-44B8-A7DB-07271C7D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65C6A48D-F891-4AFC-B461-FD543E28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2F05DA5D-7F81-4E83-B63A-5672E791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5B2B2-EDA5-4F10-8232-92A0A27B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48F95-B076-472B-8D4D-ACFD58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D941E-5C99-4FBC-8941-ECB14DFC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B862D31B-7551-45F9-B200-6E6EDD8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EBC75F03-B9A1-47E8-95B4-2BD5EAE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C5922-C756-4FB5-9200-DECAEE2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29888-2711-4C5E-823A-C005B599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E1D51B-C114-4937-849A-8CB90945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41B5C-5491-4F39-A3B7-23784D4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44B6C-258F-4169-A32D-F20BE97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EE6502F8-4181-44A9-8695-55FCA181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288FD2-1AC2-4556-BD7E-63791ED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E6E082-CC81-4D8C-AF4F-FEBD27B1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3790F0-B134-4E1A-A21E-197EFA7E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E6002E2D-496F-496C-8762-943BC89E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57A0E4-1998-48CE-9B29-8439C11F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AE8FB2-5F48-4A81-8654-E7C26CF9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7CDED0-300C-4E42-BC00-467117A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1783B11B-51E0-46A1-B0FE-73E919B4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319140-C5E0-4277-A74F-A6189C88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831AE4-8B7F-486A-B2FB-C6BA7D1A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AD893A-BD18-47C9-8BBE-540FA6BD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12F521-70F2-49BD-8E2D-2140E5CD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C3CAFF9-66E2-446B-B08A-410766F4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C6ED9E93-5DAB-465E-AEBD-31219E3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ACFAD1-6CD1-4FC8-957F-F7A13A42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CC9EFE68-E15A-48FE-9090-EE119335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26DD4C2A-0C14-439E-B242-77C9E089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85211C-AA43-49C1-9DA8-054AD0FC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6600B563-B403-47EC-8589-F9AB3CE3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CE105C37-9CDB-4D15-A16B-5AC7650C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64349B-4915-44BD-8AF8-C916FF6F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7D4DE2-D183-4BC8-A844-0295124B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35C7F2-6014-45D1-9629-BB7CFDA3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3C13F330-4C98-4389-91D9-2D3B5E19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129B63AB-9693-4397-B32E-D603E95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8F0413-350E-4044-8784-EC2B8FA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03C6C0-BB21-4E0E-9F51-7520864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D5DCB0-EE68-41A8-B961-8D47F28E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B6F192-E05E-43C6-83CC-38319F37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1D108B6-13C7-4168-92FC-9F6667E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116340-C200-4E09-B97D-D77E28B8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D76986-0F14-4AD5-8450-60E78D7E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BB324507-B758-4CA8-B878-D72151A6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071E7400-1717-4313-A17D-DCC84200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30D8A46-957A-472E-BEB0-66A613B4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79999B-D43A-45DA-A0F6-A7E756D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66F23F-489F-403B-BE69-D1D25DE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F5AD973-5F33-40FD-99D1-EC298B4F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15340688-FDB0-43F5-B9F9-0E493411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662E45B-82B8-402F-9593-0E3E555F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4C744A-33B8-4E1B-9389-B75933FB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FFE9EF5-792E-4D7C-9145-7043B14E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F0C188DC-5772-494B-A116-60DFED3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3867FF91-5887-45ED-8B72-92B073C6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DFC26A-4663-4221-AF7C-4459475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BA4F2C8-B7E3-494A-A71D-DB81DEB6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59CE29-1999-4985-B39A-60E5754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8228C703-B8BC-40B4-BE92-759F8776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EBCFEFB8-CC35-4C63-AF19-CAE7A572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823FC9-4C00-4290-B2FE-28E1B538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F2ED972-6E02-4E85-9A26-8D5BE60D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598F5E-D722-49DF-81A6-1EAFEFB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BADEA03-4D5D-432A-85E6-94148C52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176DB6-EA03-42A0-B8A5-7CFEC4BD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E7E280-7BC9-4761-9DC0-48375940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CB4B63-05CA-408C-9DB2-D155CF5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RecordOn&#10;Thread&#10;HcommThreadNotifyWaitOn&#10;Thread">
            <a:extLst xmlns:a="http://schemas.openxmlformats.org/drawingml/2006/main">
              <a:ext uri="{FF2B5EF4-FFF2-40B4-BE49-F238E27FC236}">
                <a16:creationId xmlns:a16="http://schemas.microsoft.com/office/drawing/2014/main" id="{08535ADB-EC3D-4F68-8D7A-E20D0C87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FFD03565-6DF3-42CD-BD8B-462F139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58815"/>
            <a:ext cx="1714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E3C9BFC-E83A-498C-ACCA-DEB65149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49633CA-359D-41C0-8CFF-88F477F1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96EED9-0C09-4DA0-B5EF-B925AC0C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8DE8F60B-489A-40A3-AAAE-2F7A8C7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1B14D1A3-E00F-4317-B4A0-824DE86A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FAC0F8A-A556-4EB4-BAD0-B462AA32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892F83-115B-496C-8A99-5CE02E82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B27429-304A-4E45-BF21-A8A7AE4C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9F182A-9868-4853-BE6F-EBEF5286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9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8B6EAA0-EB24-40C9-9A50-FF3FC4D8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F380B95-6B2C-46D3-93A9-87ECC007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5EBC1FA-4787-4A24-9880-78236F56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E7537EC9-ED2F-4BE1-99C8-DC3DFC4A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03403CD4-D94D-4A08-ACA4-C0D2A72D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1B61DFD-5396-4F7C-9E50-89755E1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57F6032-4449-453B-B912-04C715D1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141D0F4-D4C5-4DEC-B57E-74A6E376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4B066872-9C8E-45C6-ADA0-92CCEC9C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38585162-4F33-4929-88CB-20D35031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05DCA6D-0ADD-46ED-8605-309EA1CC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72EDCEC-9A24-4F8C-8237-D192850D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EFD85E3-86B6-4571-9BAE-E8383C8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9570D6B-F4BE-4EDA-A9E7-6415DC19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E3C6498-C167-48D9-840D-E11C4D68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CE498A3-46EB-403A-A1FA-6E920519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9E1E131-3368-448B-90FC-98DA3DA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54A37C49-37AF-4315-A4CB-5B9A469B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D6D0B902-782B-4C02-9ED5-C81FBC2E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EC6F61C-41FD-43B3-8149-C62BF84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F080FE1-FC1D-41B9-9977-B57242B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83F00A0-2D17-4B16-9929-AE7DBBE9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790E3A41-1B68-4C2B-90EF-A4A158DA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28A930BB-D4D2-40D6-A12C-6FC16DBE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770728C-B9E7-4B6D-9BC3-19D42288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9E66151-FAA7-480F-8544-1C5EAE39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2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9582E2D-275B-4E8D-8E9A-D714D6C4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C474C71A-A91F-47AA-BE54-29365DB5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6FDA9EED-E059-4786-B598-B88E204F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8DD5578-2116-41A3-A5E2-063EC304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988EC6C-D271-47D1-B89E-A5E714BF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8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117A18E-1977-4D2D-A16F-7797E41E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632B34E5-C4CC-4325-9DAF-576E9749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600297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D42DF784-50DC-4DDB-A2FA-C84E172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FB684E73-A866-40A6-87C4-0ED8AE7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E500BA56-6497-447D-946D-975D3FA9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C3B45-F11A-48C7-86EB-25B7F9D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F7143AB2-82C8-44E3-86EE-E3207FA5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89C28F73-B6E0-4CC3-82EF-181F9952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8FB7E-37B9-4A7D-99B2-0754214E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9B9050FA-6870-414C-BAC6-6669CAB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192F73D5-325B-462A-A1FE-D6BE3375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8E587-1880-44D1-ABEF-02F4279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4235B-A666-456E-90C3-0D4E7A10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0FFAE-82FA-4557-AE3F-BB405C0C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3C44B734-748F-4904-83CB-32E8521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A9620865-3020-44A1-9687-5C5BA88F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E9D10-8EF5-45ED-BD95-9B7C4686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C0C86-CE75-4CA7-918D-DDDB551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FD411-5226-4F96-AF06-83AE968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BFD70DF1-67F5-41E4-B389-30BFB9E3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E0032CFA-8144-45C3-A421-85A14538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64162-9718-4CA2-BEEB-FE089B31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CB635-5BC1-43BA-947B-2ABAF5E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D245E-53F6-44ED-8AC9-725FC483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B792DDF-CC43-4D1C-8EC8-0BB39ED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8B3F3CDB-36C3-466D-8440-024BA03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13E913-25EB-4DD1-8A84-A709BF85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7EA5D-4E7B-4694-8AE6-7F5B9C8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0B973-69C5-4868-8A95-E59C9B27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87CD50C7-FA05-4BC2-BFE5-368797F9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76596CDD-23E3-47BD-B2B5-F3E7675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AB37E1-162A-433A-99E6-2BED3764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5DBA21-F122-4D16-956F-1E4BE4D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3DEF65-BDD2-4F70-9F0B-C4FB27E0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A06724-7623-4C2A-9D72-FDC13A6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3B0F7C-8DAC-4CE4-9E0B-01DA957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62A178B4-16BC-4C13-93A4-0F3F41E6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051250-395F-4E37-AC2B-E5032883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33610D-DD0F-440E-A64A-C7D17592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529111-AAB6-4468-AC08-2652F32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339F05FC-8A47-49CB-A0CF-1E26BFE9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419DCD-55C2-4E11-92E7-E6823BAE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BF5EE9-51FA-4EAC-9A69-6A696D29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C68783-A5AB-498A-A783-6378713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E56540F0-A8C1-4B52-AD6C-D92EEC11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EAA320-861D-421C-A756-C2C23C8D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B4246F-DCE7-4BB2-8875-50B20928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ABD634-2E9F-4A32-A08A-F3E00A8F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A90B06-96AF-479C-A17B-4C8CCC0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460E3028-2AF9-464C-9C6E-4288F343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57204D39-169A-4A21-BF39-B1B03CF4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B78513-8777-43F0-9C62-CEA9A846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B9545038-9481-49A3-8C67-B3F2DD0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DB6AF955-15B2-41B9-B503-176B5448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27B82C-E6A6-4D8D-A466-ACDF7DF1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69958596-EB7D-4BC3-8C69-D4CB0CBC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4B721E1D-6DE6-49E9-9AE8-11868FD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4C5980-ED9F-4895-BF75-7B87EAE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48D10FFC-B190-4777-A9E7-B2DF596F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82140635-607D-4C66-9133-D23E366C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9BC7FB-BFDD-49CA-A23C-41625A9D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3EB4B6E-51C8-41B8-8F65-E9B9BA4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F1ED8C8-C917-4F6B-9880-F46D6ED7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F8C5B4-B202-4CBF-BB53-7C78BCB1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A54A78BF-F65F-45E6-AF4F-A32EC2D9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98F29226-CB1D-4EC8-9A67-4A67FB34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2D418DE-ABA5-4F59-A74B-0F53AF96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438F7E31-9C63-4508-BBB7-7811EFE5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2DCA3D6C-6C96-40AB-82D1-C1786F2A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EA3F95-9F0A-4D28-B65B-E529E9F8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D9453588-AAA0-4560-93F3-7287D3CD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15022A06-2130-413E-B4F7-CE39241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4600796-CFD4-455A-91CB-0EAA9B5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57D659-070B-4D7B-A50A-91A9CF87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B00EE74-0F1F-48B3-B2E0-A85F111F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C0F65EE-C380-4AEB-94A7-46423E3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1528F8-EF0A-4175-ADB1-BE449A46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3F1FFFB-7EA4-4A3F-8970-CBED59E9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BFF9401-7049-4FE2-B1F7-9B5FF2C6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F2F810-34A3-456C-9A2F-41FA0E7B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0351FA-FB89-45C2-B9CA-B6C5E029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44E27E-018F-43F9-96CE-F66774F3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15EA97-E9F1-4C43-9008-E819268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AEFBCAE3-69D3-4948-A518-BF0A8498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F2624D89-2A19-4A5A-8134-04D9662F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17CDD3-50E8-47F3-A456-C539D3D0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D749E7-8617-4541-8C8B-4E7A8B7D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A797D7-18F1-4BEE-B748-A4C29204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AE75BA-E612-4413-9554-A927E220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EB702A-DB60-4767-9C1C-9EE5E53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4BF7BB1-5B72-4097-A1B6-D3DA5798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F1EE48-0EF5-4044-AC0E-E1CA3C4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75A4202-7764-4B58-A5D9-05C45CA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66A57EF-C68B-4AB8-B233-8DC9D39E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5ED91CD1-F220-4198-8C10-E6B94FA6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921522F6-6111-43C9-9B83-84222203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6D5E5C4-EE7B-4C92-8F96-BE439D70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68F32-F438-4E7B-AA62-DAAA7AB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2796BE4-AC5E-4AB0-BADF-975CB9A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F28CAC22-7FE6-44C1-8DF9-DEB714C2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F022581D-4540-4B9B-BF24-169B6F7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14E25E7-69D1-475E-8393-84DA79FD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B2D2CC0-537F-404A-A722-EB096D92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B8304D1-0BD5-41EF-A3A4-7154BF10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FCA14232-6F51-41B0-A608-C8DA4923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BE15830F-D4DE-4B13-A06D-96EFC1F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76AEDE1-8D99-4E66-A510-5116322C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E35361-3E01-428F-B747-12055A06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D67A10E-547E-425E-9715-BF90EE61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03F48AD1-8971-4403-AAF4-D8115500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782C36D0-EBA8-4D8C-BEBD-739AC2D9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7C4B245-1F1D-4C48-A05C-B887FFE5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C20FB6C-2472-4B2A-888C-A19F0ABF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A3E8670-30D2-42C0-B05B-1A0B814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EFB8A91C-DFB3-420A-9477-0C8DF46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8006347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8D3641F0-4034-49D6-9630-BF7ED27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5BCD93A6-3752-45D8-96C0-914630B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972FAD2E-3C92-43C4-A9AB-11177D2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720EA-AEFD-446B-8E4C-146F88B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9D8EE166-8E99-42A7-B9AB-53749007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159DF13-696E-46D5-8FC7-9BA2772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C8488-638C-45B8-8F32-5D6265C6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E3ED559B-0659-4B9B-BAA3-AAFC300D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1E75FE1B-3D1B-46AB-9044-787A4DD5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53F41-47F4-48F0-B482-7A939808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3AAD1-9EDF-410A-8EE2-FA54E1E1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F8958-40EC-431C-B165-11C3BFC9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20CE658C-5A27-44C8-879F-178397ED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32E9D6FD-4341-42AE-B48A-3E8A6C33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8C229-7EE5-4A2E-9037-B9040AEA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FDB59-FEDC-409E-8E98-C34FAF7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4416F-56BA-4F5F-939B-AC89AA6E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A474A06F-96A2-47A2-BBCC-76E3A885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D5F4BD56-98E9-40CA-839D-420BACF8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EC740-01CA-432F-B762-6DD3C69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7A406-39BF-41C7-AF01-84198413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476B4-6CF6-48FC-B84F-0462993E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D13B0-F808-4B15-ACCF-DD20F73D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12678-6849-44A6-A70C-7CE9F81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01723AF8-BA9D-4AAC-848B-A7D48F8C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05F5D-5093-45A4-91B4-75CCC0FF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4173B-303C-41EB-8B95-D3CB46D5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099B4A-E1C8-46F4-8EDE-09239C4A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346211B-227E-4552-B6EC-7D523066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71AF84-93EE-44FD-B779-DF476FAE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E97D8B-A008-44F6-AB2C-01010F76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752A98-6237-4251-B137-AEF2AE9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3B9CF045-8D15-4041-94FA-F92B512B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A7F063-829A-4EBD-9EA2-26F0C921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B1B37A-948F-49B3-86D9-D7B3B45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B3A027-759A-4FA6-8603-DB8D2C3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A8548E-FE52-4BA8-8B96-30516E1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696C9829-F010-4335-A3FC-2ED0B8B7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1AC458F-BBE8-4764-A510-3EE22C56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707E60-CA36-4B4A-8CB4-9BDFFE39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098F85B6-0190-4FDD-A009-BDB8545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D327A6FA-B7F7-4396-97E7-4226D13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1EA8AD-98AF-4FFB-AC11-13324A3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1A6B0AD8-4F18-4A59-9E11-98D1A80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CA7C1EC9-A26C-44E5-8D65-FFBB515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00E62F-E86C-4673-BCCB-2256AED5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633F46A7-0DD6-41EF-BC29-AA85B7F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B51EFEAD-1A0D-49B8-B64C-2BFDD5CF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46DA2D-EB00-4635-B02D-893D37A8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370042-2D62-44DC-B421-5CFF3B06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24ECBA-C7A4-4A33-BCDC-8FE9FB38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11B662-A7E9-4FED-9ACA-5A13B92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2302DC-A5ED-4309-BBBC-0D972DD8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D724E40D-4218-430E-B5B4-AF214543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D5ED5A4D-EB76-43C3-95EC-304A9D41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2C2F0B-9861-4B82-BB13-65E07B50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B3C740-6F2F-43D3-811B-9194A32E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5AE27C-F6DB-4AEF-AA41-9C0A20FD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9AA5E0-D99C-4CC9-B3B9-26D8706A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441B60-F9CB-4369-BC54-E6746768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44E41D-9DB2-4CB4-B5E9-6B47DC73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01D00B-27CB-4BD6-9023-FF6674DB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06D87DDC-EC11-4606-88C1-7558BBBE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DB578D32-E277-4CC4-A21F-5C8E630E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C8790C-B5E8-4CCB-9CF7-B9976F74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98C0D0C-AC12-4434-B633-47D2526B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548930-DF70-4554-8CBA-C235782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D5EEEFB4-DE71-4406-BC28-88DCD7B3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3C65555-B0A4-4A54-ABA9-35672E70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4DE4CA-FF67-4C17-9935-F672840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A78E003-0072-4A0E-B34C-61889574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3D2922C-B5C6-4FDA-B682-DC807974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1AC0AC-1D6B-4EC6-9645-C4A3E516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D2DCA99-ACFA-4EB3-91D4-B840A599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39327A-673A-4868-8F8C-599A36E4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42030E-1780-450A-8D04-F45174A0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5C12AF1C-0A50-43F6-B460-643E866C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F27691D7-53BA-4C44-8ECF-27A2E4DB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C51B64-27D9-4447-8E7D-A94998C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BD5B2FB-D8C0-43B0-BDBD-5489101C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4FDCC5-F8C6-4A3E-BD3B-6EDD1D95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20A4E43D-3FFE-4695-AABF-01659C1A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001472A7-6A2D-4519-AA94-1D500EDF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8564EF0-A08E-4395-8682-7BF353E3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97131AEF-349F-49CB-94BD-6408C189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E476668E-4FE6-4951-90BB-87EE1C95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8AE2A58-6014-4A7E-8B40-2895E9C2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6F56B2D-8C6D-4189-9ECB-CC4B54EE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4EF83D4-1F50-473D-8AB3-08B3A0F4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543A6B5-58EC-4A6C-ADBF-5CE822E5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EDD785DC-1B0E-4472-B5A1-69465D8B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359A2E4-9D57-4B57-9CD3-8FCB9CD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BBB5D31D-8677-4C5F-A553-42535E39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00970F28-6B2D-4A14-989C-AC34F7C2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13FC38-AFA3-4B62-A13B-5DEC5E2B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EA1AAD60-E320-4C2A-A3DE-E009B2E5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8E631CBC-177A-4439-BF74-AEF49D10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0F9368-CAC3-4300-B950-48691CF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63ADDA8-1AC8-434F-91A2-D434C5F2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80EDE46-3A8E-414C-9038-579BD8DC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6AE4736-F442-4955-AAFE-86BED0B7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69393C8-B771-4B32-91C2-AD8D574D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CB008432-EA47-4BED-98F3-99EB4EEF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14D31AC-C8B7-40BE-BA15-65CB3D85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2C51AAEC-B408-4B16-AA2A-49B1411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705271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3193B5A1-9166-4B14-8C85-93B61FBF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8E620520-33D1-437F-AA9A-C8D498B7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1EC083B2-8068-4879-B694-192C8BF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E6FD6-CAFB-43DF-A303-496E3464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CFE7AF88-B7C5-41BA-927D-ACD6145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D71352BA-15AE-4981-BF65-2D02104D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34446-53BD-4DD5-A3C2-7D6E046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5247DB93-4699-4A7A-AB94-4747122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88C5022C-019E-4DE7-977A-1629E27D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FB8FE-95E1-4352-ABE3-27D12990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689A0-E018-4E5F-9DEC-5A802468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A2305-904E-4CFD-A8DD-08A2E26C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F9FC6653-F7FA-4E24-A998-158F72CA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579AEF54-EC90-4D07-86BB-CEB5E2F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65ADE-AF31-4102-B9FB-D990E0D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4E8F-AEE5-4980-9866-A0E98222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A9A2A-CC62-4948-AA1B-A35A124F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2557C4D6-9480-4742-A1E6-20403A9F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0E1C093A-EF60-4FEA-A587-31D4E64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358F2-5175-4677-8550-44150460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82AC2-3F20-45F6-814E-80E28CCE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FF58E-E340-489A-9538-AB4411AE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0F1B8-D9E6-40B4-821F-12A52C94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1B1CD-BED5-4804-A240-CEDB500F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B09BAEBF-15A1-4A29-BCE3-13074841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DD4E9-6611-45C3-9B12-BDCF1D8C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C54CF-FD3D-460F-A550-19F7949A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B2572C-1DA7-4423-925F-1962410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D74D529A-387C-4342-88AD-DB181B3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34E30B-3C4E-48EE-B9B5-16B740D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C26051-4492-4EF5-A0AB-FA420B72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815425-B4B7-4128-AA5D-6B6AD33E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913D0D68-AC3D-4717-B2AC-036C902B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130FF0-9141-4EAD-BDB2-3EAE0E65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C45ABF-4D82-42DE-A2DE-92F72BC8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C38EFC-BAF6-488D-87F0-DF860C38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E7DB1A2C-083A-4574-BB36-1DD6976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68CD44-1737-43C0-A084-0AE7BDB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C6EC56-0989-411D-87B5-0E6ED408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DCA483-825F-4D4E-A79D-66C2F24D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DE6327-AE1D-4D22-8156-38577E4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8399084-06F0-427D-8B92-53DC026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52BEA869-A8CB-4B9F-ACED-EF3C27C0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48EC5F-0391-4C6F-896B-28EF33E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2C769424-1C95-4F0F-AFB0-F683EDB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610FB19D-F393-486D-8BAD-FB2AC52C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148402-D3DA-45DB-A0F3-3098C694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B67A0249-FB03-4270-9C2F-8440AF33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4B46DBE4-0B06-4BFF-9488-CB9ECDB3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B025B9-1358-4E1F-8495-6747E65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AF7775-B01D-432D-9F43-8605882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808008-452E-4782-886F-3A15B703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2CB0D8-0446-49C4-84EC-8B0C3A87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BDDD64-9EF4-4F2B-ABA4-D4ABF4E0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EB7495-0B1C-4DEF-97D7-40A98B9C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A8CCA7-34EE-41F8-9246-E72C44E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41866F51-B92F-4655-94CA-A0348374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F950C4C9-D1F7-408C-AC4A-B24A1D92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AF24AE-8A71-41CA-996E-4F003630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0D57FE-624B-4B79-8422-E51CEA17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244CE8D-E164-4CB9-AE97-D246846E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F4467234-80EB-495D-B001-A6F9F89D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1BDB5DF9-F7E5-4212-AAB0-CFC71941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E3BF1D-E495-4084-813C-B9C06D75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9AE0075-B0FC-4550-B4A9-8AE502D3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DBD789-4881-4ECB-B831-6ED34A6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B2BD1196-4362-4C2A-8A0F-2EA5CD7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B3CF5F7-5A6D-4BF3-9850-DA05F21F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4529674-B537-4FAA-AD39-2776FC4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93A30BF-3CA8-42FF-BAF6-1FD2C33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3C6824-1F0A-413F-BD6C-B7A7F3DE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337594BC-32A3-48A2-97CA-556DE4A8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916F685E-B63C-4004-A8FF-3CF7124C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64E4541-D405-4567-9446-8B3F98A9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A8A021-2570-4ED3-AAA6-738F2D72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7A46AA7-B52D-4264-8112-21F0C74D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AD92A72-73E5-43EC-9366-9E08FCDA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B917A5-CB3C-4646-9035-BE2EF881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B1056DE-999F-4C49-976F-44ECA42E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37494F-D95E-497D-8913-DB285828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B18EEB05-EDEA-44A4-B966-66363B75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360F171-F7B2-4323-9311-EBBACA49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AB01600-A592-46A7-BDC0-2FB5EBDC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BEA2C233-0058-4D63-820C-47EF0F0F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5C94E512-E883-4166-BDAF-7889418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3A80B472-CD7C-4A5D-8C28-9B7BBD90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EB62375-E663-4713-BB70-FF54B5E0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BBCC284A-D097-47AE-B967-69338FC7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668857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2026-09-27T14:23:02.9760000Z</dcterms:created>
  <dcterms:modified xsi:type="dcterms:W3CDTF">2026-09-27T14:23:02.9760000Z</dcterms:modified>
</coreProperties>
</file>